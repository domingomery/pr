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3"/>
  </p:notesMasterIdLst>
  <p:sldIdLst>
    <p:sldId id="257" r:id="rId2"/>
    <p:sldId id="318" r:id="rId3"/>
    <p:sldId id="298" r:id="rId4"/>
    <p:sldId id="292" r:id="rId5"/>
    <p:sldId id="311" r:id="rId6"/>
    <p:sldId id="317" r:id="rId7"/>
    <p:sldId id="299" r:id="rId8"/>
    <p:sldId id="300" r:id="rId9"/>
    <p:sldId id="289" r:id="rId10"/>
    <p:sldId id="315" r:id="rId11"/>
    <p:sldId id="290" r:id="rId12"/>
    <p:sldId id="316" r:id="rId13"/>
    <p:sldId id="301" r:id="rId14"/>
    <p:sldId id="302" r:id="rId15"/>
    <p:sldId id="320" r:id="rId16"/>
    <p:sldId id="319" r:id="rId17"/>
    <p:sldId id="305" r:id="rId18"/>
    <p:sldId id="306" r:id="rId19"/>
    <p:sldId id="314" r:id="rId20"/>
    <p:sldId id="856" r:id="rId21"/>
    <p:sldId id="925" r:id="rId22"/>
    <p:sldId id="931" r:id="rId23"/>
    <p:sldId id="926" r:id="rId24"/>
    <p:sldId id="909" r:id="rId25"/>
    <p:sldId id="928" r:id="rId26"/>
    <p:sldId id="930" r:id="rId27"/>
    <p:sldId id="927" r:id="rId28"/>
    <p:sldId id="911" r:id="rId29"/>
    <p:sldId id="912" r:id="rId30"/>
    <p:sldId id="915" r:id="rId31"/>
    <p:sldId id="914" r:id="rId32"/>
    <p:sldId id="916" r:id="rId33"/>
    <p:sldId id="907" r:id="rId34"/>
    <p:sldId id="258" r:id="rId35"/>
    <p:sldId id="260" r:id="rId36"/>
    <p:sldId id="259" r:id="rId37"/>
    <p:sldId id="261" r:id="rId38"/>
    <p:sldId id="262" r:id="rId39"/>
    <p:sldId id="263" r:id="rId40"/>
    <p:sldId id="264" r:id="rId41"/>
    <p:sldId id="265" r:id="rId42"/>
    <p:sldId id="266" r:id="rId43"/>
    <p:sldId id="256" r:id="rId44"/>
    <p:sldId id="267" r:id="rId45"/>
    <p:sldId id="908" r:id="rId46"/>
    <p:sldId id="269" r:id="rId47"/>
    <p:sldId id="270" r:id="rId48"/>
    <p:sldId id="858" r:id="rId49"/>
    <p:sldId id="859" r:id="rId50"/>
    <p:sldId id="860" r:id="rId51"/>
    <p:sldId id="321" r:id="rId52"/>
    <p:sldId id="873" r:id="rId53"/>
    <p:sldId id="874" r:id="rId54"/>
    <p:sldId id="875" r:id="rId55"/>
    <p:sldId id="876" r:id="rId56"/>
    <p:sldId id="878" r:id="rId57"/>
    <p:sldId id="879" r:id="rId58"/>
    <p:sldId id="897" r:id="rId59"/>
    <p:sldId id="898" r:id="rId60"/>
    <p:sldId id="871" r:id="rId61"/>
    <p:sldId id="861" r:id="rId62"/>
    <p:sldId id="862" r:id="rId63"/>
    <p:sldId id="863" r:id="rId64"/>
    <p:sldId id="864" r:id="rId65"/>
    <p:sldId id="865" r:id="rId66"/>
    <p:sldId id="953" r:id="rId67"/>
    <p:sldId id="866" r:id="rId68"/>
    <p:sldId id="867" r:id="rId69"/>
    <p:sldId id="868" r:id="rId70"/>
    <p:sldId id="869" r:id="rId71"/>
    <p:sldId id="870" r:id="rId72"/>
    <p:sldId id="877" r:id="rId73"/>
    <p:sldId id="899" r:id="rId74"/>
    <p:sldId id="880" r:id="rId75"/>
    <p:sldId id="881" r:id="rId76"/>
    <p:sldId id="882" r:id="rId77"/>
    <p:sldId id="883" r:id="rId78"/>
    <p:sldId id="884" r:id="rId79"/>
    <p:sldId id="885" r:id="rId80"/>
    <p:sldId id="886" r:id="rId81"/>
    <p:sldId id="887" r:id="rId82"/>
    <p:sldId id="888" r:id="rId83"/>
    <p:sldId id="889" r:id="rId84"/>
    <p:sldId id="890" r:id="rId85"/>
    <p:sldId id="891" r:id="rId86"/>
    <p:sldId id="892" r:id="rId87"/>
    <p:sldId id="900" r:id="rId88"/>
    <p:sldId id="901" r:id="rId89"/>
    <p:sldId id="893" r:id="rId90"/>
    <p:sldId id="894" r:id="rId91"/>
    <p:sldId id="895" r:id="rId92"/>
    <p:sldId id="896" r:id="rId93"/>
    <p:sldId id="327" r:id="rId94"/>
    <p:sldId id="917" r:id="rId95"/>
    <p:sldId id="918" r:id="rId96"/>
    <p:sldId id="919" r:id="rId97"/>
    <p:sldId id="920" r:id="rId98"/>
    <p:sldId id="921" r:id="rId99"/>
    <p:sldId id="922" r:id="rId100"/>
    <p:sldId id="923" r:id="rId101"/>
    <p:sldId id="924" r:id="rId102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58"/>
  </p:normalViewPr>
  <p:slideViewPr>
    <p:cSldViewPr snapToGrid="0">
      <p:cViewPr varScale="1">
        <p:scale>
          <a:sx n="120" d="100"/>
          <a:sy n="120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06-08-26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73959-E9DD-D07F-A600-9742B6A97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07259-DE51-DA48-606D-364EB8BD0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DA569-ED59-7F31-D590-26C56A42F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EFADD-B0F0-BF31-78D2-D6A78303B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BF1C0-D557-4F9B-AA86-3A4B39A187DF}" type="slidenum">
              <a:rPr lang="es-CL" smtClean="0"/>
              <a:pPr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3343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BF1C0-D557-4F9B-AA86-3A4B39A187DF}" type="slidenum">
              <a:rPr lang="es-CL" smtClean="0"/>
              <a:pPr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6590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BF1C0-D557-4F9B-AA86-3A4B39A187DF}" type="slidenum">
              <a:rPr lang="es-CL" smtClean="0"/>
              <a:pPr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9516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A5EED-888A-1D06-4FAA-516E36E2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B68F2-5879-4268-1724-02BCFDBC4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3C451-C52B-0A5C-8165-69DBF1898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16BA0-971A-58AC-ED70-CBBD0F918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BF1C0-D557-4F9B-AA86-3A4B39A187DF}" type="slidenum">
              <a:rPr lang="es-CL" smtClean="0"/>
              <a:pPr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293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6E6B2-EC45-1147-8496-DFA2586CC8C4}" type="slidenum">
              <a:rPr lang="en-CL" smtClean="0"/>
              <a:pPr/>
              <a:t>27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2626686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BDF76F-C82B-384D-B97D-11BB0AF93230}" type="slidenum">
              <a:rPr lang="es-ES"/>
              <a:pPr/>
              <a:t>34</a:t>
            </a:fld>
            <a:endParaRPr lang="es-ES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91348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417C27-A4C3-CA42-9D27-B49CECE2E5BB}" type="slidenum">
              <a:rPr lang="es-ES"/>
              <a:pPr/>
              <a:t>35</a:t>
            </a:fld>
            <a:endParaRPr lang="es-E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29040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B1F1BE-4E5E-444B-9CC2-5712D3B9AE6E}" type="slidenum">
              <a:rPr lang="es-ES"/>
              <a:pPr/>
              <a:t>36</a:t>
            </a:fld>
            <a:endParaRPr lang="es-E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91143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921577-B264-6D44-A6EA-2B630DCE98E4}" type="slidenum">
              <a:rPr lang="es-ES"/>
              <a:pPr/>
              <a:t>37</a:t>
            </a:fld>
            <a:endParaRPr lang="es-E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06259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4908C0-6D13-DA46-B4EE-4C64006D3361}" type="slidenum">
              <a:rPr lang="es-ES"/>
              <a:pPr/>
              <a:t>38</a:t>
            </a:fld>
            <a:endParaRPr lang="es-E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55095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C78A77-B37B-6347-8863-BDCAEEC97ABF}" type="slidenum">
              <a:rPr lang="es-ES"/>
              <a:pPr/>
              <a:t>39</a:t>
            </a:fld>
            <a:endParaRPr lang="es-E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64447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B45042-0C44-5F4E-AC39-3281A0257F17}" type="slidenum">
              <a:rPr lang="es-ES"/>
              <a:pPr/>
              <a:t>40</a:t>
            </a:fld>
            <a:endParaRPr lang="es-ES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29329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C8CBEA-42E4-F84A-8871-9305DD69948C}" type="slidenum">
              <a:rPr lang="es-ES"/>
              <a:pPr/>
              <a:t>41</a:t>
            </a:fld>
            <a:endParaRPr lang="es-ES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09238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60D648-A0F8-1148-9D76-D232D902B259}" type="slidenum">
              <a:rPr lang="es-ES"/>
              <a:pPr/>
              <a:t>42</a:t>
            </a:fld>
            <a:endParaRPr lang="es-ES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6936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12B670-6D9E-0F47-8D3E-711876B640C3}" type="slidenum">
              <a:rPr lang="es-ES"/>
              <a:pPr/>
              <a:t>43</a:t>
            </a:fld>
            <a:endParaRPr lang="es-E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6080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CE8B36-E3FB-CC43-9CA6-E354E1DB8751}" type="slidenum">
              <a:rPr lang="es-ES"/>
              <a:pPr/>
              <a:t>44</a:t>
            </a:fld>
            <a:endParaRPr lang="es-ES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75729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BF1C0-D557-4F9B-AA86-3A4B39A187DF}" type="slidenum">
              <a:rPr lang="es-CL" smtClean="0"/>
              <a:pPr/>
              <a:t>49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1495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BF1C0-D557-4F9B-AA86-3A4B39A187DF}" type="slidenum">
              <a:rPr lang="es-CL" smtClean="0"/>
              <a:pPr/>
              <a:t>51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15026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BF1C0-D557-4F9B-AA86-3A4B39A187DF}" type="slidenum">
              <a:rPr lang="es-CL" smtClean="0"/>
              <a:pPr/>
              <a:t>53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78141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BF1C0-D557-4F9B-AA86-3A4B39A187DF}" type="slidenum">
              <a:rPr lang="es-CL" smtClean="0"/>
              <a:pPr/>
              <a:t>59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08801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BF1C0-D557-4F9B-AA86-3A4B39A187DF}" type="slidenum">
              <a:rPr lang="es-CL" smtClean="0"/>
              <a:pPr/>
              <a:t>73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03694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BF1C0-D557-4F9B-AA86-3A4B39A187DF}" type="slidenum">
              <a:rPr lang="es-CL" smtClean="0"/>
              <a:pPr/>
              <a:t>78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86881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BF1C0-D557-4F9B-AA86-3A4B39A187DF}" type="slidenum">
              <a:rPr lang="es-CL" smtClean="0"/>
              <a:pPr/>
              <a:t>93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529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PR02A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domingomery.ing.uc.cl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8.png"/><Relationship Id="rId7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2.png"/><Relationship Id="rId7" Type="http://schemas.openxmlformats.org/officeDocument/2006/relationships/image" Target="../media/image16.emf"/><Relationship Id="rId12" Type="http://schemas.openxmlformats.org/officeDocument/2006/relationships/image" Target="../media/image2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emf"/><Relationship Id="rId11" Type="http://schemas.openxmlformats.org/officeDocument/2006/relationships/image" Target="../media/image20.emf"/><Relationship Id="rId5" Type="http://schemas.openxmlformats.org/officeDocument/2006/relationships/image" Target="../media/image14.emf"/><Relationship Id="rId10" Type="http://schemas.openxmlformats.org/officeDocument/2006/relationships/image" Target="../media/image19.emf"/><Relationship Id="rId4" Type="http://schemas.openxmlformats.org/officeDocument/2006/relationships/image" Target="../media/image13.emf"/><Relationship Id="rId9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image" Target="../media/image31.emf"/><Relationship Id="rId3" Type="http://schemas.openxmlformats.org/officeDocument/2006/relationships/image" Target="../media/image12.png"/><Relationship Id="rId7" Type="http://schemas.openxmlformats.org/officeDocument/2006/relationships/image" Target="../media/image16.emf"/><Relationship Id="rId12" Type="http://schemas.openxmlformats.org/officeDocument/2006/relationships/image" Target="../media/image3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emf"/><Relationship Id="rId11" Type="http://schemas.openxmlformats.org/officeDocument/2006/relationships/image" Target="../media/image29.emf"/><Relationship Id="rId5" Type="http://schemas.openxmlformats.org/officeDocument/2006/relationships/image" Target="../media/image14.emf"/><Relationship Id="rId10" Type="http://schemas.openxmlformats.org/officeDocument/2006/relationships/image" Target="../media/image28.emf"/><Relationship Id="rId4" Type="http://schemas.openxmlformats.org/officeDocument/2006/relationships/image" Target="../media/image13.emf"/><Relationship Id="rId9" Type="http://schemas.openxmlformats.org/officeDocument/2006/relationships/image" Target="../media/image2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ieeexplore.ieee.org/xpls/abs_all.jsp?arnumber=1057692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12.png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10" Type="http://schemas.openxmlformats.org/officeDocument/2006/relationships/image" Target="../media/image35.emf"/><Relationship Id="rId4" Type="http://schemas.openxmlformats.org/officeDocument/2006/relationships/image" Target="../media/image13.emf"/><Relationship Id="rId9" Type="http://schemas.openxmlformats.org/officeDocument/2006/relationships/image" Target="../media/image34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/ki0mrexq1e2vy36/Flusser_Moments.pdf?dl=0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0.emf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10" Type="http://schemas.openxmlformats.org/officeDocument/2006/relationships/image" Target="../media/image53.emf"/><Relationship Id="rId4" Type="http://schemas.openxmlformats.org/officeDocument/2006/relationships/image" Target="../media/image46.png"/><Relationship Id="rId9" Type="http://schemas.openxmlformats.org/officeDocument/2006/relationships/image" Target="../media/image52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image" Target="../media/image55.e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9.emf"/><Relationship Id="rId12" Type="http://schemas.openxmlformats.org/officeDocument/2006/relationships/image" Target="../media/image54.emf"/><Relationship Id="rId17" Type="http://schemas.openxmlformats.org/officeDocument/2006/relationships/image" Target="../media/image59.emf"/><Relationship Id="rId2" Type="http://schemas.openxmlformats.org/officeDocument/2006/relationships/video" Target="../media/media3.mov"/><Relationship Id="rId16" Type="http://schemas.openxmlformats.org/officeDocument/2006/relationships/image" Target="../media/image58.emf"/><Relationship Id="rId1" Type="http://schemas.microsoft.com/office/2007/relationships/media" Target="../media/media3.mov"/><Relationship Id="rId6" Type="http://schemas.openxmlformats.org/officeDocument/2006/relationships/image" Target="../media/image48.emf"/><Relationship Id="rId11" Type="http://schemas.openxmlformats.org/officeDocument/2006/relationships/image" Target="../media/image53.emf"/><Relationship Id="rId5" Type="http://schemas.openxmlformats.org/officeDocument/2006/relationships/image" Target="../media/image46.png"/><Relationship Id="rId15" Type="http://schemas.openxmlformats.org/officeDocument/2006/relationships/image" Target="../media/image57.emf"/><Relationship Id="rId10" Type="http://schemas.openxmlformats.org/officeDocument/2006/relationships/image" Target="../media/image52.emf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51.emf"/><Relationship Id="rId14" Type="http://schemas.openxmlformats.org/officeDocument/2006/relationships/image" Target="../media/image56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68.png"/><Relationship Id="rId4" Type="http://schemas.openxmlformats.org/officeDocument/2006/relationships/image" Target="../media/image71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emf"/><Relationship Id="rId4" Type="http://schemas.openxmlformats.org/officeDocument/2006/relationships/image" Target="../media/image73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emf"/><Relationship Id="rId4" Type="http://schemas.openxmlformats.org/officeDocument/2006/relationships/image" Target="../media/image78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emf"/><Relationship Id="rId4" Type="http://schemas.openxmlformats.org/officeDocument/2006/relationships/image" Target="../media/image78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emf"/><Relationship Id="rId4" Type="http://schemas.openxmlformats.org/officeDocument/2006/relationships/image" Target="../media/image78.e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80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emf"/><Relationship Id="rId5" Type="http://schemas.openxmlformats.org/officeDocument/2006/relationships/image" Target="../media/image78.emf"/><Relationship Id="rId4" Type="http://schemas.openxmlformats.org/officeDocument/2006/relationships/image" Target="../media/image77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emf"/><Relationship Id="rId4" Type="http://schemas.openxmlformats.org/officeDocument/2006/relationships/image" Target="../media/image84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emf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emf"/><Relationship Id="rId4" Type="http://schemas.openxmlformats.org/officeDocument/2006/relationships/image" Target="../media/image9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emf"/><Relationship Id="rId4" Type="http://schemas.openxmlformats.org/officeDocument/2006/relationships/image" Target="../media/image9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emf"/><Relationship Id="rId4" Type="http://schemas.openxmlformats.org/officeDocument/2006/relationships/image" Target="../media/image9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emf"/><Relationship Id="rId4" Type="http://schemas.openxmlformats.org/officeDocument/2006/relationships/image" Target="../media/image9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emf"/><Relationship Id="rId4" Type="http://schemas.openxmlformats.org/officeDocument/2006/relationships/image" Target="../media/image9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emf"/><Relationship Id="rId4" Type="http://schemas.openxmlformats.org/officeDocument/2006/relationships/image" Target="../media/image9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emf"/><Relationship Id="rId4" Type="http://schemas.openxmlformats.org/officeDocument/2006/relationships/image" Target="../media/image92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image" Target="../media/image91.png"/><Relationship Id="rId7" Type="http://schemas.openxmlformats.org/officeDocument/2006/relationships/image" Target="../media/image99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emf"/><Relationship Id="rId5" Type="http://schemas.openxmlformats.org/officeDocument/2006/relationships/image" Target="../media/image97.png"/><Relationship Id="rId4" Type="http://schemas.openxmlformats.org/officeDocument/2006/relationships/image" Target="../media/image92.png"/><Relationship Id="rId9" Type="http://schemas.openxmlformats.org/officeDocument/2006/relationships/image" Target="../media/image101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1.emf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emf"/><Relationship Id="rId5" Type="http://schemas.openxmlformats.org/officeDocument/2006/relationships/image" Target="../media/image99.png"/><Relationship Id="rId4" Type="http://schemas.openxmlformats.org/officeDocument/2006/relationships/image" Target="../media/image103.emf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athematical Geometric Shapes Pattern – Royalty-Free Vector | VectorStock">
            <a:extLst>
              <a:ext uri="{FF2B5EF4-FFF2-40B4-BE49-F238E27FC236}">
                <a16:creationId xmlns:a16="http://schemas.microsoft.com/office/drawing/2014/main" id="{20A4A98A-B6E1-22EC-578A-8010D5F484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43"/>
          <a:stretch>
            <a:fillRect/>
          </a:stretch>
        </p:blipFill>
        <p:spPr>
          <a:xfrm rot="686982">
            <a:off x="7957697" y="3030787"/>
            <a:ext cx="3039973" cy="300926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0" dirty="0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3"/>
              </a:rPr>
              <a:t>http://domingomery.ing.uc.cl</a:t>
            </a:r>
            <a:r>
              <a:rPr lang="es-ES_tradnl" sz="2400" noProof="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0" dirty="0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6670416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0" dirty="0">
                <a:latin typeface="Gill Sans MT" panose="020B0502020104020203" pitchFamily="34" charset="77"/>
              </a:rPr>
              <a:t>Características Geométricas</a:t>
            </a:r>
            <a:endParaRPr lang="es-ES_tradnl" sz="1400" noProof="0" dirty="0">
              <a:latin typeface="Gill Sans MT" panose="020B0502020104020203" pitchFamily="34" charset="77"/>
            </a:endParaRPr>
          </a:p>
          <a:p>
            <a:r>
              <a:rPr lang="es-ES_tradnl" sz="1400" noProof="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1I – PR02A)</a:t>
            </a:r>
            <a:endParaRPr lang="es-ES_tradnl" sz="4400" noProof="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>
              <a:latin typeface="Gill Sans MT" panose="020B0502020104020203" pitchFamily="34" charset="77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A8B1E-FCFB-372A-8DE8-25E783B9B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E5A13-F061-F2AF-2A1F-051498B29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37D29-8FE2-9FB1-BE78-2814EAD2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F669F-7FD9-94D4-EEFD-06BE8EEAA436}"/>
              </a:ext>
            </a:extLst>
          </p:cNvPr>
          <p:cNvSpPr txBox="1"/>
          <p:nvPr/>
        </p:nvSpPr>
        <p:spPr>
          <a:xfrm>
            <a:off x="4641114" y="3105834"/>
            <a:ext cx="2568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Introducción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B5D694-F1A7-1BBF-9CAC-0DF130219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A6BFF-5F20-3A58-89BB-0A69C5E1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76930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726" y="3786555"/>
            <a:ext cx="9794861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a) Imagen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escala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grises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b)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Segmentación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     c)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Representación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3D de 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814" y="4541771"/>
            <a:ext cx="5259966" cy="461665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Existen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dos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categorías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3814" y="5053664"/>
            <a:ext cx="10945890" cy="83099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1) Las </a:t>
            </a:r>
            <a:r>
              <a:rPr lang="en-US" sz="24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Geométricas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proporcionan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información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sobre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traslación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,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rotación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, forma y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tamaño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814" y="5934889"/>
            <a:ext cx="10945890" cy="83099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2) Las </a:t>
            </a:r>
            <a:r>
              <a:rPr lang="en-US" sz="24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4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Intensidad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proporcionan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información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sobre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cómo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se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distribuyen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los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tonos de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grises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(o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los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canales de color).</a:t>
            </a:r>
          </a:p>
        </p:txBody>
      </p:sp>
      <p:pic>
        <p:nvPicPr>
          <p:cNvPr id="3" name="Picture 2" descr="Screen Shot 2014-10-04 at 3.20.3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26" y="962352"/>
            <a:ext cx="2758789" cy="2733935"/>
          </a:xfrm>
          <a:prstGeom prst="rect">
            <a:avLst/>
          </a:prstGeom>
        </p:spPr>
      </p:pic>
      <p:pic>
        <p:nvPicPr>
          <p:cNvPr id="8" name="Picture 7" descr="Screen Shot 2014-10-04 at 3.23.0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243" y="973339"/>
            <a:ext cx="2733935" cy="27422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136" y="749587"/>
            <a:ext cx="4022206" cy="3022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12AF1B-DEC0-530A-03B7-3108B90C379D}"/>
              </a:ext>
            </a:extLst>
          </p:cNvPr>
          <p:cNvSpPr txBox="1"/>
          <p:nvPr/>
        </p:nvSpPr>
        <p:spPr>
          <a:xfrm>
            <a:off x="941311" y="159134"/>
            <a:ext cx="7880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¿</a:t>
            </a:r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Qué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 es la </a:t>
            </a:r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Extracción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?</a:t>
            </a: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F8621B9B-1F86-71E7-28C7-3291EC42ABD6}"/>
              </a:ext>
            </a:extLst>
          </p:cNvPr>
          <p:cNvSpPr/>
          <p:nvPr/>
        </p:nvSpPr>
        <p:spPr>
          <a:xfrm rot="18130719">
            <a:off x="2839485" y="3410979"/>
            <a:ext cx="3526682" cy="636443"/>
          </a:xfrm>
          <a:prstGeom prst="lef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1" name="Left Arrow 10">
            <a:extLst>
              <a:ext uri="{FF2B5EF4-FFF2-40B4-BE49-F238E27FC236}">
                <a16:creationId xmlns:a16="http://schemas.microsoft.com/office/drawing/2014/main" id="{C94BB883-DC99-6185-2924-83625A9249D3}"/>
              </a:ext>
            </a:extLst>
          </p:cNvPr>
          <p:cNvSpPr/>
          <p:nvPr/>
        </p:nvSpPr>
        <p:spPr>
          <a:xfrm rot="18130719">
            <a:off x="4750165" y="3709332"/>
            <a:ext cx="4852942" cy="636443"/>
          </a:xfrm>
          <a:prstGeom prst="lef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B08C02-AE47-4945-FC29-E9C7000E0322}"/>
              </a:ext>
            </a:extLst>
          </p:cNvPr>
          <p:cNvSpPr txBox="1"/>
          <p:nvPr/>
        </p:nvSpPr>
        <p:spPr>
          <a:xfrm>
            <a:off x="7030864" y="876461"/>
            <a:ext cx="1326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(</a:t>
            </a:r>
            <a:r>
              <a:rPr lang="es-419" sz="1600" dirty="0">
                <a:latin typeface="Gill Sans MT" panose="020B0502020104020203" pitchFamily="34" charset="77"/>
              </a:rPr>
              <a:t>tono de gris</a:t>
            </a:r>
            <a:r>
              <a:rPr lang="en-CL" sz="1600" dirty="0">
                <a:latin typeface="Gill Sans MT" panose="020B0502020104020203" pitchFamily="34" charset="77"/>
              </a:rPr>
              <a:t>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136B6C0-C532-A4B3-A207-E741B1B912F6}"/>
              </a:ext>
            </a:extLst>
          </p:cNvPr>
          <p:cNvGrpSpPr/>
          <p:nvPr/>
        </p:nvGrpSpPr>
        <p:grpSpPr>
          <a:xfrm>
            <a:off x="916206" y="612522"/>
            <a:ext cx="9033427" cy="3268431"/>
            <a:chOff x="916206" y="612522"/>
            <a:chExt cx="9033427" cy="3268431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75C893A-CCB4-0E6C-43D9-3065623F9D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26549" y="3429000"/>
              <a:ext cx="605085" cy="27962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554E1D0-B78C-C449-CADF-9F8874905CF0}"/>
                </a:ext>
              </a:extLst>
            </p:cNvPr>
            <p:cNvSpPr txBox="1"/>
            <p:nvPr/>
          </p:nvSpPr>
          <p:spPr>
            <a:xfrm>
              <a:off x="9656894" y="3511621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L" dirty="0"/>
                <a:t>j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4BA6E31-AF8F-22C6-9B83-C31E6F27E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1634" y="3526465"/>
              <a:ext cx="717999" cy="18215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77870A1-3A15-2B09-6545-5FC35E1FA0E6}"/>
                </a:ext>
              </a:extLst>
            </p:cNvPr>
            <p:cNvSpPr txBox="1"/>
            <p:nvPr/>
          </p:nvSpPr>
          <p:spPr>
            <a:xfrm>
              <a:off x="8621068" y="348487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L" dirty="0"/>
                <a:t>i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273A3B4-B0C2-FD78-552F-C68734E51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29030" y="967419"/>
              <a:ext cx="0" cy="68353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54A948C-C15E-F439-C490-9C17E051B1F5}"/>
                </a:ext>
              </a:extLst>
            </p:cNvPr>
            <p:cNvSpPr txBox="1"/>
            <p:nvPr/>
          </p:nvSpPr>
          <p:spPr>
            <a:xfrm>
              <a:off x="1590386" y="612522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L" dirty="0"/>
                <a:t>j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5EFC154-94E2-FD05-5D8D-6628EF375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030" y="949135"/>
              <a:ext cx="78984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3DB328B-04D4-8428-48B5-69FBB229B3BD}"/>
                </a:ext>
              </a:extLst>
            </p:cNvPr>
            <p:cNvSpPr txBox="1"/>
            <p:nvPr/>
          </p:nvSpPr>
          <p:spPr>
            <a:xfrm>
              <a:off x="916206" y="133891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L" dirty="0"/>
                <a:t>i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78F06ED-FC6F-3B23-7076-F3CE25970168}"/>
                </a:ext>
              </a:extLst>
            </p:cNvPr>
            <p:cNvCxnSpPr>
              <a:cxnSpLocks/>
            </p:cNvCxnSpPr>
            <p:nvPr/>
          </p:nvCxnSpPr>
          <p:spPr>
            <a:xfrm>
              <a:off x="4193077" y="999504"/>
              <a:ext cx="0" cy="68353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A887272-4E4A-4E33-D688-06BADBB19805}"/>
                </a:ext>
              </a:extLst>
            </p:cNvPr>
            <p:cNvSpPr txBox="1"/>
            <p:nvPr/>
          </p:nvSpPr>
          <p:spPr>
            <a:xfrm>
              <a:off x="4654433" y="644607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L" dirty="0"/>
                <a:t>j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190895F-61C1-571D-EA63-E0E3810E0E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3077" y="981220"/>
              <a:ext cx="78984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6677247-93ED-DA0E-DB14-E5FB4D63D7E6}"/>
                </a:ext>
              </a:extLst>
            </p:cNvPr>
            <p:cNvSpPr txBox="1"/>
            <p:nvPr/>
          </p:nvSpPr>
          <p:spPr>
            <a:xfrm>
              <a:off x="3980253" y="1371001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L" dirty="0"/>
                <a:t>i</a:t>
              </a:r>
            </a:p>
          </p:txBody>
        </p:sp>
      </p:grp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BB5C841-81C7-1F1D-2F94-CB6F4F9B9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89941A9-8CF5-13C9-6E97-CDB01E10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4636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1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19626" y="3105834"/>
            <a:ext cx="5352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geométricas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644174-C00D-0991-5663-F46A3174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53768-5F7B-4577-A817-54A4A190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0479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creen Shot 2014-10-04 at 3.36.3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840" y="1428055"/>
            <a:ext cx="630609" cy="1014458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7214968" y="2009684"/>
            <a:ext cx="2654300" cy="1534495"/>
            <a:chOff x="279400" y="3581400"/>
            <a:chExt cx="2654300" cy="1534495"/>
          </a:xfrm>
        </p:grpSpPr>
        <p:pic>
          <p:nvPicPr>
            <p:cNvPr id="9" name="Picture 8" descr="Screen Shot 2014-10-04 at 1.48.38 P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400" y="4481872"/>
              <a:ext cx="2654300" cy="634023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436" y="3922096"/>
              <a:ext cx="2569028" cy="7493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393700" y="3581400"/>
              <a:ext cx="2404826" cy="461665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Altura y ancho de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214968" y="412203"/>
            <a:ext cx="3200363" cy="120032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Área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y </a:t>
            </a:r>
            <a:r>
              <a:rPr lang="en-US" sz="24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perímetro</a:t>
            </a:r>
            <a:r>
              <a:rPr lang="en-US" sz="2400" dirty="0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A = # de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píxeles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grises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
L = # de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píxeles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blancos</a:t>
            </a:r>
            <a:endParaRPr lang="en-US" sz="2400" dirty="0">
              <a:latin typeface="Gill Sans MT" panose="020B0502020104020203" pitchFamily="34" charset="77"/>
              <a:cs typeface="LM Roman 10 Regular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7189437" y="4074015"/>
            <a:ext cx="1909417" cy="1242943"/>
            <a:chOff x="5803900" y="3568700"/>
            <a:chExt cx="1909417" cy="1242943"/>
          </a:xfrm>
        </p:grpSpPr>
        <p:pic>
          <p:nvPicPr>
            <p:cNvPr id="14" name="Picture 13" descr="Screen Shot 2014-10-04 at 1.52.17 P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3900" y="3846443"/>
              <a:ext cx="1909417" cy="965200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5943600" y="3568700"/>
              <a:ext cx="1431802" cy="461665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Redondez</a:t>
              </a:r>
              <a:endPara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pic>
        <p:nvPicPr>
          <p:cNvPr id="19" name="Picture 18" descr="Screen Shot 2014-10-04 at 3.23.07 P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51" y="2556111"/>
            <a:ext cx="4014128" cy="4026293"/>
          </a:xfrm>
          <a:prstGeom prst="rect">
            <a:avLst/>
          </a:prstGeom>
        </p:spPr>
      </p:pic>
      <p:cxnSp>
        <p:nvCxnSpPr>
          <p:cNvPr id="21" name="Straight Connector 20"/>
          <p:cNvCxnSpPr>
            <a:cxnSpLocks/>
          </p:cNvCxnSpPr>
          <p:nvPr/>
        </p:nvCxnSpPr>
        <p:spPr>
          <a:xfrm flipH="1">
            <a:off x="2610679" y="2119871"/>
            <a:ext cx="2093843" cy="1493247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</p:cNvCxnSpPr>
          <p:nvPr/>
        </p:nvCxnSpPr>
        <p:spPr>
          <a:xfrm>
            <a:off x="1185138" y="2119871"/>
            <a:ext cx="643663" cy="117992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678930"/>
              </p:ext>
            </p:extLst>
          </p:nvPr>
        </p:nvGraphicFramePr>
        <p:xfrm>
          <a:off x="887372" y="1272210"/>
          <a:ext cx="883185" cy="806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300" imgH="165100" progId="Equation.3">
                  <p:embed/>
                </p:oleObj>
              </mc:Choice>
              <mc:Fallback>
                <p:oleObj name="Equation" r:id="rId7" imgW="114300" imgH="165100" progId="Equation.3">
                  <p:embed/>
                  <p:pic>
                    <p:nvPicPr>
                      <p:cNvPr id="23" name="Object 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7372" y="1272210"/>
                        <a:ext cx="883185" cy="806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3" descr="Screen Shot 2014-10-04 at 3.36.3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139" y="1974214"/>
            <a:ext cx="351514" cy="565479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2484977" y="4419393"/>
            <a:ext cx="7093525" cy="2016268"/>
            <a:chOff x="1078765" y="4380345"/>
            <a:chExt cx="7093525" cy="2016268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1078765" y="4380345"/>
              <a:ext cx="72000" cy="6298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n>
                  <a:solidFill>
                    <a:srgbClr val="FF0000"/>
                  </a:solidFill>
                </a:ln>
                <a:latin typeface="Gill Sans MT" panose="020B0502020104020203" pitchFamily="34" charset="7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988359" y="5196284"/>
              <a:ext cx="2183931" cy="1200329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Centro de masa</a:t>
              </a:r>
            </a:p>
            <a:p>
              <a:r>
                <a:rPr lang="en-US" sz="2400" dirty="0">
                  <a:latin typeface="Gill Sans MT" panose="020B0502020104020203" pitchFamily="34" charset="77"/>
                  <a:cs typeface="LM Roman 10 Regular"/>
                </a:rPr>
                <a:t>(</a:t>
              </a:r>
              <a:r>
                <a:rPr lang="en-US" sz="2400" dirty="0" err="1">
                  <a:latin typeface="Gill Sans MT" panose="020B0502020104020203" pitchFamily="34" charset="77"/>
                  <a:cs typeface="LM Roman 10 Regular"/>
                </a:rPr>
                <a:t>i</a:t>
              </a:r>
              <a:r>
                <a:rPr lang="en-US" sz="2400" baseline="-25000" dirty="0" err="1">
                  <a:latin typeface="Gill Sans MT" panose="020B0502020104020203" pitchFamily="34" charset="77"/>
                  <a:cs typeface="LM Roman 10 Regular"/>
                </a:rPr>
                <a:t>m</a:t>
              </a:r>
              <a:r>
                <a:rPr lang="en-US" sz="2400" dirty="0">
                  <a:latin typeface="Gill Sans MT" panose="020B0502020104020203" pitchFamily="34" charset="77"/>
                  <a:cs typeface="LM Roman 10 Regular"/>
                </a:rPr>
                <a:t>, </a:t>
              </a:r>
              <a:r>
                <a:rPr lang="en-US" sz="2400" dirty="0" err="1">
                  <a:latin typeface="Gill Sans MT" panose="020B0502020104020203" pitchFamily="34" charset="77"/>
                  <a:cs typeface="LM Roman 10 Regular"/>
                </a:rPr>
                <a:t>j</a:t>
              </a:r>
              <a:r>
                <a:rPr lang="en-US" sz="2400" baseline="-25000" dirty="0" err="1">
                  <a:latin typeface="Gill Sans MT" panose="020B0502020104020203" pitchFamily="34" charset="77"/>
                  <a:cs typeface="LM Roman 10 Regular"/>
                </a:rPr>
                <a:t>m</a:t>
              </a:r>
              <a:r>
                <a:rPr lang="en-US" sz="2400" dirty="0">
                  <a:latin typeface="Gill Sans MT" panose="020B0502020104020203" pitchFamily="34" charset="77"/>
                  <a:cs typeface="LM Roman 10 Regular"/>
                </a:rPr>
                <a:t>)</a:t>
              </a:r>
            </a:p>
            <a:p>
              <a:endParaRPr lang="en-US" sz="2400" dirty="0"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2B4588-90A3-863C-F036-A57380D2563F}"/>
              </a:ext>
            </a:extLst>
          </p:cNvPr>
          <p:cNvSpPr txBox="1"/>
          <p:nvPr/>
        </p:nvSpPr>
        <p:spPr>
          <a:xfrm>
            <a:off x="1506969" y="1660057"/>
            <a:ext cx="13439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</a:rPr>
              <a:t>(c</a:t>
            </a:r>
            <a:r>
              <a:rPr lang="en-CL" sz="2000" dirty="0">
                <a:latin typeface="Gill Sans MT" panose="020B0502020104020203" pitchFamily="34" charset="77"/>
              </a:rPr>
              <a:t>ontorno)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8853B2-CCB7-359F-617A-4930032D9CC9}"/>
              </a:ext>
            </a:extLst>
          </p:cNvPr>
          <p:cNvSpPr txBox="1"/>
          <p:nvPr/>
        </p:nvSpPr>
        <p:spPr>
          <a:xfrm>
            <a:off x="5518132" y="1679042"/>
            <a:ext cx="1005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</a:rPr>
              <a:t>(</a:t>
            </a:r>
            <a:r>
              <a:rPr lang="es-419" sz="2000" dirty="0">
                <a:latin typeface="Gill Sans MT" panose="020B0502020104020203" pitchFamily="34" charset="77"/>
              </a:rPr>
              <a:t>región</a:t>
            </a:r>
            <a:r>
              <a:rPr lang="en-CL" sz="2000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B2E163-28ED-C4C1-F0BF-413743CF0809}"/>
              </a:ext>
            </a:extLst>
          </p:cNvPr>
          <p:cNvSpPr txBox="1"/>
          <p:nvPr/>
        </p:nvSpPr>
        <p:spPr>
          <a:xfrm>
            <a:off x="667926" y="282354"/>
            <a:ext cx="4400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Básicas</a:t>
            </a:r>
            <a:endParaRPr lang="en-US" sz="3600" dirty="0">
              <a:solidFill>
                <a:schemeClr val="accent2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02F73-814B-697C-2565-BEDCEF5B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B4AE0-8E79-3AF1-2377-A3B9E513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2950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34589-26D7-B1FD-7CB6-AC13C181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DB0D3F-7E16-7313-34F9-064F72C6DC42}"/>
              </a:ext>
            </a:extLst>
          </p:cNvPr>
          <p:cNvSpPr txBox="1"/>
          <p:nvPr/>
        </p:nvSpPr>
        <p:spPr>
          <a:xfrm>
            <a:off x="1066290" y="320372"/>
            <a:ext cx="10059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Ejemplo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: imagen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binaria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9x9 – </a:t>
            </a:r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Básicas</a:t>
            </a:r>
            <a:endParaRPr lang="en-US" sz="3600" dirty="0">
              <a:solidFill>
                <a:schemeClr val="accent2"/>
              </a:solidFill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3" name="Picture 2" descr="A black and white grid with numbers&#10;&#10;AI-generated content may be incorrect.">
            <a:extLst>
              <a:ext uri="{FF2B5EF4-FFF2-40B4-BE49-F238E27FC236}">
                <a16:creationId xmlns:a16="http://schemas.microsoft.com/office/drawing/2014/main" id="{5DD506B0-DAF3-0DAE-54AA-257179933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824" y="1371600"/>
            <a:ext cx="3816822" cy="380999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9DF54A6-1C5E-1BE2-0928-534B1BD242EE}"/>
              </a:ext>
            </a:extLst>
          </p:cNvPr>
          <p:cNvCxnSpPr>
            <a:cxnSpLocks/>
          </p:cNvCxnSpPr>
          <p:nvPr/>
        </p:nvCxnSpPr>
        <p:spPr>
          <a:xfrm>
            <a:off x="2184400" y="1739900"/>
            <a:ext cx="38481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D4A1513-EA99-42E2-B4DD-9A9C29882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300" y="1892300"/>
            <a:ext cx="203200" cy="406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705E89-1AB7-730E-5D78-9DC9BF32C136}"/>
              </a:ext>
            </a:extLst>
          </p:cNvPr>
          <p:cNvCxnSpPr>
            <a:cxnSpLocks/>
          </p:cNvCxnSpPr>
          <p:nvPr/>
        </p:nvCxnSpPr>
        <p:spPr>
          <a:xfrm>
            <a:off x="2197100" y="1816100"/>
            <a:ext cx="0" cy="3733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68A6345-093D-A8E1-A9E2-A261CCA8A4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550" y="5638800"/>
            <a:ext cx="139700" cy="330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6158A7-E148-22A5-7329-51CCA48F403C}"/>
              </a:ext>
            </a:extLst>
          </p:cNvPr>
          <p:cNvSpPr txBox="1"/>
          <p:nvPr/>
        </p:nvSpPr>
        <p:spPr>
          <a:xfrm>
            <a:off x="6713177" y="1300193"/>
            <a:ext cx="2887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En la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región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R: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F27FAA-B311-243A-1604-BB0C1884C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300" y="2067174"/>
            <a:ext cx="3060700" cy="3254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DB3F2EC-51D3-9E3F-0943-B41A3DBCB1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200" y="2520950"/>
            <a:ext cx="3060700" cy="3199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F6BF0A3-BB6C-F17E-231C-0E950AB605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7200" y="3059342"/>
            <a:ext cx="3098800" cy="27019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AF12B6-A9EB-AC9B-FEF2-4AE8843F87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7200" y="3529961"/>
            <a:ext cx="3098800" cy="2623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250D69-AE3D-D035-E7BF-C0A164584D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7201" y="4448948"/>
            <a:ext cx="2551625" cy="6488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110138-6737-B2EC-31E3-59FB88CFEF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7201" y="5174014"/>
            <a:ext cx="2621773" cy="648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F789F2-3B75-57C7-ECC4-C4957F7AAEE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2269" y="4083103"/>
            <a:ext cx="852579" cy="262332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73C437F-F74D-FAB1-2338-01E89C87B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7751D5A-7868-72E6-35A1-0250EB4B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06603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4-10-04 at 3.23.0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659" y="1522784"/>
            <a:ext cx="3792903" cy="38043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06600" y="330201"/>
            <a:ext cx="1425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Elipses</a:t>
            </a:r>
            <a:endParaRPr lang="en-US" sz="3600" dirty="0">
              <a:solidFill>
                <a:schemeClr val="accent2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Oval 2"/>
          <p:cNvSpPr/>
          <p:nvPr/>
        </p:nvSpPr>
        <p:spPr>
          <a:xfrm rot="4372184">
            <a:off x="4666873" y="2745988"/>
            <a:ext cx="2985156" cy="902015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595489-DCA4-A690-E839-7574B06C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FF307-CE00-B674-EF17-88557567A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1144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/>
          <p:cNvCxnSpPr>
            <a:stCxn id="12" idx="5"/>
            <a:endCxn id="3" idx="6"/>
          </p:cNvCxnSpPr>
          <p:nvPr/>
        </p:nvCxnSpPr>
        <p:spPr>
          <a:xfrm>
            <a:off x="6171160" y="3211552"/>
            <a:ext cx="427923" cy="14118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06600" y="330201"/>
            <a:ext cx="1425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Elipses</a:t>
            </a:r>
            <a:endParaRPr lang="en-US" sz="3600" dirty="0">
              <a:solidFill>
                <a:schemeClr val="accent2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Oval 2"/>
          <p:cNvSpPr/>
          <p:nvPr/>
        </p:nvSpPr>
        <p:spPr>
          <a:xfrm rot="4372184">
            <a:off x="4666873" y="2745988"/>
            <a:ext cx="2985156" cy="902015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" name="Straight Arrow Connector 4"/>
          <p:cNvCxnSpPr>
            <a:stCxn id="12" idx="7"/>
          </p:cNvCxnSpPr>
          <p:nvPr/>
        </p:nvCxnSpPr>
        <p:spPr>
          <a:xfrm flipV="1">
            <a:off x="6171159" y="3073679"/>
            <a:ext cx="387542" cy="1128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3" idx="2"/>
            <a:endCxn id="3" idx="6"/>
          </p:cNvCxnSpPr>
          <p:nvPr/>
        </p:nvCxnSpPr>
        <p:spPr>
          <a:xfrm>
            <a:off x="5719820" y="1770632"/>
            <a:ext cx="879263" cy="2852727"/>
          </a:xfrm>
          <a:prstGeom prst="line">
            <a:avLst/>
          </a:prstGeom>
          <a:ln w="952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3" idx="4"/>
            <a:endCxn id="3" idx="0"/>
          </p:cNvCxnSpPr>
          <p:nvPr/>
        </p:nvCxnSpPr>
        <p:spPr>
          <a:xfrm flipV="1">
            <a:off x="5728451" y="3064153"/>
            <a:ext cx="862000" cy="265685"/>
          </a:xfrm>
          <a:prstGeom prst="line">
            <a:avLst/>
          </a:prstGeom>
          <a:ln w="952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140431" y="3181383"/>
            <a:ext cx="36000" cy="35344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6532" y="1886130"/>
            <a:ext cx="2906565" cy="2677656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Eje mayor 	(a)
Eje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menor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	(b)
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Orientación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	(</a:t>
            </a:r>
            <a:r>
              <a:rPr lang="el-GR" sz="2400" dirty="0">
                <a:latin typeface="Gill Sans MT" panose="020B0502020104020203" pitchFamily="34" charset="77"/>
                <a:cs typeface="Trebuchet MS"/>
              </a:rPr>
              <a:t>θ)
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Centro 	x</a:t>
            </a:r>
            <a:r>
              <a:rPr lang="en-US" sz="2400" baseline="-25000" dirty="0">
                <a:latin typeface="Gill Sans MT" panose="020B0502020104020203" pitchFamily="34" charset="77"/>
                <a:cs typeface="Trebuchet MS"/>
              </a:rPr>
              <a:t>0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, y</a:t>
            </a:r>
            <a:r>
              <a:rPr lang="en-US" sz="2400" baseline="-25000" dirty="0">
                <a:latin typeface="Gill Sans MT" panose="020B0502020104020203" pitchFamily="34" charset="77"/>
                <a:cs typeface="Trebuchet MS"/>
              </a:rPr>
              <a:t>0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Área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		A
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Perímetro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	L
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Excentricidad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	E = b/a</a:t>
            </a:r>
            <a:endParaRPr lang="en-US" sz="2400" baseline="-25000" dirty="0">
              <a:latin typeface="Gill Sans MT" panose="020B0502020104020203" pitchFamily="34" charset="77"/>
              <a:cs typeface="LM Roman 10 Regular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59342" y="3417918"/>
            <a:ext cx="282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LM Roman 10 Regular"/>
              </a:rPr>
              <a:t>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19562" y="279667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LM Roman 10 Regular"/>
              </a:rPr>
              <a:t>b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4703727" y="5125513"/>
            <a:ext cx="369140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856127" y="1096367"/>
            <a:ext cx="2932" cy="4181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859060" y="3216008"/>
            <a:ext cx="1297475" cy="190950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71446" y="5053262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LM Roman 10 Regular"/>
              </a:rPr>
              <a:t>x</a:t>
            </a:r>
            <a:r>
              <a:rPr lang="en-US" baseline="-25000" dirty="0">
                <a:latin typeface="Gill Sans MT" panose="020B0502020104020203" pitchFamily="34" charset="77"/>
                <a:cs typeface="LM Roman 10 Regular"/>
              </a:rPr>
              <a:t>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15708" y="3003792"/>
            <a:ext cx="37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LM Roman 10 Regular"/>
              </a:rPr>
              <a:t>y</a:t>
            </a:r>
            <a:r>
              <a:rPr lang="en-US" baseline="-25000" dirty="0">
                <a:latin typeface="Gill Sans MT" panose="020B0502020104020203" pitchFamily="34" charset="77"/>
                <a:cs typeface="LM Roman 10 Regular"/>
              </a:rPr>
              <a:t>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676296" y="1946967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LM Roman 10 Regular"/>
              </a:rPr>
              <a:t>A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6266180" y="2302370"/>
            <a:ext cx="420309" cy="3015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175907" y="3277954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LM Roman 10 Regular"/>
              </a:rPr>
              <a:t>L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 flipH="1">
            <a:off x="6765791" y="3633357"/>
            <a:ext cx="420309" cy="3015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937232" y="4632154"/>
            <a:ext cx="1508663" cy="0"/>
          </a:xfrm>
          <a:prstGeom prst="line">
            <a:avLst/>
          </a:prstGeom>
          <a:ln w="952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c 35"/>
          <p:cNvSpPr/>
          <p:nvPr/>
        </p:nvSpPr>
        <p:spPr>
          <a:xfrm>
            <a:off x="6403236" y="4412874"/>
            <a:ext cx="456858" cy="467998"/>
          </a:xfrm>
          <a:prstGeom prst="arc">
            <a:avLst>
              <a:gd name="adj1" fmla="val 14693616"/>
              <a:gd name="adj2" fmla="val 0"/>
            </a:avLst>
          </a:prstGeom>
          <a:ln>
            <a:solidFill>
              <a:srgbClr val="0000FF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837574" y="4206410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LM Roman 10 Regular"/>
              </a:rPr>
              <a:t>Θ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8" name="Straight Arrow Connector 37"/>
          <p:cNvCxnSpPr>
            <a:stCxn id="12" idx="4"/>
            <a:endCxn id="3" idx="6"/>
          </p:cNvCxnSpPr>
          <p:nvPr/>
        </p:nvCxnSpPr>
        <p:spPr>
          <a:xfrm>
            <a:off x="6158432" y="3216728"/>
            <a:ext cx="440651" cy="14066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B4D8F-408E-70F8-A43F-46C12E9B9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26826-7691-693D-0BED-4E185887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29899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7609" b="5158"/>
          <a:stretch>
            <a:fillRect/>
          </a:stretch>
        </p:blipFill>
        <p:spPr>
          <a:xfrm>
            <a:off x="2006601" y="1026983"/>
            <a:ext cx="8848299" cy="15669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06601" y="330201"/>
            <a:ext cx="2194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Momentos</a:t>
            </a:r>
            <a:endParaRPr lang="en-US" sz="3600" dirty="0">
              <a:solidFill>
                <a:schemeClr val="accent2"/>
              </a:solidFill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7BC4E3-0231-3487-5ADB-41B4DCA6B135}"/>
              </a:ext>
            </a:extLst>
          </p:cNvPr>
          <p:cNvGrpSpPr/>
          <p:nvPr/>
        </p:nvGrpSpPr>
        <p:grpSpPr>
          <a:xfrm>
            <a:off x="3210908" y="3166450"/>
            <a:ext cx="8258407" cy="1134009"/>
            <a:chOff x="83393" y="3166450"/>
            <a:chExt cx="8258407" cy="113400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6461DFB-2898-4655-9167-F03287813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650" b="9650"/>
            <a:stretch/>
          </p:blipFill>
          <p:spPr>
            <a:xfrm>
              <a:off x="2728129" y="3166450"/>
              <a:ext cx="5613671" cy="113400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301A434-083A-9C4B-3C6D-FD20370748B8}"/>
                </a:ext>
              </a:extLst>
            </p:cNvPr>
            <p:cNvSpPr txBox="1"/>
            <p:nvPr/>
          </p:nvSpPr>
          <p:spPr>
            <a:xfrm>
              <a:off x="83393" y="3414477"/>
              <a:ext cx="25715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</a:rPr>
                <a:t>(c</a:t>
              </a:r>
              <a:r>
                <a:rPr lang="en-CL" sz="20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</a:rPr>
                <a:t>entro de masa: i</a:t>
              </a:r>
              <a:r>
                <a:rPr lang="en-CL" sz="2000" baseline="-250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</a:rPr>
                <a:t>m </a:t>
              </a:r>
              <a:r>
                <a:rPr lang="en-CL" sz="20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</a:rPr>
                <a:t>, j</a:t>
              </a:r>
              <a:r>
                <a:rPr lang="en-CL" sz="2000" baseline="-250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</a:rPr>
                <a:t>m</a:t>
              </a:r>
              <a:r>
                <a:rPr lang="en-CL" sz="20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</a:rPr>
                <a:t>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E9A790-CD77-0ACB-93A6-637CF444E8A6}"/>
              </a:ext>
            </a:extLst>
          </p:cNvPr>
          <p:cNvGrpSpPr/>
          <p:nvPr/>
        </p:nvGrpSpPr>
        <p:grpSpPr>
          <a:xfrm>
            <a:off x="1737681" y="3280992"/>
            <a:ext cx="916667" cy="946388"/>
            <a:chOff x="9370945" y="3212752"/>
            <a:chExt cx="916667" cy="9463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024B24-52D6-E744-2243-F22B1108F23E}"/>
                </a:ext>
              </a:extLst>
            </p:cNvPr>
            <p:cNvSpPr txBox="1"/>
            <p:nvPr/>
          </p:nvSpPr>
          <p:spPr>
            <a:xfrm>
              <a:off x="9466508" y="3759030"/>
              <a:ext cx="7886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</a:rPr>
                <a:t>(</a:t>
              </a:r>
              <a:r>
                <a:rPr lang="en-CL" sz="20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</a:rPr>
                <a:t>área)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D022E08-3F57-C141-F572-C74CBDF81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370945" y="3212752"/>
              <a:ext cx="916667" cy="54610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9769854-CC1A-3C2D-DF93-B6B70680714C}"/>
              </a:ext>
            </a:extLst>
          </p:cNvPr>
          <p:cNvGrpSpPr/>
          <p:nvPr/>
        </p:nvGrpSpPr>
        <p:grpSpPr>
          <a:xfrm>
            <a:off x="1760356" y="4789217"/>
            <a:ext cx="9125232" cy="1884537"/>
            <a:chOff x="1760356" y="4789217"/>
            <a:chExt cx="9125232" cy="188453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CE65F8F-B5B1-6D51-8F8F-A09B97337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5" r="-3268"/>
            <a:stretch>
              <a:fillRect/>
            </a:stretch>
          </p:blipFill>
          <p:spPr>
            <a:xfrm>
              <a:off x="1833244" y="5332909"/>
              <a:ext cx="9052344" cy="134084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3690D7-5231-C19D-A42B-3221C107FC94}"/>
                </a:ext>
              </a:extLst>
            </p:cNvPr>
            <p:cNvSpPr txBox="1"/>
            <p:nvPr/>
          </p:nvSpPr>
          <p:spPr>
            <a:xfrm>
              <a:off x="1760356" y="4789217"/>
              <a:ext cx="40952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</a:rPr>
                <a:t>(</a:t>
              </a:r>
              <a:r>
                <a:rPr lang="en-CL" sz="20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</a:rPr>
                <a:t>momentos invariantes a la </a:t>
              </a:r>
              <a:r>
                <a:rPr lang="en-US" sz="200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</a:rPr>
                <a:t>traslación</a:t>
              </a:r>
              <a:r>
                <a:rPr lang="en-CL" sz="20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Gill Sans MT" panose="020B0502020104020203" pitchFamily="34" charset="77"/>
                </a:rPr>
                <a:t>)</a:t>
              </a:r>
            </a:p>
          </p:txBody>
        </p: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4E69000-F21C-70D7-C694-F0C243DE5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7F3AB-3735-43D1-82F5-90B3C33EB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6382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6FA90-E2F3-5935-1797-E24B027A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AFFD11D-92FD-6FF9-C995-37FB0C8F0E1B}"/>
              </a:ext>
            </a:extLst>
          </p:cNvPr>
          <p:cNvSpPr txBox="1"/>
          <p:nvPr/>
        </p:nvSpPr>
        <p:spPr>
          <a:xfrm>
            <a:off x="2006601" y="330201"/>
            <a:ext cx="77719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Ejemplo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: imagen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binaria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9x9 - </a:t>
            </a:r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Momentos</a:t>
            </a:r>
            <a:endParaRPr lang="en-US" sz="3600" dirty="0">
              <a:solidFill>
                <a:schemeClr val="accent2"/>
              </a:solidFill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3" name="Picture 2" descr="A black and white grid with numbers&#10;&#10;AI-generated content may be incorrect.">
            <a:extLst>
              <a:ext uri="{FF2B5EF4-FFF2-40B4-BE49-F238E27FC236}">
                <a16:creationId xmlns:a16="http://schemas.microsoft.com/office/drawing/2014/main" id="{24DC8ECD-2385-1475-1B79-BF36FF4A0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824" y="1371600"/>
            <a:ext cx="3816822" cy="380999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B2643CF-29E8-ADC9-756D-89C144D65354}"/>
              </a:ext>
            </a:extLst>
          </p:cNvPr>
          <p:cNvCxnSpPr>
            <a:cxnSpLocks/>
          </p:cNvCxnSpPr>
          <p:nvPr/>
        </p:nvCxnSpPr>
        <p:spPr>
          <a:xfrm>
            <a:off x="2184400" y="1739900"/>
            <a:ext cx="38481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192F1E-8BA3-9E32-B273-1A998D658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300" y="1892300"/>
            <a:ext cx="203200" cy="406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15619EC-7E53-685B-24F7-D35ADEC41C9A}"/>
              </a:ext>
            </a:extLst>
          </p:cNvPr>
          <p:cNvCxnSpPr>
            <a:cxnSpLocks/>
          </p:cNvCxnSpPr>
          <p:nvPr/>
        </p:nvCxnSpPr>
        <p:spPr>
          <a:xfrm>
            <a:off x="2197100" y="1816100"/>
            <a:ext cx="0" cy="3733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8F741AE-C43D-90C5-9D31-CF74B5B09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550" y="5638800"/>
            <a:ext cx="139700" cy="330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19F9D4-170B-3E57-DBBB-69455B892D15}"/>
              </a:ext>
            </a:extLst>
          </p:cNvPr>
          <p:cNvSpPr txBox="1"/>
          <p:nvPr/>
        </p:nvSpPr>
        <p:spPr>
          <a:xfrm>
            <a:off x="6713177" y="1300193"/>
            <a:ext cx="2887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En la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región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R: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DA2536-26BF-2E1E-02BA-E73310B70A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300" y="2003674"/>
            <a:ext cx="3060700" cy="3254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45F1485-6145-B938-C911-5E1F12A376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200" y="2457450"/>
            <a:ext cx="3060700" cy="31990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A16F099-2BEA-0325-052A-FA8FF233A1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176" y="4039775"/>
            <a:ext cx="1689100" cy="52117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6EBD9D7-FD06-6BBF-D488-933B3EE395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5977" y="4045191"/>
            <a:ext cx="1689100" cy="5157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9E8F839-22E4-1870-78B4-18DCB2AD4F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2130" y="3261223"/>
            <a:ext cx="2321870" cy="5569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8D5688A-404E-835E-3B13-EA96CD19E2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5978" y="4683617"/>
            <a:ext cx="1732827" cy="5569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E12CEF7-D4B8-EE3C-33DE-A15EB26175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93241" y="4687210"/>
            <a:ext cx="1547167" cy="5569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DAB705B-3417-0514-7F8F-17EFC90F45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2608" y="6314696"/>
            <a:ext cx="7772400" cy="25908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DB88A-D696-94B6-1FCA-960AB9CA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38900-2A42-28C4-0063-AA7D8B73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80076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1724025" y="1085850"/>
          <a:ext cx="8745538" cy="531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2" imgW="8745171" imgH="5315692" progId="MSPhotoEd.3">
                  <p:embed/>
                </p:oleObj>
              </mc:Choice>
              <mc:Fallback>
                <p:oleObj name="Fotografía de Photo Editor" r:id="rId2" imgW="8745171" imgH="5315692" progId="MSPhotoEd.3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1085850"/>
                        <a:ext cx="8745538" cy="531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06600" y="330201"/>
            <a:ext cx="3475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Momentos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 de 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03078" y="213697"/>
            <a:ext cx="246554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Son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invariantes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 al: </a:t>
            </a:r>
          </a:p>
          <a:p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
-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tamaño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escala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), 
-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rotación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 y 
-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traslación</a:t>
            </a:r>
            <a:endParaRPr lang="en-US" sz="2400" dirty="0">
              <a:solidFill>
                <a:srgbClr val="0000FF"/>
              </a:solidFill>
              <a:latin typeface="Gill Sans MT" panose="020B0502020104020203" pitchFamily="34" charset="77"/>
              <a:cs typeface="LM Roman 10 Regular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03609" y="6519542"/>
            <a:ext cx="9465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Trebuchet MS"/>
              </a:rPr>
              <a:t>Hu, M.K. (1962): </a:t>
            </a:r>
            <a:r>
              <a:rPr lang="en-US" sz="1200" dirty="0">
                <a:latin typeface="Gill Sans MT" panose="020B0502020104020203" pitchFamily="34" charset="77"/>
                <a:cs typeface="Trebuchet MS"/>
                <a:hlinkClick r:id="rId4"/>
              </a:rPr>
              <a:t>Visual Pattern Recognition by moment invariants</a:t>
            </a:r>
            <a:r>
              <a:rPr lang="en-US" sz="1200" dirty="0">
                <a:latin typeface="Gill Sans MT" panose="020B0502020104020203" pitchFamily="34" charset="77"/>
                <a:cs typeface="Trebuchet MS"/>
              </a:rPr>
              <a:t>. IRE Trans. On Information Theory, 8(2): 179-187.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5B2E5-BDD8-AE91-D101-26BF8E8CF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6FC46-F55D-1522-EB33-95526DBA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5155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3F2F1-739F-C641-6267-53874856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7E9F120-CD0A-B305-0FC4-B9A73E449826}"/>
              </a:ext>
            </a:extLst>
          </p:cNvPr>
          <p:cNvSpPr txBox="1"/>
          <p:nvPr/>
        </p:nvSpPr>
        <p:spPr>
          <a:xfrm>
            <a:off x="2006600" y="330201"/>
            <a:ext cx="9134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Ejemplo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: imagen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binaria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9x9 – </a:t>
            </a:r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Momentos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 de Hu</a:t>
            </a:r>
          </a:p>
        </p:txBody>
      </p:sp>
      <p:pic>
        <p:nvPicPr>
          <p:cNvPr id="3" name="Picture 2" descr="A black and white grid with numbers&#10;&#10;AI-generated content may be incorrect.">
            <a:extLst>
              <a:ext uri="{FF2B5EF4-FFF2-40B4-BE49-F238E27FC236}">
                <a16:creationId xmlns:a16="http://schemas.microsoft.com/office/drawing/2014/main" id="{C16AA41D-E62C-FA2E-7E66-39766A5D0F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824" y="1371600"/>
            <a:ext cx="3816822" cy="380999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A8F6287-58EF-CCAD-C000-E5F86A25EACF}"/>
              </a:ext>
            </a:extLst>
          </p:cNvPr>
          <p:cNvCxnSpPr>
            <a:cxnSpLocks/>
          </p:cNvCxnSpPr>
          <p:nvPr/>
        </p:nvCxnSpPr>
        <p:spPr>
          <a:xfrm>
            <a:off x="2184400" y="1739900"/>
            <a:ext cx="38481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28AE5CE-917F-9CEB-BEDA-71BF382AF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300" y="1892300"/>
            <a:ext cx="203200" cy="406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54754AC-3417-01D9-782F-33DD97FEC50B}"/>
              </a:ext>
            </a:extLst>
          </p:cNvPr>
          <p:cNvCxnSpPr>
            <a:cxnSpLocks/>
          </p:cNvCxnSpPr>
          <p:nvPr/>
        </p:nvCxnSpPr>
        <p:spPr>
          <a:xfrm>
            <a:off x="2197100" y="1816100"/>
            <a:ext cx="0" cy="3733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C54860B-515E-B946-36AD-6538851B1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550" y="5638800"/>
            <a:ext cx="139700" cy="330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66E4A5-3FFD-FDD3-8305-DFBED3C02E65}"/>
              </a:ext>
            </a:extLst>
          </p:cNvPr>
          <p:cNvSpPr txBox="1"/>
          <p:nvPr/>
        </p:nvSpPr>
        <p:spPr>
          <a:xfrm>
            <a:off x="6713177" y="1300193"/>
            <a:ext cx="2887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En la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región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R: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7EE784-5C94-8C0E-7DD5-120E84C62E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300" y="2003674"/>
            <a:ext cx="3060700" cy="325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11A04A-8B80-A988-CC56-A9FA558DF1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200" y="2457450"/>
            <a:ext cx="3060700" cy="3199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6E6F13-4C07-B5B2-6765-E5A257ABD7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3177" y="3946276"/>
            <a:ext cx="2683748" cy="6753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141F29-3BF3-0A17-DF78-A04A644B66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3178" y="4641295"/>
            <a:ext cx="2683747" cy="6753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501ECA-A5D5-1725-E7C4-35385F682C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8095" y="5638801"/>
            <a:ext cx="3586819" cy="31990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6ACE0C5-B5AD-9547-30CE-5BB507CA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DB4EDB2-623B-195F-6FBC-FCA30CC8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50025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006600" y="330201"/>
            <a:ext cx="3475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Momentos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 de Hu</a:t>
            </a:r>
          </a:p>
        </p:txBody>
      </p:sp>
      <p:sp>
        <p:nvSpPr>
          <p:cNvPr id="2" name="Freeform 1"/>
          <p:cNvSpPr/>
          <p:nvPr/>
        </p:nvSpPr>
        <p:spPr>
          <a:xfrm>
            <a:off x="1962752" y="2296088"/>
            <a:ext cx="3781113" cy="3119469"/>
          </a:xfrm>
          <a:custGeom>
            <a:avLst/>
            <a:gdLst>
              <a:gd name="connsiteX0" fmla="*/ 1655551 w 3781113"/>
              <a:gd name="connsiteY0" fmla="*/ 649088 h 3119469"/>
              <a:gd name="connsiteX1" fmla="*/ 1912272 w 3781113"/>
              <a:gd name="connsiteY1" fmla="*/ 609 h 3119469"/>
              <a:gd name="connsiteX2" fmla="*/ 2912133 w 3781113"/>
              <a:gd name="connsiteY2" fmla="*/ 770678 h 3119469"/>
              <a:gd name="connsiteX3" fmla="*/ 2060900 w 3781113"/>
              <a:gd name="connsiteY3" fmla="*/ 1756906 h 3119469"/>
              <a:gd name="connsiteX4" fmla="*/ 3776878 w 3781113"/>
              <a:gd name="connsiteY4" fmla="*/ 2675584 h 3119469"/>
              <a:gd name="connsiteX5" fmla="*/ 1466388 w 3781113"/>
              <a:gd name="connsiteY5" fmla="*/ 3107903 h 3119469"/>
              <a:gd name="connsiteX6" fmla="*/ 1777156 w 3781113"/>
              <a:gd name="connsiteY6" fmla="*/ 2243265 h 3119469"/>
              <a:gd name="connsiteX7" fmla="*/ 34155 w 3781113"/>
              <a:gd name="connsiteY7" fmla="*/ 2013595 h 3119469"/>
              <a:gd name="connsiteX8" fmla="*/ 709737 w 3781113"/>
              <a:gd name="connsiteY8" fmla="*/ 1135447 h 3119469"/>
              <a:gd name="connsiteX9" fmla="*/ 1790668 w 3781113"/>
              <a:gd name="connsiteY9" fmla="*/ 1067897 h 3119469"/>
              <a:gd name="connsiteX10" fmla="*/ 1655551 w 3781113"/>
              <a:gd name="connsiteY10" fmla="*/ 649088 h 3119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81113" h="3119469">
                <a:moveTo>
                  <a:pt x="1655551" y="649088"/>
                </a:moveTo>
                <a:cubicBezTo>
                  <a:pt x="1675818" y="471207"/>
                  <a:pt x="1702842" y="-19656"/>
                  <a:pt x="1912272" y="609"/>
                </a:cubicBezTo>
                <a:cubicBezTo>
                  <a:pt x="2121702" y="20874"/>
                  <a:pt x="2887362" y="477962"/>
                  <a:pt x="2912133" y="770678"/>
                </a:cubicBezTo>
                <a:cubicBezTo>
                  <a:pt x="2936904" y="1063394"/>
                  <a:pt x="1916776" y="1439422"/>
                  <a:pt x="2060900" y="1756906"/>
                </a:cubicBezTo>
                <a:cubicBezTo>
                  <a:pt x="2205024" y="2074390"/>
                  <a:pt x="3875963" y="2450418"/>
                  <a:pt x="3776878" y="2675584"/>
                </a:cubicBezTo>
                <a:cubicBezTo>
                  <a:pt x="3677793" y="2900750"/>
                  <a:pt x="1799675" y="3179956"/>
                  <a:pt x="1466388" y="3107903"/>
                </a:cubicBezTo>
                <a:cubicBezTo>
                  <a:pt x="1133101" y="3035850"/>
                  <a:pt x="2015861" y="2425650"/>
                  <a:pt x="1777156" y="2243265"/>
                </a:cubicBezTo>
                <a:cubicBezTo>
                  <a:pt x="1538451" y="2060880"/>
                  <a:pt x="212058" y="2198231"/>
                  <a:pt x="34155" y="2013595"/>
                </a:cubicBezTo>
                <a:cubicBezTo>
                  <a:pt x="-143748" y="1828959"/>
                  <a:pt x="416985" y="1293063"/>
                  <a:pt x="709737" y="1135447"/>
                </a:cubicBezTo>
                <a:cubicBezTo>
                  <a:pt x="1002489" y="977831"/>
                  <a:pt x="1633032" y="1151209"/>
                  <a:pt x="1790668" y="1067897"/>
                </a:cubicBezTo>
                <a:cubicBezTo>
                  <a:pt x="1948304" y="984586"/>
                  <a:pt x="1635284" y="826969"/>
                  <a:pt x="1655551" y="64908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5803818" y="3151004"/>
            <a:ext cx="1759874" cy="1645036"/>
          </a:xfrm>
          <a:custGeom>
            <a:avLst/>
            <a:gdLst>
              <a:gd name="connsiteX0" fmla="*/ 1655551 w 3781113"/>
              <a:gd name="connsiteY0" fmla="*/ 649088 h 3119469"/>
              <a:gd name="connsiteX1" fmla="*/ 1912272 w 3781113"/>
              <a:gd name="connsiteY1" fmla="*/ 609 h 3119469"/>
              <a:gd name="connsiteX2" fmla="*/ 2912133 w 3781113"/>
              <a:gd name="connsiteY2" fmla="*/ 770678 h 3119469"/>
              <a:gd name="connsiteX3" fmla="*/ 2060900 w 3781113"/>
              <a:gd name="connsiteY3" fmla="*/ 1756906 h 3119469"/>
              <a:gd name="connsiteX4" fmla="*/ 3776878 w 3781113"/>
              <a:gd name="connsiteY4" fmla="*/ 2675584 h 3119469"/>
              <a:gd name="connsiteX5" fmla="*/ 1466388 w 3781113"/>
              <a:gd name="connsiteY5" fmla="*/ 3107903 h 3119469"/>
              <a:gd name="connsiteX6" fmla="*/ 1777156 w 3781113"/>
              <a:gd name="connsiteY6" fmla="*/ 2243265 h 3119469"/>
              <a:gd name="connsiteX7" fmla="*/ 34155 w 3781113"/>
              <a:gd name="connsiteY7" fmla="*/ 2013595 h 3119469"/>
              <a:gd name="connsiteX8" fmla="*/ 709737 w 3781113"/>
              <a:gd name="connsiteY8" fmla="*/ 1135447 h 3119469"/>
              <a:gd name="connsiteX9" fmla="*/ 1790668 w 3781113"/>
              <a:gd name="connsiteY9" fmla="*/ 1067897 h 3119469"/>
              <a:gd name="connsiteX10" fmla="*/ 1655551 w 3781113"/>
              <a:gd name="connsiteY10" fmla="*/ 649088 h 3119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81113" h="3119469">
                <a:moveTo>
                  <a:pt x="1655551" y="649088"/>
                </a:moveTo>
                <a:cubicBezTo>
                  <a:pt x="1675818" y="471207"/>
                  <a:pt x="1702842" y="-19656"/>
                  <a:pt x="1912272" y="609"/>
                </a:cubicBezTo>
                <a:cubicBezTo>
                  <a:pt x="2121702" y="20874"/>
                  <a:pt x="2887362" y="477962"/>
                  <a:pt x="2912133" y="770678"/>
                </a:cubicBezTo>
                <a:cubicBezTo>
                  <a:pt x="2936904" y="1063394"/>
                  <a:pt x="1916776" y="1439422"/>
                  <a:pt x="2060900" y="1756906"/>
                </a:cubicBezTo>
                <a:cubicBezTo>
                  <a:pt x="2205024" y="2074390"/>
                  <a:pt x="3875963" y="2450418"/>
                  <a:pt x="3776878" y="2675584"/>
                </a:cubicBezTo>
                <a:cubicBezTo>
                  <a:pt x="3677793" y="2900750"/>
                  <a:pt x="1799675" y="3179956"/>
                  <a:pt x="1466388" y="3107903"/>
                </a:cubicBezTo>
                <a:cubicBezTo>
                  <a:pt x="1133101" y="3035850"/>
                  <a:pt x="2015861" y="2425650"/>
                  <a:pt x="1777156" y="2243265"/>
                </a:cubicBezTo>
                <a:cubicBezTo>
                  <a:pt x="1538451" y="2060880"/>
                  <a:pt x="212058" y="2198231"/>
                  <a:pt x="34155" y="2013595"/>
                </a:cubicBezTo>
                <a:cubicBezTo>
                  <a:pt x="-143748" y="1828959"/>
                  <a:pt x="416985" y="1293063"/>
                  <a:pt x="709737" y="1135447"/>
                </a:cubicBezTo>
                <a:cubicBezTo>
                  <a:pt x="1002489" y="977831"/>
                  <a:pt x="1633032" y="1151209"/>
                  <a:pt x="1790668" y="1067897"/>
                </a:cubicBezTo>
                <a:cubicBezTo>
                  <a:pt x="1948304" y="984586"/>
                  <a:pt x="1635284" y="826969"/>
                  <a:pt x="1655551" y="64908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Freeform 8"/>
          <p:cNvSpPr/>
          <p:nvPr/>
        </p:nvSpPr>
        <p:spPr>
          <a:xfrm rot="1647861">
            <a:off x="8357994" y="2780065"/>
            <a:ext cx="2196266" cy="2333650"/>
          </a:xfrm>
          <a:custGeom>
            <a:avLst/>
            <a:gdLst>
              <a:gd name="connsiteX0" fmla="*/ 1655551 w 3781113"/>
              <a:gd name="connsiteY0" fmla="*/ 649088 h 3119469"/>
              <a:gd name="connsiteX1" fmla="*/ 1912272 w 3781113"/>
              <a:gd name="connsiteY1" fmla="*/ 609 h 3119469"/>
              <a:gd name="connsiteX2" fmla="*/ 2912133 w 3781113"/>
              <a:gd name="connsiteY2" fmla="*/ 770678 h 3119469"/>
              <a:gd name="connsiteX3" fmla="*/ 2060900 w 3781113"/>
              <a:gd name="connsiteY3" fmla="*/ 1756906 h 3119469"/>
              <a:gd name="connsiteX4" fmla="*/ 3776878 w 3781113"/>
              <a:gd name="connsiteY4" fmla="*/ 2675584 h 3119469"/>
              <a:gd name="connsiteX5" fmla="*/ 1466388 w 3781113"/>
              <a:gd name="connsiteY5" fmla="*/ 3107903 h 3119469"/>
              <a:gd name="connsiteX6" fmla="*/ 1777156 w 3781113"/>
              <a:gd name="connsiteY6" fmla="*/ 2243265 h 3119469"/>
              <a:gd name="connsiteX7" fmla="*/ 34155 w 3781113"/>
              <a:gd name="connsiteY7" fmla="*/ 2013595 h 3119469"/>
              <a:gd name="connsiteX8" fmla="*/ 709737 w 3781113"/>
              <a:gd name="connsiteY8" fmla="*/ 1135447 h 3119469"/>
              <a:gd name="connsiteX9" fmla="*/ 1790668 w 3781113"/>
              <a:gd name="connsiteY9" fmla="*/ 1067897 h 3119469"/>
              <a:gd name="connsiteX10" fmla="*/ 1655551 w 3781113"/>
              <a:gd name="connsiteY10" fmla="*/ 649088 h 3119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81113" h="3119469">
                <a:moveTo>
                  <a:pt x="1655551" y="649088"/>
                </a:moveTo>
                <a:cubicBezTo>
                  <a:pt x="1675818" y="471207"/>
                  <a:pt x="1702842" y="-19656"/>
                  <a:pt x="1912272" y="609"/>
                </a:cubicBezTo>
                <a:cubicBezTo>
                  <a:pt x="2121702" y="20874"/>
                  <a:pt x="2887362" y="477962"/>
                  <a:pt x="2912133" y="770678"/>
                </a:cubicBezTo>
                <a:cubicBezTo>
                  <a:pt x="2936904" y="1063394"/>
                  <a:pt x="1916776" y="1439422"/>
                  <a:pt x="2060900" y="1756906"/>
                </a:cubicBezTo>
                <a:cubicBezTo>
                  <a:pt x="2205024" y="2074390"/>
                  <a:pt x="3875963" y="2450418"/>
                  <a:pt x="3776878" y="2675584"/>
                </a:cubicBezTo>
                <a:cubicBezTo>
                  <a:pt x="3677793" y="2900750"/>
                  <a:pt x="1799675" y="3179956"/>
                  <a:pt x="1466388" y="3107903"/>
                </a:cubicBezTo>
                <a:cubicBezTo>
                  <a:pt x="1133101" y="3035850"/>
                  <a:pt x="2015861" y="2425650"/>
                  <a:pt x="1777156" y="2243265"/>
                </a:cubicBezTo>
                <a:cubicBezTo>
                  <a:pt x="1538451" y="2060880"/>
                  <a:pt x="212058" y="2198231"/>
                  <a:pt x="34155" y="2013595"/>
                </a:cubicBezTo>
                <a:cubicBezTo>
                  <a:pt x="-143748" y="1828959"/>
                  <a:pt x="416985" y="1293063"/>
                  <a:pt x="709737" y="1135447"/>
                </a:cubicBezTo>
                <a:cubicBezTo>
                  <a:pt x="1002489" y="977831"/>
                  <a:pt x="1633032" y="1151209"/>
                  <a:pt x="1790668" y="1067897"/>
                </a:cubicBezTo>
                <a:cubicBezTo>
                  <a:pt x="1948304" y="984586"/>
                  <a:pt x="1635284" y="826969"/>
                  <a:pt x="1655551" y="64908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99027" y="5649786"/>
            <a:ext cx="5007974" cy="830997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endParaRPr lang="en-US" sz="24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Los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valores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Φ</a:t>
            </a:r>
            <a:r>
              <a:rPr lang="en-US" sz="2400" baseline="-25000" dirty="0">
                <a:latin typeface="Gill Sans MT" panose="020B0502020104020203" pitchFamily="34" charset="77"/>
                <a:cs typeface="Trebuchet MS"/>
              </a:rPr>
              <a:t>1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, Φ</a:t>
            </a:r>
            <a:r>
              <a:rPr lang="en-US" sz="2400" baseline="-25000" dirty="0">
                <a:latin typeface="Gill Sans MT" panose="020B0502020104020203" pitchFamily="34" charset="77"/>
                <a:cs typeface="Trebuchet MS"/>
              </a:rPr>
              <a:t>2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, … Φ</a:t>
            </a:r>
            <a:r>
              <a:rPr lang="en-US" sz="2400" baseline="-25000" dirty="0">
                <a:latin typeface="Gill Sans MT" panose="020B0502020104020203" pitchFamily="34" charset="77"/>
                <a:cs typeface="Trebuchet MS"/>
              </a:rPr>
              <a:t>7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son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similares</a:t>
            </a:r>
            <a:endParaRPr lang="en-US" sz="2400" dirty="0">
              <a:latin typeface="Gill Sans MT" panose="020B0502020104020203" pitchFamily="34" charset="77"/>
              <a:cs typeface="LM Roman 10 Regula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B0C2D-E6CA-99F4-C2D4-85C6445BEAA9}"/>
              </a:ext>
            </a:extLst>
          </p:cNvPr>
          <p:cNvSpPr txBox="1"/>
          <p:nvPr/>
        </p:nvSpPr>
        <p:spPr>
          <a:xfrm>
            <a:off x="8703078" y="213697"/>
            <a:ext cx="246554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Son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invariantes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 al: </a:t>
            </a:r>
          </a:p>
          <a:p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
-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tamaño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escala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), 
-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rotación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 y 
-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traslación</a:t>
            </a:r>
            <a:endParaRPr lang="en-US" sz="2400" dirty="0">
              <a:solidFill>
                <a:srgbClr val="0000FF"/>
              </a:solidFill>
              <a:latin typeface="Gill Sans MT" panose="020B0502020104020203" pitchFamily="34" charset="77"/>
              <a:cs typeface="LM Roman 10 Regular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DA278-05A3-BA67-DF17-987B3EA7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EF1EB8-4D08-AF85-57DF-66BCE79D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8210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 rot="1647861">
            <a:off x="2084726" y="2516537"/>
            <a:ext cx="2834947" cy="2453582"/>
          </a:xfrm>
          <a:custGeom>
            <a:avLst/>
            <a:gdLst>
              <a:gd name="connsiteX0" fmla="*/ 1655551 w 3781113"/>
              <a:gd name="connsiteY0" fmla="*/ 649088 h 3119469"/>
              <a:gd name="connsiteX1" fmla="*/ 1912272 w 3781113"/>
              <a:gd name="connsiteY1" fmla="*/ 609 h 3119469"/>
              <a:gd name="connsiteX2" fmla="*/ 2912133 w 3781113"/>
              <a:gd name="connsiteY2" fmla="*/ 770678 h 3119469"/>
              <a:gd name="connsiteX3" fmla="*/ 2060900 w 3781113"/>
              <a:gd name="connsiteY3" fmla="*/ 1756906 h 3119469"/>
              <a:gd name="connsiteX4" fmla="*/ 3776878 w 3781113"/>
              <a:gd name="connsiteY4" fmla="*/ 2675584 h 3119469"/>
              <a:gd name="connsiteX5" fmla="*/ 1466388 w 3781113"/>
              <a:gd name="connsiteY5" fmla="*/ 3107903 h 3119469"/>
              <a:gd name="connsiteX6" fmla="*/ 1777156 w 3781113"/>
              <a:gd name="connsiteY6" fmla="*/ 2243265 h 3119469"/>
              <a:gd name="connsiteX7" fmla="*/ 34155 w 3781113"/>
              <a:gd name="connsiteY7" fmla="*/ 2013595 h 3119469"/>
              <a:gd name="connsiteX8" fmla="*/ 709737 w 3781113"/>
              <a:gd name="connsiteY8" fmla="*/ 1135447 h 3119469"/>
              <a:gd name="connsiteX9" fmla="*/ 1790668 w 3781113"/>
              <a:gd name="connsiteY9" fmla="*/ 1067897 h 3119469"/>
              <a:gd name="connsiteX10" fmla="*/ 1655551 w 3781113"/>
              <a:gd name="connsiteY10" fmla="*/ 649088 h 3119469"/>
              <a:gd name="connsiteX0" fmla="*/ 1655551 w 3781113"/>
              <a:gd name="connsiteY0" fmla="*/ 649101 h 3119482"/>
              <a:gd name="connsiteX1" fmla="*/ 1912272 w 3781113"/>
              <a:gd name="connsiteY1" fmla="*/ 622 h 3119482"/>
              <a:gd name="connsiteX2" fmla="*/ 2912133 w 3781113"/>
              <a:gd name="connsiteY2" fmla="*/ 770691 h 3119482"/>
              <a:gd name="connsiteX3" fmla="*/ 2060900 w 3781113"/>
              <a:gd name="connsiteY3" fmla="*/ 1756919 h 3119482"/>
              <a:gd name="connsiteX4" fmla="*/ 3776878 w 3781113"/>
              <a:gd name="connsiteY4" fmla="*/ 2675597 h 3119482"/>
              <a:gd name="connsiteX5" fmla="*/ 1466388 w 3781113"/>
              <a:gd name="connsiteY5" fmla="*/ 3107916 h 3119482"/>
              <a:gd name="connsiteX6" fmla="*/ 1777156 w 3781113"/>
              <a:gd name="connsiteY6" fmla="*/ 2243278 h 3119482"/>
              <a:gd name="connsiteX7" fmla="*/ 34155 w 3781113"/>
              <a:gd name="connsiteY7" fmla="*/ 2013608 h 3119482"/>
              <a:gd name="connsiteX8" fmla="*/ 709737 w 3781113"/>
              <a:gd name="connsiteY8" fmla="*/ 1135460 h 3119482"/>
              <a:gd name="connsiteX9" fmla="*/ 1655551 w 3781113"/>
              <a:gd name="connsiteY9" fmla="*/ 649101 h 3119482"/>
              <a:gd name="connsiteX0" fmla="*/ 1655551 w 3821678"/>
              <a:gd name="connsiteY0" fmla="*/ 649101 h 3128160"/>
              <a:gd name="connsiteX1" fmla="*/ 1912272 w 3821678"/>
              <a:gd name="connsiteY1" fmla="*/ 622 h 3128160"/>
              <a:gd name="connsiteX2" fmla="*/ 2912133 w 3821678"/>
              <a:gd name="connsiteY2" fmla="*/ 770691 h 3128160"/>
              <a:gd name="connsiteX3" fmla="*/ 3776878 w 3821678"/>
              <a:gd name="connsiteY3" fmla="*/ 2675597 h 3128160"/>
              <a:gd name="connsiteX4" fmla="*/ 1466388 w 3821678"/>
              <a:gd name="connsiteY4" fmla="*/ 3107916 h 3128160"/>
              <a:gd name="connsiteX5" fmla="*/ 1777156 w 3821678"/>
              <a:gd name="connsiteY5" fmla="*/ 2243278 h 3128160"/>
              <a:gd name="connsiteX6" fmla="*/ 34155 w 3821678"/>
              <a:gd name="connsiteY6" fmla="*/ 2013608 h 3128160"/>
              <a:gd name="connsiteX7" fmla="*/ 709737 w 3821678"/>
              <a:gd name="connsiteY7" fmla="*/ 1135460 h 3128160"/>
              <a:gd name="connsiteX8" fmla="*/ 1655551 w 3821678"/>
              <a:gd name="connsiteY8" fmla="*/ 649101 h 3128160"/>
              <a:gd name="connsiteX0" fmla="*/ 1823172 w 4079818"/>
              <a:gd name="connsiteY0" fmla="*/ 649101 h 3238300"/>
              <a:gd name="connsiteX1" fmla="*/ 2079893 w 4079818"/>
              <a:gd name="connsiteY1" fmla="*/ 622 h 3238300"/>
              <a:gd name="connsiteX2" fmla="*/ 3079754 w 4079818"/>
              <a:gd name="connsiteY2" fmla="*/ 770691 h 3238300"/>
              <a:gd name="connsiteX3" fmla="*/ 3944499 w 4079818"/>
              <a:gd name="connsiteY3" fmla="*/ 2675597 h 3238300"/>
              <a:gd name="connsiteX4" fmla="*/ 34140 w 4079818"/>
              <a:gd name="connsiteY4" fmla="*/ 3224406 h 3238300"/>
              <a:gd name="connsiteX5" fmla="*/ 1944777 w 4079818"/>
              <a:gd name="connsiteY5" fmla="*/ 2243278 h 3238300"/>
              <a:gd name="connsiteX6" fmla="*/ 201776 w 4079818"/>
              <a:gd name="connsiteY6" fmla="*/ 2013608 h 3238300"/>
              <a:gd name="connsiteX7" fmla="*/ 877358 w 4079818"/>
              <a:gd name="connsiteY7" fmla="*/ 1135460 h 3238300"/>
              <a:gd name="connsiteX8" fmla="*/ 1823172 w 4079818"/>
              <a:gd name="connsiteY8" fmla="*/ 649101 h 3238300"/>
              <a:gd name="connsiteX0" fmla="*/ 1793095 w 4049741"/>
              <a:gd name="connsiteY0" fmla="*/ 649101 h 3265474"/>
              <a:gd name="connsiteX1" fmla="*/ 2049816 w 4049741"/>
              <a:gd name="connsiteY1" fmla="*/ 622 h 3265474"/>
              <a:gd name="connsiteX2" fmla="*/ 3049677 w 4049741"/>
              <a:gd name="connsiteY2" fmla="*/ 770691 h 3265474"/>
              <a:gd name="connsiteX3" fmla="*/ 3914422 w 4049741"/>
              <a:gd name="connsiteY3" fmla="*/ 2675597 h 3265474"/>
              <a:gd name="connsiteX4" fmla="*/ 4063 w 4049741"/>
              <a:gd name="connsiteY4" fmla="*/ 3224406 h 3265474"/>
              <a:gd name="connsiteX5" fmla="*/ 3111828 w 4049741"/>
              <a:gd name="connsiteY5" fmla="*/ 1760144 h 3265474"/>
              <a:gd name="connsiteX6" fmla="*/ 171699 w 4049741"/>
              <a:gd name="connsiteY6" fmla="*/ 2013608 h 3265474"/>
              <a:gd name="connsiteX7" fmla="*/ 847281 w 4049741"/>
              <a:gd name="connsiteY7" fmla="*/ 1135460 h 3265474"/>
              <a:gd name="connsiteX8" fmla="*/ 1793095 w 4049741"/>
              <a:gd name="connsiteY8" fmla="*/ 649101 h 3265474"/>
              <a:gd name="connsiteX0" fmla="*/ 2624027 w 4880673"/>
              <a:gd name="connsiteY0" fmla="*/ 648958 h 3265332"/>
              <a:gd name="connsiteX1" fmla="*/ 2880748 w 4880673"/>
              <a:gd name="connsiteY1" fmla="*/ 479 h 3265332"/>
              <a:gd name="connsiteX2" fmla="*/ 3880609 w 4880673"/>
              <a:gd name="connsiteY2" fmla="*/ 770548 h 3265332"/>
              <a:gd name="connsiteX3" fmla="*/ 4745354 w 4880673"/>
              <a:gd name="connsiteY3" fmla="*/ 2675454 h 3265332"/>
              <a:gd name="connsiteX4" fmla="*/ 834995 w 4880673"/>
              <a:gd name="connsiteY4" fmla="*/ 3224263 h 3265332"/>
              <a:gd name="connsiteX5" fmla="*/ 3942760 w 4880673"/>
              <a:gd name="connsiteY5" fmla="*/ 1760001 h 3265332"/>
              <a:gd name="connsiteX6" fmla="*/ 1002631 w 4880673"/>
              <a:gd name="connsiteY6" fmla="*/ 2013465 h 3265332"/>
              <a:gd name="connsiteX7" fmla="*/ 78644 w 4880673"/>
              <a:gd name="connsiteY7" fmla="*/ 234033 h 3265332"/>
              <a:gd name="connsiteX8" fmla="*/ 2624027 w 4880673"/>
              <a:gd name="connsiteY8" fmla="*/ 648958 h 3265332"/>
              <a:gd name="connsiteX0" fmla="*/ 2087235 w 4880673"/>
              <a:gd name="connsiteY0" fmla="*/ 1388874 h 3279785"/>
              <a:gd name="connsiteX1" fmla="*/ 2880748 w 4880673"/>
              <a:gd name="connsiteY1" fmla="*/ 14932 h 3279785"/>
              <a:gd name="connsiteX2" fmla="*/ 3880609 w 4880673"/>
              <a:gd name="connsiteY2" fmla="*/ 785001 h 3279785"/>
              <a:gd name="connsiteX3" fmla="*/ 4745354 w 4880673"/>
              <a:gd name="connsiteY3" fmla="*/ 2689907 h 3279785"/>
              <a:gd name="connsiteX4" fmla="*/ 834995 w 4880673"/>
              <a:gd name="connsiteY4" fmla="*/ 3238716 h 3279785"/>
              <a:gd name="connsiteX5" fmla="*/ 3942760 w 4880673"/>
              <a:gd name="connsiteY5" fmla="*/ 1774454 h 3279785"/>
              <a:gd name="connsiteX6" fmla="*/ 1002631 w 4880673"/>
              <a:gd name="connsiteY6" fmla="*/ 2027918 h 3279785"/>
              <a:gd name="connsiteX7" fmla="*/ 78644 w 4880673"/>
              <a:gd name="connsiteY7" fmla="*/ 248486 h 3279785"/>
              <a:gd name="connsiteX8" fmla="*/ 2087235 w 4880673"/>
              <a:gd name="connsiteY8" fmla="*/ 1388874 h 3279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80673" h="3279785">
                <a:moveTo>
                  <a:pt x="2087235" y="1388874"/>
                </a:moveTo>
                <a:cubicBezTo>
                  <a:pt x="2554252" y="1349948"/>
                  <a:pt x="2581852" y="115578"/>
                  <a:pt x="2880748" y="14932"/>
                </a:cubicBezTo>
                <a:cubicBezTo>
                  <a:pt x="3179644" y="-85714"/>
                  <a:pt x="3569841" y="339172"/>
                  <a:pt x="3880609" y="785001"/>
                </a:cubicBezTo>
                <a:cubicBezTo>
                  <a:pt x="4191377" y="1230830"/>
                  <a:pt x="5252956" y="2280955"/>
                  <a:pt x="4745354" y="2689907"/>
                </a:cubicBezTo>
                <a:cubicBezTo>
                  <a:pt x="4237752" y="3098859"/>
                  <a:pt x="968761" y="3391292"/>
                  <a:pt x="834995" y="3238716"/>
                </a:cubicBezTo>
                <a:cubicBezTo>
                  <a:pt x="701229" y="3086141"/>
                  <a:pt x="3914821" y="1976254"/>
                  <a:pt x="3942760" y="1774454"/>
                </a:cubicBezTo>
                <a:cubicBezTo>
                  <a:pt x="3970699" y="1572654"/>
                  <a:pt x="1646650" y="2282246"/>
                  <a:pt x="1002631" y="2027918"/>
                </a:cubicBezTo>
                <a:cubicBezTo>
                  <a:pt x="358612" y="1773590"/>
                  <a:pt x="-214108" y="406102"/>
                  <a:pt x="78644" y="248486"/>
                </a:cubicBezTo>
                <a:cubicBezTo>
                  <a:pt x="348877" y="21068"/>
                  <a:pt x="1620218" y="1427800"/>
                  <a:pt x="2087235" y="13888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Freeform 12"/>
          <p:cNvSpPr/>
          <p:nvPr/>
        </p:nvSpPr>
        <p:spPr>
          <a:xfrm rot="1647861">
            <a:off x="5376357" y="3302890"/>
            <a:ext cx="1466006" cy="1318394"/>
          </a:xfrm>
          <a:custGeom>
            <a:avLst/>
            <a:gdLst>
              <a:gd name="connsiteX0" fmla="*/ 1655551 w 3781113"/>
              <a:gd name="connsiteY0" fmla="*/ 649088 h 3119469"/>
              <a:gd name="connsiteX1" fmla="*/ 1912272 w 3781113"/>
              <a:gd name="connsiteY1" fmla="*/ 609 h 3119469"/>
              <a:gd name="connsiteX2" fmla="*/ 2912133 w 3781113"/>
              <a:gd name="connsiteY2" fmla="*/ 770678 h 3119469"/>
              <a:gd name="connsiteX3" fmla="*/ 2060900 w 3781113"/>
              <a:gd name="connsiteY3" fmla="*/ 1756906 h 3119469"/>
              <a:gd name="connsiteX4" fmla="*/ 3776878 w 3781113"/>
              <a:gd name="connsiteY4" fmla="*/ 2675584 h 3119469"/>
              <a:gd name="connsiteX5" fmla="*/ 1466388 w 3781113"/>
              <a:gd name="connsiteY5" fmla="*/ 3107903 h 3119469"/>
              <a:gd name="connsiteX6" fmla="*/ 1777156 w 3781113"/>
              <a:gd name="connsiteY6" fmla="*/ 2243265 h 3119469"/>
              <a:gd name="connsiteX7" fmla="*/ 34155 w 3781113"/>
              <a:gd name="connsiteY7" fmla="*/ 2013595 h 3119469"/>
              <a:gd name="connsiteX8" fmla="*/ 709737 w 3781113"/>
              <a:gd name="connsiteY8" fmla="*/ 1135447 h 3119469"/>
              <a:gd name="connsiteX9" fmla="*/ 1790668 w 3781113"/>
              <a:gd name="connsiteY9" fmla="*/ 1067897 h 3119469"/>
              <a:gd name="connsiteX10" fmla="*/ 1655551 w 3781113"/>
              <a:gd name="connsiteY10" fmla="*/ 649088 h 3119469"/>
              <a:gd name="connsiteX0" fmla="*/ 1655551 w 3781113"/>
              <a:gd name="connsiteY0" fmla="*/ 649101 h 3119482"/>
              <a:gd name="connsiteX1" fmla="*/ 1912272 w 3781113"/>
              <a:gd name="connsiteY1" fmla="*/ 622 h 3119482"/>
              <a:gd name="connsiteX2" fmla="*/ 2912133 w 3781113"/>
              <a:gd name="connsiteY2" fmla="*/ 770691 h 3119482"/>
              <a:gd name="connsiteX3" fmla="*/ 2060900 w 3781113"/>
              <a:gd name="connsiteY3" fmla="*/ 1756919 h 3119482"/>
              <a:gd name="connsiteX4" fmla="*/ 3776878 w 3781113"/>
              <a:gd name="connsiteY4" fmla="*/ 2675597 h 3119482"/>
              <a:gd name="connsiteX5" fmla="*/ 1466388 w 3781113"/>
              <a:gd name="connsiteY5" fmla="*/ 3107916 h 3119482"/>
              <a:gd name="connsiteX6" fmla="*/ 1777156 w 3781113"/>
              <a:gd name="connsiteY6" fmla="*/ 2243278 h 3119482"/>
              <a:gd name="connsiteX7" fmla="*/ 34155 w 3781113"/>
              <a:gd name="connsiteY7" fmla="*/ 2013608 h 3119482"/>
              <a:gd name="connsiteX8" fmla="*/ 709737 w 3781113"/>
              <a:gd name="connsiteY8" fmla="*/ 1135460 h 3119482"/>
              <a:gd name="connsiteX9" fmla="*/ 1655551 w 3781113"/>
              <a:gd name="connsiteY9" fmla="*/ 649101 h 3119482"/>
              <a:gd name="connsiteX0" fmla="*/ 1655551 w 3821678"/>
              <a:gd name="connsiteY0" fmla="*/ 649101 h 3128160"/>
              <a:gd name="connsiteX1" fmla="*/ 1912272 w 3821678"/>
              <a:gd name="connsiteY1" fmla="*/ 622 h 3128160"/>
              <a:gd name="connsiteX2" fmla="*/ 2912133 w 3821678"/>
              <a:gd name="connsiteY2" fmla="*/ 770691 h 3128160"/>
              <a:gd name="connsiteX3" fmla="*/ 3776878 w 3821678"/>
              <a:gd name="connsiteY3" fmla="*/ 2675597 h 3128160"/>
              <a:gd name="connsiteX4" fmla="*/ 1466388 w 3821678"/>
              <a:gd name="connsiteY4" fmla="*/ 3107916 h 3128160"/>
              <a:gd name="connsiteX5" fmla="*/ 1777156 w 3821678"/>
              <a:gd name="connsiteY5" fmla="*/ 2243278 h 3128160"/>
              <a:gd name="connsiteX6" fmla="*/ 34155 w 3821678"/>
              <a:gd name="connsiteY6" fmla="*/ 2013608 h 3128160"/>
              <a:gd name="connsiteX7" fmla="*/ 709737 w 3821678"/>
              <a:gd name="connsiteY7" fmla="*/ 1135460 h 3128160"/>
              <a:gd name="connsiteX8" fmla="*/ 1655551 w 3821678"/>
              <a:gd name="connsiteY8" fmla="*/ 649101 h 3128160"/>
              <a:gd name="connsiteX0" fmla="*/ 1823172 w 4079818"/>
              <a:gd name="connsiteY0" fmla="*/ 649101 h 3238300"/>
              <a:gd name="connsiteX1" fmla="*/ 2079893 w 4079818"/>
              <a:gd name="connsiteY1" fmla="*/ 622 h 3238300"/>
              <a:gd name="connsiteX2" fmla="*/ 3079754 w 4079818"/>
              <a:gd name="connsiteY2" fmla="*/ 770691 h 3238300"/>
              <a:gd name="connsiteX3" fmla="*/ 3944499 w 4079818"/>
              <a:gd name="connsiteY3" fmla="*/ 2675597 h 3238300"/>
              <a:gd name="connsiteX4" fmla="*/ 34140 w 4079818"/>
              <a:gd name="connsiteY4" fmla="*/ 3224406 h 3238300"/>
              <a:gd name="connsiteX5" fmla="*/ 1944777 w 4079818"/>
              <a:gd name="connsiteY5" fmla="*/ 2243278 h 3238300"/>
              <a:gd name="connsiteX6" fmla="*/ 201776 w 4079818"/>
              <a:gd name="connsiteY6" fmla="*/ 2013608 h 3238300"/>
              <a:gd name="connsiteX7" fmla="*/ 877358 w 4079818"/>
              <a:gd name="connsiteY7" fmla="*/ 1135460 h 3238300"/>
              <a:gd name="connsiteX8" fmla="*/ 1823172 w 4079818"/>
              <a:gd name="connsiteY8" fmla="*/ 649101 h 3238300"/>
              <a:gd name="connsiteX0" fmla="*/ 1793095 w 4049741"/>
              <a:gd name="connsiteY0" fmla="*/ 649101 h 3265474"/>
              <a:gd name="connsiteX1" fmla="*/ 2049816 w 4049741"/>
              <a:gd name="connsiteY1" fmla="*/ 622 h 3265474"/>
              <a:gd name="connsiteX2" fmla="*/ 3049677 w 4049741"/>
              <a:gd name="connsiteY2" fmla="*/ 770691 h 3265474"/>
              <a:gd name="connsiteX3" fmla="*/ 3914422 w 4049741"/>
              <a:gd name="connsiteY3" fmla="*/ 2675597 h 3265474"/>
              <a:gd name="connsiteX4" fmla="*/ 4063 w 4049741"/>
              <a:gd name="connsiteY4" fmla="*/ 3224406 h 3265474"/>
              <a:gd name="connsiteX5" fmla="*/ 3111828 w 4049741"/>
              <a:gd name="connsiteY5" fmla="*/ 1760144 h 3265474"/>
              <a:gd name="connsiteX6" fmla="*/ 171699 w 4049741"/>
              <a:gd name="connsiteY6" fmla="*/ 2013608 h 3265474"/>
              <a:gd name="connsiteX7" fmla="*/ 847281 w 4049741"/>
              <a:gd name="connsiteY7" fmla="*/ 1135460 h 3265474"/>
              <a:gd name="connsiteX8" fmla="*/ 1793095 w 4049741"/>
              <a:gd name="connsiteY8" fmla="*/ 649101 h 3265474"/>
              <a:gd name="connsiteX0" fmla="*/ 2624027 w 4880673"/>
              <a:gd name="connsiteY0" fmla="*/ 648958 h 3265332"/>
              <a:gd name="connsiteX1" fmla="*/ 2880748 w 4880673"/>
              <a:gd name="connsiteY1" fmla="*/ 479 h 3265332"/>
              <a:gd name="connsiteX2" fmla="*/ 3880609 w 4880673"/>
              <a:gd name="connsiteY2" fmla="*/ 770548 h 3265332"/>
              <a:gd name="connsiteX3" fmla="*/ 4745354 w 4880673"/>
              <a:gd name="connsiteY3" fmla="*/ 2675454 h 3265332"/>
              <a:gd name="connsiteX4" fmla="*/ 834995 w 4880673"/>
              <a:gd name="connsiteY4" fmla="*/ 3224263 h 3265332"/>
              <a:gd name="connsiteX5" fmla="*/ 3942760 w 4880673"/>
              <a:gd name="connsiteY5" fmla="*/ 1760001 h 3265332"/>
              <a:gd name="connsiteX6" fmla="*/ 1002631 w 4880673"/>
              <a:gd name="connsiteY6" fmla="*/ 2013465 h 3265332"/>
              <a:gd name="connsiteX7" fmla="*/ 78644 w 4880673"/>
              <a:gd name="connsiteY7" fmla="*/ 234033 h 3265332"/>
              <a:gd name="connsiteX8" fmla="*/ 2624027 w 4880673"/>
              <a:gd name="connsiteY8" fmla="*/ 648958 h 3265332"/>
              <a:gd name="connsiteX0" fmla="*/ 2087235 w 4880673"/>
              <a:gd name="connsiteY0" fmla="*/ 1388874 h 3279785"/>
              <a:gd name="connsiteX1" fmla="*/ 2880748 w 4880673"/>
              <a:gd name="connsiteY1" fmla="*/ 14932 h 3279785"/>
              <a:gd name="connsiteX2" fmla="*/ 3880609 w 4880673"/>
              <a:gd name="connsiteY2" fmla="*/ 785001 h 3279785"/>
              <a:gd name="connsiteX3" fmla="*/ 4745354 w 4880673"/>
              <a:gd name="connsiteY3" fmla="*/ 2689907 h 3279785"/>
              <a:gd name="connsiteX4" fmla="*/ 834995 w 4880673"/>
              <a:gd name="connsiteY4" fmla="*/ 3238716 h 3279785"/>
              <a:gd name="connsiteX5" fmla="*/ 3942760 w 4880673"/>
              <a:gd name="connsiteY5" fmla="*/ 1774454 h 3279785"/>
              <a:gd name="connsiteX6" fmla="*/ 1002631 w 4880673"/>
              <a:gd name="connsiteY6" fmla="*/ 2027918 h 3279785"/>
              <a:gd name="connsiteX7" fmla="*/ 78644 w 4880673"/>
              <a:gd name="connsiteY7" fmla="*/ 248486 h 3279785"/>
              <a:gd name="connsiteX8" fmla="*/ 2087235 w 4880673"/>
              <a:gd name="connsiteY8" fmla="*/ 1388874 h 3279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80673" h="3279785">
                <a:moveTo>
                  <a:pt x="2087235" y="1388874"/>
                </a:moveTo>
                <a:cubicBezTo>
                  <a:pt x="2554252" y="1349948"/>
                  <a:pt x="2581852" y="115578"/>
                  <a:pt x="2880748" y="14932"/>
                </a:cubicBezTo>
                <a:cubicBezTo>
                  <a:pt x="3179644" y="-85714"/>
                  <a:pt x="3569841" y="339172"/>
                  <a:pt x="3880609" y="785001"/>
                </a:cubicBezTo>
                <a:cubicBezTo>
                  <a:pt x="4191377" y="1230830"/>
                  <a:pt x="5252956" y="2280955"/>
                  <a:pt x="4745354" y="2689907"/>
                </a:cubicBezTo>
                <a:cubicBezTo>
                  <a:pt x="4237752" y="3098859"/>
                  <a:pt x="968761" y="3391292"/>
                  <a:pt x="834995" y="3238716"/>
                </a:cubicBezTo>
                <a:cubicBezTo>
                  <a:pt x="701229" y="3086141"/>
                  <a:pt x="3914821" y="1976254"/>
                  <a:pt x="3942760" y="1774454"/>
                </a:cubicBezTo>
                <a:cubicBezTo>
                  <a:pt x="3970699" y="1572654"/>
                  <a:pt x="1646650" y="2282246"/>
                  <a:pt x="1002631" y="2027918"/>
                </a:cubicBezTo>
                <a:cubicBezTo>
                  <a:pt x="358612" y="1773590"/>
                  <a:pt x="-214108" y="406102"/>
                  <a:pt x="78644" y="248486"/>
                </a:cubicBezTo>
                <a:cubicBezTo>
                  <a:pt x="348877" y="21068"/>
                  <a:pt x="1620218" y="1427800"/>
                  <a:pt x="2087235" y="13888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Freeform 14"/>
          <p:cNvSpPr/>
          <p:nvPr/>
        </p:nvSpPr>
        <p:spPr>
          <a:xfrm rot="5400000">
            <a:off x="7195896" y="2560857"/>
            <a:ext cx="2834947" cy="2453582"/>
          </a:xfrm>
          <a:custGeom>
            <a:avLst/>
            <a:gdLst>
              <a:gd name="connsiteX0" fmla="*/ 1655551 w 3781113"/>
              <a:gd name="connsiteY0" fmla="*/ 649088 h 3119469"/>
              <a:gd name="connsiteX1" fmla="*/ 1912272 w 3781113"/>
              <a:gd name="connsiteY1" fmla="*/ 609 h 3119469"/>
              <a:gd name="connsiteX2" fmla="*/ 2912133 w 3781113"/>
              <a:gd name="connsiteY2" fmla="*/ 770678 h 3119469"/>
              <a:gd name="connsiteX3" fmla="*/ 2060900 w 3781113"/>
              <a:gd name="connsiteY3" fmla="*/ 1756906 h 3119469"/>
              <a:gd name="connsiteX4" fmla="*/ 3776878 w 3781113"/>
              <a:gd name="connsiteY4" fmla="*/ 2675584 h 3119469"/>
              <a:gd name="connsiteX5" fmla="*/ 1466388 w 3781113"/>
              <a:gd name="connsiteY5" fmla="*/ 3107903 h 3119469"/>
              <a:gd name="connsiteX6" fmla="*/ 1777156 w 3781113"/>
              <a:gd name="connsiteY6" fmla="*/ 2243265 h 3119469"/>
              <a:gd name="connsiteX7" fmla="*/ 34155 w 3781113"/>
              <a:gd name="connsiteY7" fmla="*/ 2013595 h 3119469"/>
              <a:gd name="connsiteX8" fmla="*/ 709737 w 3781113"/>
              <a:gd name="connsiteY8" fmla="*/ 1135447 h 3119469"/>
              <a:gd name="connsiteX9" fmla="*/ 1790668 w 3781113"/>
              <a:gd name="connsiteY9" fmla="*/ 1067897 h 3119469"/>
              <a:gd name="connsiteX10" fmla="*/ 1655551 w 3781113"/>
              <a:gd name="connsiteY10" fmla="*/ 649088 h 3119469"/>
              <a:gd name="connsiteX0" fmla="*/ 1655551 w 3781113"/>
              <a:gd name="connsiteY0" fmla="*/ 649101 h 3119482"/>
              <a:gd name="connsiteX1" fmla="*/ 1912272 w 3781113"/>
              <a:gd name="connsiteY1" fmla="*/ 622 h 3119482"/>
              <a:gd name="connsiteX2" fmla="*/ 2912133 w 3781113"/>
              <a:gd name="connsiteY2" fmla="*/ 770691 h 3119482"/>
              <a:gd name="connsiteX3" fmla="*/ 2060900 w 3781113"/>
              <a:gd name="connsiteY3" fmla="*/ 1756919 h 3119482"/>
              <a:gd name="connsiteX4" fmla="*/ 3776878 w 3781113"/>
              <a:gd name="connsiteY4" fmla="*/ 2675597 h 3119482"/>
              <a:gd name="connsiteX5" fmla="*/ 1466388 w 3781113"/>
              <a:gd name="connsiteY5" fmla="*/ 3107916 h 3119482"/>
              <a:gd name="connsiteX6" fmla="*/ 1777156 w 3781113"/>
              <a:gd name="connsiteY6" fmla="*/ 2243278 h 3119482"/>
              <a:gd name="connsiteX7" fmla="*/ 34155 w 3781113"/>
              <a:gd name="connsiteY7" fmla="*/ 2013608 h 3119482"/>
              <a:gd name="connsiteX8" fmla="*/ 709737 w 3781113"/>
              <a:gd name="connsiteY8" fmla="*/ 1135460 h 3119482"/>
              <a:gd name="connsiteX9" fmla="*/ 1655551 w 3781113"/>
              <a:gd name="connsiteY9" fmla="*/ 649101 h 3119482"/>
              <a:gd name="connsiteX0" fmla="*/ 1655551 w 3821678"/>
              <a:gd name="connsiteY0" fmla="*/ 649101 h 3128160"/>
              <a:gd name="connsiteX1" fmla="*/ 1912272 w 3821678"/>
              <a:gd name="connsiteY1" fmla="*/ 622 h 3128160"/>
              <a:gd name="connsiteX2" fmla="*/ 2912133 w 3821678"/>
              <a:gd name="connsiteY2" fmla="*/ 770691 h 3128160"/>
              <a:gd name="connsiteX3" fmla="*/ 3776878 w 3821678"/>
              <a:gd name="connsiteY3" fmla="*/ 2675597 h 3128160"/>
              <a:gd name="connsiteX4" fmla="*/ 1466388 w 3821678"/>
              <a:gd name="connsiteY4" fmla="*/ 3107916 h 3128160"/>
              <a:gd name="connsiteX5" fmla="*/ 1777156 w 3821678"/>
              <a:gd name="connsiteY5" fmla="*/ 2243278 h 3128160"/>
              <a:gd name="connsiteX6" fmla="*/ 34155 w 3821678"/>
              <a:gd name="connsiteY6" fmla="*/ 2013608 h 3128160"/>
              <a:gd name="connsiteX7" fmla="*/ 709737 w 3821678"/>
              <a:gd name="connsiteY7" fmla="*/ 1135460 h 3128160"/>
              <a:gd name="connsiteX8" fmla="*/ 1655551 w 3821678"/>
              <a:gd name="connsiteY8" fmla="*/ 649101 h 3128160"/>
              <a:gd name="connsiteX0" fmla="*/ 1823172 w 4079818"/>
              <a:gd name="connsiteY0" fmla="*/ 649101 h 3238300"/>
              <a:gd name="connsiteX1" fmla="*/ 2079893 w 4079818"/>
              <a:gd name="connsiteY1" fmla="*/ 622 h 3238300"/>
              <a:gd name="connsiteX2" fmla="*/ 3079754 w 4079818"/>
              <a:gd name="connsiteY2" fmla="*/ 770691 h 3238300"/>
              <a:gd name="connsiteX3" fmla="*/ 3944499 w 4079818"/>
              <a:gd name="connsiteY3" fmla="*/ 2675597 h 3238300"/>
              <a:gd name="connsiteX4" fmla="*/ 34140 w 4079818"/>
              <a:gd name="connsiteY4" fmla="*/ 3224406 h 3238300"/>
              <a:gd name="connsiteX5" fmla="*/ 1944777 w 4079818"/>
              <a:gd name="connsiteY5" fmla="*/ 2243278 h 3238300"/>
              <a:gd name="connsiteX6" fmla="*/ 201776 w 4079818"/>
              <a:gd name="connsiteY6" fmla="*/ 2013608 h 3238300"/>
              <a:gd name="connsiteX7" fmla="*/ 877358 w 4079818"/>
              <a:gd name="connsiteY7" fmla="*/ 1135460 h 3238300"/>
              <a:gd name="connsiteX8" fmla="*/ 1823172 w 4079818"/>
              <a:gd name="connsiteY8" fmla="*/ 649101 h 3238300"/>
              <a:gd name="connsiteX0" fmla="*/ 1793095 w 4049741"/>
              <a:gd name="connsiteY0" fmla="*/ 649101 h 3265474"/>
              <a:gd name="connsiteX1" fmla="*/ 2049816 w 4049741"/>
              <a:gd name="connsiteY1" fmla="*/ 622 h 3265474"/>
              <a:gd name="connsiteX2" fmla="*/ 3049677 w 4049741"/>
              <a:gd name="connsiteY2" fmla="*/ 770691 h 3265474"/>
              <a:gd name="connsiteX3" fmla="*/ 3914422 w 4049741"/>
              <a:gd name="connsiteY3" fmla="*/ 2675597 h 3265474"/>
              <a:gd name="connsiteX4" fmla="*/ 4063 w 4049741"/>
              <a:gd name="connsiteY4" fmla="*/ 3224406 h 3265474"/>
              <a:gd name="connsiteX5" fmla="*/ 3111828 w 4049741"/>
              <a:gd name="connsiteY5" fmla="*/ 1760144 h 3265474"/>
              <a:gd name="connsiteX6" fmla="*/ 171699 w 4049741"/>
              <a:gd name="connsiteY6" fmla="*/ 2013608 h 3265474"/>
              <a:gd name="connsiteX7" fmla="*/ 847281 w 4049741"/>
              <a:gd name="connsiteY7" fmla="*/ 1135460 h 3265474"/>
              <a:gd name="connsiteX8" fmla="*/ 1793095 w 4049741"/>
              <a:gd name="connsiteY8" fmla="*/ 649101 h 3265474"/>
              <a:gd name="connsiteX0" fmla="*/ 2624027 w 4880673"/>
              <a:gd name="connsiteY0" fmla="*/ 648958 h 3265332"/>
              <a:gd name="connsiteX1" fmla="*/ 2880748 w 4880673"/>
              <a:gd name="connsiteY1" fmla="*/ 479 h 3265332"/>
              <a:gd name="connsiteX2" fmla="*/ 3880609 w 4880673"/>
              <a:gd name="connsiteY2" fmla="*/ 770548 h 3265332"/>
              <a:gd name="connsiteX3" fmla="*/ 4745354 w 4880673"/>
              <a:gd name="connsiteY3" fmla="*/ 2675454 h 3265332"/>
              <a:gd name="connsiteX4" fmla="*/ 834995 w 4880673"/>
              <a:gd name="connsiteY4" fmla="*/ 3224263 h 3265332"/>
              <a:gd name="connsiteX5" fmla="*/ 3942760 w 4880673"/>
              <a:gd name="connsiteY5" fmla="*/ 1760001 h 3265332"/>
              <a:gd name="connsiteX6" fmla="*/ 1002631 w 4880673"/>
              <a:gd name="connsiteY6" fmla="*/ 2013465 h 3265332"/>
              <a:gd name="connsiteX7" fmla="*/ 78644 w 4880673"/>
              <a:gd name="connsiteY7" fmla="*/ 234033 h 3265332"/>
              <a:gd name="connsiteX8" fmla="*/ 2624027 w 4880673"/>
              <a:gd name="connsiteY8" fmla="*/ 648958 h 3265332"/>
              <a:gd name="connsiteX0" fmla="*/ 2087235 w 4880673"/>
              <a:gd name="connsiteY0" fmla="*/ 1388874 h 3279785"/>
              <a:gd name="connsiteX1" fmla="*/ 2880748 w 4880673"/>
              <a:gd name="connsiteY1" fmla="*/ 14932 h 3279785"/>
              <a:gd name="connsiteX2" fmla="*/ 3880609 w 4880673"/>
              <a:gd name="connsiteY2" fmla="*/ 785001 h 3279785"/>
              <a:gd name="connsiteX3" fmla="*/ 4745354 w 4880673"/>
              <a:gd name="connsiteY3" fmla="*/ 2689907 h 3279785"/>
              <a:gd name="connsiteX4" fmla="*/ 834995 w 4880673"/>
              <a:gd name="connsiteY4" fmla="*/ 3238716 h 3279785"/>
              <a:gd name="connsiteX5" fmla="*/ 3942760 w 4880673"/>
              <a:gd name="connsiteY5" fmla="*/ 1774454 h 3279785"/>
              <a:gd name="connsiteX6" fmla="*/ 1002631 w 4880673"/>
              <a:gd name="connsiteY6" fmla="*/ 2027918 h 3279785"/>
              <a:gd name="connsiteX7" fmla="*/ 78644 w 4880673"/>
              <a:gd name="connsiteY7" fmla="*/ 248486 h 3279785"/>
              <a:gd name="connsiteX8" fmla="*/ 2087235 w 4880673"/>
              <a:gd name="connsiteY8" fmla="*/ 1388874 h 3279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80673" h="3279785">
                <a:moveTo>
                  <a:pt x="2087235" y="1388874"/>
                </a:moveTo>
                <a:cubicBezTo>
                  <a:pt x="2554252" y="1349948"/>
                  <a:pt x="2581852" y="115578"/>
                  <a:pt x="2880748" y="14932"/>
                </a:cubicBezTo>
                <a:cubicBezTo>
                  <a:pt x="3179644" y="-85714"/>
                  <a:pt x="3569841" y="339172"/>
                  <a:pt x="3880609" y="785001"/>
                </a:cubicBezTo>
                <a:cubicBezTo>
                  <a:pt x="4191377" y="1230830"/>
                  <a:pt x="5252956" y="2280955"/>
                  <a:pt x="4745354" y="2689907"/>
                </a:cubicBezTo>
                <a:cubicBezTo>
                  <a:pt x="4237752" y="3098859"/>
                  <a:pt x="968761" y="3391292"/>
                  <a:pt x="834995" y="3238716"/>
                </a:cubicBezTo>
                <a:cubicBezTo>
                  <a:pt x="701229" y="3086141"/>
                  <a:pt x="3914821" y="1976254"/>
                  <a:pt x="3942760" y="1774454"/>
                </a:cubicBezTo>
                <a:cubicBezTo>
                  <a:pt x="3970699" y="1572654"/>
                  <a:pt x="1646650" y="2282246"/>
                  <a:pt x="1002631" y="2027918"/>
                </a:cubicBezTo>
                <a:cubicBezTo>
                  <a:pt x="358612" y="1773590"/>
                  <a:pt x="-214108" y="406102"/>
                  <a:pt x="78644" y="248486"/>
                </a:cubicBezTo>
                <a:cubicBezTo>
                  <a:pt x="348877" y="21068"/>
                  <a:pt x="1620218" y="1427800"/>
                  <a:pt x="2087235" y="13888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904EE1-86AE-3765-F3E8-63E5221B81CC}"/>
              </a:ext>
            </a:extLst>
          </p:cNvPr>
          <p:cNvSpPr txBox="1"/>
          <p:nvPr/>
        </p:nvSpPr>
        <p:spPr>
          <a:xfrm>
            <a:off x="2006600" y="330201"/>
            <a:ext cx="3475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Momentos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 de Hu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7777B-7CEC-565F-F675-F65D99A20BE0}"/>
              </a:ext>
            </a:extLst>
          </p:cNvPr>
          <p:cNvSpPr txBox="1"/>
          <p:nvPr/>
        </p:nvSpPr>
        <p:spPr>
          <a:xfrm>
            <a:off x="3799027" y="5649786"/>
            <a:ext cx="5007974" cy="830997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endParaRPr lang="en-US" sz="24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Los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valores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Φ</a:t>
            </a:r>
            <a:r>
              <a:rPr lang="en-US" sz="2400" baseline="-25000" dirty="0">
                <a:latin typeface="Gill Sans MT" panose="020B0502020104020203" pitchFamily="34" charset="77"/>
                <a:cs typeface="Trebuchet MS"/>
              </a:rPr>
              <a:t>1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, Φ</a:t>
            </a:r>
            <a:r>
              <a:rPr lang="en-US" sz="2400" baseline="-25000" dirty="0">
                <a:latin typeface="Gill Sans MT" panose="020B0502020104020203" pitchFamily="34" charset="77"/>
                <a:cs typeface="Trebuchet MS"/>
              </a:rPr>
              <a:t>2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, … Φ</a:t>
            </a:r>
            <a:r>
              <a:rPr lang="en-US" sz="2400" baseline="-25000" dirty="0">
                <a:latin typeface="Gill Sans MT" panose="020B0502020104020203" pitchFamily="34" charset="77"/>
                <a:cs typeface="Trebuchet MS"/>
              </a:rPr>
              <a:t>7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son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similares</a:t>
            </a:r>
            <a:endParaRPr lang="en-US" sz="2400" dirty="0">
              <a:latin typeface="Gill Sans MT" panose="020B0502020104020203" pitchFamily="34" charset="77"/>
              <a:cs typeface="LM Roman 10 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37685-A531-5E90-0212-5ADA6F92F31C}"/>
              </a:ext>
            </a:extLst>
          </p:cNvPr>
          <p:cNvSpPr txBox="1"/>
          <p:nvPr/>
        </p:nvSpPr>
        <p:spPr>
          <a:xfrm>
            <a:off x="8703078" y="213697"/>
            <a:ext cx="246554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Son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invariantes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 al: </a:t>
            </a:r>
          </a:p>
          <a:p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
-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tamaño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escala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), 
-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rotación</a:t>
            </a:r>
            <a:r>
              <a:rPr lang="en-US" sz="24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 y 
- </a:t>
            </a:r>
            <a:r>
              <a:rPr lang="en-US" sz="2400" dirty="0" err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traslación</a:t>
            </a:r>
            <a:endParaRPr lang="en-US" sz="2400" dirty="0">
              <a:solidFill>
                <a:srgbClr val="0000FF"/>
              </a:solidFill>
              <a:latin typeface="Gill Sans MT" panose="020B0502020104020203" pitchFamily="34" charset="77"/>
              <a:cs typeface="LM Roman 10 Regular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B5B72-431F-4A1F-F0D9-CA725711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84DC1-B901-0770-E916-7086E6C9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5180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77E75-089A-1CF9-6F6C-41137E52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image of shapes&#10;&#10;AI-generated content may be incorrect.">
            <a:extLst>
              <a:ext uri="{FF2B5EF4-FFF2-40B4-BE49-F238E27FC236}">
                <a16:creationId xmlns:a16="http://schemas.microsoft.com/office/drawing/2014/main" id="{57DA44AE-18FD-EF35-ABAA-F32932F7B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400" y="756929"/>
            <a:ext cx="8468000" cy="6165047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D2F31EE-0595-C089-B49A-B125E535DD5C}"/>
              </a:ext>
            </a:extLst>
          </p:cNvPr>
          <p:cNvCxnSpPr/>
          <p:nvPr/>
        </p:nvCxnSpPr>
        <p:spPr>
          <a:xfrm>
            <a:off x="6807049" y="3363984"/>
            <a:ext cx="0" cy="136450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DCB4F1E-3E03-8929-D7AD-B9F8C40C65EB}"/>
              </a:ext>
            </a:extLst>
          </p:cNvPr>
          <p:cNvSpPr txBox="1"/>
          <p:nvPr/>
        </p:nvSpPr>
        <p:spPr>
          <a:xfrm>
            <a:off x="2006600" y="330201"/>
            <a:ext cx="3475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Momentos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 de Hu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164000-282F-F26B-A5D2-F2B0B50FD1C6}"/>
              </a:ext>
            </a:extLst>
          </p:cNvPr>
          <p:cNvCxnSpPr/>
          <p:nvPr/>
        </p:nvCxnSpPr>
        <p:spPr>
          <a:xfrm>
            <a:off x="7148617" y="3354264"/>
            <a:ext cx="0" cy="136450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8EC5E8-77BA-9762-9CF9-BC49221A9A02}"/>
              </a:ext>
            </a:extLst>
          </p:cNvPr>
          <p:cNvCxnSpPr/>
          <p:nvPr/>
        </p:nvCxnSpPr>
        <p:spPr>
          <a:xfrm>
            <a:off x="6513553" y="3367774"/>
            <a:ext cx="0" cy="136450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08C671-EEEA-0C2C-3235-4FA42E01E6D3}"/>
              </a:ext>
            </a:extLst>
          </p:cNvPr>
          <p:cNvSpPr txBox="1"/>
          <p:nvPr/>
        </p:nvSpPr>
        <p:spPr>
          <a:xfrm>
            <a:off x="3663914" y="3839453"/>
            <a:ext cx="4797339" cy="446276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sz="2300" dirty="0">
                <a:latin typeface="Gill Sans MT" panose="020B0502020104020203" pitchFamily="34" charset="77"/>
                <a:cs typeface="Trebuchet MS"/>
              </a:rPr>
              <a:t>Los </a:t>
            </a:r>
            <a:r>
              <a:rPr lang="en-US" sz="2300" dirty="0" err="1">
                <a:latin typeface="Gill Sans MT" panose="020B0502020104020203" pitchFamily="34" charset="77"/>
                <a:cs typeface="Trebuchet MS"/>
              </a:rPr>
              <a:t>valores</a:t>
            </a:r>
            <a:r>
              <a:rPr lang="en-US" sz="2300" dirty="0">
                <a:latin typeface="Gill Sans MT" panose="020B0502020104020203" pitchFamily="34" charset="77"/>
                <a:cs typeface="Trebuchet MS"/>
              </a:rPr>
              <a:t> Φ</a:t>
            </a:r>
            <a:r>
              <a:rPr lang="en-US" sz="2300" baseline="-25000" dirty="0">
                <a:latin typeface="Gill Sans MT" panose="020B0502020104020203" pitchFamily="34" charset="77"/>
                <a:cs typeface="Trebuchet MS"/>
              </a:rPr>
              <a:t>1</a:t>
            </a:r>
            <a:r>
              <a:rPr lang="en-US" sz="2300" dirty="0">
                <a:latin typeface="Gill Sans MT" panose="020B0502020104020203" pitchFamily="34" charset="77"/>
                <a:cs typeface="Trebuchet MS"/>
              </a:rPr>
              <a:t>, Φ</a:t>
            </a:r>
            <a:r>
              <a:rPr lang="en-US" sz="2300" baseline="-25000" dirty="0">
                <a:latin typeface="Gill Sans MT" panose="020B0502020104020203" pitchFamily="34" charset="77"/>
                <a:cs typeface="Trebuchet MS"/>
              </a:rPr>
              <a:t>2</a:t>
            </a:r>
            <a:r>
              <a:rPr lang="en-US" sz="2300" dirty="0">
                <a:latin typeface="Gill Sans MT" panose="020B0502020104020203" pitchFamily="34" charset="77"/>
                <a:cs typeface="Trebuchet MS"/>
              </a:rPr>
              <a:t>, … Φ</a:t>
            </a:r>
            <a:r>
              <a:rPr lang="en-US" sz="2300" baseline="-25000" dirty="0">
                <a:latin typeface="Gill Sans MT" panose="020B0502020104020203" pitchFamily="34" charset="77"/>
                <a:cs typeface="Trebuchet MS"/>
              </a:rPr>
              <a:t>7</a:t>
            </a:r>
            <a:r>
              <a:rPr lang="en-US" sz="2300" dirty="0">
                <a:latin typeface="Gill Sans MT" panose="020B0502020104020203" pitchFamily="34" charset="77"/>
                <a:cs typeface="Trebuchet MS"/>
              </a:rPr>
              <a:t> son </a:t>
            </a:r>
            <a:r>
              <a:rPr lang="en-US" sz="2300" dirty="0" err="1">
                <a:latin typeface="Gill Sans MT" panose="020B0502020104020203" pitchFamily="34" charset="77"/>
                <a:cs typeface="Trebuchet MS"/>
              </a:rPr>
              <a:t>distintos</a:t>
            </a:r>
            <a:endParaRPr lang="en-US" sz="2300" dirty="0">
              <a:latin typeface="Gill Sans MT" panose="020B0502020104020203" pitchFamily="34" charset="77"/>
              <a:cs typeface="LM Roman 10 Regular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D5B8C-B543-8DF8-5DD3-A8C333E3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19155-282B-C938-7043-046E09D5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1437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A234142-3398-FA6E-D74F-295536A7B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054574FE-3E17-A501-9765-EEB7C52D3BCD}"/>
              </a:ext>
            </a:extLst>
          </p:cNvPr>
          <p:cNvSpPr/>
          <p:nvPr/>
        </p:nvSpPr>
        <p:spPr>
          <a:xfrm rot="1647861">
            <a:off x="2233358" y="3660916"/>
            <a:ext cx="2834947" cy="2453582"/>
          </a:xfrm>
          <a:custGeom>
            <a:avLst/>
            <a:gdLst>
              <a:gd name="connsiteX0" fmla="*/ 1655551 w 3781113"/>
              <a:gd name="connsiteY0" fmla="*/ 649088 h 3119469"/>
              <a:gd name="connsiteX1" fmla="*/ 1912272 w 3781113"/>
              <a:gd name="connsiteY1" fmla="*/ 609 h 3119469"/>
              <a:gd name="connsiteX2" fmla="*/ 2912133 w 3781113"/>
              <a:gd name="connsiteY2" fmla="*/ 770678 h 3119469"/>
              <a:gd name="connsiteX3" fmla="*/ 2060900 w 3781113"/>
              <a:gd name="connsiteY3" fmla="*/ 1756906 h 3119469"/>
              <a:gd name="connsiteX4" fmla="*/ 3776878 w 3781113"/>
              <a:gd name="connsiteY4" fmla="*/ 2675584 h 3119469"/>
              <a:gd name="connsiteX5" fmla="*/ 1466388 w 3781113"/>
              <a:gd name="connsiteY5" fmla="*/ 3107903 h 3119469"/>
              <a:gd name="connsiteX6" fmla="*/ 1777156 w 3781113"/>
              <a:gd name="connsiteY6" fmla="*/ 2243265 h 3119469"/>
              <a:gd name="connsiteX7" fmla="*/ 34155 w 3781113"/>
              <a:gd name="connsiteY7" fmla="*/ 2013595 h 3119469"/>
              <a:gd name="connsiteX8" fmla="*/ 709737 w 3781113"/>
              <a:gd name="connsiteY8" fmla="*/ 1135447 h 3119469"/>
              <a:gd name="connsiteX9" fmla="*/ 1790668 w 3781113"/>
              <a:gd name="connsiteY9" fmla="*/ 1067897 h 3119469"/>
              <a:gd name="connsiteX10" fmla="*/ 1655551 w 3781113"/>
              <a:gd name="connsiteY10" fmla="*/ 649088 h 3119469"/>
              <a:gd name="connsiteX0" fmla="*/ 1655551 w 3781113"/>
              <a:gd name="connsiteY0" fmla="*/ 649101 h 3119482"/>
              <a:gd name="connsiteX1" fmla="*/ 1912272 w 3781113"/>
              <a:gd name="connsiteY1" fmla="*/ 622 h 3119482"/>
              <a:gd name="connsiteX2" fmla="*/ 2912133 w 3781113"/>
              <a:gd name="connsiteY2" fmla="*/ 770691 h 3119482"/>
              <a:gd name="connsiteX3" fmla="*/ 2060900 w 3781113"/>
              <a:gd name="connsiteY3" fmla="*/ 1756919 h 3119482"/>
              <a:gd name="connsiteX4" fmla="*/ 3776878 w 3781113"/>
              <a:gd name="connsiteY4" fmla="*/ 2675597 h 3119482"/>
              <a:gd name="connsiteX5" fmla="*/ 1466388 w 3781113"/>
              <a:gd name="connsiteY5" fmla="*/ 3107916 h 3119482"/>
              <a:gd name="connsiteX6" fmla="*/ 1777156 w 3781113"/>
              <a:gd name="connsiteY6" fmla="*/ 2243278 h 3119482"/>
              <a:gd name="connsiteX7" fmla="*/ 34155 w 3781113"/>
              <a:gd name="connsiteY7" fmla="*/ 2013608 h 3119482"/>
              <a:gd name="connsiteX8" fmla="*/ 709737 w 3781113"/>
              <a:gd name="connsiteY8" fmla="*/ 1135460 h 3119482"/>
              <a:gd name="connsiteX9" fmla="*/ 1655551 w 3781113"/>
              <a:gd name="connsiteY9" fmla="*/ 649101 h 3119482"/>
              <a:gd name="connsiteX0" fmla="*/ 1655551 w 3821678"/>
              <a:gd name="connsiteY0" fmla="*/ 649101 h 3128160"/>
              <a:gd name="connsiteX1" fmla="*/ 1912272 w 3821678"/>
              <a:gd name="connsiteY1" fmla="*/ 622 h 3128160"/>
              <a:gd name="connsiteX2" fmla="*/ 2912133 w 3821678"/>
              <a:gd name="connsiteY2" fmla="*/ 770691 h 3128160"/>
              <a:gd name="connsiteX3" fmla="*/ 3776878 w 3821678"/>
              <a:gd name="connsiteY3" fmla="*/ 2675597 h 3128160"/>
              <a:gd name="connsiteX4" fmla="*/ 1466388 w 3821678"/>
              <a:gd name="connsiteY4" fmla="*/ 3107916 h 3128160"/>
              <a:gd name="connsiteX5" fmla="*/ 1777156 w 3821678"/>
              <a:gd name="connsiteY5" fmla="*/ 2243278 h 3128160"/>
              <a:gd name="connsiteX6" fmla="*/ 34155 w 3821678"/>
              <a:gd name="connsiteY6" fmla="*/ 2013608 h 3128160"/>
              <a:gd name="connsiteX7" fmla="*/ 709737 w 3821678"/>
              <a:gd name="connsiteY7" fmla="*/ 1135460 h 3128160"/>
              <a:gd name="connsiteX8" fmla="*/ 1655551 w 3821678"/>
              <a:gd name="connsiteY8" fmla="*/ 649101 h 3128160"/>
              <a:gd name="connsiteX0" fmla="*/ 1823172 w 4079818"/>
              <a:gd name="connsiteY0" fmla="*/ 649101 h 3238300"/>
              <a:gd name="connsiteX1" fmla="*/ 2079893 w 4079818"/>
              <a:gd name="connsiteY1" fmla="*/ 622 h 3238300"/>
              <a:gd name="connsiteX2" fmla="*/ 3079754 w 4079818"/>
              <a:gd name="connsiteY2" fmla="*/ 770691 h 3238300"/>
              <a:gd name="connsiteX3" fmla="*/ 3944499 w 4079818"/>
              <a:gd name="connsiteY3" fmla="*/ 2675597 h 3238300"/>
              <a:gd name="connsiteX4" fmla="*/ 34140 w 4079818"/>
              <a:gd name="connsiteY4" fmla="*/ 3224406 h 3238300"/>
              <a:gd name="connsiteX5" fmla="*/ 1944777 w 4079818"/>
              <a:gd name="connsiteY5" fmla="*/ 2243278 h 3238300"/>
              <a:gd name="connsiteX6" fmla="*/ 201776 w 4079818"/>
              <a:gd name="connsiteY6" fmla="*/ 2013608 h 3238300"/>
              <a:gd name="connsiteX7" fmla="*/ 877358 w 4079818"/>
              <a:gd name="connsiteY7" fmla="*/ 1135460 h 3238300"/>
              <a:gd name="connsiteX8" fmla="*/ 1823172 w 4079818"/>
              <a:gd name="connsiteY8" fmla="*/ 649101 h 3238300"/>
              <a:gd name="connsiteX0" fmla="*/ 1793095 w 4049741"/>
              <a:gd name="connsiteY0" fmla="*/ 649101 h 3265474"/>
              <a:gd name="connsiteX1" fmla="*/ 2049816 w 4049741"/>
              <a:gd name="connsiteY1" fmla="*/ 622 h 3265474"/>
              <a:gd name="connsiteX2" fmla="*/ 3049677 w 4049741"/>
              <a:gd name="connsiteY2" fmla="*/ 770691 h 3265474"/>
              <a:gd name="connsiteX3" fmla="*/ 3914422 w 4049741"/>
              <a:gd name="connsiteY3" fmla="*/ 2675597 h 3265474"/>
              <a:gd name="connsiteX4" fmla="*/ 4063 w 4049741"/>
              <a:gd name="connsiteY4" fmla="*/ 3224406 h 3265474"/>
              <a:gd name="connsiteX5" fmla="*/ 3111828 w 4049741"/>
              <a:gd name="connsiteY5" fmla="*/ 1760144 h 3265474"/>
              <a:gd name="connsiteX6" fmla="*/ 171699 w 4049741"/>
              <a:gd name="connsiteY6" fmla="*/ 2013608 h 3265474"/>
              <a:gd name="connsiteX7" fmla="*/ 847281 w 4049741"/>
              <a:gd name="connsiteY7" fmla="*/ 1135460 h 3265474"/>
              <a:gd name="connsiteX8" fmla="*/ 1793095 w 4049741"/>
              <a:gd name="connsiteY8" fmla="*/ 649101 h 3265474"/>
              <a:gd name="connsiteX0" fmla="*/ 2624027 w 4880673"/>
              <a:gd name="connsiteY0" fmla="*/ 648958 h 3265332"/>
              <a:gd name="connsiteX1" fmla="*/ 2880748 w 4880673"/>
              <a:gd name="connsiteY1" fmla="*/ 479 h 3265332"/>
              <a:gd name="connsiteX2" fmla="*/ 3880609 w 4880673"/>
              <a:gd name="connsiteY2" fmla="*/ 770548 h 3265332"/>
              <a:gd name="connsiteX3" fmla="*/ 4745354 w 4880673"/>
              <a:gd name="connsiteY3" fmla="*/ 2675454 h 3265332"/>
              <a:gd name="connsiteX4" fmla="*/ 834995 w 4880673"/>
              <a:gd name="connsiteY4" fmla="*/ 3224263 h 3265332"/>
              <a:gd name="connsiteX5" fmla="*/ 3942760 w 4880673"/>
              <a:gd name="connsiteY5" fmla="*/ 1760001 h 3265332"/>
              <a:gd name="connsiteX6" fmla="*/ 1002631 w 4880673"/>
              <a:gd name="connsiteY6" fmla="*/ 2013465 h 3265332"/>
              <a:gd name="connsiteX7" fmla="*/ 78644 w 4880673"/>
              <a:gd name="connsiteY7" fmla="*/ 234033 h 3265332"/>
              <a:gd name="connsiteX8" fmla="*/ 2624027 w 4880673"/>
              <a:gd name="connsiteY8" fmla="*/ 648958 h 3265332"/>
              <a:gd name="connsiteX0" fmla="*/ 2087235 w 4880673"/>
              <a:gd name="connsiteY0" fmla="*/ 1388874 h 3279785"/>
              <a:gd name="connsiteX1" fmla="*/ 2880748 w 4880673"/>
              <a:gd name="connsiteY1" fmla="*/ 14932 h 3279785"/>
              <a:gd name="connsiteX2" fmla="*/ 3880609 w 4880673"/>
              <a:gd name="connsiteY2" fmla="*/ 785001 h 3279785"/>
              <a:gd name="connsiteX3" fmla="*/ 4745354 w 4880673"/>
              <a:gd name="connsiteY3" fmla="*/ 2689907 h 3279785"/>
              <a:gd name="connsiteX4" fmla="*/ 834995 w 4880673"/>
              <a:gd name="connsiteY4" fmla="*/ 3238716 h 3279785"/>
              <a:gd name="connsiteX5" fmla="*/ 3942760 w 4880673"/>
              <a:gd name="connsiteY5" fmla="*/ 1774454 h 3279785"/>
              <a:gd name="connsiteX6" fmla="*/ 1002631 w 4880673"/>
              <a:gd name="connsiteY6" fmla="*/ 2027918 h 3279785"/>
              <a:gd name="connsiteX7" fmla="*/ 78644 w 4880673"/>
              <a:gd name="connsiteY7" fmla="*/ 248486 h 3279785"/>
              <a:gd name="connsiteX8" fmla="*/ 2087235 w 4880673"/>
              <a:gd name="connsiteY8" fmla="*/ 1388874 h 3279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80673" h="3279785">
                <a:moveTo>
                  <a:pt x="2087235" y="1388874"/>
                </a:moveTo>
                <a:cubicBezTo>
                  <a:pt x="2554252" y="1349948"/>
                  <a:pt x="2581852" y="115578"/>
                  <a:pt x="2880748" y="14932"/>
                </a:cubicBezTo>
                <a:cubicBezTo>
                  <a:pt x="3179644" y="-85714"/>
                  <a:pt x="3569841" y="339172"/>
                  <a:pt x="3880609" y="785001"/>
                </a:cubicBezTo>
                <a:cubicBezTo>
                  <a:pt x="4191377" y="1230830"/>
                  <a:pt x="5252956" y="2280955"/>
                  <a:pt x="4745354" y="2689907"/>
                </a:cubicBezTo>
                <a:cubicBezTo>
                  <a:pt x="4237752" y="3098859"/>
                  <a:pt x="968761" y="3391292"/>
                  <a:pt x="834995" y="3238716"/>
                </a:cubicBezTo>
                <a:cubicBezTo>
                  <a:pt x="701229" y="3086141"/>
                  <a:pt x="3914821" y="1976254"/>
                  <a:pt x="3942760" y="1774454"/>
                </a:cubicBezTo>
                <a:cubicBezTo>
                  <a:pt x="3970699" y="1572654"/>
                  <a:pt x="1646650" y="2282246"/>
                  <a:pt x="1002631" y="2027918"/>
                </a:cubicBezTo>
                <a:cubicBezTo>
                  <a:pt x="358612" y="1773590"/>
                  <a:pt x="-214108" y="406102"/>
                  <a:pt x="78644" y="248486"/>
                </a:cubicBezTo>
                <a:cubicBezTo>
                  <a:pt x="348877" y="21068"/>
                  <a:pt x="1620218" y="1427800"/>
                  <a:pt x="2087235" y="13888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F56D75D-F35A-6A5E-9FC3-DF1CF4B04758}"/>
              </a:ext>
            </a:extLst>
          </p:cNvPr>
          <p:cNvSpPr/>
          <p:nvPr/>
        </p:nvSpPr>
        <p:spPr>
          <a:xfrm rot="1647861">
            <a:off x="5524989" y="4447269"/>
            <a:ext cx="1466006" cy="1318394"/>
          </a:xfrm>
          <a:custGeom>
            <a:avLst/>
            <a:gdLst>
              <a:gd name="connsiteX0" fmla="*/ 1655551 w 3781113"/>
              <a:gd name="connsiteY0" fmla="*/ 649088 h 3119469"/>
              <a:gd name="connsiteX1" fmla="*/ 1912272 w 3781113"/>
              <a:gd name="connsiteY1" fmla="*/ 609 h 3119469"/>
              <a:gd name="connsiteX2" fmla="*/ 2912133 w 3781113"/>
              <a:gd name="connsiteY2" fmla="*/ 770678 h 3119469"/>
              <a:gd name="connsiteX3" fmla="*/ 2060900 w 3781113"/>
              <a:gd name="connsiteY3" fmla="*/ 1756906 h 3119469"/>
              <a:gd name="connsiteX4" fmla="*/ 3776878 w 3781113"/>
              <a:gd name="connsiteY4" fmla="*/ 2675584 h 3119469"/>
              <a:gd name="connsiteX5" fmla="*/ 1466388 w 3781113"/>
              <a:gd name="connsiteY5" fmla="*/ 3107903 h 3119469"/>
              <a:gd name="connsiteX6" fmla="*/ 1777156 w 3781113"/>
              <a:gd name="connsiteY6" fmla="*/ 2243265 h 3119469"/>
              <a:gd name="connsiteX7" fmla="*/ 34155 w 3781113"/>
              <a:gd name="connsiteY7" fmla="*/ 2013595 h 3119469"/>
              <a:gd name="connsiteX8" fmla="*/ 709737 w 3781113"/>
              <a:gd name="connsiteY8" fmla="*/ 1135447 h 3119469"/>
              <a:gd name="connsiteX9" fmla="*/ 1790668 w 3781113"/>
              <a:gd name="connsiteY9" fmla="*/ 1067897 h 3119469"/>
              <a:gd name="connsiteX10" fmla="*/ 1655551 w 3781113"/>
              <a:gd name="connsiteY10" fmla="*/ 649088 h 3119469"/>
              <a:gd name="connsiteX0" fmla="*/ 1655551 w 3781113"/>
              <a:gd name="connsiteY0" fmla="*/ 649101 h 3119482"/>
              <a:gd name="connsiteX1" fmla="*/ 1912272 w 3781113"/>
              <a:gd name="connsiteY1" fmla="*/ 622 h 3119482"/>
              <a:gd name="connsiteX2" fmla="*/ 2912133 w 3781113"/>
              <a:gd name="connsiteY2" fmla="*/ 770691 h 3119482"/>
              <a:gd name="connsiteX3" fmla="*/ 2060900 w 3781113"/>
              <a:gd name="connsiteY3" fmla="*/ 1756919 h 3119482"/>
              <a:gd name="connsiteX4" fmla="*/ 3776878 w 3781113"/>
              <a:gd name="connsiteY4" fmla="*/ 2675597 h 3119482"/>
              <a:gd name="connsiteX5" fmla="*/ 1466388 w 3781113"/>
              <a:gd name="connsiteY5" fmla="*/ 3107916 h 3119482"/>
              <a:gd name="connsiteX6" fmla="*/ 1777156 w 3781113"/>
              <a:gd name="connsiteY6" fmla="*/ 2243278 h 3119482"/>
              <a:gd name="connsiteX7" fmla="*/ 34155 w 3781113"/>
              <a:gd name="connsiteY7" fmla="*/ 2013608 h 3119482"/>
              <a:gd name="connsiteX8" fmla="*/ 709737 w 3781113"/>
              <a:gd name="connsiteY8" fmla="*/ 1135460 h 3119482"/>
              <a:gd name="connsiteX9" fmla="*/ 1655551 w 3781113"/>
              <a:gd name="connsiteY9" fmla="*/ 649101 h 3119482"/>
              <a:gd name="connsiteX0" fmla="*/ 1655551 w 3821678"/>
              <a:gd name="connsiteY0" fmla="*/ 649101 h 3128160"/>
              <a:gd name="connsiteX1" fmla="*/ 1912272 w 3821678"/>
              <a:gd name="connsiteY1" fmla="*/ 622 h 3128160"/>
              <a:gd name="connsiteX2" fmla="*/ 2912133 w 3821678"/>
              <a:gd name="connsiteY2" fmla="*/ 770691 h 3128160"/>
              <a:gd name="connsiteX3" fmla="*/ 3776878 w 3821678"/>
              <a:gd name="connsiteY3" fmla="*/ 2675597 h 3128160"/>
              <a:gd name="connsiteX4" fmla="*/ 1466388 w 3821678"/>
              <a:gd name="connsiteY4" fmla="*/ 3107916 h 3128160"/>
              <a:gd name="connsiteX5" fmla="*/ 1777156 w 3821678"/>
              <a:gd name="connsiteY5" fmla="*/ 2243278 h 3128160"/>
              <a:gd name="connsiteX6" fmla="*/ 34155 w 3821678"/>
              <a:gd name="connsiteY6" fmla="*/ 2013608 h 3128160"/>
              <a:gd name="connsiteX7" fmla="*/ 709737 w 3821678"/>
              <a:gd name="connsiteY7" fmla="*/ 1135460 h 3128160"/>
              <a:gd name="connsiteX8" fmla="*/ 1655551 w 3821678"/>
              <a:gd name="connsiteY8" fmla="*/ 649101 h 3128160"/>
              <a:gd name="connsiteX0" fmla="*/ 1823172 w 4079818"/>
              <a:gd name="connsiteY0" fmla="*/ 649101 h 3238300"/>
              <a:gd name="connsiteX1" fmla="*/ 2079893 w 4079818"/>
              <a:gd name="connsiteY1" fmla="*/ 622 h 3238300"/>
              <a:gd name="connsiteX2" fmla="*/ 3079754 w 4079818"/>
              <a:gd name="connsiteY2" fmla="*/ 770691 h 3238300"/>
              <a:gd name="connsiteX3" fmla="*/ 3944499 w 4079818"/>
              <a:gd name="connsiteY3" fmla="*/ 2675597 h 3238300"/>
              <a:gd name="connsiteX4" fmla="*/ 34140 w 4079818"/>
              <a:gd name="connsiteY4" fmla="*/ 3224406 h 3238300"/>
              <a:gd name="connsiteX5" fmla="*/ 1944777 w 4079818"/>
              <a:gd name="connsiteY5" fmla="*/ 2243278 h 3238300"/>
              <a:gd name="connsiteX6" fmla="*/ 201776 w 4079818"/>
              <a:gd name="connsiteY6" fmla="*/ 2013608 h 3238300"/>
              <a:gd name="connsiteX7" fmla="*/ 877358 w 4079818"/>
              <a:gd name="connsiteY7" fmla="*/ 1135460 h 3238300"/>
              <a:gd name="connsiteX8" fmla="*/ 1823172 w 4079818"/>
              <a:gd name="connsiteY8" fmla="*/ 649101 h 3238300"/>
              <a:gd name="connsiteX0" fmla="*/ 1793095 w 4049741"/>
              <a:gd name="connsiteY0" fmla="*/ 649101 h 3265474"/>
              <a:gd name="connsiteX1" fmla="*/ 2049816 w 4049741"/>
              <a:gd name="connsiteY1" fmla="*/ 622 h 3265474"/>
              <a:gd name="connsiteX2" fmla="*/ 3049677 w 4049741"/>
              <a:gd name="connsiteY2" fmla="*/ 770691 h 3265474"/>
              <a:gd name="connsiteX3" fmla="*/ 3914422 w 4049741"/>
              <a:gd name="connsiteY3" fmla="*/ 2675597 h 3265474"/>
              <a:gd name="connsiteX4" fmla="*/ 4063 w 4049741"/>
              <a:gd name="connsiteY4" fmla="*/ 3224406 h 3265474"/>
              <a:gd name="connsiteX5" fmla="*/ 3111828 w 4049741"/>
              <a:gd name="connsiteY5" fmla="*/ 1760144 h 3265474"/>
              <a:gd name="connsiteX6" fmla="*/ 171699 w 4049741"/>
              <a:gd name="connsiteY6" fmla="*/ 2013608 h 3265474"/>
              <a:gd name="connsiteX7" fmla="*/ 847281 w 4049741"/>
              <a:gd name="connsiteY7" fmla="*/ 1135460 h 3265474"/>
              <a:gd name="connsiteX8" fmla="*/ 1793095 w 4049741"/>
              <a:gd name="connsiteY8" fmla="*/ 649101 h 3265474"/>
              <a:gd name="connsiteX0" fmla="*/ 2624027 w 4880673"/>
              <a:gd name="connsiteY0" fmla="*/ 648958 h 3265332"/>
              <a:gd name="connsiteX1" fmla="*/ 2880748 w 4880673"/>
              <a:gd name="connsiteY1" fmla="*/ 479 h 3265332"/>
              <a:gd name="connsiteX2" fmla="*/ 3880609 w 4880673"/>
              <a:gd name="connsiteY2" fmla="*/ 770548 h 3265332"/>
              <a:gd name="connsiteX3" fmla="*/ 4745354 w 4880673"/>
              <a:gd name="connsiteY3" fmla="*/ 2675454 h 3265332"/>
              <a:gd name="connsiteX4" fmla="*/ 834995 w 4880673"/>
              <a:gd name="connsiteY4" fmla="*/ 3224263 h 3265332"/>
              <a:gd name="connsiteX5" fmla="*/ 3942760 w 4880673"/>
              <a:gd name="connsiteY5" fmla="*/ 1760001 h 3265332"/>
              <a:gd name="connsiteX6" fmla="*/ 1002631 w 4880673"/>
              <a:gd name="connsiteY6" fmla="*/ 2013465 h 3265332"/>
              <a:gd name="connsiteX7" fmla="*/ 78644 w 4880673"/>
              <a:gd name="connsiteY7" fmla="*/ 234033 h 3265332"/>
              <a:gd name="connsiteX8" fmla="*/ 2624027 w 4880673"/>
              <a:gd name="connsiteY8" fmla="*/ 648958 h 3265332"/>
              <a:gd name="connsiteX0" fmla="*/ 2087235 w 4880673"/>
              <a:gd name="connsiteY0" fmla="*/ 1388874 h 3279785"/>
              <a:gd name="connsiteX1" fmla="*/ 2880748 w 4880673"/>
              <a:gd name="connsiteY1" fmla="*/ 14932 h 3279785"/>
              <a:gd name="connsiteX2" fmla="*/ 3880609 w 4880673"/>
              <a:gd name="connsiteY2" fmla="*/ 785001 h 3279785"/>
              <a:gd name="connsiteX3" fmla="*/ 4745354 w 4880673"/>
              <a:gd name="connsiteY3" fmla="*/ 2689907 h 3279785"/>
              <a:gd name="connsiteX4" fmla="*/ 834995 w 4880673"/>
              <a:gd name="connsiteY4" fmla="*/ 3238716 h 3279785"/>
              <a:gd name="connsiteX5" fmla="*/ 3942760 w 4880673"/>
              <a:gd name="connsiteY5" fmla="*/ 1774454 h 3279785"/>
              <a:gd name="connsiteX6" fmla="*/ 1002631 w 4880673"/>
              <a:gd name="connsiteY6" fmla="*/ 2027918 h 3279785"/>
              <a:gd name="connsiteX7" fmla="*/ 78644 w 4880673"/>
              <a:gd name="connsiteY7" fmla="*/ 248486 h 3279785"/>
              <a:gd name="connsiteX8" fmla="*/ 2087235 w 4880673"/>
              <a:gd name="connsiteY8" fmla="*/ 1388874 h 3279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80673" h="3279785">
                <a:moveTo>
                  <a:pt x="2087235" y="1388874"/>
                </a:moveTo>
                <a:cubicBezTo>
                  <a:pt x="2554252" y="1349948"/>
                  <a:pt x="2581852" y="115578"/>
                  <a:pt x="2880748" y="14932"/>
                </a:cubicBezTo>
                <a:cubicBezTo>
                  <a:pt x="3179644" y="-85714"/>
                  <a:pt x="3569841" y="339172"/>
                  <a:pt x="3880609" y="785001"/>
                </a:cubicBezTo>
                <a:cubicBezTo>
                  <a:pt x="4191377" y="1230830"/>
                  <a:pt x="5252956" y="2280955"/>
                  <a:pt x="4745354" y="2689907"/>
                </a:cubicBezTo>
                <a:cubicBezTo>
                  <a:pt x="4237752" y="3098859"/>
                  <a:pt x="968761" y="3391292"/>
                  <a:pt x="834995" y="3238716"/>
                </a:cubicBezTo>
                <a:cubicBezTo>
                  <a:pt x="701229" y="3086141"/>
                  <a:pt x="3914821" y="1976254"/>
                  <a:pt x="3942760" y="1774454"/>
                </a:cubicBezTo>
                <a:cubicBezTo>
                  <a:pt x="3970699" y="1572654"/>
                  <a:pt x="1646650" y="2282246"/>
                  <a:pt x="1002631" y="2027918"/>
                </a:cubicBezTo>
                <a:cubicBezTo>
                  <a:pt x="358612" y="1773590"/>
                  <a:pt x="-214108" y="406102"/>
                  <a:pt x="78644" y="248486"/>
                </a:cubicBezTo>
                <a:cubicBezTo>
                  <a:pt x="348877" y="21068"/>
                  <a:pt x="1620218" y="1427800"/>
                  <a:pt x="2087235" y="13888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86579A4-EB85-6081-E940-76E602BBA1D2}"/>
              </a:ext>
            </a:extLst>
          </p:cNvPr>
          <p:cNvSpPr/>
          <p:nvPr/>
        </p:nvSpPr>
        <p:spPr>
          <a:xfrm rot="5400000">
            <a:off x="7344528" y="3705236"/>
            <a:ext cx="2834947" cy="2453582"/>
          </a:xfrm>
          <a:custGeom>
            <a:avLst/>
            <a:gdLst>
              <a:gd name="connsiteX0" fmla="*/ 1655551 w 3781113"/>
              <a:gd name="connsiteY0" fmla="*/ 649088 h 3119469"/>
              <a:gd name="connsiteX1" fmla="*/ 1912272 w 3781113"/>
              <a:gd name="connsiteY1" fmla="*/ 609 h 3119469"/>
              <a:gd name="connsiteX2" fmla="*/ 2912133 w 3781113"/>
              <a:gd name="connsiteY2" fmla="*/ 770678 h 3119469"/>
              <a:gd name="connsiteX3" fmla="*/ 2060900 w 3781113"/>
              <a:gd name="connsiteY3" fmla="*/ 1756906 h 3119469"/>
              <a:gd name="connsiteX4" fmla="*/ 3776878 w 3781113"/>
              <a:gd name="connsiteY4" fmla="*/ 2675584 h 3119469"/>
              <a:gd name="connsiteX5" fmla="*/ 1466388 w 3781113"/>
              <a:gd name="connsiteY5" fmla="*/ 3107903 h 3119469"/>
              <a:gd name="connsiteX6" fmla="*/ 1777156 w 3781113"/>
              <a:gd name="connsiteY6" fmla="*/ 2243265 h 3119469"/>
              <a:gd name="connsiteX7" fmla="*/ 34155 w 3781113"/>
              <a:gd name="connsiteY7" fmla="*/ 2013595 h 3119469"/>
              <a:gd name="connsiteX8" fmla="*/ 709737 w 3781113"/>
              <a:gd name="connsiteY8" fmla="*/ 1135447 h 3119469"/>
              <a:gd name="connsiteX9" fmla="*/ 1790668 w 3781113"/>
              <a:gd name="connsiteY9" fmla="*/ 1067897 h 3119469"/>
              <a:gd name="connsiteX10" fmla="*/ 1655551 w 3781113"/>
              <a:gd name="connsiteY10" fmla="*/ 649088 h 3119469"/>
              <a:gd name="connsiteX0" fmla="*/ 1655551 w 3781113"/>
              <a:gd name="connsiteY0" fmla="*/ 649101 h 3119482"/>
              <a:gd name="connsiteX1" fmla="*/ 1912272 w 3781113"/>
              <a:gd name="connsiteY1" fmla="*/ 622 h 3119482"/>
              <a:gd name="connsiteX2" fmla="*/ 2912133 w 3781113"/>
              <a:gd name="connsiteY2" fmla="*/ 770691 h 3119482"/>
              <a:gd name="connsiteX3" fmla="*/ 2060900 w 3781113"/>
              <a:gd name="connsiteY3" fmla="*/ 1756919 h 3119482"/>
              <a:gd name="connsiteX4" fmla="*/ 3776878 w 3781113"/>
              <a:gd name="connsiteY4" fmla="*/ 2675597 h 3119482"/>
              <a:gd name="connsiteX5" fmla="*/ 1466388 w 3781113"/>
              <a:gd name="connsiteY5" fmla="*/ 3107916 h 3119482"/>
              <a:gd name="connsiteX6" fmla="*/ 1777156 w 3781113"/>
              <a:gd name="connsiteY6" fmla="*/ 2243278 h 3119482"/>
              <a:gd name="connsiteX7" fmla="*/ 34155 w 3781113"/>
              <a:gd name="connsiteY7" fmla="*/ 2013608 h 3119482"/>
              <a:gd name="connsiteX8" fmla="*/ 709737 w 3781113"/>
              <a:gd name="connsiteY8" fmla="*/ 1135460 h 3119482"/>
              <a:gd name="connsiteX9" fmla="*/ 1655551 w 3781113"/>
              <a:gd name="connsiteY9" fmla="*/ 649101 h 3119482"/>
              <a:gd name="connsiteX0" fmla="*/ 1655551 w 3821678"/>
              <a:gd name="connsiteY0" fmla="*/ 649101 h 3128160"/>
              <a:gd name="connsiteX1" fmla="*/ 1912272 w 3821678"/>
              <a:gd name="connsiteY1" fmla="*/ 622 h 3128160"/>
              <a:gd name="connsiteX2" fmla="*/ 2912133 w 3821678"/>
              <a:gd name="connsiteY2" fmla="*/ 770691 h 3128160"/>
              <a:gd name="connsiteX3" fmla="*/ 3776878 w 3821678"/>
              <a:gd name="connsiteY3" fmla="*/ 2675597 h 3128160"/>
              <a:gd name="connsiteX4" fmla="*/ 1466388 w 3821678"/>
              <a:gd name="connsiteY4" fmla="*/ 3107916 h 3128160"/>
              <a:gd name="connsiteX5" fmla="*/ 1777156 w 3821678"/>
              <a:gd name="connsiteY5" fmla="*/ 2243278 h 3128160"/>
              <a:gd name="connsiteX6" fmla="*/ 34155 w 3821678"/>
              <a:gd name="connsiteY6" fmla="*/ 2013608 h 3128160"/>
              <a:gd name="connsiteX7" fmla="*/ 709737 w 3821678"/>
              <a:gd name="connsiteY7" fmla="*/ 1135460 h 3128160"/>
              <a:gd name="connsiteX8" fmla="*/ 1655551 w 3821678"/>
              <a:gd name="connsiteY8" fmla="*/ 649101 h 3128160"/>
              <a:gd name="connsiteX0" fmla="*/ 1823172 w 4079818"/>
              <a:gd name="connsiteY0" fmla="*/ 649101 h 3238300"/>
              <a:gd name="connsiteX1" fmla="*/ 2079893 w 4079818"/>
              <a:gd name="connsiteY1" fmla="*/ 622 h 3238300"/>
              <a:gd name="connsiteX2" fmla="*/ 3079754 w 4079818"/>
              <a:gd name="connsiteY2" fmla="*/ 770691 h 3238300"/>
              <a:gd name="connsiteX3" fmla="*/ 3944499 w 4079818"/>
              <a:gd name="connsiteY3" fmla="*/ 2675597 h 3238300"/>
              <a:gd name="connsiteX4" fmla="*/ 34140 w 4079818"/>
              <a:gd name="connsiteY4" fmla="*/ 3224406 h 3238300"/>
              <a:gd name="connsiteX5" fmla="*/ 1944777 w 4079818"/>
              <a:gd name="connsiteY5" fmla="*/ 2243278 h 3238300"/>
              <a:gd name="connsiteX6" fmla="*/ 201776 w 4079818"/>
              <a:gd name="connsiteY6" fmla="*/ 2013608 h 3238300"/>
              <a:gd name="connsiteX7" fmla="*/ 877358 w 4079818"/>
              <a:gd name="connsiteY7" fmla="*/ 1135460 h 3238300"/>
              <a:gd name="connsiteX8" fmla="*/ 1823172 w 4079818"/>
              <a:gd name="connsiteY8" fmla="*/ 649101 h 3238300"/>
              <a:gd name="connsiteX0" fmla="*/ 1793095 w 4049741"/>
              <a:gd name="connsiteY0" fmla="*/ 649101 h 3265474"/>
              <a:gd name="connsiteX1" fmla="*/ 2049816 w 4049741"/>
              <a:gd name="connsiteY1" fmla="*/ 622 h 3265474"/>
              <a:gd name="connsiteX2" fmla="*/ 3049677 w 4049741"/>
              <a:gd name="connsiteY2" fmla="*/ 770691 h 3265474"/>
              <a:gd name="connsiteX3" fmla="*/ 3914422 w 4049741"/>
              <a:gd name="connsiteY3" fmla="*/ 2675597 h 3265474"/>
              <a:gd name="connsiteX4" fmla="*/ 4063 w 4049741"/>
              <a:gd name="connsiteY4" fmla="*/ 3224406 h 3265474"/>
              <a:gd name="connsiteX5" fmla="*/ 3111828 w 4049741"/>
              <a:gd name="connsiteY5" fmla="*/ 1760144 h 3265474"/>
              <a:gd name="connsiteX6" fmla="*/ 171699 w 4049741"/>
              <a:gd name="connsiteY6" fmla="*/ 2013608 h 3265474"/>
              <a:gd name="connsiteX7" fmla="*/ 847281 w 4049741"/>
              <a:gd name="connsiteY7" fmla="*/ 1135460 h 3265474"/>
              <a:gd name="connsiteX8" fmla="*/ 1793095 w 4049741"/>
              <a:gd name="connsiteY8" fmla="*/ 649101 h 3265474"/>
              <a:gd name="connsiteX0" fmla="*/ 2624027 w 4880673"/>
              <a:gd name="connsiteY0" fmla="*/ 648958 h 3265332"/>
              <a:gd name="connsiteX1" fmla="*/ 2880748 w 4880673"/>
              <a:gd name="connsiteY1" fmla="*/ 479 h 3265332"/>
              <a:gd name="connsiteX2" fmla="*/ 3880609 w 4880673"/>
              <a:gd name="connsiteY2" fmla="*/ 770548 h 3265332"/>
              <a:gd name="connsiteX3" fmla="*/ 4745354 w 4880673"/>
              <a:gd name="connsiteY3" fmla="*/ 2675454 h 3265332"/>
              <a:gd name="connsiteX4" fmla="*/ 834995 w 4880673"/>
              <a:gd name="connsiteY4" fmla="*/ 3224263 h 3265332"/>
              <a:gd name="connsiteX5" fmla="*/ 3942760 w 4880673"/>
              <a:gd name="connsiteY5" fmla="*/ 1760001 h 3265332"/>
              <a:gd name="connsiteX6" fmla="*/ 1002631 w 4880673"/>
              <a:gd name="connsiteY6" fmla="*/ 2013465 h 3265332"/>
              <a:gd name="connsiteX7" fmla="*/ 78644 w 4880673"/>
              <a:gd name="connsiteY7" fmla="*/ 234033 h 3265332"/>
              <a:gd name="connsiteX8" fmla="*/ 2624027 w 4880673"/>
              <a:gd name="connsiteY8" fmla="*/ 648958 h 3265332"/>
              <a:gd name="connsiteX0" fmla="*/ 2087235 w 4880673"/>
              <a:gd name="connsiteY0" fmla="*/ 1388874 h 3279785"/>
              <a:gd name="connsiteX1" fmla="*/ 2880748 w 4880673"/>
              <a:gd name="connsiteY1" fmla="*/ 14932 h 3279785"/>
              <a:gd name="connsiteX2" fmla="*/ 3880609 w 4880673"/>
              <a:gd name="connsiteY2" fmla="*/ 785001 h 3279785"/>
              <a:gd name="connsiteX3" fmla="*/ 4745354 w 4880673"/>
              <a:gd name="connsiteY3" fmla="*/ 2689907 h 3279785"/>
              <a:gd name="connsiteX4" fmla="*/ 834995 w 4880673"/>
              <a:gd name="connsiteY4" fmla="*/ 3238716 h 3279785"/>
              <a:gd name="connsiteX5" fmla="*/ 3942760 w 4880673"/>
              <a:gd name="connsiteY5" fmla="*/ 1774454 h 3279785"/>
              <a:gd name="connsiteX6" fmla="*/ 1002631 w 4880673"/>
              <a:gd name="connsiteY6" fmla="*/ 2027918 h 3279785"/>
              <a:gd name="connsiteX7" fmla="*/ 78644 w 4880673"/>
              <a:gd name="connsiteY7" fmla="*/ 248486 h 3279785"/>
              <a:gd name="connsiteX8" fmla="*/ 2087235 w 4880673"/>
              <a:gd name="connsiteY8" fmla="*/ 1388874 h 3279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80673" h="3279785">
                <a:moveTo>
                  <a:pt x="2087235" y="1388874"/>
                </a:moveTo>
                <a:cubicBezTo>
                  <a:pt x="2554252" y="1349948"/>
                  <a:pt x="2581852" y="115578"/>
                  <a:pt x="2880748" y="14932"/>
                </a:cubicBezTo>
                <a:cubicBezTo>
                  <a:pt x="3179644" y="-85714"/>
                  <a:pt x="3569841" y="339172"/>
                  <a:pt x="3880609" y="785001"/>
                </a:cubicBezTo>
                <a:cubicBezTo>
                  <a:pt x="4191377" y="1230830"/>
                  <a:pt x="5252956" y="2280955"/>
                  <a:pt x="4745354" y="2689907"/>
                </a:cubicBezTo>
                <a:cubicBezTo>
                  <a:pt x="4237752" y="3098859"/>
                  <a:pt x="968761" y="3391292"/>
                  <a:pt x="834995" y="3238716"/>
                </a:cubicBezTo>
                <a:cubicBezTo>
                  <a:pt x="701229" y="3086141"/>
                  <a:pt x="3914821" y="1976254"/>
                  <a:pt x="3942760" y="1774454"/>
                </a:cubicBezTo>
                <a:cubicBezTo>
                  <a:pt x="3970699" y="1572654"/>
                  <a:pt x="1646650" y="2282246"/>
                  <a:pt x="1002631" y="2027918"/>
                </a:cubicBezTo>
                <a:cubicBezTo>
                  <a:pt x="358612" y="1773590"/>
                  <a:pt x="-214108" y="406102"/>
                  <a:pt x="78644" y="248486"/>
                </a:cubicBezTo>
                <a:cubicBezTo>
                  <a:pt x="348877" y="21068"/>
                  <a:pt x="1620218" y="1427800"/>
                  <a:pt x="2087235" y="13888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9A730FA-BBDD-9716-80D6-12BBF6F4E0C9}"/>
              </a:ext>
            </a:extLst>
          </p:cNvPr>
          <p:cNvSpPr/>
          <p:nvPr/>
        </p:nvSpPr>
        <p:spPr>
          <a:xfrm>
            <a:off x="5803818" y="1080003"/>
            <a:ext cx="1759874" cy="1645036"/>
          </a:xfrm>
          <a:custGeom>
            <a:avLst/>
            <a:gdLst>
              <a:gd name="connsiteX0" fmla="*/ 1655551 w 3781113"/>
              <a:gd name="connsiteY0" fmla="*/ 649088 h 3119469"/>
              <a:gd name="connsiteX1" fmla="*/ 1912272 w 3781113"/>
              <a:gd name="connsiteY1" fmla="*/ 609 h 3119469"/>
              <a:gd name="connsiteX2" fmla="*/ 2912133 w 3781113"/>
              <a:gd name="connsiteY2" fmla="*/ 770678 h 3119469"/>
              <a:gd name="connsiteX3" fmla="*/ 2060900 w 3781113"/>
              <a:gd name="connsiteY3" fmla="*/ 1756906 h 3119469"/>
              <a:gd name="connsiteX4" fmla="*/ 3776878 w 3781113"/>
              <a:gd name="connsiteY4" fmla="*/ 2675584 h 3119469"/>
              <a:gd name="connsiteX5" fmla="*/ 1466388 w 3781113"/>
              <a:gd name="connsiteY5" fmla="*/ 3107903 h 3119469"/>
              <a:gd name="connsiteX6" fmla="*/ 1777156 w 3781113"/>
              <a:gd name="connsiteY6" fmla="*/ 2243265 h 3119469"/>
              <a:gd name="connsiteX7" fmla="*/ 34155 w 3781113"/>
              <a:gd name="connsiteY7" fmla="*/ 2013595 h 3119469"/>
              <a:gd name="connsiteX8" fmla="*/ 709737 w 3781113"/>
              <a:gd name="connsiteY8" fmla="*/ 1135447 h 3119469"/>
              <a:gd name="connsiteX9" fmla="*/ 1790668 w 3781113"/>
              <a:gd name="connsiteY9" fmla="*/ 1067897 h 3119469"/>
              <a:gd name="connsiteX10" fmla="*/ 1655551 w 3781113"/>
              <a:gd name="connsiteY10" fmla="*/ 649088 h 3119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81113" h="3119469">
                <a:moveTo>
                  <a:pt x="1655551" y="649088"/>
                </a:moveTo>
                <a:cubicBezTo>
                  <a:pt x="1675818" y="471207"/>
                  <a:pt x="1702842" y="-19656"/>
                  <a:pt x="1912272" y="609"/>
                </a:cubicBezTo>
                <a:cubicBezTo>
                  <a:pt x="2121702" y="20874"/>
                  <a:pt x="2887362" y="477962"/>
                  <a:pt x="2912133" y="770678"/>
                </a:cubicBezTo>
                <a:cubicBezTo>
                  <a:pt x="2936904" y="1063394"/>
                  <a:pt x="1916776" y="1439422"/>
                  <a:pt x="2060900" y="1756906"/>
                </a:cubicBezTo>
                <a:cubicBezTo>
                  <a:pt x="2205024" y="2074390"/>
                  <a:pt x="3875963" y="2450418"/>
                  <a:pt x="3776878" y="2675584"/>
                </a:cubicBezTo>
                <a:cubicBezTo>
                  <a:pt x="3677793" y="2900750"/>
                  <a:pt x="1799675" y="3179956"/>
                  <a:pt x="1466388" y="3107903"/>
                </a:cubicBezTo>
                <a:cubicBezTo>
                  <a:pt x="1133101" y="3035850"/>
                  <a:pt x="2015861" y="2425650"/>
                  <a:pt x="1777156" y="2243265"/>
                </a:cubicBezTo>
                <a:cubicBezTo>
                  <a:pt x="1538451" y="2060880"/>
                  <a:pt x="212058" y="2198231"/>
                  <a:pt x="34155" y="2013595"/>
                </a:cubicBezTo>
                <a:cubicBezTo>
                  <a:pt x="-143748" y="1828959"/>
                  <a:pt x="416985" y="1293063"/>
                  <a:pt x="709737" y="1135447"/>
                </a:cubicBezTo>
                <a:cubicBezTo>
                  <a:pt x="1002489" y="977831"/>
                  <a:pt x="1633032" y="1151209"/>
                  <a:pt x="1790668" y="1067897"/>
                </a:cubicBezTo>
                <a:cubicBezTo>
                  <a:pt x="1948304" y="984586"/>
                  <a:pt x="1635284" y="826969"/>
                  <a:pt x="1655551" y="64908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B4D7C89-CC17-BBF9-BEF2-60873A45F709}"/>
              </a:ext>
            </a:extLst>
          </p:cNvPr>
          <p:cNvSpPr/>
          <p:nvPr/>
        </p:nvSpPr>
        <p:spPr>
          <a:xfrm rot="1647861">
            <a:off x="8357994" y="709064"/>
            <a:ext cx="2196266" cy="2333650"/>
          </a:xfrm>
          <a:custGeom>
            <a:avLst/>
            <a:gdLst>
              <a:gd name="connsiteX0" fmla="*/ 1655551 w 3781113"/>
              <a:gd name="connsiteY0" fmla="*/ 649088 h 3119469"/>
              <a:gd name="connsiteX1" fmla="*/ 1912272 w 3781113"/>
              <a:gd name="connsiteY1" fmla="*/ 609 h 3119469"/>
              <a:gd name="connsiteX2" fmla="*/ 2912133 w 3781113"/>
              <a:gd name="connsiteY2" fmla="*/ 770678 h 3119469"/>
              <a:gd name="connsiteX3" fmla="*/ 2060900 w 3781113"/>
              <a:gd name="connsiteY3" fmla="*/ 1756906 h 3119469"/>
              <a:gd name="connsiteX4" fmla="*/ 3776878 w 3781113"/>
              <a:gd name="connsiteY4" fmla="*/ 2675584 h 3119469"/>
              <a:gd name="connsiteX5" fmla="*/ 1466388 w 3781113"/>
              <a:gd name="connsiteY5" fmla="*/ 3107903 h 3119469"/>
              <a:gd name="connsiteX6" fmla="*/ 1777156 w 3781113"/>
              <a:gd name="connsiteY6" fmla="*/ 2243265 h 3119469"/>
              <a:gd name="connsiteX7" fmla="*/ 34155 w 3781113"/>
              <a:gd name="connsiteY7" fmla="*/ 2013595 h 3119469"/>
              <a:gd name="connsiteX8" fmla="*/ 709737 w 3781113"/>
              <a:gd name="connsiteY8" fmla="*/ 1135447 h 3119469"/>
              <a:gd name="connsiteX9" fmla="*/ 1790668 w 3781113"/>
              <a:gd name="connsiteY9" fmla="*/ 1067897 h 3119469"/>
              <a:gd name="connsiteX10" fmla="*/ 1655551 w 3781113"/>
              <a:gd name="connsiteY10" fmla="*/ 649088 h 3119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81113" h="3119469">
                <a:moveTo>
                  <a:pt x="1655551" y="649088"/>
                </a:moveTo>
                <a:cubicBezTo>
                  <a:pt x="1675818" y="471207"/>
                  <a:pt x="1702842" y="-19656"/>
                  <a:pt x="1912272" y="609"/>
                </a:cubicBezTo>
                <a:cubicBezTo>
                  <a:pt x="2121702" y="20874"/>
                  <a:pt x="2887362" y="477962"/>
                  <a:pt x="2912133" y="770678"/>
                </a:cubicBezTo>
                <a:cubicBezTo>
                  <a:pt x="2936904" y="1063394"/>
                  <a:pt x="1916776" y="1439422"/>
                  <a:pt x="2060900" y="1756906"/>
                </a:cubicBezTo>
                <a:cubicBezTo>
                  <a:pt x="2205024" y="2074390"/>
                  <a:pt x="3875963" y="2450418"/>
                  <a:pt x="3776878" y="2675584"/>
                </a:cubicBezTo>
                <a:cubicBezTo>
                  <a:pt x="3677793" y="2900750"/>
                  <a:pt x="1799675" y="3179956"/>
                  <a:pt x="1466388" y="3107903"/>
                </a:cubicBezTo>
                <a:cubicBezTo>
                  <a:pt x="1133101" y="3035850"/>
                  <a:pt x="2015861" y="2425650"/>
                  <a:pt x="1777156" y="2243265"/>
                </a:cubicBezTo>
                <a:cubicBezTo>
                  <a:pt x="1538451" y="2060880"/>
                  <a:pt x="212058" y="2198231"/>
                  <a:pt x="34155" y="2013595"/>
                </a:cubicBezTo>
                <a:cubicBezTo>
                  <a:pt x="-143748" y="1828959"/>
                  <a:pt x="416985" y="1293063"/>
                  <a:pt x="709737" y="1135447"/>
                </a:cubicBezTo>
                <a:cubicBezTo>
                  <a:pt x="1002489" y="977831"/>
                  <a:pt x="1633032" y="1151209"/>
                  <a:pt x="1790668" y="1067897"/>
                </a:cubicBezTo>
                <a:cubicBezTo>
                  <a:pt x="1948304" y="984586"/>
                  <a:pt x="1635284" y="826969"/>
                  <a:pt x="1655551" y="64908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B075D0A-991E-2D1F-C9B4-693D13C33BDD}"/>
              </a:ext>
            </a:extLst>
          </p:cNvPr>
          <p:cNvSpPr/>
          <p:nvPr/>
        </p:nvSpPr>
        <p:spPr>
          <a:xfrm>
            <a:off x="2155187" y="449983"/>
            <a:ext cx="3307370" cy="2882339"/>
          </a:xfrm>
          <a:custGeom>
            <a:avLst/>
            <a:gdLst>
              <a:gd name="connsiteX0" fmla="*/ 1655551 w 3781113"/>
              <a:gd name="connsiteY0" fmla="*/ 649088 h 3119469"/>
              <a:gd name="connsiteX1" fmla="*/ 1912272 w 3781113"/>
              <a:gd name="connsiteY1" fmla="*/ 609 h 3119469"/>
              <a:gd name="connsiteX2" fmla="*/ 2912133 w 3781113"/>
              <a:gd name="connsiteY2" fmla="*/ 770678 h 3119469"/>
              <a:gd name="connsiteX3" fmla="*/ 2060900 w 3781113"/>
              <a:gd name="connsiteY3" fmla="*/ 1756906 h 3119469"/>
              <a:gd name="connsiteX4" fmla="*/ 3776878 w 3781113"/>
              <a:gd name="connsiteY4" fmla="*/ 2675584 h 3119469"/>
              <a:gd name="connsiteX5" fmla="*/ 1466388 w 3781113"/>
              <a:gd name="connsiteY5" fmla="*/ 3107903 h 3119469"/>
              <a:gd name="connsiteX6" fmla="*/ 1777156 w 3781113"/>
              <a:gd name="connsiteY6" fmla="*/ 2243265 h 3119469"/>
              <a:gd name="connsiteX7" fmla="*/ 34155 w 3781113"/>
              <a:gd name="connsiteY7" fmla="*/ 2013595 h 3119469"/>
              <a:gd name="connsiteX8" fmla="*/ 709737 w 3781113"/>
              <a:gd name="connsiteY8" fmla="*/ 1135447 h 3119469"/>
              <a:gd name="connsiteX9" fmla="*/ 1790668 w 3781113"/>
              <a:gd name="connsiteY9" fmla="*/ 1067897 h 3119469"/>
              <a:gd name="connsiteX10" fmla="*/ 1655551 w 3781113"/>
              <a:gd name="connsiteY10" fmla="*/ 649088 h 3119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81113" h="3119469">
                <a:moveTo>
                  <a:pt x="1655551" y="649088"/>
                </a:moveTo>
                <a:cubicBezTo>
                  <a:pt x="1675818" y="471207"/>
                  <a:pt x="1702842" y="-19656"/>
                  <a:pt x="1912272" y="609"/>
                </a:cubicBezTo>
                <a:cubicBezTo>
                  <a:pt x="2121702" y="20874"/>
                  <a:pt x="2887362" y="477962"/>
                  <a:pt x="2912133" y="770678"/>
                </a:cubicBezTo>
                <a:cubicBezTo>
                  <a:pt x="2936904" y="1063394"/>
                  <a:pt x="1916776" y="1439422"/>
                  <a:pt x="2060900" y="1756906"/>
                </a:cubicBezTo>
                <a:cubicBezTo>
                  <a:pt x="2205024" y="2074390"/>
                  <a:pt x="3875963" y="2450418"/>
                  <a:pt x="3776878" y="2675584"/>
                </a:cubicBezTo>
                <a:cubicBezTo>
                  <a:pt x="3677793" y="2900750"/>
                  <a:pt x="1799675" y="3179956"/>
                  <a:pt x="1466388" y="3107903"/>
                </a:cubicBezTo>
                <a:cubicBezTo>
                  <a:pt x="1133101" y="3035850"/>
                  <a:pt x="2015861" y="2425650"/>
                  <a:pt x="1777156" y="2243265"/>
                </a:cubicBezTo>
                <a:cubicBezTo>
                  <a:pt x="1538451" y="2060880"/>
                  <a:pt x="212058" y="2198231"/>
                  <a:pt x="34155" y="2013595"/>
                </a:cubicBezTo>
                <a:cubicBezTo>
                  <a:pt x="-143748" y="1828959"/>
                  <a:pt x="416985" y="1293063"/>
                  <a:pt x="709737" y="1135447"/>
                </a:cubicBezTo>
                <a:cubicBezTo>
                  <a:pt x="1002489" y="977831"/>
                  <a:pt x="1633032" y="1151209"/>
                  <a:pt x="1790668" y="1067897"/>
                </a:cubicBezTo>
                <a:cubicBezTo>
                  <a:pt x="1948304" y="984586"/>
                  <a:pt x="1635284" y="826969"/>
                  <a:pt x="1655551" y="64908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E45C7-7F2A-C9F2-7CC4-255E0E0E8DCE}"/>
              </a:ext>
            </a:extLst>
          </p:cNvPr>
          <p:cNvSpPr txBox="1"/>
          <p:nvPr/>
        </p:nvSpPr>
        <p:spPr>
          <a:xfrm>
            <a:off x="3281598" y="18956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5DAC46-E0EE-C50A-5A6F-8E3AA86A643E}"/>
              </a:ext>
            </a:extLst>
          </p:cNvPr>
          <p:cNvSpPr txBox="1"/>
          <p:nvPr/>
        </p:nvSpPr>
        <p:spPr>
          <a:xfrm>
            <a:off x="6384710" y="17529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BFF99F-F99D-4179-31B7-B7E29736436E}"/>
              </a:ext>
            </a:extLst>
          </p:cNvPr>
          <p:cNvSpPr txBox="1"/>
          <p:nvPr/>
        </p:nvSpPr>
        <p:spPr>
          <a:xfrm>
            <a:off x="8989034" y="16760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C574EC-EEA7-BEAF-7835-1EC61C5125B4}"/>
              </a:ext>
            </a:extLst>
          </p:cNvPr>
          <p:cNvSpPr txBox="1"/>
          <p:nvPr/>
        </p:nvSpPr>
        <p:spPr>
          <a:xfrm>
            <a:off x="4126774" y="45237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B8142F-497D-9CA8-16E2-2206F47082D9}"/>
              </a:ext>
            </a:extLst>
          </p:cNvPr>
          <p:cNvSpPr txBox="1"/>
          <p:nvPr/>
        </p:nvSpPr>
        <p:spPr>
          <a:xfrm>
            <a:off x="6474514" y="476748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5CB1AD-C3D0-CB49-8340-9765228D1E6A}"/>
              </a:ext>
            </a:extLst>
          </p:cNvPr>
          <p:cNvSpPr txBox="1"/>
          <p:nvPr/>
        </p:nvSpPr>
        <p:spPr>
          <a:xfrm>
            <a:off x="8860742" y="50753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5AD6AC-21E6-962D-3EFA-1B0B20CB5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45E658-371F-02CC-33BE-2D8E9C36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80881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409" y="1959910"/>
            <a:ext cx="5256716" cy="467112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885830" y="2066991"/>
            <a:ext cx="218096" cy="2052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6248871" y="2079421"/>
            <a:ext cx="46799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>
            <a:off x="1069703" y="6493179"/>
            <a:ext cx="39599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71049" y="6240701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86167" y="187701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899" y="1003341"/>
            <a:ext cx="8376109" cy="519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Diferencia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entre Φ</a:t>
            </a:r>
            <a:r>
              <a:rPr lang="en-US" sz="2800" baseline="-25000" dirty="0">
                <a:latin typeface="Gill Sans MT" panose="020B0502020104020203" pitchFamily="34" charset="77"/>
                <a:cs typeface="Trebuchet MS"/>
              </a:rPr>
              <a:t>1 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de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región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y Φ</a:t>
            </a:r>
            <a:r>
              <a:rPr lang="en-US" sz="2800" baseline="-25000" dirty="0">
                <a:latin typeface="Gill Sans MT" panose="020B0502020104020203" pitchFamily="34" charset="77"/>
                <a:cs typeface="Trebuchet MS"/>
              </a:rPr>
              <a:t>1 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de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región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j</a:t>
            </a:r>
          </a:p>
          <a:p>
            <a:endParaRPr lang="en-US" sz="2800" baseline="-25000" dirty="0">
              <a:latin typeface="Gill Sans MT" panose="020B0502020104020203" pitchFamily="34" charset="77"/>
              <a:cs typeface="Trebuchet MS"/>
            </a:endParaRPr>
          </a:p>
          <a:p>
            <a:endParaRPr lang="en-US" baseline="-25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                  1          2         3          4           5           6</a:t>
            </a:r>
          </a:p>
          <a:p>
            <a:endParaRPr lang="en-US" sz="1500" dirty="0">
              <a:latin typeface="Gill Sans MT" panose="020B0502020104020203" pitchFamily="34" charset="77"/>
            </a:endParaRPr>
          </a:p>
          <a:p>
            <a:r>
              <a:rPr lang="en-US" sz="1500" dirty="0">
                <a:latin typeface="Gill Sans MT" panose="020B0502020104020203" pitchFamily="34" charset="77"/>
              </a:rPr>
              <a:t>      1</a:t>
            </a:r>
          </a:p>
          <a:p>
            <a:endParaRPr lang="en-US" sz="1500" dirty="0">
              <a:latin typeface="Gill Sans MT" panose="020B0502020104020203" pitchFamily="34" charset="77"/>
            </a:endParaRPr>
          </a:p>
          <a:p>
            <a:endParaRPr lang="en-US" sz="1500" dirty="0">
              <a:latin typeface="Gill Sans MT" panose="020B0502020104020203" pitchFamily="34" charset="77"/>
            </a:endParaRPr>
          </a:p>
          <a:p>
            <a:r>
              <a:rPr lang="en-US" sz="1500" dirty="0">
                <a:latin typeface="Gill Sans MT" panose="020B0502020104020203" pitchFamily="34" charset="77"/>
              </a:rPr>
              <a:t>      2</a:t>
            </a:r>
          </a:p>
          <a:p>
            <a:endParaRPr lang="en-US" sz="1500" dirty="0">
              <a:latin typeface="Gill Sans MT" panose="020B0502020104020203" pitchFamily="34" charset="77"/>
            </a:endParaRPr>
          </a:p>
          <a:p>
            <a:endParaRPr lang="en-US" sz="1500" dirty="0">
              <a:latin typeface="Gill Sans MT" panose="020B0502020104020203" pitchFamily="34" charset="77"/>
            </a:endParaRPr>
          </a:p>
          <a:p>
            <a:r>
              <a:rPr lang="en-US" sz="1500" dirty="0">
                <a:latin typeface="Gill Sans MT" panose="020B0502020104020203" pitchFamily="34" charset="77"/>
              </a:rPr>
              <a:t>       3</a:t>
            </a:r>
          </a:p>
          <a:p>
            <a:endParaRPr lang="en-US" sz="1500" dirty="0">
              <a:latin typeface="Gill Sans MT" panose="020B0502020104020203" pitchFamily="34" charset="77"/>
            </a:endParaRPr>
          </a:p>
          <a:p>
            <a:endParaRPr lang="en-US" sz="1500" dirty="0">
              <a:latin typeface="Gill Sans MT" panose="020B0502020104020203" pitchFamily="34" charset="77"/>
            </a:endParaRPr>
          </a:p>
          <a:p>
            <a:r>
              <a:rPr lang="en-US" sz="1500" dirty="0">
                <a:latin typeface="Gill Sans MT" panose="020B0502020104020203" pitchFamily="34" charset="77"/>
              </a:rPr>
              <a:t>        4</a:t>
            </a:r>
          </a:p>
          <a:p>
            <a:endParaRPr lang="en-US" sz="1500" dirty="0">
              <a:latin typeface="Gill Sans MT" panose="020B0502020104020203" pitchFamily="34" charset="77"/>
            </a:endParaRPr>
          </a:p>
          <a:p>
            <a:endParaRPr lang="en-US" sz="1500" dirty="0">
              <a:latin typeface="Gill Sans MT" panose="020B0502020104020203" pitchFamily="34" charset="77"/>
            </a:endParaRPr>
          </a:p>
          <a:p>
            <a:r>
              <a:rPr lang="en-US" sz="1500" dirty="0">
                <a:latin typeface="Gill Sans MT" panose="020B0502020104020203" pitchFamily="34" charset="77"/>
              </a:rPr>
              <a:t>        5</a:t>
            </a:r>
          </a:p>
          <a:p>
            <a:endParaRPr lang="en-US" sz="1500" dirty="0">
              <a:latin typeface="Gill Sans MT" panose="020B0502020104020203" pitchFamily="34" charset="77"/>
            </a:endParaRPr>
          </a:p>
          <a:p>
            <a:endParaRPr lang="en-US" sz="1500" dirty="0">
              <a:latin typeface="Gill Sans MT" panose="020B0502020104020203" pitchFamily="34" charset="77"/>
            </a:endParaRPr>
          </a:p>
          <a:p>
            <a:r>
              <a:rPr lang="en-US" sz="1500" dirty="0">
                <a:latin typeface="Gill Sans MT" panose="020B0502020104020203" pitchFamily="34" charset="77"/>
              </a:rPr>
              <a:t>        6</a:t>
            </a:r>
          </a:p>
        </p:txBody>
      </p:sp>
      <p:pic>
        <p:nvPicPr>
          <p:cNvPr id="3" name="Picture 2" descr="A black and white image of shapes&#10;&#10;AI-generated content may be incorrect.">
            <a:extLst>
              <a:ext uri="{FF2B5EF4-FFF2-40B4-BE49-F238E27FC236}">
                <a16:creationId xmlns:a16="http://schemas.microsoft.com/office/drawing/2014/main" id="{0F7E2CCE-30F6-AFDA-7F8C-1FC334A8D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831" y="2682019"/>
            <a:ext cx="4432314" cy="322690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B8A26-2A6F-E899-385D-0740CAAE7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CE2BEFB-EB78-995F-CCCC-02D436AD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07532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766" y="1341517"/>
            <a:ext cx="2037724" cy="18958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459" y="1341518"/>
            <a:ext cx="2037724" cy="18958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461" y="1334892"/>
            <a:ext cx="2037724" cy="18958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738" y="1332715"/>
            <a:ext cx="2037724" cy="189582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0269" y="3685768"/>
            <a:ext cx="2037724" cy="189582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3435" y="3668736"/>
            <a:ext cx="2037724" cy="189582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3257" y="3651648"/>
            <a:ext cx="2037724" cy="189582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449954" y="1089283"/>
            <a:ext cx="7180171" cy="36933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Φ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1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           Φ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2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          Φ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3                                                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Φ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4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384255" y="3460872"/>
            <a:ext cx="4915128" cy="36933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Φ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5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            Φ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6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          Φ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7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AEB78-C4DF-5487-8546-D6ED1304A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9641CE-B427-8E98-4A6B-11BAD4B5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08766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ABD5-E200-B346-A8BE-F4BA49872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199" y="274638"/>
            <a:ext cx="4926037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Momentos</a:t>
            </a:r>
            <a:r>
              <a:rPr lang="en-US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Flusser</a:t>
            </a:r>
            <a:endParaRPr lang="en-US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B6B37-8E97-B542-A70B-736FBECA5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682" y="1450161"/>
            <a:ext cx="6999029" cy="4389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B4CFD4-E8B6-F844-B725-0E27BAE49BB6}"/>
              </a:ext>
            </a:extLst>
          </p:cNvPr>
          <p:cNvSpPr txBox="1"/>
          <p:nvPr/>
        </p:nvSpPr>
        <p:spPr>
          <a:xfrm>
            <a:off x="1874875" y="6060559"/>
            <a:ext cx="8420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Flusser</a:t>
            </a:r>
            <a:r>
              <a:rPr lang="en-US" dirty="0">
                <a:latin typeface="Gill Sans MT" panose="020B0502020104020203" pitchFamily="34" charset="77"/>
              </a:rPr>
              <a:t>, J., &amp; Suk, T. (1993). </a:t>
            </a:r>
            <a:r>
              <a:rPr lang="en-US" dirty="0">
                <a:latin typeface="Gill Sans MT" panose="020B0502020104020203" pitchFamily="34" charset="77"/>
                <a:hlinkClick r:id="rId3"/>
              </a:rPr>
              <a:t>Pattern recognition by affine moment invariants</a:t>
            </a:r>
            <a:r>
              <a:rPr lang="en-US" dirty="0">
                <a:latin typeface="Gill Sans MT" panose="020B0502020104020203" pitchFamily="34" charset="77"/>
              </a:rPr>
              <a:t>. Pattern recognition, 26(1), 167-174.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60C5C0-8CB2-3CD1-5634-4F9E932D22B8}"/>
              </a:ext>
            </a:extLst>
          </p:cNvPr>
          <p:cNvGrpSpPr/>
          <p:nvPr/>
        </p:nvGrpSpPr>
        <p:grpSpPr>
          <a:xfrm>
            <a:off x="8370293" y="505278"/>
            <a:ext cx="3317358" cy="2615558"/>
            <a:chOff x="7084832" y="584792"/>
            <a:chExt cx="3317358" cy="261555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6F713D9-031C-BE4B-A513-339FA93A5F2A}"/>
                </a:ext>
              </a:extLst>
            </p:cNvPr>
            <p:cNvSpPr/>
            <p:nvPr/>
          </p:nvSpPr>
          <p:spPr>
            <a:xfrm>
              <a:off x="7627096" y="584792"/>
              <a:ext cx="712381" cy="5635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A1F5EF56-379E-8E48-984B-6D18017FEF5A}"/>
                </a:ext>
              </a:extLst>
            </p:cNvPr>
            <p:cNvSpPr/>
            <p:nvPr/>
          </p:nvSpPr>
          <p:spPr>
            <a:xfrm rot="878684">
              <a:off x="9264506" y="616692"/>
              <a:ext cx="776177" cy="659219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F3F00722-5264-7146-9043-13A85C352209}"/>
                </a:ext>
              </a:extLst>
            </p:cNvPr>
            <p:cNvSpPr/>
            <p:nvPr/>
          </p:nvSpPr>
          <p:spPr>
            <a:xfrm>
              <a:off x="8669086" y="808074"/>
              <a:ext cx="233916" cy="21265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5B3D82-21D0-7349-8FB5-2D6F26B81E03}"/>
                </a:ext>
              </a:extLst>
            </p:cNvPr>
            <p:cNvSpPr txBox="1"/>
            <p:nvPr/>
          </p:nvSpPr>
          <p:spPr>
            <a:xfrm>
              <a:off x="7084832" y="1446024"/>
              <a:ext cx="331735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0000FF"/>
                  </a:solidFill>
                  <a:latin typeface="Gill Sans MT" panose="020B0502020104020203" pitchFamily="34" charset="77"/>
                </a:rPr>
                <a:t>Invariantes</a:t>
              </a:r>
              <a:r>
                <a:rPr lang="en-US" dirty="0">
                  <a:solidFill>
                    <a:srgbClr val="0000FF"/>
                  </a:solidFill>
                  <a:latin typeface="Gill Sans MT" panose="020B0502020104020203" pitchFamily="34" charset="77"/>
                </a:rPr>
                <a:t> a Escala, </a:t>
              </a:r>
              <a:r>
                <a:rPr lang="en-US" dirty="0" err="1">
                  <a:solidFill>
                    <a:srgbClr val="0000FF"/>
                  </a:solidFill>
                  <a:latin typeface="Gill Sans MT" panose="020B0502020104020203" pitchFamily="34" charset="77"/>
                </a:rPr>
                <a:t>Rotación</a:t>
              </a:r>
              <a:r>
                <a:rPr lang="en-US" dirty="0">
                  <a:solidFill>
                    <a:srgbClr val="0000FF"/>
                  </a:solidFill>
                  <a:latin typeface="Gill Sans MT" panose="020B0502020104020203" pitchFamily="34" charset="77"/>
                </a:rPr>
                <a:t> y </a:t>
              </a:r>
              <a:r>
                <a:rPr lang="en-US" dirty="0" err="1">
                  <a:solidFill>
                    <a:srgbClr val="0000FF"/>
                  </a:solidFill>
                  <a:latin typeface="Gill Sans MT" panose="020B0502020104020203" pitchFamily="34" charset="77"/>
                </a:rPr>
                <a:t>Traslaciión</a:t>
              </a:r>
              <a:endParaRPr lang="en-US" dirty="0">
                <a:solidFill>
                  <a:srgbClr val="0000FF"/>
                </a:solidFill>
                <a:latin typeface="Gill Sans MT" panose="020B0502020104020203" pitchFamily="34" charset="77"/>
              </a:endParaRPr>
            </a:p>
            <a:p>
              <a:pPr algn="ctr"/>
              <a:r>
                <a:rPr lang="en-US" dirty="0">
                  <a:solidFill>
                    <a:srgbClr val="0000FF"/>
                  </a:solidFill>
                  <a:latin typeface="Gill Sans MT" panose="020B0502020104020203" pitchFamily="34" charset="77"/>
                </a:rPr>
                <a:t>+</a:t>
              </a:r>
            </a:p>
            <a:p>
              <a:pPr algn="ctr"/>
              <a:r>
                <a:rPr lang="en-US" dirty="0" err="1">
                  <a:solidFill>
                    <a:srgbClr val="0000FF"/>
                  </a:solidFill>
                  <a:latin typeface="Gill Sans MT" panose="020B0502020104020203" pitchFamily="34" charset="77"/>
                </a:rPr>
                <a:t>Invariante</a:t>
              </a:r>
              <a:r>
                <a:rPr lang="en-US" dirty="0">
                  <a:solidFill>
                    <a:srgbClr val="0000FF"/>
                  </a:solidFill>
                  <a:latin typeface="Gill Sans MT" panose="020B0502020104020203" pitchFamily="34" charset="77"/>
                </a:rPr>
                <a:t> a la </a:t>
              </a:r>
              <a:r>
                <a:rPr lang="en-US" dirty="0" err="1">
                  <a:solidFill>
                    <a:srgbClr val="0000FF"/>
                  </a:solidFill>
                  <a:latin typeface="Gill Sans MT" panose="020B0502020104020203" pitchFamily="34" charset="77"/>
                </a:rPr>
                <a:t>transformada</a:t>
              </a:r>
              <a:r>
                <a:rPr lang="en-US" dirty="0">
                  <a:solidFill>
                    <a:srgbClr val="0000FF"/>
                  </a:solidFill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solidFill>
                    <a:srgbClr val="0000FF"/>
                  </a:solidFill>
                  <a:latin typeface="Gill Sans MT" panose="020B0502020104020203" pitchFamily="34" charset="77"/>
                </a:rPr>
                <a:t>afín</a:t>
              </a:r>
              <a:r>
                <a:rPr lang="en-US" dirty="0">
                  <a:solidFill>
                    <a:srgbClr val="0000FF"/>
                  </a:solidFill>
                  <a:latin typeface="Gill Sans MT" panose="020B0502020104020203" pitchFamily="34" charset="77"/>
                </a:rPr>
                <a:t>: </a:t>
              </a:r>
              <a:r>
                <a:rPr lang="en-US" dirty="0" err="1">
                  <a:solidFill>
                    <a:srgbClr val="0000FF"/>
                  </a:solidFill>
                  <a:latin typeface="Gill Sans MT" panose="020B0502020104020203" pitchFamily="34" charset="77"/>
                </a:rPr>
                <a:t>líneas</a:t>
              </a:r>
              <a:r>
                <a:rPr lang="en-US" dirty="0">
                  <a:solidFill>
                    <a:srgbClr val="0000FF"/>
                  </a:solidFill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solidFill>
                    <a:srgbClr val="0000FF"/>
                  </a:solidFill>
                  <a:latin typeface="Gill Sans MT" panose="020B0502020104020203" pitchFamily="34" charset="77"/>
                </a:rPr>
                <a:t>paralelas</a:t>
              </a:r>
              <a:r>
                <a:rPr lang="en-US" dirty="0">
                  <a:solidFill>
                    <a:srgbClr val="0000FF"/>
                  </a:solidFill>
                  <a:latin typeface="Gill Sans MT" panose="020B0502020104020203" pitchFamily="34" charset="77"/>
                </a:rPr>
                <a:t> se </a:t>
              </a:r>
              <a:r>
                <a:rPr lang="en-US" dirty="0" err="1">
                  <a:solidFill>
                    <a:srgbClr val="0000FF"/>
                  </a:solidFill>
                  <a:latin typeface="Gill Sans MT" panose="020B0502020104020203" pitchFamily="34" charset="77"/>
                </a:rPr>
                <a:t>transforman</a:t>
              </a:r>
              <a:r>
                <a:rPr lang="en-US" dirty="0">
                  <a:solidFill>
                    <a:srgbClr val="0000FF"/>
                  </a:solidFill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solidFill>
                    <a:srgbClr val="0000FF"/>
                  </a:solidFill>
                  <a:latin typeface="Gill Sans MT" panose="020B0502020104020203" pitchFamily="34" charset="77"/>
                </a:rPr>
                <a:t>como</a:t>
              </a:r>
              <a:r>
                <a:rPr lang="en-US" dirty="0">
                  <a:solidFill>
                    <a:srgbClr val="0000FF"/>
                  </a:solidFill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solidFill>
                    <a:srgbClr val="0000FF"/>
                  </a:solidFill>
                  <a:latin typeface="Gill Sans MT" panose="020B0502020104020203" pitchFamily="34" charset="77"/>
                </a:rPr>
                <a:t>líneas</a:t>
              </a:r>
              <a:r>
                <a:rPr lang="en-US" dirty="0">
                  <a:solidFill>
                    <a:srgbClr val="0000FF"/>
                  </a:solidFill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solidFill>
                    <a:srgbClr val="0000FF"/>
                  </a:solidFill>
                  <a:latin typeface="Gill Sans MT" panose="020B0502020104020203" pitchFamily="34" charset="77"/>
                </a:rPr>
                <a:t>paralelas</a:t>
              </a:r>
              <a:endParaRPr lang="en-US" dirty="0">
                <a:solidFill>
                  <a:srgbClr val="0000FF"/>
                </a:solidFill>
                <a:latin typeface="Gill Sans MT" panose="020B0502020104020203" pitchFamily="34" charset="77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EEB84-A913-E05C-8D2E-70166B967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81FC64F-B455-6F07-7FA9-D7779D73C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891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28C9AE-12F6-07A0-A21A-3A2AE948D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30481"/>
            <a:ext cx="8229600" cy="2481278"/>
          </a:xfrm>
        </p:spPr>
        <p:txBody>
          <a:bodyPr>
            <a:normAutofit/>
          </a:bodyPr>
          <a:lstStyle/>
          <a:p>
            <a:pPr algn="ctr"/>
            <a:r>
              <a:rPr lang="es-ES_tradnl" dirty="0"/>
              <a:t>Descriptores de Fourier</a:t>
            </a:r>
            <a:br>
              <a:rPr lang="es-ES_tradnl" dirty="0"/>
            </a:br>
            <a:br>
              <a:rPr lang="es-ES_tradnl" dirty="0"/>
            </a:br>
            <a:r>
              <a:rPr lang="es-ES_tradnl" sz="3600" dirty="0">
                <a:solidFill>
                  <a:schemeClr val="bg1"/>
                </a:solidFill>
              </a:rPr>
              <a:t>Idea Principal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D180FD-B764-9B61-A16D-1B059605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0ECAE4-DDA7-0659-745E-1E07F3FE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77759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A85F-CF27-2F02-A304-BE01FAD8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C8F3-C7AE-7007-4CF0-23C6F25EA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690577"/>
            <a:ext cx="8229600" cy="2481278"/>
          </a:xfrm>
        </p:spPr>
        <p:txBody>
          <a:bodyPr>
            <a:normAutofit/>
          </a:bodyPr>
          <a:lstStyle/>
          <a:p>
            <a:pPr algn="ctr"/>
            <a:r>
              <a:rPr lang="es-ES_tradnl" dirty="0"/>
              <a:t>Descriptores de Fourier</a:t>
            </a:r>
            <a:br>
              <a:rPr lang="es-ES_tradnl" dirty="0"/>
            </a:br>
            <a:br>
              <a:rPr lang="es-ES_tradnl" dirty="0"/>
            </a:br>
            <a:r>
              <a:rPr lang="es-ES_tradnl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 Principal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4A5F6-710D-1659-65E7-F4EE034A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F3A8B-9568-E1EB-0882-EC3EDAF1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0836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 Recording 2026-03-25 at 3.48.14 PM.mov">
            <a:hlinkClick r:id="" action="ppaction://media"/>
            <a:extLst>
              <a:ext uri="{FF2B5EF4-FFF2-40B4-BE49-F238E27FC236}">
                <a16:creationId xmlns:a16="http://schemas.microsoft.com/office/drawing/2014/main" id="{1973D313-5BD1-D7ED-C3B2-2F20B2C751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086" t="854" r="50000" b="50000"/>
          <a:stretch>
            <a:fillRect/>
          </a:stretch>
        </p:blipFill>
        <p:spPr>
          <a:xfrm>
            <a:off x="2700670" y="-11472"/>
            <a:ext cx="6811408" cy="685630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6F3FBE-CCF4-83F2-7199-E22D7BCF0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547CD0-686D-0299-EFD0-03765B27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3067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8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 Recording 2026-03-25 at 3.48.14 PM.mov">
            <a:hlinkClick r:id="" action="ppaction://media"/>
            <a:extLst>
              <a:ext uri="{FF2B5EF4-FFF2-40B4-BE49-F238E27FC236}">
                <a16:creationId xmlns:a16="http://schemas.microsoft.com/office/drawing/2014/main" id="{1973D313-5BD1-D7ED-C3B2-2F20B2C751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73350" y="0"/>
            <a:ext cx="68453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1CE86-788E-2257-0BAC-2E446083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D000B3-C65B-6356-B8B0-D87AEC799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7572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8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ing of a graphing function&#10;&#10;AI-generated content may be incorrect.">
            <a:extLst>
              <a:ext uri="{FF2B5EF4-FFF2-40B4-BE49-F238E27FC236}">
                <a16:creationId xmlns:a16="http://schemas.microsoft.com/office/drawing/2014/main" id="{6B4E69A5-F633-7E94-1718-355B0F1C4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730" y="0"/>
            <a:ext cx="6810540" cy="68580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6C8404-87C2-4BF7-6CA5-6D0F3ABE5CFB}"/>
              </a:ext>
            </a:extLst>
          </p:cNvPr>
          <p:cNvCxnSpPr>
            <a:cxnSpLocks/>
          </p:cNvCxnSpPr>
          <p:nvPr/>
        </p:nvCxnSpPr>
        <p:spPr>
          <a:xfrm>
            <a:off x="6892119" y="1937982"/>
            <a:ext cx="29069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058EB3-F9AF-2E25-23CA-4C114F6735EE}"/>
              </a:ext>
            </a:extLst>
          </p:cNvPr>
          <p:cNvCxnSpPr>
            <a:cxnSpLocks/>
          </p:cNvCxnSpPr>
          <p:nvPr/>
        </p:nvCxnSpPr>
        <p:spPr>
          <a:xfrm>
            <a:off x="4615217" y="3932832"/>
            <a:ext cx="0" cy="2659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9DDD035-6F79-D17A-43CD-89861FC4F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426" y="1788043"/>
            <a:ext cx="177800" cy="27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682507-B31D-1E5A-8BFC-99345273A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61" y="6312472"/>
            <a:ext cx="177800" cy="279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FCF937-F138-63C0-8548-D47BD5457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94" y="5097252"/>
            <a:ext cx="2133600" cy="33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16E54E8-A5AD-61CA-BD0F-50567EC54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9093" y="653952"/>
            <a:ext cx="2133600" cy="330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3B84828-3CF5-DC16-4A26-C37DFD5D4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2451" y="5867498"/>
            <a:ext cx="1130300" cy="6731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9685F90-97D5-A3BE-4B04-612D2FE1EA4F}"/>
              </a:ext>
            </a:extLst>
          </p:cNvPr>
          <p:cNvCxnSpPr/>
          <p:nvPr/>
        </p:nvCxnSpPr>
        <p:spPr>
          <a:xfrm>
            <a:off x="6828665" y="4299045"/>
            <a:ext cx="955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E0A0B9F-BAFA-F568-F681-486DA9874551}"/>
              </a:ext>
            </a:extLst>
          </p:cNvPr>
          <p:cNvSpPr txBox="1"/>
          <p:nvPr/>
        </p:nvSpPr>
        <p:spPr>
          <a:xfrm>
            <a:off x="6602081" y="4145156"/>
            <a:ext cx="284052" cy="30777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7B44E1-2354-59ED-23FB-F729B2C1BC92}"/>
              </a:ext>
            </a:extLst>
          </p:cNvPr>
          <p:cNvSpPr txBox="1"/>
          <p:nvPr/>
        </p:nvSpPr>
        <p:spPr>
          <a:xfrm>
            <a:off x="6909694" y="6460823"/>
            <a:ext cx="284052" cy="30777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A0D066-8031-C2A8-B14E-08F5BF8F7FA5}"/>
              </a:ext>
            </a:extLst>
          </p:cNvPr>
          <p:cNvSpPr/>
          <p:nvPr/>
        </p:nvSpPr>
        <p:spPr>
          <a:xfrm>
            <a:off x="6483927" y="3640975"/>
            <a:ext cx="3017343" cy="32170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2609E9-924A-458D-3A56-4F0A8C0D6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99FBF9-A8FE-1A72-FBC9-039F1D22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92187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E9F7B-4998-EEA9-96F4-F9F5FFD8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ing of a graphing function&#10;&#10;AI-generated content may be incorrect.">
            <a:extLst>
              <a:ext uri="{FF2B5EF4-FFF2-40B4-BE49-F238E27FC236}">
                <a16:creationId xmlns:a16="http://schemas.microsoft.com/office/drawing/2014/main" id="{FCA75E11-7453-C511-0518-BA2BE8840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730" y="0"/>
            <a:ext cx="6810540" cy="68580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6E6041-86A1-DB1F-1B0B-A2519E2478EF}"/>
              </a:ext>
            </a:extLst>
          </p:cNvPr>
          <p:cNvCxnSpPr>
            <a:cxnSpLocks/>
          </p:cNvCxnSpPr>
          <p:nvPr/>
        </p:nvCxnSpPr>
        <p:spPr>
          <a:xfrm>
            <a:off x="6892119" y="1937982"/>
            <a:ext cx="29069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00E6E1-7127-D696-C365-C4F50CB0E702}"/>
              </a:ext>
            </a:extLst>
          </p:cNvPr>
          <p:cNvCxnSpPr>
            <a:cxnSpLocks/>
          </p:cNvCxnSpPr>
          <p:nvPr/>
        </p:nvCxnSpPr>
        <p:spPr>
          <a:xfrm>
            <a:off x="4615217" y="3932832"/>
            <a:ext cx="0" cy="2659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C0BAD1D-496B-2252-A35D-39134D8B5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426" y="1788043"/>
            <a:ext cx="177800" cy="27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AB94F4-3BC1-A271-A8A5-770CDA70B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61" y="6312472"/>
            <a:ext cx="177800" cy="279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70F809-495B-39C1-7905-A1F1E009D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94" y="5097252"/>
            <a:ext cx="2133600" cy="33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61F235-F883-DA24-B661-A0BA68B2C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9093" y="653952"/>
            <a:ext cx="2133600" cy="330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7A19C3-B90F-5915-4EB5-7840D7AD9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2451" y="5867498"/>
            <a:ext cx="1130300" cy="6731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9DFC7F-8376-39A7-1585-9D7602E4D04D}"/>
              </a:ext>
            </a:extLst>
          </p:cNvPr>
          <p:cNvCxnSpPr/>
          <p:nvPr/>
        </p:nvCxnSpPr>
        <p:spPr>
          <a:xfrm>
            <a:off x="6828665" y="4299045"/>
            <a:ext cx="955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7D999D4-1449-1C8F-ABC2-9F35072D51AF}"/>
              </a:ext>
            </a:extLst>
          </p:cNvPr>
          <p:cNvSpPr txBox="1"/>
          <p:nvPr/>
        </p:nvSpPr>
        <p:spPr>
          <a:xfrm>
            <a:off x="6602081" y="4145156"/>
            <a:ext cx="284052" cy="30777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AF5DD3-B2B8-A8BA-A28E-ADEB2926E5F5}"/>
              </a:ext>
            </a:extLst>
          </p:cNvPr>
          <p:cNvSpPr txBox="1"/>
          <p:nvPr/>
        </p:nvSpPr>
        <p:spPr>
          <a:xfrm>
            <a:off x="6909694" y="6460823"/>
            <a:ext cx="284052" cy="30777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2346F1-A34A-1D9F-59D2-315EB14E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7A7B0A-E6AD-8878-9FF8-D929A9D09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92969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Recording 2026-03-25 at 4.57.59 PM.mov">
            <a:hlinkClick r:id="" action="ppaction://media"/>
            <a:extLst>
              <a:ext uri="{FF2B5EF4-FFF2-40B4-BE49-F238E27FC236}">
                <a16:creationId xmlns:a16="http://schemas.microsoft.com/office/drawing/2014/main" id="{C4A4BF9A-B385-706F-118A-B6790327A7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73350" y="0"/>
            <a:ext cx="6845300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F75D37-657B-E60C-B9B2-E842B765D911}"/>
              </a:ext>
            </a:extLst>
          </p:cNvPr>
          <p:cNvCxnSpPr>
            <a:cxnSpLocks/>
          </p:cNvCxnSpPr>
          <p:nvPr/>
        </p:nvCxnSpPr>
        <p:spPr>
          <a:xfrm>
            <a:off x="6892119" y="1937982"/>
            <a:ext cx="29069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42C9672-69E3-C894-3989-F055C7554FB3}"/>
              </a:ext>
            </a:extLst>
          </p:cNvPr>
          <p:cNvCxnSpPr>
            <a:cxnSpLocks/>
          </p:cNvCxnSpPr>
          <p:nvPr/>
        </p:nvCxnSpPr>
        <p:spPr>
          <a:xfrm>
            <a:off x="4615217" y="3932832"/>
            <a:ext cx="0" cy="2659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60BEF39-A1F7-20C1-6072-399D074B78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9426" y="1788043"/>
            <a:ext cx="177800" cy="279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829503-0B2F-30C6-422D-35DDB4E22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7061" y="6312472"/>
            <a:ext cx="177800" cy="279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ECEAD3-74BB-FC2D-375B-E2E7F0DC8A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394" y="5097252"/>
            <a:ext cx="2133600" cy="33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8B9EF2-FD7F-3006-30C7-E9D4883DAD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9093" y="653952"/>
            <a:ext cx="2133600" cy="33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9857C6-92F9-F121-2162-F6B8495C1D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2451" y="5867498"/>
            <a:ext cx="1130300" cy="6731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B4AC52-2284-C3D1-D377-EC0340808F1D}"/>
              </a:ext>
            </a:extLst>
          </p:cNvPr>
          <p:cNvCxnSpPr/>
          <p:nvPr/>
        </p:nvCxnSpPr>
        <p:spPr>
          <a:xfrm>
            <a:off x="6828665" y="4515171"/>
            <a:ext cx="955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9032BA4-9113-ECB6-A34E-DF52DE838A18}"/>
              </a:ext>
            </a:extLst>
          </p:cNvPr>
          <p:cNvSpPr txBox="1"/>
          <p:nvPr/>
        </p:nvSpPr>
        <p:spPr>
          <a:xfrm>
            <a:off x="6602081" y="436128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14255F-7DCE-6254-CA4B-48260AD115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9631" y="1135844"/>
            <a:ext cx="2222500" cy="33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D84B28-4F8A-2FB8-92A0-15BEE2F424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567" y="5537298"/>
            <a:ext cx="2222500" cy="330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3AEF4E-BACF-6A59-7414-F2C0F6B289BB}"/>
              </a:ext>
            </a:extLst>
          </p:cNvPr>
          <p:cNvSpPr txBox="1"/>
          <p:nvPr/>
        </p:nvSpPr>
        <p:spPr>
          <a:xfrm>
            <a:off x="-1130531" y="-40566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735220-180F-FF82-E423-7A1E7EC0CAAA}"/>
              </a:ext>
            </a:extLst>
          </p:cNvPr>
          <p:cNvSpPr txBox="1"/>
          <p:nvPr/>
        </p:nvSpPr>
        <p:spPr>
          <a:xfrm>
            <a:off x="8666405" y="6017840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0.05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7A350D-FA28-BADD-8009-CCCECE8451AA}"/>
              </a:ext>
            </a:extLst>
          </p:cNvPr>
          <p:cNvSpPr txBox="1"/>
          <p:nvPr/>
        </p:nvSpPr>
        <p:spPr>
          <a:xfrm>
            <a:off x="8735676" y="646162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80DA4B-D680-E49D-7A8C-E21852751147}"/>
              </a:ext>
            </a:extLst>
          </p:cNvPr>
          <p:cNvSpPr txBox="1"/>
          <p:nvPr/>
        </p:nvSpPr>
        <p:spPr>
          <a:xfrm>
            <a:off x="6957819" y="646082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736A3C-DEAC-8C37-2721-2F852C46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0F88D-EC94-4AB5-01AB-083865C26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6405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44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3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 mute="1">
                <p:cTn id="24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13" grpId="0"/>
      <p:bldP spid="17" grpId="0"/>
      <p:bldP spid="18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Screen Recording 2026-03-25 at 5.18.00 PM.mov">
            <a:hlinkClick r:id="" action="ppaction://media"/>
            <a:extLst>
              <a:ext uri="{FF2B5EF4-FFF2-40B4-BE49-F238E27FC236}">
                <a16:creationId xmlns:a16="http://schemas.microsoft.com/office/drawing/2014/main" id="{2102D146-59FF-9A0C-FCE5-24432881F6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673350" y="0"/>
            <a:ext cx="6845300" cy="68580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CFD1FB-6111-E778-2586-B59AF564FF3D}"/>
              </a:ext>
            </a:extLst>
          </p:cNvPr>
          <p:cNvCxnSpPr>
            <a:cxnSpLocks/>
          </p:cNvCxnSpPr>
          <p:nvPr/>
        </p:nvCxnSpPr>
        <p:spPr>
          <a:xfrm>
            <a:off x="6892119" y="1937982"/>
            <a:ext cx="29069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5752F1D-1DD8-72DC-C87B-AF853AAA1CD5}"/>
              </a:ext>
            </a:extLst>
          </p:cNvPr>
          <p:cNvCxnSpPr>
            <a:cxnSpLocks/>
          </p:cNvCxnSpPr>
          <p:nvPr/>
        </p:nvCxnSpPr>
        <p:spPr>
          <a:xfrm>
            <a:off x="4615217" y="3932832"/>
            <a:ext cx="0" cy="2659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14CB1A8-EA1C-374F-6C8E-79D1A34EE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166" y="2054048"/>
            <a:ext cx="177800" cy="27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BB807C-50E4-0656-9AB7-16110E5196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7061" y="6312472"/>
            <a:ext cx="177800" cy="279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DF3849-9BAA-2147-DBA8-9A1412B7B1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624" y="3335940"/>
            <a:ext cx="2133600" cy="33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5B9FB1-31E4-84D5-E9A6-FE4EAAB68C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9093" y="653952"/>
            <a:ext cx="2133600" cy="33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3844B4-B717-3BAF-5997-66D79F5481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2451" y="5867498"/>
            <a:ext cx="1130300" cy="6731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0109409-58E7-99B8-E271-449B048A1D1F}"/>
              </a:ext>
            </a:extLst>
          </p:cNvPr>
          <p:cNvCxnSpPr/>
          <p:nvPr/>
        </p:nvCxnSpPr>
        <p:spPr>
          <a:xfrm>
            <a:off x="6828665" y="4515171"/>
            <a:ext cx="955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1E0CF83-23D9-4FFF-BE76-C073F5F51356}"/>
              </a:ext>
            </a:extLst>
          </p:cNvPr>
          <p:cNvSpPr txBox="1"/>
          <p:nvPr/>
        </p:nvSpPr>
        <p:spPr>
          <a:xfrm>
            <a:off x="6602081" y="436128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92E52B-AA12-376E-6FB5-10E7126837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9384" y="2531281"/>
            <a:ext cx="2222500" cy="330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C6B1B2-E0E1-6142-D7BB-8C89D11C99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826" y="5097252"/>
            <a:ext cx="2222500" cy="330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594C5D-57F9-25AE-4D90-4DCE5FD77B62}"/>
              </a:ext>
            </a:extLst>
          </p:cNvPr>
          <p:cNvSpPr txBox="1"/>
          <p:nvPr/>
        </p:nvSpPr>
        <p:spPr>
          <a:xfrm>
            <a:off x="-1130531" y="-40566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28B33-CE23-5C99-4D83-8CDF16A31B35}"/>
              </a:ext>
            </a:extLst>
          </p:cNvPr>
          <p:cNvSpPr txBox="1"/>
          <p:nvPr/>
        </p:nvSpPr>
        <p:spPr>
          <a:xfrm>
            <a:off x="8735676" y="646162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D8D71D-C6F6-D37F-1014-5C6D99535A80}"/>
              </a:ext>
            </a:extLst>
          </p:cNvPr>
          <p:cNvSpPr txBox="1"/>
          <p:nvPr/>
        </p:nvSpPr>
        <p:spPr>
          <a:xfrm>
            <a:off x="6957819" y="646082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F1003C-913F-3B63-4262-A90B1805F3B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2516" y="3776550"/>
            <a:ext cx="2070100" cy="330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B5CAF09-AE8B-A1F9-34E1-8A3BA5D3FA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41701" y="1072393"/>
            <a:ext cx="2070100" cy="330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6B81446-4872-8E9A-38CE-300F35EC163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36080" y="1544011"/>
            <a:ext cx="2070100" cy="330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AB0AD4E-BEF8-B39C-9B07-168875D1B0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2516" y="4216596"/>
            <a:ext cx="2070100" cy="330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3607E24-AE19-5D64-E139-A116F51F597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2635" y="4657206"/>
            <a:ext cx="2222500" cy="330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71EB51-9CFF-9DBA-5C8C-B732D7A1CEB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19384" y="1985446"/>
            <a:ext cx="2222500" cy="3302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045025-66BF-49A1-3AC9-A350A3A1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A0CE6-72AD-B32F-E337-798C9B612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72273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90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  <p:bldLst>
      <p:bldP spid="12" grpId="0"/>
      <p:bldP spid="17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B6B28-C127-F5E3-FE50-398728D88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003B962D-2A30-E775-F325-4463DF3F3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047" y="0"/>
            <a:ext cx="6893906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A75330-8BF8-F3B8-A722-7803A667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115D1-16FE-B881-494C-229014B7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39418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56EEA-F8EA-9EC6-0E2F-2E24F00A4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6FAC0A55-206B-B592-53E4-30EFCC506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54" y="0"/>
            <a:ext cx="6810292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6BAF85-C5BE-6B98-0FC9-9EFAD72C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BDD9F-0205-8DB4-5B94-2532782B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5954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5ED9E4-F287-28F0-1F80-AC655B937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971192-662D-A779-65EB-FD9639E16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109" y="0"/>
            <a:ext cx="6893781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6A10E3-8868-457E-22AA-02A8BB712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8D341-87CD-E4E1-6270-5CE70B97B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46459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2666D4-BFBB-8754-4C0D-B4B6D4522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D6F5CCF9-EC93-C344-3FED-DA3DE49A2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31" y="0"/>
            <a:ext cx="6881937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202A17-CE89-068D-247B-219C0CACB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2BD340-E195-562E-208A-E4AA51887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6215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864FE6-1B9B-FDE2-06AD-75080971D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4B638CE-E526-29EA-E046-FC582AF8A8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6"/>
          <a:stretch>
            <a:fillRect/>
          </a:stretch>
        </p:blipFill>
        <p:spPr>
          <a:xfrm>
            <a:off x="2685910" y="28574"/>
            <a:ext cx="6820180" cy="682942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9979F-25F2-F55C-E9C9-6902D13D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9BD74-253A-588E-A2C0-8270C2F2A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29542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03FE8-7662-B313-BAB7-CEC50FD7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59913-A1BB-C84E-4E90-5E2B5724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690577"/>
            <a:ext cx="8229600" cy="2481278"/>
          </a:xfrm>
        </p:spPr>
        <p:txBody>
          <a:bodyPr>
            <a:normAutofit/>
          </a:bodyPr>
          <a:lstStyle/>
          <a:p>
            <a:pPr algn="ctr"/>
            <a:r>
              <a:rPr lang="es-ES_tradnl" dirty="0"/>
              <a:t>Descriptores de Fourier</a:t>
            </a:r>
            <a:br>
              <a:rPr lang="es-ES_tradnl" dirty="0"/>
            </a:br>
            <a:br>
              <a:rPr lang="es-ES_tradnl" dirty="0"/>
            </a:br>
            <a:r>
              <a:rPr lang="es-ES_tradnl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Explicación Simple de la</a:t>
            </a:r>
            <a:br>
              <a:rPr lang="es-ES_tradnl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s-ES_tradnl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Transformada de Fourier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B241B-C137-96B0-9ADA-1AA0E42B0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F8F79-E655-F688-77C0-84273DB6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0454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3247391-9A86-9988-DB4D-15872562E18A}"/>
              </a:ext>
            </a:extLst>
          </p:cNvPr>
          <p:cNvGrpSpPr/>
          <p:nvPr/>
        </p:nvGrpSpPr>
        <p:grpSpPr>
          <a:xfrm>
            <a:off x="5641975" y="511176"/>
            <a:ext cx="2306638" cy="5516563"/>
            <a:chOff x="4117975" y="511175"/>
            <a:chExt cx="2306638" cy="5516563"/>
          </a:xfrm>
        </p:grpSpPr>
        <p:grpSp>
          <p:nvGrpSpPr>
            <p:cNvPr id="7178" name="Group 10"/>
            <p:cNvGrpSpPr>
              <a:grpSpLocks/>
            </p:cNvGrpSpPr>
            <p:nvPr/>
          </p:nvGrpSpPr>
          <p:grpSpPr bwMode="auto">
            <a:xfrm>
              <a:off x="4119563" y="5199063"/>
              <a:ext cx="2305050" cy="828675"/>
              <a:chOff x="612" y="1358"/>
              <a:chExt cx="4764" cy="1414"/>
            </a:xfrm>
          </p:grpSpPr>
          <p:sp>
            <p:nvSpPr>
              <p:cNvPr id="7179" name="Freeform 11"/>
              <p:cNvSpPr>
                <a:spLocks/>
              </p:cNvSpPr>
              <p:nvPr/>
            </p:nvSpPr>
            <p:spPr bwMode="auto">
              <a:xfrm>
                <a:off x="612" y="1358"/>
                <a:ext cx="616" cy="1414"/>
              </a:xfrm>
              <a:custGeom>
                <a:avLst/>
                <a:gdLst/>
                <a:ahLst/>
                <a:cxnLst>
                  <a:cxn ang="0">
                    <a:pos x="8" y="551"/>
                  </a:cxn>
                  <a:cxn ang="0">
                    <a:pos x="24" y="399"/>
                  </a:cxn>
                  <a:cxn ang="0">
                    <a:pos x="40" y="263"/>
                  </a:cxn>
                  <a:cxn ang="0">
                    <a:pos x="56" y="152"/>
                  </a:cxn>
                  <a:cxn ang="0">
                    <a:pos x="64" y="72"/>
                  </a:cxn>
                  <a:cxn ang="0">
                    <a:pos x="80" y="16"/>
                  </a:cxn>
                  <a:cxn ang="0">
                    <a:pos x="104" y="8"/>
                  </a:cxn>
                  <a:cxn ang="0">
                    <a:pos x="112" y="40"/>
                  </a:cxn>
                  <a:cxn ang="0">
                    <a:pos x="128" y="104"/>
                  </a:cxn>
                  <a:cxn ang="0">
                    <a:pos x="144" y="200"/>
                  </a:cxn>
                  <a:cxn ang="0">
                    <a:pos x="160" y="319"/>
                  </a:cxn>
                  <a:cxn ang="0">
                    <a:pos x="176" y="463"/>
                  </a:cxn>
                  <a:cxn ang="0">
                    <a:pos x="184" y="615"/>
                  </a:cxn>
                  <a:cxn ang="0">
                    <a:pos x="200" y="775"/>
                  </a:cxn>
                  <a:cxn ang="0">
                    <a:pos x="216" y="935"/>
                  </a:cxn>
                  <a:cxn ang="0">
                    <a:pos x="232" y="1079"/>
                  </a:cxn>
                  <a:cxn ang="0">
                    <a:pos x="240" y="1199"/>
                  </a:cxn>
                  <a:cxn ang="0">
                    <a:pos x="256" y="1303"/>
                  </a:cxn>
                  <a:cxn ang="0">
                    <a:pos x="272" y="1374"/>
                  </a:cxn>
                  <a:cxn ang="0">
                    <a:pos x="296" y="1414"/>
                  </a:cxn>
                  <a:cxn ang="0">
                    <a:pos x="304" y="1398"/>
                  </a:cxn>
                  <a:cxn ang="0">
                    <a:pos x="320" y="1351"/>
                  </a:cxn>
                  <a:cxn ang="0">
                    <a:pos x="336" y="1271"/>
                  </a:cxn>
                  <a:cxn ang="0">
                    <a:pos x="352" y="1167"/>
                  </a:cxn>
                  <a:cxn ang="0">
                    <a:pos x="360" y="1031"/>
                  </a:cxn>
                  <a:cxn ang="0">
                    <a:pos x="376" y="879"/>
                  </a:cxn>
                  <a:cxn ang="0">
                    <a:pos x="392" y="727"/>
                  </a:cxn>
                  <a:cxn ang="0">
                    <a:pos x="408" y="567"/>
                  </a:cxn>
                  <a:cxn ang="0">
                    <a:pos x="416" y="415"/>
                  </a:cxn>
                  <a:cxn ang="0">
                    <a:pos x="432" y="279"/>
                  </a:cxn>
                  <a:cxn ang="0">
                    <a:pos x="448" y="168"/>
                  </a:cxn>
                  <a:cxn ang="0">
                    <a:pos x="464" y="80"/>
                  </a:cxn>
                  <a:cxn ang="0">
                    <a:pos x="480" y="24"/>
                  </a:cxn>
                  <a:cxn ang="0">
                    <a:pos x="488" y="0"/>
                  </a:cxn>
                  <a:cxn ang="0">
                    <a:pos x="512" y="32"/>
                  </a:cxn>
                  <a:cxn ang="0">
                    <a:pos x="528" y="96"/>
                  </a:cxn>
                  <a:cxn ang="0">
                    <a:pos x="536" y="192"/>
                  </a:cxn>
                  <a:cxn ang="0">
                    <a:pos x="552" y="311"/>
                  </a:cxn>
                  <a:cxn ang="0">
                    <a:pos x="568" y="447"/>
                  </a:cxn>
                  <a:cxn ang="0">
                    <a:pos x="584" y="599"/>
                  </a:cxn>
                  <a:cxn ang="0">
                    <a:pos x="592" y="759"/>
                  </a:cxn>
                  <a:cxn ang="0">
                    <a:pos x="608" y="919"/>
                  </a:cxn>
                </a:cxnLst>
                <a:rect l="0" t="0" r="r" b="b"/>
                <a:pathLst>
                  <a:path w="616" h="1414">
                    <a:moveTo>
                      <a:pt x="0" y="655"/>
                    </a:moveTo>
                    <a:lnTo>
                      <a:pt x="8" y="599"/>
                    </a:lnTo>
                    <a:lnTo>
                      <a:pt x="8" y="551"/>
                    </a:lnTo>
                    <a:lnTo>
                      <a:pt x="16" y="495"/>
                    </a:lnTo>
                    <a:lnTo>
                      <a:pt x="16" y="447"/>
                    </a:lnTo>
                    <a:lnTo>
                      <a:pt x="24" y="399"/>
                    </a:lnTo>
                    <a:lnTo>
                      <a:pt x="32" y="351"/>
                    </a:lnTo>
                    <a:lnTo>
                      <a:pt x="32" y="311"/>
                    </a:lnTo>
                    <a:lnTo>
                      <a:pt x="40" y="263"/>
                    </a:lnTo>
                    <a:lnTo>
                      <a:pt x="40" y="223"/>
                    </a:lnTo>
                    <a:lnTo>
                      <a:pt x="48" y="192"/>
                    </a:lnTo>
                    <a:lnTo>
                      <a:pt x="56" y="152"/>
                    </a:lnTo>
                    <a:lnTo>
                      <a:pt x="56" y="120"/>
                    </a:lnTo>
                    <a:lnTo>
                      <a:pt x="64" y="96"/>
                    </a:lnTo>
                    <a:lnTo>
                      <a:pt x="64" y="72"/>
                    </a:lnTo>
                    <a:lnTo>
                      <a:pt x="72" y="48"/>
                    </a:lnTo>
                    <a:lnTo>
                      <a:pt x="80" y="32"/>
                    </a:lnTo>
                    <a:lnTo>
                      <a:pt x="80" y="16"/>
                    </a:lnTo>
                    <a:lnTo>
                      <a:pt x="88" y="8"/>
                    </a:lnTo>
                    <a:lnTo>
                      <a:pt x="96" y="0"/>
                    </a:lnTo>
                    <a:lnTo>
                      <a:pt x="104" y="8"/>
                    </a:lnTo>
                    <a:lnTo>
                      <a:pt x="104" y="16"/>
                    </a:lnTo>
                    <a:lnTo>
                      <a:pt x="112" y="24"/>
                    </a:lnTo>
                    <a:lnTo>
                      <a:pt x="112" y="40"/>
                    </a:lnTo>
                    <a:lnTo>
                      <a:pt x="120" y="56"/>
                    </a:lnTo>
                    <a:lnTo>
                      <a:pt x="128" y="80"/>
                    </a:lnTo>
                    <a:lnTo>
                      <a:pt x="128" y="104"/>
                    </a:lnTo>
                    <a:lnTo>
                      <a:pt x="136" y="136"/>
                    </a:lnTo>
                    <a:lnTo>
                      <a:pt x="136" y="168"/>
                    </a:lnTo>
                    <a:lnTo>
                      <a:pt x="144" y="200"/>
                    </a:lnTo>
                    <a:lnTo>
                      <a:pt x="152" y="239"/>
                    </a:lnTo>
                    <a:lnTo>
                      <a:pt x="152" y="279"/>
                    </a:lnTo>
                    <a:lnTo>
                      <a:pt x="160" y="319"/>
                    </a:lnTo>
                    <a:lnTo>
                      <a:pt x="160" y="367"/>
                    </a:lnTo>
                    <a:lnTo>
                      <a:pt x="168" y="415"/>
                    </a:lnTo>
                    <a:lnTo>
                      <a:pt x="176" y="463"/>
                    </a:lnTo>
                    <a:lnTo>
                      <a:pt x="176" y="511"/>
                    </a:lnTo>
                    <a:lnTo>
                      <a:pt x="184" y="567"/>
                    </a:lnTo>
                    <a:lnTo>
                      <a:pt x="184" y="615"/>
                    </a:lnTo>
                    <a:lnTo>
                      <a:pt x="192" y="671"/>
                    </a:lnTo>
                    <a:lnTo>
                      <a:pt x="192" y="727"/>
                    </a:lnTo>
                    <a:lnTo>
                      <a:pt x="200" y="775"/>
                    </a:lnTo>
                    <a:lnTo>
                      <a:pt x="208" y="831"/>
                    </a:lnTo>
                    <a:lnTo>
                      <a:pt x="208" y="879"/>
                    </a:lnTo>
                    <a:lnTo>
                      <a:pt x="216" y="935"/>
                    </a:lnTo>
                    <a:lnTo>
                      <a:pt x="216" y="983"/>
                    </a:lnTo>
                    <a:lnTo>
                      <a:pt x="224" y="1031"/>
                    </a:lnTo>
                    <a:lnTo>
                      <a:pt x="232" y="1079"/>
                    </a:lnTo>
                    <a:lnTo>
                      <a:pt x="232" y="1119"/>
                    </a:lnTo>
                    <a:lnTo>
                      <a:pt x="240" y="1167"/>
                    </a:lnTo>
                    <a:lnTo>
                      <a:pt x="240" y="1199"/>
                    </a:lnTo>
                    <a:lnTo>
                      <a:pt x="248" y="1239"/>
                    </a:lnTo>
                    <a:lnTo>
                      <a:pt x="256" y="1271"/>
                    </a:lnTo>
                    <a:lnTo>
                      <a:pt x="256" y="1303"/>
                    </a:lnTo>
                    <a:lnTo>
                      <a:pt x="264" y="1327"/>
                    </a:lnTo>
                    <a:lnTo>
                      <a:pt x="264" y="1351"/>
                    </a:lnTo>
                    <a:lnTo>
                      <a:pt x="272" y="1374"/>
                    </a:lnTo>
                    <a:lnTo>
                      <a:pt x="280" y="1390"/>
                    </a:lnTo>
                    <a:lnTo>
                      <a:pt x="280" y="1398"/>
                    </a:lnTo>
                    <a:lnTo>
                      <a:pt x="296" y="1414"/>
                    </a:lnTo>
                    <a:lnTo>
                      <a:pt x="296" y="1414"/>
                    </a:lnTo>
                    <a:lnTo>
                      <a:pt x="304" y="1406"/>
                    </a:lnTo>
                    <a:lnTo>
                      <a:pt x="304" y="1398"/>
                    </a:lnTo>
                    <a:lnTo>
                      <a:pt x="312" y="1390"/>
                    </a:lnTo>
                    <a:lnTo>
                      <a:pt x="312" y="1374"/>
                    </a:lnTo>
                    <a:lnTo>
                      <a:pt x="320" y="1351"/>
                    </a:lnTo>
                    <a:lnTo>
                      <a:pt x="328" y="1327"/>
                    </a:lnTo>
                    <a:lnTo>
                      <a:pt x="328" y="1303"/>
                    </a:lnTo>
                    <a:lnTo>
                      <a:pt x="336" y="1271"/>
                    </a:lnTo>
                    <a:lnTo>
                      <a:pt x="336" y="1239"/>
                    </a:lnTo>
                    <a:lnTo>
                      <a:pt x="344" y="1199"/>
                    </a:lnTo>
                    <a:lnTo>
                      <a:pt x="352" y="1167"/>
                    </a:lnTo>
                    <a:lnTo>
                      <a:pt x="352" y="1119"/>
                    </a:lnTo>
                    <a:lnTo>
                      <a:pt x="360" y="1079"/>
                    </a:lnTo>
                    <a:lnTo>
                      <a:pt x="360" y="1031"/>
                    </a:lnTo>
                    <a:lnTo>
                      <a:pt x="368" y="983"/>
                    </a:lnTo>
                    <a:lnTo>
                      <a:pt x="376" y="935"/>
                    </a:lnTo>
                    <a:lnTo>
                      <a:pt x="376" y="879"/>
                    </a:lnTo>
                    <a:lnTo>
                      <a:pt x="384" y="831"/>
                    </a:lnTo>
                    <a:lnTo>
                      <a:pt x="384" y="775"/>
                    </a:lnTo>
                    <a:lnTo>
                      <a:pt x="392" y="727"/>
                    </a:lnTo>
                    <a:lnTo>
                      <a:pt x="392" y="671"/>
                    </a:lnTo>
                    <a:lnTo>
                      <a:pt x="400" y="615"/>
                    </a:lnTo>
                    <a:lnTo>
                      <a:pt x="408" y="567"/>
                    </a:lnTo>
                    <a:lnTo>
                      <a:pt x="408" y="511"/>
                    </a:lnTo>
                    <a:lnTo>
                      <a:pt x="416" y="463"/>
                    </a:lnTo>
                    <a:lnTo>
                      <a:pt x="416" y="415"/>
                    </a:lnTo>
                    <a:lnTo>
                      <a:pt x="424" y="367"/>
                    </a:lnTo>
                    <a:lnTo>
                      <a:pt x="432" y="319"/>
                    </a:lnTo>
                    <a:lnTo>
                      <a:pt x="432" y="279"/>
                    </a:lnTo>
                    <a:lnTo>
                      <a:pt x="440" y="239"/>
                    </a:lnTo>
                    <a:lnTo>
                      <a:pt x="440" y="200"/>
                    </a:lnTo>
                    <a:lnTo>
                      <a:pt x="448" y="168"/>
                    </a:lnTo>
                    <a:lnTo>
                      <a:pt x="456" y="136"/>
                    </a:lnTo>
                    <a:lnTo>
                      <a:pt x="456" y="104"/>
                    </a:lnTo>
                    <a:lnTo>
                      <a:pt x="464" y="80"/>
                    </a:lnTo>
                    <a:lnTo>
                      <a:pt x="464" y="56"/>
                    </a:lnTo>
                    <a:lnTo>
                      <a:pt x="472" y="40"/>
                    </a:lnTo>
                    <a:lnTo>
                      <a:pt x="480" y="24"/>
                    </a:lnTo>
                    <a:lnTo>
                      <a:pt x="480" y="16"/>
                    </a:lnTo>
                    <a:lnTo>
                      <a:pt x="488" y="8"/>
                    </a:lnTo>
                    <a:lnTo>
                      <a:pt x="488" y="0"/>
                    </a:lnTo>
                    <a:lnTo>
                      <a:pt x="496" y="8"/>
                    </a:lnTo>
                    <a:lnTo>
                      <a:pt x="504" y="16"/>
                    </a:lnTo>
                    <a:lnTo>
                      <a:pt x="512" y="32"/>
                    </a:lnTo>
                    <a:lnTo>
                      <a:pt x="512" y="48"/>
                    </a:lnTo>
                    <a:lnTo>
                      <a:pt x="520" y="72"/>
                    </a:lnTo>
                    <a:lnTo>
                      <a:pt x="528" y="96"/>
                    </a:lnTo>
                    <a:lnTo>
                      <a:pt x="528" y="120"/>
                    </a:lnTo>
                    <a:lnTo>
                      <a:pt x="536" y="152"/>
                    </a:lnTo>
                    <a:lnTo>
                      <a:pt x="536" y="192"/>
                    </a:lnTo>
                    <a:lnTo>
                      <a:pt x="544" y="223"/>
                    </a:lnTo>
                    <a:lnTo>
                      <a:pt x="552" y="263"/>
                    </a:lnTo>
                    <a:lnTo>
                      <a:pt x="552" y="311"/>
                    </a:lnTo>
                    <a:lnTo>
                      <a:pt x="560" y="351"/>
                    </a:lnTo>
                    <a:lnTo>
                      <a:pt x="560" y="399"/>
                    </a:lnTo>
                    <a:lnTo>
                      <a:pt x="568" y="447"/>
                    </a:lnTo>
                    <a:lnTo>
                      <a:pt x="568" y="495"/>
                    </a:lnTo>
                    <a:lnTo>
                      <a:pt x="576" y="551"/>
                    </a:lnTo>
                    <a:lnTo>
                      <a:pt x="584" y="599"/>
                    </a:lnTo>
                    <a:lnTo>
                      <a:pt x="584" y="655"/>
                    </a:lnTo>
                    <a:lnTo>
                      <a:pt x="592" y="703"/>
                    </a:lnTo>
                    <a:lnTo>
                      <a:pt x="592" y="759"/>
                    </a:lnTo>
                    <a:lnTo>
                      <a:pt x="600" y="815"/>
                    </a:lnTo>
                    <a:lnTo>
                      <a:pt x="608" y="863"/>
                    </a:lnTo>
                    <a:lnTo>
                      <a:pt x="608" y="919"/>
                    </a:lnTo>
                    <a:lnTo>
                      <a:pt x="616" y="967"/>
                    </a:lnTo>
                    <a:lnTo>
                      <a:pt x="616" y="1015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80" name="Freeform 12"/>
              <p:cNvSpPr>
                <a:spLocks/>
              </p:cNvSpPr>
              <p:nvPr/>
            </p:nvSpPr>
            <p:spPr bwMode="auto">
              <a:xfrm>
                <a:off x="1228" y="1358"/>
                <a:ext cx="625" cy="1414"/>
              </a:xfrm>
              <a:custGeom>
                <a:avLst/>
                <a:gdLst/>
                <a:ahLst/>
                <a:cxnLst>
                  <a:cxn ang="0">
                    <a:pos x="16" y="1103"/>
                  </a:cxn>
                  <a:cxn ang="0">
                    <a:pos x="24" y="1223"/>
                  </a:cxn>
                  <a:cxn ang="0">
                    <a:pos x="40" y="1319"/>
                  </a:cxn>
                  <a:cxn ang="0">
                    <a:pos x="56" y="1382"/>
                  </a:cxn>
                  <a:cxn ang="0">
                    <a:pos x="80" y="1406"/>
                  </a:cxn>
                  <a:cxn ang="0">
                    <a:pos x="96" y="1374"/>
                  </a:cxn>
                  <a:cxn ang="0">
                    <a:pos x="112" y="1311"/>
                  </a:cxn>
                  <a:cxn ang="0">
                    <a:pos x="121" y="1215"/>
                  </a:cxn>
                  <a:cxn ang="0">
                    <a:pos x="137" y="1095"/>
                  </a:cxn>
                  <a:cxn ang="0">
                    <a:pos x="153" y="951"/>
                  </a:cxn>
                  <a:cxn ang="0">
                    <a:pos x="169" y="799"/>
                  </a:cxn>
                  <a:cxn ang="0">
                    <a:pos x="177" y="639"/>
                  </a:cxn>
                  <a:cxn ang="0">
                    <a:pos x="193" y="479"/>
                  </a:cxn>
                  <a:cxn ang="0">
                    <a:pos x="209" y="335"/>
                  </a:cxn>
                  <a:cxn ang="0">
                    <a:pos x="225" y="216"/>
                  </a:cxn>
                  <a:cxn ang="0">
                    <a:pos x="241" y="112"/>
                  </a:cxn>
                  <a:cxn ang="0">
                    <a:pos x="249" y="40"/>
                  </a:cxn>
                  <a:cxn ang="0">
                    <a:pos x="265" y="8"/>
                  </a:cxn>
                  <a:cxn ang="0">
                    <a:pos x="289" y="16"/>
                  </a:cxn>
                  <a:cxn ang="0">
                    <a:pos x="297" y="64"/>
                  </a:cxn>
                  <a:cxn ang="0">
                    <a:pos x="313" y="144"/>
                  </a:cxn>
                  <a:cxn ang="0">
                    <a:pos x="329" y="247"/>
                  </a:cxn>
                  <a:cxn ang="0">
                    <a:pos x="345" y="383"/>
                  </a:cxn>
                  <a:cxn ang="0">
                    <a:pos x="353" y="535"/>
                  </a:cxn>
                  <a:cxn ang="0">
                    <a:pos x="369" y="687"/>
                  </a:cxn>
                  <a:cxn ang="0">
                    <a:pos x="385" y="847"/>
                  </a:cxn>
                  <a:cxn ang="0">
                    <a:pos x="401" y="999"/>
                  </a:cxn>
                  <a:cxn ang="0">
                    <a:pos x="417" y="1135"/>
                  </a:cxn>
                  <a:cxn ang="0">
                    <a:pos x="425" y="1247"/>
                  </a:cxn>
                  <a:cxn ang="0">
                    <a:pos x="441" y="1335"/>
                  </a:cxn>
                  <a:cxn ang="0">
                    <a:pos x="457" y="1390"/>
                  </a:cxn>
                  <a:cxn ang="0">
                    <a:pos x="481" y="1406"/>
                  </a:cxn>
                  <a:cxn ang="0">
                    <a:pos x="489" y="1398"/>
                  </a:cxn>
                  <a:cxn ang="0">
                    <a:pos x="497" y="1343"/>
                  </a:cxn>
                  <a:cxn ang="0">
                    <a:pos x="513" y="1263"/>
                  </a:cxn>
                  <a:cxn ang="0">
                    <a:pos x="529" y="1151"/>
                  </a:cxn>
                  <a:cxn ang="0">
                    <a:pos x="545" y="1015"/>
                  </a:cxn>
                  <a:cxn ang="0">
                    <a:pos x="553" y="863"/>
                  </a:cxn>
                  <a:cxn ang="0">
                    <a:pos x="569" y="711"/>
                  </a:cxn>
                  <a:cxn ang="0">
                    <a:pos x="585" y="551"/>
                  </a:cxn>
                  <a:cxn ang="0">
                    <a:pos x="601" y="399"/>
                  </a:cxn>
                  <a:cxn ang="0">
                    <a:pos x="617" y="263"/>
                  </a:cxn>
                </a:cxnLst>
                <a:rect l="0" t="0" r="r" b="b"/>
                <a:pathLst>
                  <a:path w="625" h="1414">
                    <a:moveTo>
                      <a:pt x="0" y="1015"/>
                    </a:moveTo>
                    <a:lnTo>
                      <a:pt x="8" y="1063"/>
                    </a:lnTo>
                    <a:lnTo>
                      <a:pt x="16" y="1103"/>
                    </a:lnTo>
                    <a:lnTo>
                      <a:pt x="16" y="1151"/>
                    </a:lnTo>
                    <a:lnTo>
                      <a:pt x="24" y="1191"/>
                    </a:lnTo>
                    <a:lnTo>
                      <a:pt x="24" y="1223"/>
                    </a:lnTo>
                    <a:lnTo>
                      <a:pt x="32" y="1263"/>
                    </a:lnTo>
                    <a:lnTo>
                      <a:pt x="40" y="1295"/>
                    </a:lnTo>
                    <a:lnTo>
                      <a:pt x="40" y="1319"/>
                    </a:lnTo>
                    <a:lnTo>
                      <a:pt x="48" y="1343"/>
                    </a:lnTo>
                    <a:lnTo>
                      <a:pt x="48" y="1367"/>
                    </a:lnTo>
                    <a:lnTo>
                      <a:pt x="56" y="1382"/>
                    </a:lnTo>
                    <a:lnTo>
                      <a:pt x="72" y="1406"/>
                    </a:lnTo>
                    <a:lnTo>
                      <a:pt x="72" y="1414"/>
                    </a:lnTo>
                    <a:lnTo>
                      <a:pt x="80" y="1406"/>
                    </a:lnTo>
                    <a:lnTo>
                      <a:pt x="88" y="1398"/>
                    </a:lnTo>
                    <a:lnTo>
                      <a:pt x="88" y="1390"/>
                    </a:lnTo>
                    <a:lnTo>
                      <a:pt x="96" y="1374"/>
                    </a:lnTo>
                    <a:lnTo>
                      <a:pt x="96" y="1359"/>
                    </a:lnTo>
                    <a:lnTo>
                      <a:pt x="104" y="1335"/>
                    </a:lnTo>
                    <a:lnTo>
                      <a:pt x="112" y="1311"/>
                    </a:lnTo>
                    <a:lnTo>
                      <a:pt x="112" y="1279"/>
                    </a:lnTo>
                    <a:lnTo>
                      <a:pt x="121" y="1247"/>
                    </a:lnTo>
                    <a:lnTo>
                      <a:pt x="121" y="1215"/>
                    </a:lnTo>
                    <a:lnTo>
                      <a:pt x="129" y="1175"/>
                    </a:lnTo>
                    <a:lnTo>
                      <a:pt x="137" y="1135"/>
                    </a:lnTo>
                    <a:lnTo>
                      <a:pt x="137" y="1095"/>
                    </a:lnTo>
                    <a:lnTo>
                      <a:pt x="145" y="1047"/>
                    </a:lnTo>
                    <a:lnTo>
                      <a:pt x="145" y="999"/>
                    </a:lnTo>
                    <a:lnTo>
                      <a:pt x="153" y="951"/>
                    </a:lnTo>
                    <a:lnTo>
                      <a:pt x="153" y="903"/>
                    </a:lnTo>
                    <a:lnTo>
                      <a:pt x="161" y="847"/>
                    </a:lnTo>
                    <a:lnTo>
                      <a:pt x="169" y="799"/>
                    </a:lnTo>
                    <a:lnTo>
                      <a:pt x="169" y="743"/>
                    </a:lnTo>
                    <a:lnTo>
                      <a:pt x="177" y="687"/>
                    </a:lnTo>
                    <a:lnTo>
                      <a:pt x="177" y="639"/>
                    </a:lnTo>
                    <a:lnTo>
                      <a:pt x="185" y="583"/>
                    </a:lnTo>
                    <a:lnTo>
                      <a:pt x="193" y="535"/>
                    </a:lnTo>
                    <a:lnTo>
                      <a:pt x="193" y="479"/>
                    </a:lnTo>
                    <a:lnTo>
                      <a:pt x="201" y="431"/>
                    </a:lnTo>
                    <a:lnTo>
                      <a:pt x="201" y="383"/>
                    </a:lnTo>
                    <a:lnTo>
                      <a:pt x="209" y="335"/>
                    </a:lnTo>
                    <a:lnTo>
                      <a:pt x="217" y="295"/>
                    </a:lnTo>
                    <a:lnTo>
                      <a:pt x="217" y="247"/>
                    </a:lnTo>
                    <a:lnTo>
                      <a:pt x="225" y="216"/>
                    </a:lnTo>
                    <a:lnTo>
                      <a:pt x="225" y="176"/>
                    </a:lnTo>
                    <a:lnTo>
                      <a:pt x="233" y="144"/>
                    </a:lnTo>
                    <a:lnTo>
                      <a:pt x="241" y="112"/>
                    </a:lnTo>
                    <a:lnTo>
                      <a:pt x="241" y="88"/>
                    </a:lnTo>
                    <a:lnTo>
                      <a:pt x="249" y="64"/>
                    </a:lnTo>
                    <a:lnTo>
                      <a:pt x="249" y="40"/>
                    </a:lnTo>
                    <a:lnTo>
                      <a:pt x="257" y="24"/>
                    </a:lnTo>
                    <a:lnTo>
                      <a:pt x="265" y="16"/>
                    </a:lnTo>
                    <a:lnTo>
                      <a:pt x="265" y="8"/>
                    </a:lnTo>
                    <a:lnTo>
                      <a:pt x="273" y="0"/>
                    </a:lnTo>
                    <a:lnTo>
                      <a:pt x="281" y="8"/>
                    </a:lnTo>
                    <a:lnTo>
                      <a:pt x="289" y="16"/>
                    </a:lnTo>
                    <a:lnTo>
                      <a:pt x="289" y="24"/>
                    </a:lnTo>
                    <a:lnTo>
                      <a:pt x="297" y="40"/>
                    </a:lnTo>
                    <a:lnTo>
                      <a:pt x="297" y="64"/>
                    </a:lnTo>
                    <a:lnTo>
                      <a:pt x="305" y="88"/>
                    </a:lnTo>
                    <a:lnTo>
                      <a:pt x="313" y="112"/>
                    </a:lnTo>
                    <a:lnTo>
                      <a:pt x="313" y="144"/>
                    </a:lnTo>
                    <a:lnTo>
                      <a:pt x="321" y="176"/>
                    </a:lnTo>
                    <a:lnTo>
                      <a:pt x="321" y="216"/>
                    </a:lnTo>
                    <a:lnTo>
                      <a:pt x="329" y="247"/>
                    </a:lnTo>
                    <a:lnTo>
                      <a:pt x="337" y="295"/>
                    </a:lnTo>
                    <a:lnTo>
                      <a:pt x="337" y="335"/>
                    </a:lnTo>
                    <a:lnTo>
                      <a:pt x="345" y="383"/>
                    </a:lnTo>
                    <a:lnTo>
                      <a:pt x="345" y="431"/>
                    </a:lnTo>
                    <a:lnTo>
                      <a:pt x="353" y="479"/>
                    </a:lnTo>
                    <a:lnTo>
                      <a:pt x="353" y="535"/>
                    </a:lnTo>
                    <a:lnTo>
                      <a:pt x="361" y="583"/>
                    </a:lnTo>
                    <a:lnTo>
                      <a:pt x="369" y="639"/>
                    </a:lnTo>
                    <a:lnTo>
                      <a:pt x="369" y="687"/>
                    </a:lnTo>
                    <a:lnTo>
                      <a:pt x="377" y="743"/>
                    </a:lnTo>
                    <a:lnTo>
                      <a:pt x="377" y="799"/>
                    </a:lnTo>
                    <a:lnTo>
                      <a:pt x="385" y="847"/>
                    </a:lnTo>
                    <a:lnTo>
                      <a:pt x="393" y="903"/>
                    </a:lnTo>
                    <a:lnTo>
                      <a:pt x="393" y="951"/>
                    </a:lnTo>
                    <a:lnTo>
                      <a:pt x="401" y="999"/>
                    </a:lnTo>
                    <a:lnTo>
                      <a:pt x="401" y="1047"/>
                    </a:lnTo>
                    <a:lnTo>
                      <a:pt x="409" y="1095"/>
                    </a:lnTo>
                    <a:lnTo>
                      <a:pt x="417" y="1135"/>
                    </a:lnTo>
                    <a:lnTo>
                      <a:pt x="417" y="1175"/>
                    </a:lnTo>
                    <a:lnTo>
                      <a:pt x="425" y="1215"/>
                    </a:lnTo>
                    <a:lnTo>
                      <a:pt x="425" y="1247"/>
                    </a:lnTo>
                    <a:lnTo>
                      <a:pt x="433" y="1279"/>
                    </a:lnTo>
                    <a:lnTo>
                      <a:pt x="441" y="1311"/>
                    </a:lnTo>
                    <a:lnTo>
                      <a:pt x="441" y="1335"/>
                    </a:lnTo>
                    <a:lnTo>
                      <a:pt x="449" y="1359"/>
                    </a:lnTo>
                    <a:lnTo>
                      <a:pt x="449" y="1374"/>
                    </a:lnTo>
                    <a:lnTo>
                      <a:pt x="457" y="1390"/>
                    </a:lnTo>
                    <a:lnTo>
                      <a:pt x="465" y="1398"/>
                    </a:lnTo>
                    <a:lnTo>
                      <a:pt x="465" y="1406"/>
                    </a:lnTo>
                    <a:lnTo>
                      <a:pt x="481" y="1406"/>
                    </a:lnTo>
                    <a:lnTo>
                      <a:pt x="473" y="1406"/>
                    </a:lnTo>
                    <a:lnTo>
                      <a:pt x="481" y="1406"/>
                    </a:lnTo>
                    <a:lnTo>
                      <a:pt x="489" y="1398"/>
                    </a:lnTo>
                    <a:lnTo>
                      <a:pt x="489" y="1382"/>
                    </a:lnTo>
                    <a:lnTo>
                      <a:pt x="497" y="1367"/>
                    </a:lnTo>
                    <a:lnTo>
                      <a:pt x="497" y="1343"/>
                    </a:lnTo>
                    <a:lnTo>
                      <a:pt x="505" y="1319"/>
                    </a:lnTo>
                    <a:lnTo>
                      <a:pt x="513" y="1295"/>
                    </a:lnTo>
                    <a:lnTo>
                      <a:pt x="513" y="1263"/>
                    </a:lnTo>
                    <a:lnTo>
                      <a:pt x="521" y="1223"/>
                    </a:lnTo>
                    <a:lnTo>
                      <a:pt x="521" y="1191"/>
                    </a:lnTo>
                    <a:lnTo>
                      <a:pt x="529" y="1151"/>
                    </a:lnTo>
                    <a:lnTo>
                      <a:pt x="529" y="1103"/>
                    </a:lnTo>
                    <a:lnTo>
                      <a:pt x="537" y="1063"/>
                    </a:lnTo>
                    <a:lnTo>
                      <a:pt x="545" y="1015"/>
                    </a:lnTo>
                    <a:lnTo>
                      <a:pt x="545" y="967"/>
                    </a:lnTo>
                    <a:lnTo>
                      <a:pt x="553" y="919"/>
                    </a:lnTo>
                    <a:lnTo>
                      <a:pt x="553" y="863"/>
                    </a:lnTo>
                    <a:lnTo>
                      <a:pt x="561" y="815"/>
                    </a:lnTo>
                    <a:lnTo>
                      <a:pt x="569" y="759"/>
                    </a:lnTo>
                    <a:lnTo>
                      <a:pt x="569" y="711"/>
                    </a:lnTo>
                    <a:lnTo>
                      <a:pt x="577" y="655"/>
                    </a:lnTo>
                    <a:lnTo>
                      <a:pt x="577" y="599"/>
                    </a:lnTo>
                    <a:lnTo>
                      <a:pt x="585" y="551"/>
                    </a:lnTo>
                    <a:lnTo>
                      <a:pt x="593" y="495"/>
                    </a:lnTo>
                    <a:lnTo>
                      <a:pt x="593" y="447"/>
                    </a:lnTo>
                    <a:lnTo>
                      <a:pt x="601" y="399"/>
                    </a:lnTo>
                    <a:lnTo>
                      <a:pt x="601" y="351"/>
                    </a:lnTo>
                    <a:lnTo>
                      <a:pt x="609" y="311"/>
                    </a:lnTo>
                    <a:lnTo>
                      <a:pt x="617" y="263"/>
                    </a:lnTo>
                    <a:lnTo>
                      <a:pt x="617" y="223"/>
                    </a:lnTo>
                    <a:lnTo>
                      <a:pt x="625" y="192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81" name="Freeform 13"/>
              <p:cNvSpPr>
                <a:spLocks/>
              </p:cNvSpPr>
              <p:nvPr/>
            </p:nvSpPr>
            <p:spPr bwMode="auto">
              <a:xfrm>
                <a:off x="1853" y="1358"/>
                <a:ext cx="617" cy="1414"/>
              </a:xfrm>
              <a:custGeom>
                <a:avLst/>
                <a:gdLst/>
                <a:ahLst/>
                <a:cxnLst>
                  <a:cxn ang="0">
                    <a:pos x="8" y="120"/>
                  </a:cxn>
                  <a:cxn ang="0">
                    <a:pos x="24" y="48"/>
                  </a:cxn>
                  <a:cxn ang="0">
                    <a:pos x="40" y="8"/>
                  </a:cxn>
                  <a:cxn ang="0">
                    <a:pos x="56" y="16"/>
                  </a:cxn>
                  <a:cxn ang="0">
                    <a:pos x="72" y="56"/>
                  </a:cxn>
                  <a:cxn ang="0">
                    <a:pos x="88" y="136"/>
                  </a:cxn>
                  <a:cxn ang="0">
                    <a:pos x="96" y="239"/>
                  </a:cxn>
                  <a:cxn ang="0">
                    <a:pos x="112" y="367"/>
                  </a:cxn>
                  <a:cxn ang="0">
                    <a:pos x="128" y="511"/>
                  </a:cxn>
                  <a:cxn ang="0">
                    <a:pos x="144" y="671"/>
                  </a:cxn>
                  <a:cxn ang="0">
                    <a:pos x="152" y="831"/>
                  </a:cxn>
                  <a:cxn ang="0">
                    <a:pos x="168" y="983"/>
                  </a:cxn>
                  <a:cxn ang="0">
                    <a:pos x="184" y="1119"/>
                  </a:cxn>
                  <a:cxn ang="0">
                    <a:pos x="200" y="1239"/>
                  </a:cxn>
                  <a:cxn ang="0">
                    <a:pos x="216" y="1327"/>
                  </a:cxn>
                  <a:cxn ang="0">
                    <a:pos x="224" y="1390"/>
                  </a:cxn>
                  <a:cxn ang="0">
                    <a:pos x="240" y="1414"/>
                  </a:cxn>
                  <a:cxn ang="0">
                    <a:pos x="264" y="1390"/>
                  </a:cxn>
                  <a:cxn ang="0">
                    <a:pos x="272" y="1327"/>
                  </a:cxn>
                  <a:cxn ang="0">
                    <a:pos x="288" y="1239"/>
                  </a:cxn>
                  <a:cxn ang="0">
                    <a:pos x="304" y="1119"/>
                  </a:cxn>
                  <a:cxn ang="0">
                    <a:pos x="320" y="983"/>
                  </a:cxn>
                  <a:cxn ang="0">
                    <a:pos x="328" y="831"/>
                  </a:cxn>
                  <a:cxn ang="0">
                    <a:pos x="344" y="671"/>
                  </a:cxn>
                  <a:cxn ang="0">
                    <a:pos x="360" y="511"/>
                  </a:cxn>
                  <a:cxn ang="0">
                    <a:pos x="376" y="367"/>
                  </a:cxn>
                  <a:cxn ang="0">
                    <a:pos x="392" y="239"/>
                  </a:cxn>
                  <a:cxn ang="0">
                    <a:pos x="400" y="136"/>
                  </a:cxn>
                  <a:cxn ang="0">
                    <a:pos x="416" y="56"/>
                  </a:cxn>
                  <a:cxn ang="0">
                    <a:pos x="432" y="16"/>
                  </a:cxn>
                  <a:cxn ang="0">
                    <a:pos x="448" y="8"/>
                  </a:cxn>
                  <a:cxn ang="0">
                    <a:pos x="464" y="48"/>
                  </a:cxn>
                  <a:cxn ang="0">
                    <a:pos x="480" y="120"/>
                  </a:cxn>
                  <a:cxn ang="0">
                    <a:pos x="496" y="223"/>
                  </a:cxn>
                  <a:cxn ang="0">
                    <a:pos x="504" y="351"/>
                  </a:cxn>
                  <a:cxn ang="0">
                    <a:pos x="521" y="495"/>
                  </a:cxn>
                  <a:cxn ang="0">
                    <a:pos x="537" y="655"/>
                  </a:cxn>
                  <a:cxn ang="0">
                    <a:pos x="553" y="815"/>
                  </a:cxn>
                  <a:cxn ang="0">
                    <a:pos x="569" y="967"/>
                  </a:cxn>
                  <a:cxn ang="0">
                    <a:pos x="577" y="1103"/>
                  </a:cxn>
                  <a:cxn ang="0">
                    <a:pos x="593" y="1223"/>
                  </a:cxn>
                  <a:cxn ang="0">
                    <a:pos x="609" y="1319"/>
                  </a:cxn>
                </a:cxnLst>
                <a:rect l="0" t="0" r="r" b="b"/>
                <a:pathLst>
                  <a:path w="617" h="1414">
                    <a:moveTo>
                      <a:pt x="0" y="192"/>
                    </a:moveTo>
                    <a:lnTo>
                      <a:pt x="0" y="152"/>
                    </a:lnTo>
                    <a:lnTo>
                      <a:pt x="8" y="120"/>
                    </a:lnTo>
                    <a:lnTo>
                      <a:pt x="16" y="96"/>
                    </a:lnTo>
                    <a:lnTo>
                      <a:pt x="16" y="72"/>
                    </a:lnTo>
                    <a:lnTo>
                      <a:pt x="24" y="48"/>
                    </a:lnTo>
                    <a:lnTo>
                      <a:pt x="24" y="32"/>
                    </a:lnTo>
                    <a:lnTo>
                      <a:pt x="32" y="16"/>
                    </a:lnTo>
                    <a:lnTo>
                      <a:pt x="40" y="8"/>
                    </a:lnTo>
                    <a:lnTo>
                      <a:pt x="48" y="0"/>
                    </a:lnTo>
                    <a:lnTo>
                      <a:pt x="48" y="8"/>
                    </a:lnTo>
                    <a:lnTo>
                      <a:pt x="56" y="16"/>
                    </a:lnTo>
                    <a:lnTo>
                      <a:pt x="64" y="24"/>
                    </a:lnTo>
                    <a:lnTo>
                      <a:pt x="64" y="40"/>
                    </a:lnTo>
                    <a:lnTo>
                      <a:pt x="72" y="56"/>
                    </a:lnTo>
                    <a:lnTo>
                      <a:pt x="72" y="80"/>
                    </a:lnTo>
                    <a:lnTo>
                      <a:pt x="80" y="104"/>
                    </a:lnTo>
                    <a:lnTo>
                      <a:pt x="88" y="136"/>
                    </a:lnTo>
                    <a:lnTo>
                      <a:pt x="88" y="168"/>
                    </a:lnTo>
                    <a:lnTo>
                      <a:pt x="96" y="200"/>
                    </a:lnTo>
                    <a:lnTo>
                      <a:pt x="96" y="239"/>
                    </a:lnTo>
                    <a:lnTo>
                      <a:pt x="104" y="279"/>
                    </a:lnTo>
                    <a:lnTo>
                      <a:pt x="104" y="319"/>
                    </a:lnTo>
                    <a:lnTo>
                      <a:pt x="112" y="367"/>
                    </a:lnTo>
                    <a:lnTo>
                      <a:pt x="120" y="415"/>
                    </a:lnTo>
                    <a:lnTo>
                      <a:pt x="120" y="463"/>
                    </a:lnTo>
                    <a:lnTo>
                      <a:pt x="128" y="511"/>
                    </a:lnTo>
                    <a:lnTo>
                      <a:pt x="128" y="567"/>
                    </a:lnTo>
                    <a:lnTo>
                      <a:pt x="136" y="615"/>
                    </a:lnTo>
                    <a:lnTo>
                      <a:pt x="144" y="671"/>
                    </a:lnTo>
                    <a:lnTo>
                      <a:pt x="144" y="727"/>
                    </a:lnTo>
                    <a:lnTo>
                      <a:pt x="152" y="775"/>
                    </a:lnTo>
                    <a:lnTo>
                      <a:pt x="152" y="831"/>
                    </a:lnTo>
                    <a:lnTo>
                      <a:pt x="160" y="879"/>
                    </a:lnTo>
                    <a:lnTo>
                      <a:pt x="168" y="935"/>
                    </a:lnTo>
                    <a:lnTo>
                      <a:pt x="168" y="983"/>
                    </a:lnTo>
                    <a:lnTo>
                      <a:pt x="176" y="1031"/>
                    </a:lnTo>
                    <a:lnTo>
                      <a:pt x="176" y="1079"/>
                    </a:lnTo>
                    <a:lnTo>
                      <a:pt x="184" y="1119"/>
                    </a:lnTo>
                    <a:lnTo>
                      <a:pt x="192" y="1167"/>
                    </a:lnTo>
                    <a:lnTo>
                      <a:pt x="192" y="1199"/>
                    </a:lnTo>
                    <a:lnTo>
                      <a:pt x="200" y="1239"/>
                    </a:lnTo>
                    <a:lnTo>
                      <a:pt x="200" y="1271"/>
                    </a:lnTo>
                    <a:lnTo>
                      <a:pt x="208" y="1303"/>
                    </a:lnTo>
                    <a:lnTo>
                      <a:pt x="216" y="1327"/>
                    </a:lnTo>
                    <a:lnTo>
                      <a:pt x="216" y="1351"/>
                    </a:lnTo>
                    <a:lnTo>
                      <a:pt x="224" y="1374"/>
                    </a:lnTo>
                    <a:lnTo>
                      <a:pt x="224" y="1390"/>
                    </a:lnTo>
                    <a:lnTo>
                      <a:pt x="232" y="1398"/>
                    </a:lnTo>
                    <a:lnTo>
                      <a:pt x="248" y="1414"/>
                    </a:lnTo>
                    <a:lnTo>
                      <a:pt x="240" y="1414"/>
                    </a:lnTo>
                    <a:lnTo>
                      <a:pt x="248" y="1406"/>
                    </a:lnTo>
                    <a:lnTo>
                      <a:pt x="256" y="1398"/>
                    </a:lnTo>
                    <a:lnTo>
                      <a:pt x="264" y="1390"/>
                    </a:lnTo>
                    <a:lnTo>
                      <a:pt x="264" y="1374"/>
                    </a:lnTo>
                    <a:lnTo>
                      <a:pt x="272" y="1351"/>
                    </a:lnTo>
                    <a:lnTo>
                      <a:pt x="272" y="1327"/>
                    </a:lnTo>
                    <a:lnTo>
                      <a:pt x="280" y="1303"/>
                    </a:lnTo>
                    <a:lnTo>
                      <a:pt x="280" y="1271"/>
                    </a:lnTo>
                    <a:lnTo>
                      <a:pt x="288" y="1239"/>
                    </a:lnTo>
                    <a:lnTo>
                      <a:pt x="296" y="1199"/>
                    </a:lnTo>
                    <a:lnTo>
                      <a:pt x="296" y="1167"/>
                    </a:lnTo>
                    <a:lnTo>
                      <a:pt x="304" y="1119"/>
                    </a:lnTo>
                    <a:lnTo>
                      <a:pt x="304" y="1079"/>
                    </a:lnTo>
                    <a:lnTo>
                      <a:pt x="312" y="1031"/>
                    </a:lnTo>
                    <a:lnTo>
                      <a:pt x="320" y="983"/>
                    </a:lnTo>
                    <a:lnTo>
                      <a:pt x="320" y="935"/>
                    </a:lnTo>
                    <a:lnTo>
                      <a:pt x="328" y="879"/>
                    </a:lnTo>
                    <a:lnTo>
                      <a:pt x="328" y="831"/>
                    </a:lnTo>
                    <a:lnTo>
                      <a:pt x="336" y="775"/>
                    </a:lnTo>
                    <a:lnTo>
                      <a:pt x="344" y="727"/>
                    </a:lnTo>
                    <a:lnTo>
                      <a:pt x="344" y="671"/>
                    </a:lnTo>
                    <a:lnTo>
                      <a:pt x="352" y="615"/>
                    </a:lnTo>
                    <a:lnTo>
                      <a:pt x="352" y="567"/>
                    </a:lnTo>
                    <a:lnTo>
                      <a:pt x="360" y="511"/>
                    </a:lnTo>
                    <a:lnTo>
                      <a:pt x="368" y="463"/>
                    </a:lnTo>
                    <a:lnTo>
                      <a:pt x="368" y="415"/>
                    </a:lnTo>
                    <a:lnTo>
                      <a:pt x="376" y="367"/>
                    </a:lnTo>
                    <a:lnTo>
                      <a:pt x="376" y="319"/>
                    </a:lnTo>
                    <a:lnTo>
                      <a:pt x="384" y="279"/>
                    </a:lnTo>
                    <a:lnTo>
                      <a:pt x="392" y="239"/>
                    </a:lnTo>
                    <a:lnTo>
                      <a:pt x="392" y="200"/>
                    </a:lnTo>
                    <a:lnTo>
                      <a:pt x="400" y="168"/>
                    </a:lnTo>
                    <a:lnTo>
                      <a:pt x="400" y="136"/>
                    </a:lnTo>
                    <a:lnTo>
                      <a:pt x="408" y="104"/>
                    </a:lnTo>
                    <a:lnTo>
                      <a:pt x="416" y="80"/>
                    </a:lnTo>
                    <a:lnTo>
                      <a:pt x="416" y="56"/>
                    </a:lnTo>
                    <a:lnTo>
                      <a:pt x="424" y="40"/>
                    </a:lnTo>
                    <a:lnTo>
                      <a:pt x="424" y="24"/>
                    </a:lnTo>
                    <a:lnTo>
                      <a:pt x="432" y="16"/>
                    </a:lnTo>
                    <a:lnTo>
                      <a:pt x="440" y="8"/>
                    </a:lnTo>
                    <a:lnTo>
                      <a:pt x="440" y="0"/>
                    </a:lnTo>
                    <a:lnTo>
                      <a:pt x="448" y="8"/>
                    </a:lnTo>
                    <a:lnTo>
                      <a:pt x="456" y="16"/>
                    </a:lnTo>
                    <a:lnTo>
                      <a:pt x="464" y="32"/>
                    </a:lnTo>
                    <a:lnTo>
                      <a:pt x="464" y="48"/>
                    </a:lnTo>
                    <a:lnTo>
                      <a:pt x="472" y="72"/>
                    </a:lnTo>
                    <a:lnTo>
                      <a:pt x="472" y="96"/>
                    </a:lnTo>
                    <a:lnTo>
                      <a:pt x="480" y="120"/>
                    </a:lnTo>
                    <a:lnTo>
                      <a:pt x="480" y="152"/>
                    </a:lnTo>
                    <a:lnTo>
                      <a:pt x="488" y="192"/>
                    </a:lnTo>
                    <a:lnTo>
                      <a:pt x="496" y="223"/>
                    </a:lnTo>
                    <a:lnTo>
                      <a:pt x="496" y="263"/>
                    </a:lnTo>
                    <a:lnTo>
                      <a:pt x="504" y="311"/>
                    </a:lnTo>
                    <a:lnTo>
                      <a:pt x="504" y="351"/>
                    </a:lnTo>
                    <a:lnTo>
                      <a:pt x="512" y="399"/>
                    </a:lnTo>
                    <a:lnTo>
                      <a:pt x="521" y="447"/>
                    </a:lnTo>
                    <a:lnTo>
                      <a:pt x="521" y="495"/>
                    </a:lnTo>
                    <a:lnTo>
                      <a:pt x="529" y="551"/>
                    </a:lnTo>
                    <a:lnTo>
                      <a:pt x="529" y="599"/>
                    </a:lnTo>
                    <a:lnTo>
                      <a:pt x="537" y="655"/>
                    </a:lnTo>
                    <a:lnTo>
                      <a:pt x="545" y="703"/>
                    </a:lnTo>
                    <a:lnTo>
                      <a:pt x="545" y="759"/>
                    </a:lnTo>
                    <a:lnTo>
                      <a:pt x="553" y="815"/>
                    </a:lnTo>
                    <a:lnTo>
                      <a:pt x="553" y="863"/>
                    </a:lnTo>
                    <a:lnTo>
                      <a:pt x="561" y="919"/>
                    </a:lnTo>
                    <a:lnTo>
                      <a:pt x="569" y="967"/>
                    </a:lnTo>
                    <a:lnTo>
                      <a:pt x="569" y="1015"/>
                    </a:lnTo>
                    <a:lnTo>
                      <a:pt x="577" y="1063"/>
                    </a:lnTo>
                    <a:lnTo>
                      <a:pt x="577" y="1103"/>
                    </a:lnTo>
                    <a:lnTo>
                      <a:pt x="585" y="1151"/>
                    </a:lnTo>
                    <a:lnTo>
                      <a:pt x="593" y="1191"/>
                    </a:lnTo>
                    <a:lnTo>
                      <a:pt x="593" y="1223"/>
                    </a:lnTo>
                    <a:lnTo>
                      <a:pt x="601" y="1263"/>
                    </a:lnTo>
                    <a:lnTo>
                      <a:pt x="601" y="1295"/>
                    </a:lnTo>
                    <a:lnTo>
                      <a:pt x="609" y="1319"/>
                    </a:lnTo>
                    <a:lnTo>
                      <a:pt x="617" y="1343"/>
                    </a:lnTo>
                    <a:lnTo>
                      <a:pt x="617" y="1367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82" name="Freeform 14"/>
              <p:cNvSpPr>
                <a:spLocks/>
              </p:cNvSpPr>
              <p:nvPr/>
            </p:nvSpPr>
            <p:spPr bwMode="auto">
              <a:xfrm>
                <a:off x="2470" y="1358"/>
                <a:ext cx="632" cy="1414"/>
              </a:xfrm>
              <a:custGeom>
                <a:avLst/>
                <a:gdLst/>
                <a:ahLst/>
                <a:cxnLst>
                  <a:cxn ang="0">
                    <a:pos x="8" y="1398"/>
                  </a:cxn>
                  <a:cxn ang="0">
                    <a:pos x="32" y="1406"/>
                  </a:cxn>
                  <a:cxn ang="0">
                    <a:pos x="48" y="1374"/>
                  </a:cxn>
                  <a:cxn ang="0">
                    <a:pos x="56" y="1311"/>
                  </a:cxn>
                  <a:cxn ang="0">
                    <a:pos x="72" y="1215"/>
                  </a:cxn>
                  <a:cxn ang="0">
                    <a:pos x="88" y="1095"/>
                  </a:cxn>
                  <a:cxn ang="0">
                    <a:pos x="104" y="951"/>
                  </a:cxn>
                  <a:cxn ang="0">
                    <a:pos x="112" y="799"/>
                  </a:cxn>
                  <a:cxn ang="0">
                    <a:pos x="128" y="639"/>
                  </a:cxn>
                  <a:cxn ang="0">
                    <a:pos x="144" y="479"/>
                  </a:cxn>
                  <a:cxn ang="0">
                    <a:pos x="160" y="335"/>
                  </a:cxn>
                  <a:cxn ang="0">
                    <a:pos x="176" y="216"/>
                  </a:cxn>
                  <a:cxn ang="0">
                    <a:pos x="184" y="112"/>
                  </a:cxn>
                  <a:cxn ang="0">
                    <a:pos x="200" y="40"/>
                  </a:cxn>
                  <a:cxn ang="0">
                    <a:pos x="216" y="8"/>
                  </a:cxn>
                  <a:cxn ang="0">
                    <a:pos x="232" y="16"/>
                  </a:cxn>
                  <a:cxn ang="0">
                    <a:pos x="248" y="64"/>
                  </a:cxn>
                  <a:cxn ang="0">
                    <a:pos x="264" y="144"/>
                  </a:cxn>
                  <a:cxn ang="0">
                    <a:pos x="280" y="247"/>
                  </a:cxn>
                  <a:cxn ang="0">
                    <a:pos x="288" y="383"/>
                  </a:cxn>
                  <a:cxn ang="0">
                    <a:pos x="304" y="535"/>
                  </a:cxn>
                  <a:cxn ang="0">
                    <a:pos x="320" y="687"/>
                  </a:cxn>
                  <a:cxn ang="0">
                    <a:pos x="336" y="847"/>
                  </a:cxn>
                  <a:cxn ang="0">
                    <a:pos x="352" y="999"/>
                  </a:cxn>
                  <a:cxn ang="0">
                    <a:pos x="360" y="1135"/>
                  </a:cxn>
                  <a:cxn ang="0">
                    <a:pos x="376" y="1247"/>
                  </a:cxn>
                  <a:cxn ang="0">
                    <a:pos x="392" y="1335"/>
                  </a:cxn>
                  <a:cxn ang="0">
                    <a:pos x="408" y="1390"/>
                  </a:cxn>
                  <a:cxn ang="0">
                    <a:pos x="432" y="1406"/>
                  </a:cxn>
                  <a:cxn ang="0">
                    <a:pos x="440" y="1367"/>
                  </a:cxn>
                  <a:cxn ang="0">
                    <a:pos x="456" y="1295"/>
                  </a:cxn>
                  <a:cxn ang="0">
                    <a:pos x="472" y="1191"/>
                  </a:cxn>
                  <a:cxn ang="0">
                    <a:pos x="488" y="1063"/>
                  </a:cxn>
                  <a:cxn ang="0">
                    <a:pos x="504" y="919"/>
                  </a:cxn>
                  <a:cxn ang="0">
                    <a:pos x="512" y="759"/>
                  </a:cxn>
                  <a:cxn ang="0">
                    <a:pos x="528" y="599"/>
                  </a:cxn>
                  <a:cxn ang="0">
                    <a:pos x="544" y="447"/>
                  </a:cxn>
                  <a:cxn ang="0">
                    <a:pos x="560" y="311"/>
                  </a:cxn>
                  <a:cxn ang="0">
                    <a:pos x="576" y="192"/>
                  </a:cxn>
                  <a:cxn ang="0">
                    <a:pos x="584" y="96"/>
                  </a:cxn>
                  <a:cxn ang="0">
                    <a:pos x="600" y="32"/>
                  </a:cxn>
                  <a:cxn ang="0">
                    <a:pos x="624" y="8"/>
                  </a:cxn>
                </a:cxnLst>
                <a:rect l="0" t="0" r="r" b="b"/>
                <a:pathLst>
                  <a:path w="632" h="1414">
                    <a:moveTo>
                      <a:pt x="0" y="1367"/>
                    </a:moveTo>
                    <a:lnTo>
                      <a:pt x="8" y="1382"/>
                    </a:lnTo>
                    <a:lnTo>
                      <a:pt x="8" y="1398"/>
                    </a:lnTo>
                    <a:lnTo>
                      <a:pt x="16" y="1406"/>
                    </a:lnTo>
                    <a:lnTo>
                      <a:pt x="24" y="1414"/>
                    </a:lnTo>
                    <a:lnTo>
                      <a:pt x="32" y="1406"/>
                    </a:lnTo>
                    <a:lnTo>
                      <a:pt x="32" y="1398"/>
                    </a:lnTo>
                    <a:lnTo>
                      <a:pt x="40" y="1390"/>
                    </a:lnTo>
                    <a:lnTo>
                      <a:pt x="48" y="1374"/>
                    </a:lnTo>
                    <a:lnTo>
                      <a:pt x="48" y="1359"/>
                    </a:lnTo>
                    <a:lnTo>
                      <a:pt x="56" y="1335"/>
                    </a:lnTo>
                    <a:lnTo>
                      <a:pt x="56" y="1311"/>
                    </a:lnTo>
                    <a:lnTo>
                      <a:pt x="64" y="1279"/>
                    </a:lnTo>
                    <a:lnTo>
                      <a:pt x="64" y="1247"/>
                    </a:lnTo>
                    <a:lnTo>
                      <a:pt x="72" y="1215"/>
                    </a:lnTo>
                    <a:lnTo>
                      <a:pt x="80" y="1175"/>
                    </a:lnTo>
                    <a:lnTo>
                      <a:pt x="80" y="1135"/>
                    </a:lnTo>
                    <a:lnTo>
                      <a:pt x="88" y="1095"/>
                    </a:lnTo>
                    <a:lnTo>
                      <a:pt x="88" y="1047"/>
                    </a:lnTo>
                    <a:lnTo>
                      <a:pt x="96" y="999"/>
                    </a:lnTo>
                    <a:lnTo>
                      <a:pt x="104" y="951"/>
                    </a:lnTo>
                    <a:lnTo>
                      <a:pt x="104" y="903"/>
                    </a:lnTo>
                    <a:lnTo>
                      <a:pt x="112" y="847"/>
                    </a:lnTo>
                    <a:lnTo>
                      <a:pt x="112" y="799"/>
                    </a:lnTo>
                    <a:lnTo>
                      <a:pt x="120" y="743"/>
                    </a:lnTo>
                    <a:lnTo>
                      <a:pt x="128" y="687"/>
                    </a:lnTo>
                    <a:lnTo>
                      <a:pt x="128" y="639"/>
                    </a:lnTo>
                    <a:lnTo>
                      <a:pt x="136" y="583"/>
                    </a:lnTo>
                    <a:lnTo>
                      <a:pt x="136" y="535"/>
                    </a:lnTo>
                    <a:lnTo>
                      <a:pt x="144" y="479"/>
                    </a:lnTo>
                    <a:lnTo>
                      <a:pt x="152" y="431"/>
                    </a:lnTo>
                    <a:lnTo>
                      <a:pt x="152" y="383"/>
                    </a:lnTo>
                    <a:lnTo>
                      <a:pt x="160" y="335"/>
                    </a:lnTo>
                    <a:lnTo>
                      <a:pt x="160" y="295"/>
                    </a:lnTo>
                    <a:lnTo>
                      <a:pt x="168" y="247"/>
                    </a:lnTo>
                    <a:lnTo>
                      <a:pt x="176" y="216"/>
                    </a:lnTo>
                    <a:lnTo>
                      <a:pt x="176" y="176"/>
                    </a:lnTo>
                    <a:lnTo>
                      <a:pt x="184" y="144"/>
                    </a:lnTo>
                    <a:lnTo>
                      <a:pt x="184" y="112"/>
                    </a:lnTo>
                    <a:lnTo>
                      <a:pt x="192" y="88"/>
                    </a:lnTo>
                    <a:lnTo>
                      <a:pt x="200" y="64"/>
                    </a:lnTo>
                    <a:lnTo>
                      <a:pt x="200" y="40"/>
                    </a:lnTo>
                    <a:lnTo>
                      <a:pt x="208" y="24"/>
                    </a:lnTo>
                    <a:lnTo>
                      <a:pt x="208" y="16"/>
                    </a:lnTo>
                    <a:lnTo>
                      <a:pt x="216" y="8"/>
                    </a:lnTo>
                    <a:lnTo>
                      <a:pt x="224" y="0"/>
                    </a:lnTo>
                    <a:lnTo>
                      <a:pt x="232" y="8"/>
                    </a:lnTo>
                    <a:lnTo>
                      <a:pt x="232" y="16"/>
                    </a:lnTo>
                    <a:lnTo>
                      <a:pt x="240" y="24"/>
                    </a:lnTo>
                    <a:lnTo>
                      <a:pt x="240" y="40"/>
                    </a:lnTo>
                    <a:lnTo>
                      <a:pt x="248" y="64"/>
                    </a:lnTo>
                    <a:lnTo>
                      <a:pt x="256" y="88"/>
                    </a:lnTo>
                    <a:lnTo>
                      <a:pt x="256" y="112"/>
                    </a:lnTo>
                    <a:lnTo>
                      <a:pt x="264" y="144"/>
                    </a:lnTo>
                    <a:lnTo>
                      <a:pt x="264" y="176"/>
                    </a:lnTo>
                    <a:lnTo>
                      <a:pt x="272" y="216"/>
                    </a:lnTo>
                    <a:lnTo>
                      <a:pt x="280" y="247"/>
                    </a:lnTo>
                    <a:lnTo>
                      <a:pt x="280" y="295"/>
                    </a:lnTo>
                    <a:lnTo>
                      <a:pt x="288" y="335"/>
                    </a:lnTo>
                    <a:lnTo>
                      <a:pt x="288" y="383"/>
                    </a:lnTo>
                    <a:lnTo>
                      <a:pt x="296" y="431"/>
                    </a:lnTo>
                    <a:lnTo>
                      <a:pt x="304" y="479"/>
                    </a:lnTo>
                    <a:lnTo>
                      <a:pt x="304" y="535"/>
                    </a:lnTo>
                    <a:lnTo>
                      <a:pt x="312" y="583"/>
                    </a:lnTo>
                    <a:lnTo>
                      <a:pt x="312" y="639"/>
                    </a:lnTo>
                    <a:lnTo>
                      <a:pt x="320" y="687"/>
                    </a:lnTo>
                    <a:lnTo>
                      <a:pt x="328" y="743"/>
                    </a:lnTo>
                    <a:lnTo>
                      <a:pt x="328" y="799"/>
                    </a:lnTo>
                    <a:lnTo>
                      <a:pt x="336" y="847"/>
                    </a:lnTo>
                    <a:lnTo>
                      <a:pt x="336" y="903"/>
                    </a:lnTo>
                    <a:lnTo>
                      <a:pt x="344" y="951"/>
                    </a:lnTo>
                    <a:lnTo>
                      <a:pt x="352" y="999"/>
                    </a:lnTo>
                    <a:lnTo>
                      <a:pt x="352" y="1047"/>
                    </a:lnTo>
                    <a:lnTo>
                      <a:pt x="360" y="1095"/>
                    </a:lnTo>
                    <a:lnTo>
                      <a:pt x="360" y="1135"/>
                    </a:lnTo>
                    <a:lnTo>
                      <a:pt x="368" y="1175"/>
                    </a:lnTo>
                    <a:lnTo>
                      <a:pt x="376" y="1215"/>
                    </a:lnTo>
                    <a:lnTo>
                      <a:pt x="376" y="1247"/>
                    </a:lnTo>
                    <a:lnTo>
                      <a:pt x="384" y="1279"/>
                    </a:lnTo>
                    <a:lnTo>
                      <a:pt x="384" y="1311"/>
                    </a:lnTo>
                    <a:lnTo>
                      <a:pt x="392" y="1335"/>
                    </a:lnTo>
                    <a:lnTo>
                      <a:pt x="400" y="1359"/>
                    </a:lnTo>
                    <a:lnTo>
                      <a:pt x="400" y="1374"/>
                    </a:lnTo>
                    <a:lnTo>
                      <a:pt x="408" y="1390"/>
                    </a:lnTo>
                    <a:lnTo>
                      <a:pt x="408" y="1398"/>
                    </a:lnTo>
                    <a:lnTo>
                      <a:pt x="416" y="1406"/>
                    </a:lnTo>
                    <a:lnTo>
                      <a:pt x="432" y="1406"/>
                    </a:lnTo>
                    <a:lnTo>
                      <a:pt x="432" y="1398"/>
                    </a:lnTo>
                    <a:lnTo>
                      <a:pt x="440" y="1382"/>
                    </a:lnTo>
                    <a:lnTo>
                      <a:pt x="440" y="1367"/>
                    </a:lnTo>
                    <a:lnTo>
                      <a:pt x="448" y="1343"/>
                    </a:lnTo>
                    <a:lnTo>
                      <a:pt x="456" y="1319"/>
                    </a:lnTo>
                    <a:lnTo>
                      <a:pt x="456" y="1295"/>
                    </a:lnTo>
                    <a:lnTo>
                      <a:pt x="464" y="1263"/>
                    </a:lnTo>
                    <a:lnTo>
                      <a:pt x="464" y="1223"/>
                    </a:lnTo>
                    <a:lnTo>
                      <a:pt x="472" y="1191"/>
                    </a:lnTo>
                    <a:lnTo>
                      <a:pt x="480" y="1151"/>
                    </a:lnTo>
                    <a:lnTo>
                      <a:pt x="480" y="1103"/>
                    </a:lnTo>
                    <a:lnTo>
                      <a:pt x="488" y="1063"/>
                    </a:lnTo>
                    <a:lnTo>
                      <a:pt x="488" y="1015"/>
                    </a:lnTo>
                    <a:lnTo>
                      <a:pt x="496" y="967"/>
                    </a:lnTo>
                    <a:lnTo>
                      <a:pt x="504" y="919"/>
                    </a:lnTo>
                    <a:lnTo>
                      <a:pt x="504" y="863"/>
                    </a:lnTo>
                    <a:lnTo>
                      <a:pt x="512" y="815"/>
                    </a:lnTo>
                    <a:lnTo>
                      <a:pt x="512" y="759"/>
                    </a:lnTo>
                    <a:lnTo>
                      <a:pt x="520" y="711"/>
                    </a:lnTo>
                    <a:lnTo>
                      <a:pt x="528" y="655"/>
                    </a:lnTo>
                    <a:lnTo>
                      <a:pt x="528" y="599"/>
                    </a:lnTo>
                    <a:lnTo>
                      <a:pt x="536" y="551"/>
                    </a:lnTo>
                    <a:lnTo>
                      <a:pt x="536" y="495"/>
                    </a:lnTo>
                    <a:lnTo>
                      <a:pt x="544" y="447"/>
                    </a:lnTo>
                    <a:lnTo>
                      <a:pt x="552" y="399"/>
                    </a:lnTo>
                    <a:lnTo>
                      <a:pt x="552" y="351"/>
                    </a:lnTo>
                    <a:lnTo>
                      <a:pt x="560" y="311"/>
                    </a:lnTo>
                    <a:lnTo>
                      <a:pt x="560" y="263"/>
                    </a:lnTo>
                    <a:lnTo>
                      <a:pt x="568" y="223"/>
                    </a:lnTo>
                    <a:lnTo>
                      <a:pt x="576" y="192"/>
                    </a:lnTo>
                    <a:lnTo>
                      <a:pt x="576" y="152"/>
                    </a:lnTo>
                    <a:lnTo>
                      <a:pt x="584" y="120"/>
                    </a:lnTo>
                    <a:lnTo>
                      <a:pt x="584" y="96"/>
                    </a:lnTo>
                    <a:lnTo>
                      <a:pt x="592" y="72"/>
                    </a:lnTo>
                    <a:lnTo>
                      <a:pt x="600" y="48"/>
                    </a:lnTo>
                    <a:lnTo>
                      <a:pt x="600" y="32"/>
                    </a:lnTo>
                    <a:lnTo>
                      <a:pt x="616" y="8"/>
                    </a:lnTo>
                    <a:lnTo>
                      <a:pt x="616" y="0"/>
                    </a:lnTo>
                    <a:lnTo>
                      <a:pt x="624" y="8"/>
                    </a:lnTo>
                    <a:lnTo>
                      <a:pt x="632" y="16"/>
                    </a:lnTo>
                    <a:lnTo>
                      <a:pt x="632" y="24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83" name="Freeform 15"/>
              <p:cNvSpPr>
                <a:spLocks/>
              </p:cNvSpPr>
              <p:nvPr/>
            </p:nvSpPr>
            <p:spPr bwMode="auto">
              <a:xfrm>
                <a:off x="3102" y="1366"/>
                <a:ext cx="617" cy="1406"/>
              </a:xfrm>
              <a:custGeom>
                <a:avLst/>
                <a:gdLst/>
                <a:ahLst/>
                <a:cxnLst>
                  <a:cxn ang="0">
                    <a:pos x="8" y="48"/>
                  </a:cxn>
                  <a:cxn ang="0">
                    <a:pos x="24" y="128"/>
                  </a:cxn>
                  <a:cxn ang="0">
                    <a:pos x="40" y="231"/>
                  </a:cxn>
                  <a:cxn ang="0">
                    <a:pos x="56" y="359"/>
                  </a:cxn>
                  <a:cxn ang="0">
                    <a:pos x="72" y="503"/>
                  </a:cxn>
                  <a:cxn ang="0">
                    <a:pos x="80" y="663"/>
                  </a:cxn>
                  <a:cxn ang="0">
                    <a:pos x="96" y="823"/>
                  </a:cxn>
                  <a:cxn ang="0">
                    <a:pos x="112" y="975"/>
                  </a:cxn>
                  <a:cxn ang="0">
                    <a:pos x="128" y="1111"/>
                  </a:cxn>
                  <a:cxn ang="0">
                    <a:pos x="144" y="1231"/>
                  </a:cxn>
                  <a:cxn ang="0">
                    <a:pos x="152" y="1319"/>
                  </a:cxn>
                  <a:cxn ang="0">
                    <a:pos x="168" y="1382"/>
                  </a:cxn>
                  <a:cxn ang="0">
                    <a:pos x="184" y="1406"/>
                  </a:cxn>
                  <a:cxn ang="0">
                    <a:pos x="200" y="1382"/>
                  </a:cxn>
                  <a:cxn ang="0">
                    <a:pos x="216" y="1319"/>
                  </a:cxn>
                  <a:cxn ang="0">
                    <a:pos x="232" y="1231"/>
                  </a:cxn>
                  <a:cxn ang="0">
                    <a:pos x="248" y="1111"/>
                  </a:cxn>
                  <a:cxn ang="0">
                    <a:pos x="256" y="975"/>
                  </a:cxn>
                  <a:cxn ang="0">
                    <a:pos x="272" y="823"/>
                  </a:cxn>
                  <a:cxn ang="0">
                    <a:pos x="288" y="663"/>
                  </a:cxn>
                  <a:cxn ang="0">
                    <a:pos x="305" y="503"/>
                  </a:cxn>
                  <a:cxn ang="0">
                    <a:pos x="321" y="359"/>
                  </a:cxn>
                  <a:cxn ang="0">
                    <a:pos x="329" y="231"/>
                  </a:cxn>
                  <a:cxn ang="0">
                    <a:pos x="345" y="128"/>
                  </a:cxn>
                  <a:cxn ang="0">
                    <a:pos x="361" y="48"/>
                  </a:cxn>
                  <a:cxn ang="0">
                    <a:pos x="377" y="8"/>
                  </a:cxn>
                  <a:cxn ang="0">
                    <a:pos x="385" y="0"/>
                  </a:cxn>
                  <a:cxn ang="0">
                    <a:pos x="401" y="24"/>
                  </a:cxn>
                  <a:cxn ang="0">
                    <a:pos x="417" y="88"/>
                  </a:cxn>
                  <a:cxn ang="0">
                    <a:pos x="433" y="184"/>
                  </a:cxn>
                  <a:cxn ang="0">
                    <a:pos x="449" y="303"/>
                  </a:cxn>
                  <a:cxn ang="0">
                    <a:pos x="457" y="439"/>
                  </a:cxn>
                  <a:cxn ang="0">
                    <a:pos x="473" y="591"/>
                  </a:cxn>
                  <a:cxn ang="0">
                    <a:pos x="489" y="751"/>
                  </a:cxn>
                  <a:cxn ang="0">
                    <a:pos x="505" y="911"/>
                  </a:cxn>
                  <a:cxn ang="0">
                    <a:pos x="521" y="1055"/>
                  </a:cxn>
                  <a:cxn ang="0">
                    <a:pos x="529" y="1183"/>
                  </a:cxn>
                  <a:cxn ang="0">
                    <a:pos x="545" y="1287"/>
                  </a:cxn>
                  <a:cxn ang="0">
                    <a:pos x="561" y="1359"/>
                  </a:cxn>
                  <a:cxn ang="0">
                    <a:pos x="577" y="1398"/>
                  </a:cxn>
                  <a:cxn ang="0">
                    <a:pos x="593" y="1390"/>
                  </a:cxn>
                  <a:cxn ang="0">
                    <a:pos x="609" y="1351"/>
                  </a:cxn>
                </a:cxnLst>
                <a:rect l="0" t="0" r="r" b="b"/>
                <a:pathLst>
                  <a:path w="617" h="1406">
                    <a:moveTo>
                      <a:pt x="0" y="16"/>
                    </a:moveTo>
                    <a:lnTo>
                      <a:pt x="8" y="32"/>
                    </a:lnTo>
                    <a:lnTo>
                      <a:pt x="8" y="48"/>
                    </a:lnTo>
                    <a:lnTo>
                      <a:pt x="16" y="72"/>
                    </a:lnTo>
                    <a:lnTo>
                      <a:pt x="24" y="96"/>
                    </a:lnTo>
                    <a:lnTo>
                      <a:pt x="24" y="128"/>
                    </a:lnTo>
                    <a:lnTo>
                      <a:pt x="32" y="160"/>
                    </a:lnTo>
                    <a:lnTo>
                      <a:pt x="32" y="192"/>
                    </a:lnTo>
                    <a:lnTo>
                      <a:pt x="40" y="231"/>
                    </a:lnTo>
                    <a:lnTo>
                      <a:pt x="48" y="271"/>
                    </a:lnTo>
                    <a:lnTo>
                      <a:pt x="48" y="311"/>
                    </a:lnTo>
                    <a:lnTo>
                      <a:pt x="56" y="359"/>
                    </a:lnTo>
                    <a:lnTo>
                      <a:pt x="56" y="407"/>
                    </a:lnTo>
                    <a:lnTo>
                      <a:pt x="64" y="455"/>
                    </a:lnTo>
                    <a:lnTo>
                      <a:pt x="72" y="503"/>
                    </a:lnTo>
                    <a:lnTo>
                      <a:pt x="72" y="559"/>
                    </a:lnTo>
                    <a:lnTo>
                      <a:pt x="80" y="607"/>
                    </a:lnTo>
                    <a:lnTo>
                      <a:pt x="80" y="663"/>
                    </a:lnTo>
                    <a:lnTo>
                      <a:pt x="88" y="719"/>
                    </a:lnTo>
                    <a:lnTo>
                      <a:pt x="96" y="767"/>
                    </a:lnTo>
                    <a:lnTo>
                      <a:pt x="96" y="823"/>
                    </a:lnTo>
                    <a:lnTo>
                      <a:pt x="104" y="871"/>
                    </a:lnTo>
                    <a:lnTo>
                      <a:pt x="104" y="927"/>
                    </a:lnTo>
                    <a:lnTo>
                      <a:pt x="112" y="975"/>
                    </a:lnTo>
                    <a:lnTo>
                      <a:pt x="120" y="1023"/>
                    </a:lnTo>
                    <a:lnTo>
                      <a:pt x="120" y="1071"/>
                    </a:lnTo>
                    <a:lnTo>
                      <a:pt x="128" y="1111"/>
                    </a:lnTo>
                    <a:lnTo>
                      <a:pt x="128" y="1159"/>
                    </a:lnTo>
                    <a:lnTo>
                      <a:pt x="136" y="1191"/>
                    </a:lnTo>
                    <a:lnTo>
                      <a:pt x="144" y="1231"/>
                    </a:lnTo>
                    <a:lnTo>
                      <a:pt x="144" y="1263"/>
                    </a:lnTo>
                    <a:lnTo>
                      <a:pt x="152" y="1295"/>
                    </a:lnTo>
                    <a:lnTo>
                      <a:pt x="152" y="1319"/>
                    </a:lnTo>
                    <a:lnTo>
                      <a:pt x="160" y="1343"/>
                    </a:lnTo>
                    <a:lnTo>
                      <a:pt x="168" y="1366"/>
                    </a:lnTo>
                    <a:lnTo>
                      <a:pt x="168" y="1382"/>
                    </a:lnTo>
                    <a:lnTo>
                      <a:pt x="176" y="1390"/>
                    </a:lnTo>
                    <a:lnTo>
                      <a:pt x="176" y="1398"/>
                    </a:lnTo>
                    <a:lnTo>
                      <a:pt x="184" y="1406"/>
                    </a:lnTo>
                    <a:lnTo>
                      <a:pt x="192" y="1398"/>
                    </a:lnTo>
                    <a:lnTo>
                      <a:pt x="200" y="1390"/>
                    </a:lnTo>
                    <a:lnTo>
                      <a:pt x="200" y="1382"/>
                    </a:lnTo>
                    <a:lnTo>
                      <a:pt x="208" y="1366"/>
                    </a:lnTo>
                    <a:lnTo>
                      <a:pt x="208" y="1343"/>
                    </a:lnTo>
                    <a:lnTo>
                      <a:pt x="216" y="1319"/>
                    </a:lnTo>
                    <a:lnTo>
                      <a:pt x="224" y="1295"/>
                    </a:lnTo>
                    <a:lnTo>
                      <a:pt x="224" y="1263"/>
                    </a:lnTo>
                    <a:lnTo>
                      <a:pt x="232" y="1231"/>
                    </a:lnTo>
                    <a:lnTo>
                      <a:pt x="232" y="1191"/>
                    </a:lnTo>
                    <a:lnTo>
                      <a:pt x="240" y="1159"/>
                    </a:lnTo>
                    <a:lnTo>
                      <a:pt x="248" y="1111"/>
                    </a:lnTo>
                    <a:lnTo>
                      <a:pt x="248" y="1071"/>
                    </a:lnTo>
                    <a:lnTo>
                      <a:pt x="256" y="1023"/>
                    </a:lnTo>
                    <a:lnTo>
                      <a:pt x="256" y="975"/>
                    </a:lnTo>
                    <a:lnTo>
                      <a:pt x="264" y="927"/>
                    </a:lnTo>
                    <a:lnTo>
                      <a:pt x="272" y="871"/>
                    </a:lnTo>
                    <a:lnTo>
                      <a:pt x="272" y="823"/>
                    </a:lnTo>
                    <a:lnTo>
                      <a:pt x="280" y="767"/>
                    </a:lnTo>
                    <a:lnTo>
                      <a:pt x="280" y="719"/>
                    </a:lnTo>
                    <a:lnTo>
                      <a:pt x="288" y="663"/>
                    </a:lnTo>
                    <a:lnTo>
                      <a:pt x="297" y="607"/>
                    </a:lnTo>
                    <a:lnTo>
                      <a:pt x="297" y="559"/>
                    </a:lnTo>
                    <a:lnTo>
                      <a:pt x="305" y="503"/>
                    </a:lnTo>
                    <a:lnTo>
                      <a:pt x="305" y="455"/>
                    </a:lnTo>
                    <a:lnTo>
                      <a:pt x="313" y="407"/>
                    </a:lnTo>
                    <a:lnTo>
                      <a:pt x="321" y="359"/>
                    </a:lnTo>
                    <a:lnTo>
                      <a:pt x="321" y="311"/>
                    </a:lnTo>
                    <a:lnTo>
                      <a:pt x="329" y="271"/>
                    </a:lnTo>
                    <a:lnTo>
                      <a:pt x="329" y="231"/>
                    </a:lnTo>
                    <a:lnTo>
                      <a:pt x="337" y="192"/>
                    </a:lnTo>
                    <a:lnTo>
                      <a:pt x="345" y="160"/>
                    </a:lnTo>
                    <a:lnTo>
                      <a:pt x="345" y="128"/>
                    </a:lnTo>
                    <a:lnTo>
                      <a:pt x="353" y="96"/>
                    </a:lnTo>
                    <a:lnTo>
                      <a:pt x="353" y="72"/>
                    </a:lnTo>
                    <a:lnTo>
                      <a:pt x="361" y="48"/>
                    </a:lnTo>
                    <a:lnTo>
                      <a:pt x="369" y="32"/>
                    </a:lnTo>
                    <a:lnTo>
                      <a:pt x="369" y="16"/>
                    </a:lnTo>
                    <a:lnTo>
                      <a:pt x="377" y="8"/>
                    </a:lnTo>
                    <a:lnTo>
                      <a:pt x="377" y="0"/>
                    </a:lnTo>
                    <a:lnTo>
                      <a:pt x="393" y="0"/>
                    </a:lnTo>
                    <a:lnTo>
                      <a:pt x="385" y="0"/>
                    </a:lnTo>
                    <a:lnTo>
                      <a:pt x="393" y="0"/>
                    </a:lnTo>
                    <a:lnTo>
                      <a:pt x="401" y="8"/>
                    </a:lnTo>
                    <a:lnTo>
                      <a:pt x="401" y="24"/>
                    </a:lnTo>
                    <a:lnTo>
                      <a:pt x="409" y="40"/>
                    </a:lnTo>
                    <a:lnTo>
                      <a:pt x="409" y="64"/>
                    </a:lnTo>
                    <a:lnTo>
                      <a:pt x="417" y="88"/>
                    </a:lnTo>
                    <a:lnTo>
                      <a:pt x="425" y="112"/>
                    </a:lnTo>
                    <a:lnTo>
                      <a:pt x="425" y="144"/>
                    </a:lnTo>
                    <a:lnTo>
                      <a:pt x="433" y="184"/>
                    </a:lnTo>
                    <a:lnTo>
                      <a:pt x="433" y="215"/>
                    </a:lnTo>
                    <a:lnTo>
                      <a:pt x="441" y="255"/>
                    </a:lnTo>
                    <a:lnTo>
                      <a:pt x="449" y="303"/>
                    </a:lnTo>
                    <a:lnTo>
                      <a:pt x="449" y="343"/>
                    </a:lnTo>
                    <a:lnTo>
                      <a:pt x="457" y="391"/>
                    </a:lnTo>
                    <a:lnTo>
                      <a:pt x="457" y="439"/>
                    </a:lnTo>
                    <a:lnTo>
                      <a:pt x="465" y="487"/>
                    </a:lnTo>
                    <a:lnTo>
                      <a:pt x="473" y="543"/>
                    </a:lnTo>
                    <a:lnTo>
                      <a:pt x="473" y="591"/>
                    </a:lnTo>
                    <a:lnTo>
                      <a:pt x="481" y="647"/>
                    </a:lnTo>
                    <a:lnTo>
                      <a:pt x="481" y="695"/>
                    </a:lnTo>
                    <a:lnTo>
                      <a:pt x="489" y="751"/>
                    </a:lnTo>
                    <a:lnTo>
                      <a:pt x="497" y="807"/>
                    </a:lnTo>
                    <a:lnTo>
                      <a:pt x="497" y="855"/>
                    </a:lnTo>
                    <a:lnTo>
                      <a:pt x="505" y="911"/>
                    </a:lnTo>
                    <a:lnTo>
                      <a:pt x="505" y="959"/>
                    </a:lnTo>
                    <a:lnTo>
                      <a:pt x="513" y="1007"/>
                    </a:lnTo>
                    <a:lnTo>
                      <a:pt x="521" y="1055"/>
                    </a:lnTo>
                    <a:lnTo>
                      <a:pt x="521" y="1095"/>
                    </a:lnTo>
                    <a:lnTo>
                      <a:pt x="529" y="1143"/>
                    </a:lnTo>
                    <a:lnTo>
                      <a:pt x="529" y="1183"/>
                    </a:lnTo>
                    <a:lnTo>
                      <a:pt x="537" y="1215"/>
                    </a:lnTo>
                    <a:lnTo>
                      <a:pt x="545" y="1255"/>
                    </a:lnTo>
                    <a:lnTo>
                      <a:pt x="545" y="1287"/>
                    </a:lnTo>
                    <a:lnTo>
                      <a:pt x="553" y="1311"/>
                    </a:lnTo>
                    <a:lnTo>
                      <a:pt x="553" y="1335"/>
                    </a:lnTo>
                    <a:lnTo>
                      <a:pt x="561" y="1359"/>
                    </a:lnTo>
                    <a:lnTo>
                      <a:pt x="561" y="1374"/>
                    </a:lnTo>
                    <a:lnTo>
                      <a:pt x="569" y="1390"/>
                    </a:lnTo>
                    <a:lnTo>
                      <a:pt x="577" y="1398"/>
                    </a:lnTo>
                    <a:lnTo>
                      <a:pt x="585" y="1406"/>
                    </a:lnTo>
                    <a:lnTo>
                      <a:pt x="585" y="1398"/>
                    </a:lnTo>
                    <a:lnTo>
                      <a:pt x="593" y="1390"/>
                    </a:lnTo>
                    <a:lnTo>
                      <a:pt x="601" y="1382"/>
                    </a:lnTo>
                    <a:lnTo>
                      <a:pt x="601" y="1366"/>
                    </a:lnTo>
                    <a:lnTo>
                      <a:pt x="609" y="1351"/>
                    </a:lnTo>
                    <a:lnTo>
                      <a:pt x="609" y="1327"/>
                    </a:lnTo>
                    <a:lnTo>
                      <a:pt x="617" y="1303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84" name="Freeform 16"/>
              <p:cNvSpPr>
                <a:spLocks/>
              </p:cNvSpPr>
              <p:nvPr/>
            </p:nvSpPr>
            <p:spPr bwMode="auto">
              <a:xfrm>
                <a:off x="3719" y="1358"/>
                <a:ext cx="616" cy="1414"/>
              </a:xfrm>
              <a:custGeom>
                <a:avLst/>
                <a:gdLst/>
                <a:ahLst/>
                <a:cxnLst>
                  <a:cxn ang="0">
                    <a:pos x="8" y="1247"/>
                  </a:cxn>
                  <a:cxn ang="0">
                    <a:pos x="24" y="1135"/>
                  </a:cxn>
                  <a:cxn ang="0">
                    <a:pos x="40" y="999"/>
                  </a:cxn>
                  <a:cxn ang="0">
                    <a:pos x="56" y="847"/>
                  </a:cxn>
                  <a:cxn ang="0">
                    <a:pos x="64" y="687"/>
                  </a:cxn>
                  <a:cxn ang="0">
                    <a:pos x="80" y="535"/>
                  </a:cxn>
                  <a:cxn ang="0">
                    <a:pos x="96" y="383"/>
                  </a:cxn>
                  <a:cxn ang="0">
                    <a:pos x="112" y="247"/>
                  </a:cxn>
                  <a:cxn ang="0">
                    <a:pos x="128" y="144"/>
                  </a:cxn>
                  <a:cxn ang="0">
                    <a:pos x="136" y="64"/>
                  </a:cxn>
                  <a:cxn ang="0">
                    <a:pos x="152" y="16"/>
                  </a:cxn>
                  <a:cxn ang="0">
                    <a:pos x="168" y="8"/>
                  </a:cxn>
                  <a:cxn ang="0">
                    <a:pos x="184" y="40"/>
                  </a:cxn>
                  <a:cxn ang="0">
                    <a:pos x="200" y="112"/>
                  </a:cxn>
                  <a:cxn ang="0">
                    <a:pos x="216" y="216"/>
                  </a:cxn>
                  <a:cxn ang="0">
                    <a:pos x="232" y="335"/>
                  </a:cxn>
                  <a:cxn ang="0">
                    <a:pos x="240" y="479"/>
                  </a:cxn>
                  <a:cxn ang="0">
                    <a:pos x="256" y="639"/>
                  </a:cxn>
                  <a:cxn ang="0">
                    <a:pos x="272" y="799"/>
                  </a:cxn>
                  <a:cxn ang="0">
                    <a:pos x="288" y="951"/>
                  </a:cxn>
                  <a:cxn ang="0">
                    <a:pos x="304" y="1095"/>
                  </a:cxn>
                  <a:cxn ang="0">
                    <a:pos x="312" y="1215"/>
                  </a:cxn>
                  <a:cxn ang="0">
                    <a:pos x="328" y="1311"/>
                  </a:cxn>
                  <a:cxn ang="0">
                    <a:pos x="344" y="1374"/>
                  </a:cxn>
                  <a:cxn ang="0">
                    <a:pos x="360" y="1406"/>
                  </a:cxn>
                  <a:cxn ang="0">
                    <a:pos x="376" y="1398"/>
                  </a:cxn>
                  <a:cxn ang="0">
                    <a:pos x="392" y="1343"/>
                  </a:cxn>
                  <a:cxn ang="0">
                    <a:pos x="408" y="1263"/>
                  </a:cxn>
                  <a:cxn ang="0">
                    <a:pos x="416" y="1151"/>
                  </a:cxn>
                  <a:cxn ang="0">
                    <a:pos x="432" y="1015"/>
                  </a:cxn>
                  <a:cxn ang="0">
                    <a:pos x="448" y="863"/>
                  </a:cxn>
                  <a:cxn ang="0">
                    <a:pos x="464" y="711"/>
                  </a:cxn>
                  <a:cxn ang="0">
                    <a:pos x="480" y="551"/>
                  </a:cxn>
                  <a:cxn ang="0">
                    <a:pos x="488" y="399"/>
                  </a:cxn>
                  <a:cxn ang="0">
                    <a:pos x="504" y="263"/>
                  </a:cxn>
                  <a:cxn ang="0">
                    <a:pos x="520" y="152"/>
                  </a:cxn>
                  <a:cxn ang="0">
                    <a:pos x="536" y="72"/>
                  </a:cxn>
                  <a:cxn ang="0">
                    <a:pos x="544" y="16"/>
                  </a:cxn>
                  <a:cxn ang="0">
                    <a:pos x="568" y="8"/>
                  </a:cxn>
                  <a:cxn ang="0">
                    <a:pos x="584" y="40"/>
                  </a:cxn>
                  <a:cxn ang="0">
                    <a:pos x="592" y="104"/>
                  </a:cxn>
                  <a:cxn ang="0">
                    <a:pos x="608" y="200"/>
                  </a:cxn>
                </a:cxnLst>
                <a:rect l="0" t="0" r="r" b="b"/>
                <a:pathLst>
                  <a:path w="616" h="1414">
                    <a:moveTo>
                      <a:pt x="0" y="1311"/>
                    </a:moveTo>
                    <a:lnTo>
                      <a:pt x="8" y="1279"/>
                    </a:lnTo>
                    <a:lnTo>
                      <a:pt x="8" y="1247"/>
                    </a:lnTo>
                    <a:lnTo>
                      <a:pt x="16" y="1215"/>
                    </a:lnTo>
                    <a:lnTo>
                      <a:pt x="16" y="1175"/>
                    </a:lnTo>
                    <a:lnTo>
                      <a:pt x="24" y="1135"/>
                    </a:lnTo>
                    <a:lnTo>
                      <a:pt x="32" y="1095"/>
                    </a:lnTo>
                    <a:lnTo>
                      <a:pt x="32" y="1047"/>
                    </a:lnTo>
                    <a:lnTo>
                      <a:pt x="40" y="999"/>
                    </a:lnTo>
                    <a:lnTo>
                      <a:pt x="40" y="951"/>
                    </a:lnTo>
                    <a:lnTo>
                      <a:pt x="48" y="903"/>
                    </a:lnTo>
                    <a:lnTo>
                      <a:pt x="56" y="847"/>
                    </a:lnTo>
                    <a:lnTo>
                      <a:pt x="56" y="799"/>
                    </a:lnTo>
                    <a:lnTo>
                      <a:pt x="64" y="743"/>
                    </a:lnTo>
                    <a:lnTo>
                      <a:pt x="64" y="687"/>
                    </a:lnTo>
                    <a:lnTo>
                      <a:pt x="72" y="639"/>
                    </a:lnTo>
                    <a:lnTo>
                      <a:pt x="80" y="583"/>
                    </a:lnTo>
                    <a:lnTo>
                      <a:pt x="80" y="535"/>
                    </a:lnTo>
                    <a:lnTo>
                      <a:pt x="88" y="479"/>
                    </a:lnTo>
                    <a:lnTo>
                      <a:pt x="88" y="431"/>
                    </a:lnTo>
                    <a:lnTo>
                      <a:pt x="96" y="383"/>
                    </a:lnTo>
                    <a:lnTo>
                      <a:pt x="104" y="335"/>
                    </a:lnTo>
                    <a:lnTo>
                      <a:pt x="104" y="295"/>
                    </a:lnTo>
                    <a:lnTo>
                      <a:pt x="112" y="247"/>
                    </a:lnTo>
                    <a:lnTo>
                      <a:pt x="112" y="216"/>
                    </a:lnTo>
                    <a:lnTo>
                      <a:pt x="120" y="176"/>
                    </a:lnTo>
                    <a:lnTo>
                      <a:pt x="128" y="144"/>
                    </a:lnTo>
                    <a:lnTo>
                      <a:pt x="128" y="112"/>
                    </a:lnTo>
                    <a:lnTo>
                      <a:pt x="136" y="88"/>
                    </a:lnTo>
                    <a:lnTo>
                      <a:pt x="136" y="64"/>
                    </a:lnTo>
                    <a:lnTo>
                      <a:pt x="144" y="40"/>
                    </a:lnTo>
                    <a:lnTo>
                      <a:pt x="144" y="24"/>
                    </a:lnTo>
                    <a:lnTo>
                      <a:pt x="152" y="16"/>
                    </a:lnTo>
                    <a:lnTo>
                      <a:pt x="168" y="0"/>
                    </a:lnTo>
                    <a:lnTo>
                      <a:pt x="160" y="0"/>
                    </a:lnTo>
                    <a:lnTo>
                      <a:pt x="168" y="8"/>
                    </a:lnTo>
                    <a:lnTo>
                      <a:pt x="176" y="16"/>
                    </a:lnTo>
                    <a:lnTo>
                      <a:pt x="184" y="24"/>
                    </a:lnTo>
                    <a:lnTo>
                      <a:pt x="184" y="40"/>
                    </a:lnTo>
                    <a:lnTo>
                      <a:pt x="192" y="64"/>
                    </a:lnTo>
                    <a:lnTo>
                      <a:pt x="192" y="88"/>
                    </a:lnTo>
                    <a:lnTo>
                      <a:pt x="200" y="112"/>
                    </a:lnTo>
                    <a:lnTo>
                      <a:pt x="208" y="144"/>
                    </a:lnTo>
                    <a:lnTo>
                      <a:pt x="208" y="176"/>
                    </a:lnTo>
                    <a:lnTo>
                      <a:pt x="216" y="216"/>
                    </a:lnTo>
                    <a:lnTo>
                      <a:pt x="216" y="247"/>
                    </a:lnTo>
                    <a:lnTo>
                      <a:pt x="224" y="295"/>
                    </a:lnTo>
                    <a:lnTo>
                      <a:pt x="232" y="335"/>
                    </a:lnTo>
                    <a:lnTo>
                      <a:pt x="232" y="383"/>
                    </a:lnTo>
                    <a:lnTo>
                      <a:pt x="240" y="431"/>
                    </a:lnTo>
                    <a:lnTo>
                      <a:pt x="240" y="479"/>
                    </a:lnTo>
                    <a:lnTo>
                      <a:pt x="248" y="535"/>
                    </a:lnTo>
                    <a:lnTo>
                      <a:pt x="256" y="583"/>
                    </a:lnTo>
                    <a:lnTo>
                      <a:pt x="256" y="639"/>
                    </a:lnTo>
                    <a:lnTo>
                      <a:pt x="264" y="687"/>
                    </a:lnTo>
                    <a:lnTo>
                      <a:pt x="264" y="743"/>
                    </a:lnTo>
                    <a:lnTo>
                      <a:pt x="272" y="799"/>
                    </a:lnTo>
                    <a:lnTo>
                      <a:pt x="280" y="847"/>
                    </a:lnTo>
                    <a:lnTo>
                      <a:pt x="280" y="903"/>
                    </a:lnTo>
                    <a:lnTo>
                      <a:pt x="288" y="951"/>
                    </a:lnTo>
                    <a:lnTo>
                      <a:pt x="288" y="999"/>
                    </a:lnTo>
                    <a:lnTo>
                      <a:pt x="296" y="1047"/>
                    </a:lnTo>
                    <a:lnTo>
                      <a:pt x="304" y="1095"/>
                    </a:lnTo>
                    <a:lnTo>
                      <a:pt x="304" y="1135"/>
                    </a:lnTo>
                    <a:lnTo>
                      <a:pt x="312" y="1175"/>
                    </a:lnTo>
                    <a:lnTo>
                      <a:pt x="312" y="1215"/>
                    </a:lnTo>
                    <a:lnTo>
                      <a:pt x="320" y="1247"/>
                    </a:lnTo>
                    <a:lnTo>
                      <a:pt x="320" y="1279"/>
                    </a:lnTo>
                    <a:lnTo>
                      <a:pt x="328" y="1311"/>
                    </a:lnTo>
                    <a:lnTo>
                      <a:pt x="336" y="1335"/>
                    </a:lnTo>
                    <a:lnTo>
                      <a:pt x="336" y="1359"/>
                    </a:lnTo>
                    <a:lnTo>
                      <a:pt x="344" y="1374"/>
                    </a:lnTo>
                    <a:lnTo>
                      <a:pt x="344" y="1390"/>
                    </a:lnTo>
                    <a:lnTo>
                      <a:pt x="352" y="1398"/>
                    </a:lnTo>
                    <a:lnTo>
                      <a:pt x="360" y="1406"/>
                    </a:lnTo>
                    <a:lnTo>
                      <a:pt x="360" y="1414"/>
                    </a:lnTo>
                    <a:lnTo>
                      <a:pt x="368" y="1406"/>
                    </a:lnTo>
                    <a:lnTo>
                      <a:pt x="376" y="1398"/>
                    </a:lnTo>
                    <a:lnTo>
                      <a:pt x="384" y="1382"/>
                    </a:lnTo>
                    <a:lnTo>
                      <a:pt x="384" y="1367"/>
                    </a:lnTo>
                    <a:lnTo>
                      <a:pt x="392" y="1343"/>
                    </a:lnTo>
                    <a:lnTo>
                      <a:pt x="392" y="1319"/>
                    </a:lnTo>
                    <a:lnTo>
                      <a:pt x="400" y="1295"/>
                    </a:lnTo>
                    <a:lnTo>
                      <a:pt x="408" y="1263"/>
                    </a:lnTo>
                    <a:lnTo>
                      <a:pt x="408" y="1223"/>
                    </a:lnTo>
                    <a:lnTo>
                      <a:pt x="416" y="1191"/>
                    </a:lnTo>
                    <a:lnTo>
                      <a:pt x="416" y="1151"/>
                    </a:lnTo>
                    <a:lnTo>
                      <a:pt x="424" y="1103"/>
                    </a:lnTo>
                    <a:lnTo>
                      <a:pt x="432" y="1063"/>
                    </a:lnTo>
                    <a:lnTo>
                      <a:pt x="432" y="1015"/>
                    </a:lnTo>
                    <a:lnTo>
                      <a:pt x="440" y="967"/>
                    </a:lnTo>
                    <a:lnTo>
                      <a:pt x="440" y="919"/>
                    </a:lnTo>
                    <a:lnTo>
                      <a:pt x="448" y="863"/>
                    </a:lnTo>
                    <a:lnTo>
                      <a:pt x="456" y="815"/>
                    </a:lnTo>
                    <a:lnTo>
                      <a:pt x="456" y="759"/>
                    </a:lnTo>
                    <a:lnTo>
                      <a:pt x="464" y="711"/>
                    </a:lnTo>
                    <a:lnTo>
                      <a:pt x="464" y="655"/>
                    </a:lnTo>
                    <a:lnTo>
                      <a:pt x="472" y="599"/>
                    </a:lnTo>
                    <a:lnTo>
                      <a:pt x="480" y="551"/>
                    </a:lnTo>
                    <a:lnTo>
                      <a:pt x="480" y="495"/>
                    </a:lnTo>
                    <a:lnTo>
                      <a:pt x="488" y="447"/>
                    </a:lnTo>
                    <a:lnTo>
                      <a:pt x="488" y="399"/>
                    </a:lnTo>
                    <a:lnTo>
                      <a:pt x="496" y="351"/>
                    </a:lnTo>
                    <a:lnTo>
                      <a:pt x="504" y="311"/>
                    </a:lnTo>
                    <a:lnTo>
                      <a:pt x="504" y="263"/>
                    </a:lnTo>
                    <a:lnTo>
                      <a:pt x="512" y="223"/>
                    </a:lnTo>
                    <a:lnTo>
                      <a:pt x="512" y="192"/>
                    </a:lnTo>
                    <a:lnTo>
                      <a:pt x="520" y="152"/>
                    </a:lnTo>
                    <a:lnTo>
                      <a:pt x="520" y="120"/>
                    </a:lnTo>
                    <a:lnTo>
                      <a:pt x="528" y="96"/>
                    </a:lnTo>
                    <a:lnTo>
                      <a:pt x="536" y="72"/>
                    </a:lnTo>
                    <a:lnTo>
                      <a:pt x="536" y="48"/>
                    </a:lnTo>
                    <a:lnTo>
                      <a:pt x="544" y="32"/>
                    </a:lnTo>
                    <a:lnTo>
                      <a:pt x="544" y="16"/>
                    </a:lnTo>
                    <a:lnTo>
                      <a:pt x="552" y="8"/>
                    </a:lnTo>
                    <a:lnTo>
                      <a:pt x="560" y="0"/>
                    </a:lnTo>
                    <a:lnTo>
                      <a:pt x="568" y="8"/>
                    </a:lnTo>
                    <a:lnTo>
                      <a:pt x="568" y="16"/>
                    </a:lnTo>
                    <a:lnTo>
                      <a:pt x="576" y="24"/>
                    </a:lnTo>
                    <a:lnTo>
                      <a:pt x="584" y="40"/>
                    </a:lnTo>
                    <a:lnTo>
                      <a:pt x="584" y="56"/>
                    </a:lnTo>
                    <a:lnTo>
                      <a:pt x="592" y="80"/>
                    </a:lnTo>
                    <a:lnTo>
                      <a:pt x="592" y="104"/>
                    </a:lnTo>
                    <a:lnTo>
                      <a:pt x="600" y="136"/>
                    </a:lnTo>
                    <a:lnTo>
                      <a:pt x="608" y="168"/>
                    </a:lnTo>
                    <a:lnTo>
                      <a:pt x="608" y="200"/>
                    </a:lnTo>
                    <a:lnTo>
                      <a:pt x="616" y="239"/>
                    </a:lnTo>
                    <a:lnTo>
                      <a:pt x="616" y="279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85" name="Freeform 17"/>
              <p:cNvSpPr>
                <a:spLocks/>
              </p:cNvSpPr>
              <p:nvPr/>
            </p:nvSpPr>
            <p:spPr bwMode="auto">
              <a:xfrm>
                <a:off x="4335" y="1366"/>
                <a:ext cx="625" cy="1406"/>
              </a:xfrm>
              <a:custGeom>
                <a:avLst/>
                <a:gdLst/>
                <a:ahLst/>
                <a:cxnLst>
                  <a:cxn ang="0">
                    <a:pos x="16" y="359"/>
                  </a:cxn>
                  <a:cxn ang="0">
                    <a:pos x="24" y="503"/>
                  </a:cxn>
                  <a:cxn ang="0">
                    <a:pos x="40" y="663"/>
                  </a:cxn>
                  <a:cxn ang="0">
                    <a:pos x="56" y="823"/>
                  </a:cxn>
                  <a:cxn ang="0">
                    <a:pos x="72" y="975"/>
                  </a:cxn>
                  <a:cxn ang="0">
                    <a:pos x="89" y="1111"/>
                  </a:cxn>
                  <a:cxn ang="0">
                    <a:pos x="97" y="1231"/>
                  </a:cxn>
                  <a:cxn ang="0">
                    <a:pos x="113" y="1319"/>
                  </a:cxn>
                  <a:cxn ang="0">
                    <a:pos x="129" y="1382"/>
                  </a:cxn>
                  <a:cxn ang="0">
                    <a:pos x="145" y="1406"/>
                  </a:cxn>
                  <a:cxn ang="0">
                    <a:pos x="161" y="1382"/>
                  </a:cxn>
                  <a:cxn ang="0">
                    <a:pos x="177" y="1319"/>
                  </a:cxn>
                  <a:cxn ang="0">
                    <a:pos x="193" y="1231"/>
                  </a:cxn>
                  <a:cxn ang="0">
                    <a:pos x="201" y="1111"/>
                  </a:cxn>
                  <a:cxn ang="0">
                    <a:pos x="217" y="975"/>
                  </a:cxn>
                  <a:cxn ang="0">
                    <a:pos x="233" y="823"/>
                  </a:cxn>
                  <a:cxn ang="0">
                    <a:pos x="249" y="663"/>
                  </a:cxn>
                  <a:cxn ang="0">
                    <a:pos x="265" y="503"/>
                  </a:cxn>
                  <a:cxn ang="0">
                    <a:pos x="273" y="359"/>
                  </a:cxn>
                  <a:cxn ang="0">
                    <a:pos x="289" y="231"/>
                  </a:cxn>
                  <a:cxn ang="0">
                    <a:pos x="305" y="128"/>
                  </a:cxn>
                  <a:cxn ang="0">
                    <a:pos x="321" y="48"/>
                  </a:cxn>
                  <a:cxn ang="0">
                    <a:pos x="329" y="8"/>
                  </a:cxn>
                  <a:cxn ang="0">
                    <a:pos x="353" y="8"/>
                  </a:cxn>
                  <a:cxn ang="0">
                    <a:pos x="369" y="64"/>
                  </a:cxn>
                  <a:cxn ang="0">
                    <a:pos x="385" y="144"/>
                  </a:cxn>
                  <a:cxn ang="0">
                    <a:pos x="401" y="255"/>
                  </a:cxn>
                  <a:cxn ang="0">
                    <a:pos x="417" y="391"/>
                  </a:cxn>
                  <a:cxn ang="0">
                    <a:pos x="425" y="543"/>
                  </a:cxn>
                  <a:cxn ang="0">
                    <a:pos x="441" y="703"/>
                  </a:cxn>
                  <a:cxn ang="0">
                    <a:pos x="457" y="855"/>
                  </a:cxn>
                  <a:cxn ang="0">
                    <a:pos x="473" y="1007"/>
                  </a:cxn>
                  <a:cxn ang="0">
                    <a:pos x="481" y="1143"/>
                  </a:cxn>
                  <a:cxn ang="0">
                    <a:pos x="497" y="1255"/>
                  </a:cxn>
                  <a:cxn ang="0">
                    <a:pos x="513" y="1335"/>
                  </a:cxn>
                  <a:cxn ang="0">
                    <a:pos x="537" y="1398"/>
                  </a:cxn>
                  <a:cxn ang="0">
                    <a:pos x="545" y="1406"/>
                  </a:cxn>
                  <a:cxn ang="0">
                    <a:pos x="553" y="1382"/>
                  </a:cxn>
                  <a:cxn ang="0">
                    <a:pos x="569" y="1327"/>
                  </a:cxn>
                  <a:cxn ang="0">
                    <a:pos x="585" y="1239"/>
                  </a:cxn>
                  <a:cxn ang="0">
                    <a:pos x="601" y="1127"/>
                  </a:cxn>
                  <a:cxn ang="0">
                    <a:pos x="617" y="991"/>
                  </a:cxn>
                </a:cxnLst>
                <a:rect l="0" t="0" r="r" b="b"/>
                <a:pathLst>
                  <a:path w="625" h="1406">
                    <a:moveTo>
                      <a:pt x="0" y="271"/>
                    </a:moveTo>
                    <a:lnTo>
                      <a:pt x="8" y="311"/>
                    </a:lnTo>
                    <a:lnTo>
                      <a:pt x="16" y="359"/>
                    </a:lnTo>
                    <a:lnTo>
                      <a:pt x="16" y="407"/>
                    </a:lnTo>
                    <a:lnTo>
                      <a:pt x="24" y="455"/>
                    </a:lnTo>
                    <a:lnTo>
                      <a:pt x="24" y="503"/>
                    </a:lnTo>
                    <a:lnTo>
                      <a:pt x="32" y="559"/>
                    </a:lnTo>
                    <a:lnTo>
                      <a:pt x="40" y="607"/>
                    </a:lnTo>
                    <a:lnTo>
                      <a:pt x="40" y="663"/>
                    </a:lnTo>
                    <a:lnTo>
                      <a:pt x="48" y="719"/>
                    </a:lnTo>
                    <a:lnTo>
                      <a:pt x="48" y="767"/>
                    </a:lnTo>
                    <a:lnTo>
                      <a:pt x="56" y="823"/>
                    </a:lnTo>
                    <a:lnTo>
                      <a:pt x="64" y="871"/>
                    </a:lnTo>
                    <a:lnTo>
                      <a:pt x="64" y="927"/>
                    </a:lnTo>
                    <a:lnTo>
                      <a:pt x="72" y="975"/>
                    </a:lnTo>
                    <a:lnTo>
                      <a:pt x="72" y="1023"/>
                    </a:lnTo>
                    <a:lnTo>
                      <a:pt x="80" y="1071"/>
                    </a:lnTo>
                    <a:lnTo>
                      <a:pt x="89" y="1111"/>
                    </a:lnTo>
                    <a:lnTo>
                      <a:pt x="89" y="1159"/>
                    </a:lnTo>
                    <a:lnTo>
                      <a:pt x="97" y="1191"/>
                    </a:lnTo>
                    <a:lnTo>
                      <a:pt x="97" y="1231"/>
                    </a:lnTo>
                    <a:lnTo>
                      <a:pt x="105" y="1263"/>
                    </a:lnTo>
                    <a:lnTo>
                      <a:pt x="105" y="1295"/>
                    </a:lnTo>
                    <a:lnTo>
                      <a:pt x="113" y="1319"/>
                    </a:lnTo>
                    <a:lnTo>
                      <a:pt x="121" y="1343"/>
                    </a:lnTo>
                    <a:lnTo>
                      <a:pt x="121" y="1366"/>
                    </a:lnTo>
                    <a:lnTo>
                      <a:pt x="129" y="1382"/>
                    </a:lnTo>
                    <a:lnTo>
                      <a:pt x="129" y="1390"/>
                    </a:lnTo>
                    <a:lnTo>
                      <a:pt x="137" y="1398"/>
                    </a:lnTo>
                    <a:lnTo>
                      <a:pt x="145" y="1406"/>
                    </a:lnTo>
                    <a:lnTo>
                      <a:pt x="153" y="1398"/>
                    </a:lnTo>
                    <a:lnTo>
                      <a:pt x="153" y="1390"/>
                    </a:lnTo>
                    <a:lnTo>
                      <a:pt x="161" y="1382"/>
                    </a:lnTo>
                    <a:lnTo>
                      <a:pt x="169" y="1366"/>
                    </a:lnTo>
                    <a:lnTo>
                      <a:pt x="169" y="1343"/>
                    </a:lnTo>
                    <a:lnTo>
                      <a:pt x="177" y="1319"/>
                    </a:lnTo>
                    <a:lnTo>
                      <a:pt x="177" y="1295"/>
                    </a:lnTo>
                    <a:lnTo>
                      <a:pt x="185" y="1263"/>
                    </a:lnTo>
                    <a:lnTo>
                      <a:pt x="193" y="1231"/>
                    </a:lnTo>
                    <a:lnTo>
                      <a:pt x="193" y="1191"/>
                    </a:lnTo>
                    <a:lnTo>
                      <a:pt x="201" y="1159"/>
                    </a:lnTo>
                    <a:lnTo>
                      <a:pt x="201" y="1111"/>
                    </a:lnTo>
                    <a:lnTo>
                      <a:pt x="209" y="1071"/>
                    </a:lnTo>
                    <a:lnTo>
                      <a:pt x="217" y="1023"/>
                    </a:lnTo>
                    <a:lnTo>
                      <a:pt x="217" y="975"/>
                    </a:lnTo>
                    <a:lnTo>
                      <a:pt x="225" y="927"/>
                    </a:lnTo>
                    <a:lnTo>
                      <a:pt x="225" y="871"/>
                    </a:lnTo>
                    <a:lnTo>
                      <a:pt x="233" y="823"/>
                    </a:lnTo>
                    <a:lnTo>
                      <a:pt x="241" y="767"/>
                    </a:lnTo>
                    <a:lnTo>
                      <a:pt x="241" y="719"/>
                    </a:lnTo>
                    <a:lnTo>
                      <a:pt x="249" y="663"/>
                    </a:lnTo>
                    <a:lnTo>
                      <a:pt x="249" y="607"/>
                    </a:lnTo>
                    <a:lnTo>
                      <a:pt x="257" y="559"/>
                    </a:lnTo>
                    <a:lnTo>
                      <a:pt x="265" y="503"/>
                    </a:lnTo>
                    <a:lnTo>
                      <a:pt x="265" y="455"/>
                    </a:lnTo>
                    <a:lnTo>
                      <a:pt x="273" y="407"/>
                    </a:lnTo>
                    <a:lnTo>
                      <a:pt x="273" y="359"/>
                    </a:lnTo>
                    <a:lnTo>
                      <a:pt x="281" y="311"/>
                    </a:lnTo>
                    <a:lnTo>
                      <a:pt x="281" y="271"/>
                    </a:lnTo>
                    <a:lnTo>
                      <a:pt x="289" y="231"/>
                    </a:lnTo>
                    <a:lnTo>
                      <a:pt x="297" y="192"/>
                    </a:lnTo>
                    <a:lnTo>
                      <a:pt x="297" y="160"/>
                    </a:lnTo>
                    <a:lnTo>
                      <a:pt x="305" y="128"/>
                    </a:lnTo>
                    <a:lnTo>
                      <a:pt x="305" y="96"/>
                    </a:lnTo>
                    <a:lnTo>
                      <a:pt x="313" y="72"/>
                    </a:lnTo>
                    <a:lnTo>
                      <a:pt x="321" y="48"/>
                    </a:lnTo>
                    <a:lnTo>
                      <a:pt x="321" y="32"/>
                    </a:lnTo>
                    <a:lnTo>
                      <a:pt x="329" y="16"/>
                    </a:lnTo>
                    <a:lnTo>
                      <a:pt x="329" y="8"/>
                    </a:lnTo>
                    <a:lnTo>
                      <a:pt x="337" y="0"/>
                    </a:lnTo>
                    <a:lnTo>
                      <a:pt x="353" y="0"/>
                    </a:lnTo>
                    <a:lnTo>
                      <a:pt x="353" y="8"/>
                    </a:lnTo>
                    <a:lnTo>
                      <a:pt x="361" y="24"/>
                    </a:lnTo>
                    <a:lnTo>
                      <a:pt x="369" y="40"/>
                    </a:lnTo>
                    <a:lnTo>
                      <a:pt x="369" y="64"/>
                    </a:lnTo>
                    <a:lnTo>
                      <a:pt x="377" y="88"/>
                    </a:lnTo>
                    <a:lnTo>
                      <a:pt x="377" y="112"/>
                    </a:lnTo>
                    <a:lnTo>
                      <a:pt x="385" y="144"/>
                    </a:lnTo>
                    <a:lnTo>
                      <a:pt x="393" y="184"/>
                    </a:lnTo>
                    <a:lnTo>
                      <a:pt x="393" y="215"/>
                    </a:lnTo>
                    <a:lnTo>
                      <a:pt x="401" y="255"/>
                    </a:lnTo>
                    <a:lnTo>
                      <a:pt x="401" y="303"/>
                    </a:lnTo>
                    <a:lnTo>
                      <a:pt x="409" y="343"/>
                    </a:lnTo>
                    <a:lnTo>
                      <a:pt x="417" y="391"/>
                    </a:lnTo>
                    <a:lnTo>
                      <a:pt x="417" y="439"/>
                    </a:lnTo>
                    <a:lnTo>
                      <a:pt x="425" y="487"/>
                    </a:lnTo>
                    <a:lnTo>
                      <a:pt x="425" y="543"/>
                    </a:lnTo>
                    <a:lnTo>
                      <a:pt x="433" y="591"/>
                    </a:lnTo>
                    <a:lnTo>
                      <a:pt x="441" y="647"/>
                    </a:lnTo>
                    <a:lnTo>
                      <a:pt x="441" y="703"/>
                    </a:lnTo>
                    <a:lnTo>
                      <a:pt x="449" y="751"/>
                    </a:lnTo>
                    <a:lnTo>
                      <a:pt x="449" y="807"/>
                    </a:lnTo>
                    <a:lnTo>
                      <a:pt x="457" y="855"/>
                    </a:lnTo>
                    <a:lnTo>
                      <a:pt x="465" y="911"/>
                    </a:lnTo>
                    <a:lnTo>
                      <a:pt x="465" y="959"/>
                    </a:lnTo>
                    <a:lnTo>
                      <a:pt x="473" y="1007"/>
                    </a:lnTo>
                    <a:lnTo>
                      <a:pt x="473" y="1055"/>
                    </a:lnTo>
                    <a:lnTo>
                      <a:pt x="481" y="1095"/>
                    </a:lnTo>
                    <a:lnTo>
                      <a:pt x="481" y="1143"/>
                    </a:lnTo>
                    <a:lnTo>
                      <a:pt x="489" y="1183"/>
                    </a:lnTo>
                    <a:lnTo>
                      <a:pt x="497" y="1215"/>
                    </a:lnTo>
                    <a:lnTo>
                      <a:pt x="497" y="1255"/>
                    </a:lnTo>
                    <a:lnTo>
                      <a:pt x="505" y="1287"/>
                    </a:lnTo>
                    <a:lnTo>
                      <a:pt x="505" y="1311"/>
                    </a:lnTo>
                    <a:lnTo>
                      <a:pt x="513" y="1335"/>
                    </a:lnTo>
                    <a:lnTo>
                      <a:pt x="521" y="1359"/>
                    </a:lnTo>
                    <a:lnTo>
                      <a:pt x="521" y="1374"/>
                    </a:lnTo>
                    <a:lnTo>
                      <a:pt x="537" y="1398"/>
                    </a:lnTo>
                    <a:lnTo>
                      <a:pt x="529" y="1398"/>
                    </a:lnTo>
                    <a:lnTo>
                      <a:pt x="537" y="1398"/>
                    </a:lnTo>
                    <a:lnTo>
                      <a:pt x="545" y="1406"/>
                    </a:lnTo>
                    <a:lnTo>
                      <a:pt x="545" y="1398"/>
                    </a:lnTo>
                    <a:lnTo>
                      <a:pt x="553" y="1390"/>
                    </a:lnTo>
                    <a:lnTo>
                      <a:pt x="553" y="1382"/>
                    </a:lnTo>
                    <a:lnTo>
                      <a:pt x="561" y="1366"/>
                    </a:lnTo>
                    <a:lnTo>
                      <a:pt x="569" y="1351"/>
                    </a:lnTo>
                    <a:lnTo>
                      <a:pt x="569" y="1327"/>
                    </a:lnTo>
                    <a:lnTo>
                      <a:pt x="577" y="1303"/>
                    </a:lnTo>
                    <a:lnTo>
                      <a:pt x="577" y="1271"/>
                    </a:lnTo>
                    <a:lnTo>
                      <a:pt x="585" y="1239"/>
                    </a:lnTo>
                    <a:lnTo>
                      <a:pt x="593" y="1207"/>
                    </a:lnTo>
                    <a:lnTo>
                      <a:pt x="593" y="1167"/>
                    </a:lnTo>
                    <a:lnTo>
                      <a:pt x="601" y="1127"/>
                    </a:lnTo>
                    <a:lnTo>
                      <a:pt x="601" y="1087"/>
                    </a:lnTo>
                    <a:lnTo>
                      <a:pt x="609" y="1039"/>
                    </a:lnTo>
                    <a:lnTo>
                      <a:pt x="617" y="991"/>
                    </a:lnTo>
                    <a:lnTo>
                      <a:pt x="617" y="943"/>
                    </a:lnTo>
                    <a:lnTo>
                      <a:pt x="625" y="895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86" name="Freeform 18"/>
              <p:cNvSpPr>
                <a:spLocks/>
              </p:cNvSpPr>
              <p:nvPr/>
            </p:nvSpPr>
            <p:spPr bwMode="auto">
              <a:xfrm>
                <a:off x="4960" y="1358"/>
                <a:ext cx="416" cy="1414"/>
              </a:xfrm>
              <a:custGeom>
                <a:avLst/>
                <a:gdLst/>
                <a:ahLst/>
                <a:cxnLst>
                  <a:cxn ang="0">
                    <a:pos x="0" y="847"/>
                  </a:cxn>
                  <a:cxn ang="0">
                    <a:pos x="16" y="743"/>
                  </a:cxn>
                  <a:cxn ang="0">
                    <a:pos x="24" y="639"/>
                  </a:cxn>
                  <a:cxn ang="0">
                    <a:pos x="32" y="535"/>
                  </a:cxn>
                  <a:cxn ang="0">
                    <a:pos x="40" y="431"/>
                  </a:cxn>
                  <a:cxn ang="0">
                    <a:pos x="48" y="335"/>
                  </a:cxn>
                  <a:cxn ang="0">
                    <a:pos x="56" y="247"/>
                  </a:cxn>
                  <a:cxn ang="0">
                    <a:pos x="72" y="176"/>
                  </a:cxn>
                  <a:cxn ang="0">
                    <a:pos x="80" y="112"/>
                  </a:cxn>
                  <a:cxn ang="0">
                    <a:pos x="88" y="64"/>
                  </a:cxn>
                  <a:cxn ang="0">
                    <a:pos x="96" y="24"/>
                  </a:cxn>
                  <a:cxn ang="0">
                    <a:pos x="104" y="8"/>
                  </a:cxn>
                  <a:cxn ang="0">
                    <a:pos x="120" y="8"/>
                  </a:cxn>
                  <a:cxn ang="0">
                    <a:pos x="128" y="24"/>
                  </a:cxn>
                  <a:cxn ang="0">
                    <a:pos x="144" y="64"/>
                  </a:cxn>
                  <a:cxn ang="0">
                    <a:pos x="152" y="112"/>
                  </a:cxn>
                  <a:cxn ang="0">
                    <a:pos x="160" y="176"/>
                  </a:cxn>
                  <a:cxn ang="0">
                    <a:pos x="168" y="247"/>
                  </a:cxn>
                  <a:cxn ang="0">
                    <a:pos x="176" y="335"/>
                  </a:cxn>
                  <a:cxn ang="0">
                    <a:pos x="192" y="431"/>
                  </a:cxn>
                  <a:cxn ang="0">
                    <a:pos x="200" y="535"/>
                  </a:cxn>
                  <a:cxn ang="0">
                    <a:pos x="208" y="639"/>
                  </a:cxn>
                  <a:cxn ang="0">
                    <a:pos x="216" y="743"/>
                  </a:cxn>
                  <a:cxn ang="0">
                    <a:pos x="224" y="847"/>
                  </a:cxn>
                  <a:cxn ang="0">
                    <a:pos x="232" y="951"/>
                  </a:cxn>
                  <a:cxn ang="0">
                    <a:pos x="248" y="1047"/>
                  </a:cxn>
                  <a:cxn ang="0">
                    <a:pos x="256" y="1135"/>
                  </a:cxn>
                  <a:cxn ang="0">
                    <a:pos x="264" y="1215"/>
                  </a:cxn>
                  <a:cxn ang="0">
                    <a:pos x="272" y="1279"/>
                  </a:cxn>
                  <a:cxn ang="0">
                    <a:pos x="280" y="1335"/>
                  </a:cxn>
                  <a:cxn ang="0">
                    <a:pos x="296" y="1374"/>
                  </a:cxn>
                  <a:cxn ang="0">
                    <a:pos x="304" y="1398"/>
                  </a:cxn>
                  <a:cxn ang="0">
                    <a:pos x="312" y="1414"/>
                  </a:cxn>
                  <a:cxn ang="0">
                    <a:pos x="328" y="1398"/>
                  </a:cxn>
                  <a:cxn ang="0">
                    <a:pos x="336" y="1367"/>
                  </a:cxn>
                  <a:cxn ang="0">
                    <a:pos x="344" y="1319"/>
                  </a:cxn>
                  <a:cxn ang="0">
                    <a:pos x="352" y="1263"/>
                  </a:cxn>
                  <a:cxn ang="0">
                    <a:pos x="368" y="1191"/>
                  </a:cxn>
                  <a:cxn ang="0">
                    <a:pos x="376" y="1103"/>
                  </a:cxn>
                  <a:cxn ang="0">
                    <a:pos x="384" y="1015"/>
                  </a:cxn>
                  <a:cxn ang="0">
                    <a:pos x="392" y="919"/>
                  </a:cxn>
                  <a:cxn ang="0">
                    <a:pos x="400" y="815"/>
                  </a:cxn>
                  <a:cxn ang="0">
                    <a:pos x="416" y="711"/>
                  </a:cxn>
                </a:cxnLst>
                <a:rect l="0" t="0" r="r" b="b"/>
                <a:pathLst>
                  <a:path w="416" h="1414">
                    <a:moveTo>
                      <a:pt x="0" y="903"/>
                    </a:moveTo>
                    <a:lnTo>
                      <a:pt x="0" y="847"/>
                    </a:lnTo>
                    <a:lnTo>
                      <a:pt x="8" y="799"/>
                    </a:lnTo>
                    <a:lnTo>
                      <a:pt x="16" y="743"/>
                    </a:lnTo>
                    <a:lnTo>
                      <a:pt x="16" y="687"/>
                    </a:lnTo>
                    <a:lnTo>
                      <a:pt x="24" y="639"/>
                    </a:lnTo>
                    <a:lnTo>
                      <a:pt x="24" y="583"/>
                    </a:lnTo>
                    <a:lnTo>
                      <a:pt x="32" y="535"/>
                    </a:lnTo>
                    <a:lnTo>
                      <a:pt x="32" y="479"/>
                    </a:lnTo>
                    <a:lnTo>
                      <a:pt x="40" y="431"/>
                    </a:lnTo>
                    <a:lnTo>
                      <a:pt x="48" y="383"/>
                    </a:lnTo>
                    <a:lnTo>
                      <a:pt x="48" y="335"/>
                    </a:lnTo>
                    <a:lnTo>
                      <a:pt x="56" y="295"/>
                    </a:lnTo>
                    <a:lnTo>
                      <a:pt x="56" y="247"/>
                    </a:lnTo>
                    <a:lnTo>
                      <a:pt x="64" y="216"/>
                    </a:lnTo>
                    <a:lnTo>
                      <a:pt x="72" y="176"/>
                    </a:lnTo>
                    <a:lnTo>
                      <a:pt x="72" y="144"/>
                    </a:lnTo>
                    <a:lnTo>
                      <a:pt x="80" y="112"/>
                    </a:lnTo>
                    <a:lnTo>
                      <a:pt x="80" y="88"/>
                    </a:lnTo>
                    <a:lnTo>
                      <a:pt x="88" y="64"/>
                    </a:lnTo>
                    <a:lnTo>
                      <a:pt x="96" y="40"/>
                    </a:lnTo>
                    <a:lnTo>
                      <a:pt x="96" y="24"/>
                    </a:lnTo>
                    <a:lnTo>
                      <a:pt x="104" y="16"/>
                    </a:lnTo>
                    <a:lnTo>
                      <a:pt x="104" y="8"/>
                    </a:lnTo>
                    <a:lnTo>
                      <a:pt x="112" y="0"/>
                    </a:lnTo>
                    <a:lnTo>
                      <a:pt x="120" y="8"/>
                    </a:lnTo>
                    <a:lnTo>
                      <a:pt x="128" y="16"/>
                    </a:lnTo>
                    <a:lnTo>
                      <a:pt x="128" y="24"/>
                    </a:lnTo>
                    <a:lnTo>
                      <a:pt x="136" y="40"/>
                    </a:lnTo>
                    <a:lnTo>
                      <a:pt x="144" y="64"/>
                    </a:lnTo>
                    <a:lnTo>
                      <a:pt x="144" y="88"/>
                    </a:lnTo>
                    <a:lnTo>
                      <a:pt x="152" y="112"/>
                    </a:lnTo>
                    <a:lnTo>
                      <a:pt x="152" y="144"/>
                    </a:lnTo>
                    <a:lnTo>
                      <a:pt x="160" y="176"/>
                    </a:lnTo>
                    <a:lnTo>
                      <a:pt x="168" y="216"/>
                    </a:lnTo>
                    <a:lnTo>
                      <a:pt x="168" y="247"/>
                    </a:lnTo>
                    <a:lnTo>
                      <a:pt x="176" y="295"/>
                    </a:lnTo>
                    <a:lnTo>
                      <a:pt x="176" y="335"/>
                    </a:lnTo>
                    <a:lnTo>
                      <a:pt x="184" y="383"/>
                    </a:lnTo>
                    <a:lnTo>
                      <a:pt x="192" y="431"/>
                    </a:lnTo>
                    <a:lnTo>
                      <a:pt x="192" y="479"/>
                    </a:lnTo>
                    <a:lnTo>
                      <a:pt x="200" y="535"/>
                    </a:lnTo>
                    <a:lnTo>
                      <a:pt x="200" y="583"/>
                    </a:lnTo>
                    <a:lnTo>
                      <a:pt x="208" y="639"/>
                    </a:lnTo>
                    <a:lnTo>
                      <a:pt x="216" y="687"/>
                    </a:lnTo>
                    <a:lnTo>
                      <a:pt x="216" y="743"/>
                    </a:lnTo>
                    <a:lnTo>
                      <a:pt x="224" y="799"/>
                    </a:lnTo>
                    <a:lnTo>
                      <a:pt x="224" y="847"/>
                    </a:lnTo>
                    <a:lnTo>
                      <a:pt x="232" y="903"/>
                    </a:lnTo>
                    <a:lnTo>
                      <a:pt x="232" y="951"/>
                    </a:lnTo>
                    <a:lnTo>
                      <a:pt x="240" y="999"/>
                    </a:lnTo>
                    <a:lnTo>
                      <a:pt x="248" y="1047"/>
                    </a:lnTo>
                    <a:lnTo>
                      <a:pt x="248" y="1095"/>
                    </a:lnTo>
                    <a:lnTo>
                      <a:pt x="256" y="1135"/>
                    </a:lnTo>
                    <a:lnTo>
                      <a:pt x="256" y="1175"/>
                    </a:lnTo>
                    <a:lnTo>
                      <a:pt x="264" y="1215"/>
                    </a:lnTo>
                    <a:lnTo>
                      <a:pt x="272" y="1247"/>
                    </a:lnTo>
                    <a:lnTo>
                      <a:pt x="272" y="1279"/>
                    </a:lnTo>
                    <a:lnTo>
                      <a:pt x="280" y="1311"/>
                    </a:lnTo>
                    <a:lnTo>
                      <a:pt x="280" y="1335"/>
                    </a:lnTo>
                    <a:lnTo>
                      <a:pt x="288" y="1359"/>
                    </a:lnTo>
                    <a:lnTo>
                      <a:pt x="296" y="1374"/>
                    </a:lnTo>
                    <a:lnTo>
                      <a:pt x="296" y="1390"/>
                    </a:lnTo>
                    <a:lnTo>
                      <a:pt x="304" y="1398"/>
                    </a:lnTo>
                    <a:lnTo>
                      <a:pt x="304" y="1406"/>
                    </a:lnTo>
                    <a:lnTo>
                      <a:pt x="312" y="1414"/>
                    </a:lnTo>
                    <a:lnTo>
                      <a:pt x="320" y="1406"/>
                    </a:lnTo>
                    <a:lnTo>
                      <a:pt x="328" y="1398"/>
                    </a:lnTo>
                    <a:lnTo>
                      <a:pt x="328" y="1382"/>
                    </a:lnTo>
                    <a:lnTo>
                      <a:pt x="336" y="1367"/>
                    </a:lnTo>
                    <a:lnTo>
                      <a:pt x="344" y="1343"/>
                    </a:lnTo>
                    <a:lnTo>
                      <a:pt x="344" y="1319"/>
                    </a:lnTo>
                    <a:lnTo>
                      <a:pt x="352" y="1295"/>
                    </a:lnTo>
                    <a:lnTo>
                      <a:pt x="352" y="1263"/>
                    </a:lnTo>
                    <a:lnTo>
                      <a:pt x="360" y="1223"/>
                    </a:lnTo>
                    <a:lnTo>
                      <a:pt x="368" y="1191"/>
                    </a:lnTo>
                    <a:lnTo>
                      <a:pt x="368" y="1151"/>
                    </a:lnTo>
                    <a:lnTo>
                      <a:pt x="376" y="1103"/>
                    </a:lnTo>
                    <a:lnTo>
                      <a:pt x="376" y="1063"/>
                    </a:lnTo>
                    <a:lnTo>
                      <a:pt x="384" y="1015"/>
                    </a:lnTo>
                    <a:lnTo>
                      <a:pt x="392" y="967"/>
                    </a:lnTo>
                    <a:lnTo>
                      <a:pt x="392" y="919"/>
                    </a:lnTo>
                    <a:lnTo>
                      <a:pt x="400" y="863"/>
                    </a:lnTo>
                    <a:lnTo>
                      <a:pt x="400" y="815"/>
                    </a:lnTo>
                    <a:lnTo>
                      <a:pt x="408" y="759"/>
                    </a:lnTo>
                    <a:lnTo>
                      <a:pt x="416" y="711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  <p:grpSp>
          <p:nvGrpSpPr>
            <p:cNvPr id="7187" name="Group 19"/>
            <p:cNvGrpSpPr>
              <a:grpSpLocks/>
            </p:cNvGrpSpPr>
            <p:nvPr/>
          </p:nvGrpSpPr>
          <p:grpSpPr bwMode="auto">
            <a:xfrm>
              <a:off x="4117975" y="511175"/>
              <a:ext cx="2306638" cy="539750"/>
              <a:chOff x="612" y="1344"/>
              <a:chExt cx="4764" cy="1428"/>
            </a:xfrm>
          </p:grpSpPr>
          <p:sp>
            <p:nvSpPr>
              <p:cNvPr id="7188" name="Freeform 20"/>
              <p:cNvSpPr>
                <a:spLocks/>
              </p:cNvSpPr>
              <p:nvPr/>
            </p:nvSpPr>
            <p:spPr bwMode="auto">
              <a:xfrm>
                <a:off x="612" y="1344"/>
                <a:ext cx="704" cy="695"/>
              </a:xfrm>
              <a:custGeom>
                <a:avLst/>
                <a:gdLst/>
                <a:ahLst/>
                <a:cxnLst>
                  <a:cxn ang="0">
                    <a:pos x="8" y="671"/>
                  </a:cxn>
                  <a:cxn ang="0">
                    <a:pos x="24" y="631"/>
                  </a:cxn>
                  <a:cxn ang="0">
                    <a:pos x="40" y="591"/>
                  </a:cxn>
                  <a:cxn ang="0">
                    <a:pos x="56" y="551"/>
                  </a:cxn>
                  <a:cxn ang="0">
                    <a:pos x="64" y="511"/>
                  </a:cxn>
                  <a:cxn ang="0">
                    <a:pos x="80" y="471"/>
                  </a:cxn>
                  <a:cxn ang="0">
                    <a:pos x="96" y="439"/>
                  </a:cxn>
                  <a:cxn ang="0">
                    <a:pos x="112" y="399"/>
                  </a:cxn>
                  <a:cxn ang="0">
                    <a:pos x="128" y="367"/>
                  </a:cxn>
                  <a:cxn ang="0">
                    <a:pos x="136" y="327"/>
                  </a:cxn>
                  <a:cxn ang="0">
                    <a:pos x="152" y="295"/>
                  </a:cxn>
                  <a:cxn ang="0">
                    <a:pos x="168" y="263"/>
                  </a:cxn>
                  <a:cxn ang="0">
                    <a:pos x="184" y="231"/>
                  </a:cxn>
                  <a:cxn ang="0">
                    <a:pos x="192" y="208"/>
                  </a:cxn>
                  <a:cxn ang="0">
                    <a:pos x="208" y="176"/>
                  </a:cxn>
                  <a:cxn ang="0">
                    <a:pos x="224" y="152"/>
                  </a:cxn>
                  <a:cxn ang="0">
                    <a:pos x="240" y="128"/>
                  </a:cxn>
                  <a:cxn ang="0">
                    <a:pos x="256" y="104"/>
                  </a:cxn>
                  <a:cxn ang="0">
                    <a:pos x="272" y="80"/>
                  </a:cxn>
                  <a:cxn ang="0">
                    <a:pos x="288" y="56"/>
                  </a:cxn>
                  <a:cxn ang="0">
                    <a:pos x="312" y="40"/>
                  </a:cxn>
                  <a:cxn ang="0">
                    <a:pos x="336" y="16"/>
                  </a:cxn>
                  <a:cxn ang="0">
                    <a:pos x="360" y="8"/>
                  </a:cxn>
                  <a:cxn ang="0">
                    <a:pos x="384" y="0"/>
                  </a:cxn>
                  <a:cxn ang="0">
                    <a:pos x="408" y="8"/>
                  </a:cxn>
                  <a:cxn ang="0">
                    <a:pos x="432" y="16"/>
                  </a:cxn>
                  <a:cxn ang="0">
                    <a:pos x="456" y="24"/>
                  </a:cxn>
                  <a:cxn ang="0">
                    <a:pos x="480" y="48"/>
                  </a:cxn>
                  <a:cxn ang="0">
                    <a:pos x="504" y="72"/>
                  </a:cxn>
                  <a:cxn ang="0">
                    <a:pos x="528" y="96"/>
                  </a:cxn>
                  <a:cxn ang="0">
                    <a:pos x="536" y="120"/>
                  </a:cxn>
                  <a:cxn ang="0">
                    <a:pos x="552" y="144"/>
                  </a:cxn>
                  <a:cxn ang="0">
                    <a:pos x="568" y="168"/>
                  </a:cxn>
                  <a:cxn ang="0">
                    <a:pos x="584" y="192"/>
                  </a:cxn>
                  <a:cxn ang="0">
                    <a:pos x="592" y="216"/>
                  </a:cxn>
                  <a:cxn ang="0">
                    <a:pos x="608" y="247"/>
                  </a:cxn>
                  <a:cxn ang="0">
                    <a:pos x="624" y="279"/>
                  </a:cxn>
                  <a:cxn ang="0">
                    <a:pos x="640" y="311"/>
                  </a:cxn>
                  <a:cxn ang="0">
                    <a:pos x="656" y="343"/>
                  </a:cxn>
                  <a:cxn ang="0">
                    <a:pos x="664" y="383"/>
                  </a:cxn>
                  <a:cxn ang="0">
                    <a:pos x="680" y="415"/>
                  </a:cxn>
                  <a:cxn ang="0">
                    <a:pos x="696" y="455"/>
                  </a:cxn>
                </a:cxnLst>
                <a:rect l="0" t="0" r="r" b="b"/>
                <a:pathLst>
                  <a:path w="704" h="695">
                    <a:moveTo>
                      <a:pt x="0" y="695"/>
                    </a:moveTo>
                    <a:lnTo>
                      <a:pt x="8" y="679"/>
                    </a:lnTo>
                    <a:lnTo>
                      <a:pt x="8" y="671"/>
                    </a:lnTo>
                    <a:lnTo>
                      <a:pt x="16" y="655"/>
                    </a:lnTo>
                    <a:lnTo>
                      <a:pt x="16" y="639"/>
                    </a:lnTo>
                    <a:lnTo>
                      <a:pt x="24" y="631"/>
                    </a:lnTo>
                    <a:lnTo>
                      <a:pt x="32" y="615"/>
                    </a:lnTo>
                    <a:lnTo>
                      <a:pt x="32" y="599"/>
                    </a:lnTo>
                    <a:lnTo>
                      <a:pt x="40" y="591"/>
                    </a:lnTo>
                    <a:lnTo>
                      <a:pt x="40" y="575"/>
                    </a:lnTo>
                    <a:lnTo>
                      <a:pt x="48" y="559"/>
                    </a:lnTo>
                    <a:lnTo>
                      <a:pt x="56" y="551"/>
                    </a:lnTo>
                    <a:lnTo>
                      <a:pt x="56" y="535"/>
                    </a:lnTo>
                    <a:lnTo>
                      <a:pt x="64" y="527"/>
                    </a:lnTo>
                    <a:lnTo>
                      <a:pt x="64" y="511"/>
                    </a:lnTo>
                    <a:lnTo>
                      <a:pt x="72" y="495"/>
                    </a:lnTo>
                    <a:lnTo>
                      <a:pt x="80" y="487"/>
                    </a:lnTo>
                    <a:lnTo>
                      <a:pt x="80" y="471"/>
                    </a:lnTo>
                    <a:lnTo>
                      <a:pt x="88" y="463"/>
                    </a:lnTo>
                    <a:lnTo>
                      <a:pt x="88" y="447"/>
                    </a:lnTo>
                    <a:lnTo>
                      <a:pt x="96" y="439"/>
                    </a:lnTo>
                    <a:lnTo>
                      <a:pt x="104" y="423"/>
                    </a:lnTo>
                    <a:lnTo>
                      <a:pt x="104" y="407"/>
                    </a:lnTo>
                    <a:lnTo>
                      <a:pt x="112" y="399"/>
                    </a:lnTo>
                    <a:lnTo>
                      <a:pt x="112" y="383"/>
                    </a:lnTo>
                    <a:lnTo>
                      <a:pt x="120" y="375"/>
                    </a:lnTo>
                    <a:lnTo>
                      <a:pt x="128" y="367"/>
                    </a:lnTo>
                    <a:lnTo>
                      <a:pt x="128" y="351"/>
                    </a:lnTo>
                    <a:lnTo>
                      <a:pt x="136" y="343"/>
                    </a:lnTo>
                    <a:lnTo>
                      <a:pt x="136" y="327"/>
                    </a:lnTo>
                    <a:lnTo>
                      <a:pt x="144" y="319"/>
                    </a:lnTo>
                    <a:lnTo>
                      <a:pt x="152" y="311"/>
                    </a:lnTo>
                    <a:lnTo>
                      <a:pt x="152" y="295"/>
                    </a:lnTo>
                    <a:lnTo>
                      <a:pt x="160" y="287"/>
                    </a:lnTo>
                    <a:lnTo>
                      <a:pt x="160" y="271"/>
                    </a:lnTo>
                    <a:lnTo>
                      <a:pt x="168" y="263"/>
                    </a:lnTo>
                    <a:lnTo>
                      <a:pt x="176" y="255"/>
                    </a:lnTo>
                    <a:lnTo>
                      <a:pt x="176" y="247"/>
                    </a:lnTo>
                    <a:lnTo>
                      <a:pt x="184" y="231"/>
                    </a:lnTo>
                    <a:lnTo>
                      <a:pt x="184" y="223"/>
                    </a:lnTo>
                    <a:lnTo>
                      <a:pt x="192" y="216"/>
                    </a:lnTo>
                    <a:lnTo>
                      <a:pt x="192" y="208"/>
                    </a:lnTo>
                    <a:lnTo>
                      <a:pt x="200" y="200"/>
                    </a:lnTo>
                    <a:lnTo>
                      <a:pt x="208" y="192"/>
                    </a:lnTo>
                    <a:lnTo>
                      <a:pt x="208" y="176"/>
                    </a:lnTo>
                    <a:lnTo>
                      <a:pt x="216" y="168"/>
                    </a:lnTo>
                    <a:lnTo>
                      <a:pt x="216" y="160"/>
                    </a:lnTo>
                    <a:lnTo>
                      <a:pt x="224" y="152"/>
                    </a:lnTo>
                    <a:lnTo>
                      <a:pt x="232" y="144"/>
                    </a:lnTo>
                    <a:lnTo>
                      <a:pt x="232" y="136"/>
                    </a:lnTo>
                    <a:lnTo>
                      <a:pt x="240" y="128"/>
                    </a:lnTo>
                    <a:lnTo>
                      <a:pt x="240" y="120"/>
                    </a:lnTo>
                    <a:lnTo>
                      <a:pt x="248" y="112"/>
                    </a:lnTo>
                    <a:lnTo>
                      <a:pt x="256" y="104"/>
                    </a:lnTo>
                    <a:lnTo>
                      <a:pt x="264" y="96"/>
                    </a:lnTo>
                    <a:lnTo>
                      <a:pt x="264" y="88"/>
                    </a:lnTo>
                    <a:lnTo>
                      <a:pt x="272" y="80"/>
                    </a:lnTo>
                    <a:lnTo>
                      <a:pt x="280" y="72"/>
                    </a:lnTo>
                    <a:lnTo>
                      <a:pt x="296" y="56"/>
                    </a:lnTo>
                    <a:lnTo>
                      <a:pt x="288" y="56"/>
                    </a:lnTo>
                    <a:lnTo>
                      <a:pt x="296" y="56"/>
                    </a:lnTo>
                    <a:lnTo>
                      <a:pt x="304" y="48"/>
                    </a:lnTo>
                    <a:lnTo>
                      <a:pt x="312" y="40"/>
                    </a:lnTo>
                    <a:lnTo>
                      <a:pt x="320" y="32"/>
                    </a:lnTo>
                    <a:lnTo>
                      <a:pt x="328" y="24"/>
                    </a:lnTo>
                    <a:lnTo>
                      <a:pt x="336" y="16"/>
                    </a:lnTo>
                    <a:lnTo>
                      <a:pt x="344" y="16"/>
                    </a:lnTo>
                    <a:lnTo>
                      <a:pt x="352" y="8"/>
                    </a:lnTo>
                    <a:lnTo>
                      <a:pt x="360" y="8"/>
                    </a:lnTo>
                    <a:lnTo>
                      <a:pt x="368" y="8"/>
                    </a:lnTo>
                    <a:lnTo>
                      <a:pt x="376" y="8"/>
                    </a:lnTo>
                    <a:lnTo>
                      <a:pt x="384" y="0"/>
                    </a:lnTo>
                    <a:lnTo>
                      <a:pt x="392" y="0"/>
                    </a:lnTo>
                    <a:lnTo>
                      <a:pt x="400" y="0"/>
                    </a:lnTo>
                    <a:lnTo>
                      <a:pt x="408" y="8"/>
                    </a:lnTo>
                    <a:lnTo>
                      <a:pt x="416" y="8"/>
                    </a:lnTo>
                    <a:lnTo>
                      <a:pt x="424" y="8"/>
                    </a:lnTo>
                    <a:lnTo>
                      <a:pt x="432" y="16"/>
                    </a:lnTo>
                    <a:lnTo>
                      <a:pt x="440" y="16"/>
                    </a:lnTo>
                    <a:lnTo>
                      <a:pt x="448" y="16"/>
                    </a:lnTo>
                    <a:lnTo>
                      <a:pt x="456" y="24"/>
                    </a:lnTo>
                    <a:lnTo>
                      <a:pt x="464" y="32"/>
                    </a:lnTo>
                    <a:lnTo>
                      <a:pt x="472" y="40"/>
                    </a:lnTo>
                    <a:lnTo>
                      <a:pt x="480" y="48"/>
                    </a:lnTo>
                    <a:lnTo>
                      <a:pt x="488" y="56"/>
                    </a:lnTo>
                    <a:lnTo>
                      <a:pt x="496" y="64"/>
                    </a:lnTo>
                    <a:lnTo>
                      <a:pt x="504" y="72"/>
                    </a:lnTo>
                    <a:lnTo>
                      <a:pt x="512" y="80"/>
                    </a:lnTo>
                    <a:lnTo>
                      <a:pt x="520" y="88"/>
                    </a:lnTo>
                    <a:lnTo>
                      <a:pt x="528" y="96"/>
                    </a:lnTo>
                    <a:lnTo>
                      <a:pt x="528" y="104"/>
                    </a:lnTo>
                    <a:lnTo>
                      <a:pt x="536" y="112"/>
                    </a:lnTo>
                    <a:lnTo>
                      <a:pt x="536" y="120"/>
                    </a:lnTo>
                    <a:lnTo>
                      <a:pt x="544" y="128"/>
                    </a:lnTo>
                    <a:lnTo>
                      <a:pt x="552" y="136"/>
                    </a:lnTo>
                    <a:lnTo>
                      <a:pt x="552" y="144"/>
                    </a:lnTo>
                    <a:lnTo>
                      <a:pt x="560" y="152"/>
                    </a:lnTo>
                    <a:lnTo>
                      <a:pt x="560" y="160"/>
                    </a:lnTo>
                    <a:lnTo>
                      <a:pt x="568" y="168"/>
                    </a:lnTo>
                    <a:lnTo>
                      <a:pt x="568" y="176"/>
                    </a:lnTo>
                    <a:lnTo>
                      <a:pt x="576" y="184"/>
                    </a:lnTo>
                    <a:lnTo>
                      <a:pt x="584" y="192"/>
                    </a:lnTo>
                    <a:lnTo>
                      <a:pt x="584" y="200"/>
                    </a:lnTo>
                    <a:lnTo>
                      <a:pt x="592" y="208"/>
                    </a:lnTo>
                    <a:lnTo>
                      <a:pt x="592" y="216"/>
                    </a:lnTo>
                    <a:lnTo>
                      <a:pt x="600" y="231"/>
                    </a:lnTo>
                    <a:lnTo>
                      <a:pt x="608" y="239"/>
                    </a:lnTo>
                    <a:lnTo>
                      <a:pt x="608" y="247"/>
                    </a:lnTo>
                    <a:lnTo>
                      <a:pt x="616" y="255"/>
                    </a:lnTo>
                    <a:lnTo>
                      <a:pt x="616" y="271"/>
                    </a:lnTo>
                    <a:lnTo>
                      <a:pt x="624" y="279"/>
                    </a:lnTo>
                    <a:lnTo>
                      <a:pt x="632" y="287"/>
                    </a:lnTo>
                    <a:lnTo>
                      <a:pt x="632" y="303"/>
                    </a:lnTo>
                    <a:lnTo>
                      <a:pt x="640" y="311"/>
                    </a:lnTo>
                    <a:lnTo>
                      <a:pt x="640" y="319"/>
                    </a:lnTo>
                    <a:lnTo>
                      <a:pt x="648" y="335"/>
                    </a:lnTo>
                    <a:lnTo>
                      <a:pt x="656" y="343"/>
                    </a:lnTo>
                    <a:lnTo>
                      <a:pt x="656" y="359"/>
                    </a:lnTo>
                    <a:lnTo>
                      <a:pt x="664" y="367"/>
                    </a:lnTo>
                    <a:lnTo>
                      <a:pt x="664" y="383"/>
                    </a:lnTo>
                    <a:lnTo>
                      <a:pt x="672" y="391"/>
                    </a:lnTo>
                    <a:lnTo>
                      <a:pt x="680" y="399"/>
                    </a:lnTo>
                    <a:lnTo>
                      <a:pt x="680" y="415"/>
                    </a:lnTo>
                    <a:lnTo>
                      <a:pt x="688" y="431"/>
                    </a:lnTo>
                    <a:lnTo>
                      <a:pt x="688" y="439"/>
                    </a:lnTo>
                    <a:lnTo>
                      <a:pt x="696" y="455"/>
                    </a:lnTo>
                    <a:lnTo>
                      <a:pt x="704" y="463"/>
                    </a:lnTo>
                    <a:lnTo>
                      <a:pt x="704" y="479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89" name="Freeform 21"/>
              <p:cNvSpPr>
                <a:spLocks/>
              </p:cNvSpPr>
              <p:nvPr/>
            </p:nvSpPr>
            <p:spPr bwMode="auto">
              <a:xfrm>
                <a:off x="1316" y="1837"/>
                <a:ext cx="705" cy="935"/>
              </a:xfrm>
              <a:custGeom>
                <a:avLst/>
                <a:gdLst/>
                <a:ahLst/>
                <a:cxnLst>
                  <a:cxn ang="0">
                    <a:pos x="8" y="24"/>
                  </a:cxn>
                  <a:cxn ang="0">
                    <a:pos x="24" y="64"/>
                  </a:cxn>
                  <a:cxn ang="0">
                    <a:pos x="41" y="104"/>
                  </a:cxn>
                  <a:cxn ang="0">
                    <a:pos x="57" y="136"/>
                  </a:cxn>
                  <a:cxn ang="0">
                    <a:pos x="65" y="176"/>
                  </a:cxn>
                  <a:cxn ang="0">
                    <a:pos x="81" y="216"/>
                  </a:cxn>
                  <a:cxn ang="0">
                    <a:pos x="97" y="256"/>
                  </a:cxn>
                  <a:cxn ang="0">
                    <a:pos x="113" y="296"/>
                  </a:cxn>
                  <a:cxn ang="0">
                    <a:pos x="129" y="336"/>
                  </a:cxn>
                  <a:cxn ang="0">
                    <a:pos x="137" y="376"/>
                  </a:cxn>
                  <a:cxn ang="0">
                    <a:pos x="153" y="416"/>
                  </a:cxn>
                  <a:cxn ang="0">
                    <a:pos x="169" y="456"/>
                  </a:cxn>
                  <a:cxn ang="0">
                    <a:pos x="185" y="488"/>
                  </a:cxn>
                  <a:cxn ang="0">
                    <a:pos x="201" y="528"/>
                  </a:cxn>
                  <a:cxn ang="0">
                    <a:pos x="209" y="560"/>
                  </a:cxn>
                  <a:cxn ang="0">
                    <a:pos x="225" y="600"/>
                  </a:cxn>
                  <a:cxn ang="0">
                    <a:pos x="241" y="632"/>
                  </a:cxn>
                  <a:cxn ang="0">
                    <a:pos x="257" y="664"/>
                  </a:cxn>
                  <a:cxn ang="0">
                    <a:pos x="265" y="696"/>
                  </a:cxn>
                  <a:cxn ang="0">
                    <a:pos x="281" y="720"/>
                  </a:cxn>
                  <a:cxn ang="0">
                    <a:pos x="297" y="752"/>
                  </a:cxn>
                  <a:cxn ang="0">
                    <a:pos x="313" y="776"/>
                  </a:cxn>
                  <a:cxn ang="0">
                    <a:pos x="329" y="800"/>
                  </a:cxn>
                  <a:cxn ang="0">
                    <a:pos x="337" y="824"/>
                  </a:cxn>
                  <a:cxn ang="0">
                    <a:pos x="361" y="848"/>
                  </a:cxn>
                  <a:cxn ang="0">
                    <a:pos x="377" y="872"/>
                  </a:cxn>
                  <a:cxn ang="0">
                    <a:pos x="401" y="895"/>
                  </a:cxn>
                  <a:cxn ang="0">
                    <a:pos x="425" y="911"/>
                  </a:cxn>
                  <a:cxn ang="0">
                    <a:pos x="449" y="927"/>
                  </a:cxn>
                  <a:cxn ang="0">
                    <a:pos x="473" y="935"/>
                  </a:cxn>
                  <a:cxn ang="0">
                    <a:pos x="497" y="927"/>
                  </a:cxn>
                  <a:cxn ang="0">
                    <a:pos x="521" y="927"/>
                  </a:cxn>
                  <a:cxn ang="0">
                    <a:pos x="545" y="911"/>
                  </a:cxn>
                  <a:cxn ang="0">
                    <a:pos x="569" y="895"/>
                  </a:cxn>
                  <a:cxn ang="0">
                    <a:pos x="593" y="864"/>
                  </a:cxn>
                  <a:cxn ang="0">
                    <a:pos x="609" y="840"/>
                  </a:cxn>
                  <a:cxn ang="0">
                    <a:pos x="625" y="824"/>
                  </a:cxn>
                  <a:cxn ang="0">
                    <a:pos x="641" y="800"/>
                  </a:cxn>
                  <a:cxn ang="0">
                    <a:pos x="657" y="776"/>
                  </a:cxn>
                  <a:cxn ang="0">
                    <a:pos x="665" y="752"/>
                  </a:cxn>
                  <a:cxn ang="0">
                    <a:pos x="681" y="720"/>
                  </a:cxn>
                  <a:cxn ang="0">
                    <a:pos x="697" y="696"/>
                  </a:cxn>
                </a:cxnLst>
                <a:rect l="0" t="0" r="r" b="b"/>
                <a:pathLst>
                  <a:path w="705" h="935">
                    <a:moveTo>
                      <a:pt x="0" y="0"/>
                    </a:moveTo>
                    <a:lnTo>
                      <a:pt x="8" y="8"/>
                    </a:lnTo>
                    <a:lnTo>
                      <a:pt x="8" y="24"/>
                    </a:lnTo>
                    <a:lnTo>
                      <a:pt x="16" y="32"/>
                    </a:lnTo>
                    <a:lnTo>
                      <a:pt x="24" y="48"/>
                    </a:lnTo>
                    <a:lnTo>
                      <a:pt x="24" y="64"/>
                    </a:lnTo>
                    <a:lnTo>
                      <a:pt x="33" y="72"/>
                    </a:lnTo>
                    <a:lnTo>
                      <a:pt x="33" y="88"/>
                    </a:lnTo>
                    <a:lnTo>
                      <a:pt x="41" y="104"/>
                    </a:lnTo>
                    <a:lnTo>
                      <a:pt x="49" y="112"/>
                    </a:lnTo>
                    <a:lnTo>
                      <a:pt x="49" y="128"/>
                    </a:lnTo>
                    <a:lnTo>
                      <a:pt x="57" y="136"/>
                    </a:lnTo>
                    <a:lnTo>
                      <a:pt x="57" y="152"/>
                    </a:lnTo>
                    <a:lnTo>
                      <a:pt x="65" y="168"/>
                    </a:lnTo>
                    <a:lnTo>
                      <a:pt x="65" y="176"/>
                    </a:lnTo>
                    <a:lnTo>
                      <a:pt x="73" y="192"/>
                    </a:lnTo>
                    <a:lnTo>
                      <a:pt x="81" y="208"/>
                    </a:lnTo>
                    <a:lnTo>
                      <a:pt x="81" y="216"/>
                    </a:lnTo>
                    <a:lnTo>
                      <a:pt x="89" y="232"/>
                    </a:lnTo>
                    <a:lnTo>
                      <a:pt x="89" y="248"/>
                    </a:lnTo>
                    <a:lnTo>
                      <a:pt x="97" y="256"/>
                    </a:lnTo>
                    <a:lnTo>
                      <a:pt x="105" y="272"/>
                    </a:lnTo>
                    <a:lnTo>
                      <a:pt x="105" y="288"/>
                    </a:lnTo>
                    <a:lnTo>
                      <a:pt x="113" y="296"/>
                    </a:lnTo>
                    <a:lnTo>
                      <a:pt x="113" y="312"/>
                    </a:lnTo>
                    <a:lnTo>
                      <a:pt x="121" y="328"/>
                    </a:lnTo>
                    <a:lnTo>
                      <a:pt x="129" y="336"/>
                    </a:lnTo>
                    <a:lnTo>
                      <a:pt x="129" y="352"/>
                    </a:lnTo>
                    <a:lnTo>
                      <a:pt x="137" y="368"/>
                    </a:lnTo>
                    <a:lnTo>
                      <a:pt x="137" y="376"/>
                    </a:lnTo>
                    <a:lnTo>
                      <a:pt x="145" y="392"/>
                    </a:lnTo>
                    <a:lnTo>
                      <a:pt x="153" y="400"/>
                    </a:lnTo>
                    <a:lnTo>
                      <a:pt x="153" y="416"/>
                    </a:lnTo>
                    <a:lnTo>
                      <a:pt x="161" y="432"/>
                    </a:lnTo>
                    <a:lnTo>
                      <a:pt x="161" y="440"/>
                    </a:lnTo>
                    <a:lnTo>
                      <a:pt x="169" y="456"/>
                    </a:lnTo>
                    <a:lnTo>
                      <a:pt x="177" y="464"/>
                    </a:lnTo>
                    <a:lnTo>
                      <a:pt x="177" y="480"/>
                    </a:lnTo>
                    <a:lnTo>
                      <a:pt x="185" y="488"/>
                    </a:lnTo>
                    <a:lnTo>
                      <a:pt x="185" y="504"/>
                    </a:lnTo>
                    <a:lnTo>
                      <a:pt x="193" y="520"/>
                    </a:lnTo>
                    <a:lnTo>
                      <a:pt x="201" y="528"/>
                    </a:lnTo>
                    <a:lnTo>
                      <a:pt x="201" y="544"/>
                    </a:lnTo>
                    <a:lnTo>
                      <a:pt x="209" y="552"/>
                    </a:lnTo>
                    <a:lnTo>
                      <a:pt x="209" y="560"/>
                    </a:lnTo>
                    <a:lnTo>
                      <a:pt x="217" y="576"/>
                    </a:lnTo>
                    <a:lnTo>
                      <a:pt x="225" y="584"/>
                    </a:lnTo>
                    <a:lnTo>
                      <a:pt x="225" y="600"/>
                    </a:lnTo>
                    <a:lnTo>
                      <a:pt x="233" y="608"/>
                    </a:lnTo>
                    <a:lnTo>
                      <a:pt x="233" y="624"/>
                    </a:lnTo>
                    <a:lnTo>
                      <a:pt x="241" y="632"/>
                    </a:lnTo>
                    <a:lnTo>
                      <a:pt x="249" y="640"/>
                    </a:lnTo>
                    <a:lnTo>
                      <a:pt x="249" y="656"/>
                    </a:lnTo>
                    <a:lnTo>
                      <a:pt x="257" y="664"/>
                    </a:lnTo>
                    <a:lnTo>
                      <a:pt x="257" y="672"/>
                    </a:lnTo>
                    <a:lnTo>
                      <a:pt x="265" y="688"/>
                    </a:lnTo>
                    <a:lnTo>
                      <a:pt x="265" y="696"/>
                    </a:lnTo>
                    <a:lnTo>
                      <a:pt x="273" y="704"/>
                    </a:lnTo>
                    <a:lnTo>
                      <a:pt x="281" y="712"/>
                    </a:lnTo>
                    <a:lnTo>
                      <a:pt x="281" y="720"/>
                    </a:lnTo>
                    <a:lnTo>
                      <a:pt x="289" y="736"/>
                    </a:lnTo>
                    <a:lnTo>
                      <a:pt x="289" y="744"/>
                    </a:lnTo>
                    <a:lnTo>
                      <a:pt x="297" y="752"/>
                    </a:lnTo>
                    <a:lnTo>
                      <a:pt x="305" y="760"/>
                    </a:lnTo>
                    <a:lnTo>
                      <a:pt x="305" y="768"/>
                    </a:lnTo>
                    <a:lnTo>
                      <a:pt x="313" y="776"/>
                    </a:lnTo>
                    <a:lnTo>
                      <a:pt x="313" y="784"/>
                    </a:lnTo>
                    <a:lnTo>
                      <a:pt x="321" y="792"/>
                    </a:lnTo>
                    <a:lnTo>
                      <a:pt x="329" y="800"/>
                    </a:lnTo>
                    <a:lnTo>
                      <a:pt x="329" y="808"/>
                    </a:lnTo>
                    <a:lnTo>
                      <a:pt x="337" y="816"/>
                    </a:lnTo>
                    <a:lnTo>
                      <a:pt x="337" y="824"/>
                    </a:lnTo>
                    <a:lnTo>
                      <a:pt x="345" y="832"/>
                    </a:lnTo>
                    <a:lnTo>
                      <a:pt x="353" y="840"/>
                    </a:lnTo>
                    <a:lnTo>
                      <a:pt x="361" y="848"/>
                    </a:lnTo>
                    <a:lnTo>
                      <a:pt x="361" y="856"/>
                    </a:lnTo>
                    <a:lnTo>
                      <a:pt x="369" y="864"/>
                    </a:lnTo>
                    <a:lnTo>
                      <a:pt x="377" y="872"/>
                    </a:lnTo>
                    <a:lnTo>
                      <a:pt x="385" y="880"/>
                    </a:lnTo>
                    <a:lnTo>
                      <a:pt x="393" y="888"/>
                    </a:lnTo>
                    <a:lnTo>
                      <a:pt x="401" y="895"/>
                    </a:lnTo>
                    <a:lnTo>
                      <a:pt x="409" y="903"/>
                    </a:lnTo>
                    <a:lnTo>
                      <a:pt x="417" y="911"/>
                    </a:lnTo>
                    <a:lnTo>
                      <a:pt x="425" y="911"/>
                    </a:lnTo>
                    <a:lnTo>
                      <a:pt x="433" y="919"/>
                    </a:lnTo>
                    <a:lnTo>
                      <a:pt x="441" y="927"/>
                    </a:lnTo>
                    <a:lnTo>
                      <a:pt x="449" y="927"/>
                    </a:lnTo>
                    <a:lnTo>
                      <a:pt x="457" y="927"/>
                    </a:lnTo>
                    <a:lnTo>
                      <a:pt x="465" y="927"/>
                    </a:lnTo>
                    <a:lnTo>
                      <a:pt x="473" y="935"/>
                    </a:lnTo>
                    <a:lnTo>
                      <a:pt x="481" y="935"/>
                    </a:lnTo>
                    <a:lnTo>
                      <a:pt x="489" y="935"/>
                    </a:lnTo>
                    <a:lnTo>
                      <a:pt x="497" y="927"/>
                    </a:lnTo>
                    <a:lnTo>
                      <a:pt x="505" y="927"/>
                    </a:lnTo>
                    <a:lnTo>
                      <a:pt x="513" y="927"/>
                    </a:lnTo>
                    <a:lnTo>
                      <a:pt x="521" y="927"/>
                    </a:lnTo>
                    <a:lnTo>
                      <a:pt x="529" y="919"/>
                    </a:lnTo>
                    <a:lnTo>
                      <a:pt x="537" y="911"/>
                    </a:lnTo>
                    <a:lnTo>
                      <a:pt x="545" y="911"/>
                    </a:lnTo>
                    <a:lnTo>
                      <a:pt x="553" y="903"/>
                    </a:lnTo>
                    <a:lnTo>
                      <a:pt x="561" y="895"/>
                    </a:lnTo>
                    <a:lnTo>
                      <a:pt x="569" y="895"/>
                    </a:lnTo>
                    <a:lnTo>
                      <a:pt x="585" y="880"/>
                    </a:lnTo>
                    <a:lnTo>
                      <a:pt x="585" y="872"/>
                    </a:lnTo>
                    <a:lnTo>
                      <a:pt x="593" y="864"/>
                    </a:lnTo>
                    <a:lnTo>
                      <a:pt x="601" y="856"/>
                    </a:lnTo>
                    <a:lnTo>
                      <a:pt x="617" y="840"/>
                    </a:lnTo>
                    <a:lnTo>
                      <a:pt x="609" y="840"/>
                    </a:lnTo>
                    <a:lnTo>
                      <a:pt x="617" y="840"/>
                    </a:lnTo>
                    <a:lnTo>
                      <a:pt x="625" y="832"/>
                    </a:lnTo>
                    <a:lnTo>
                      <a:pt x="625" y="824"/>
                    </a:lnTo>
                    <a:lnTo>
                      <a:pt x="633" y="816"/>
                    </a:lnTo>
                    <a:lnTo>
                      <a:pt x="633" y="808"/>
                    </a:lnTo>
                    <a:lnTo>
                      <a:pt x="641" y="800"/>
                    </a:lnTo>
                    <a:lnTo>
                      <a:pt x="641" y="792"/>
                    </a:lnTo>
                    <a:lnTo>
                      <a:pt x="649" y="784"/>
                    </a:lnTo>
                    <a:lnTo>
                      <a:pt x="657" y="776"/>
                    </a:lnTo>
                    <a:lnTo>
                      <a:pt x="657" y="768"/>
                    </a:lnTo>
                    <a:lnTo>
                      <a:pt x="665" y="760"/>
                    </a:lnTo>
                    <a:lnTo>
                      <a:pt x="665" y="752"/>
                    </a:lnTo>
                    <a:lnTo>
                      <a:pt x="673" y="744"/>
                    </a:lnTo>
                    <a:lnTo>
                      <a:pt x="681" y="736"/>
                    </a:lnTo>
                    <a:lnTo>
                      <a:pt x="681" y="720"/>
                    </a:lnTo>
                    <a:lnTo>
                      <a:pt x="689" y="712"/>
                    </a:lnTo>
                    <a:lnTo>
                      <a:pt x="689" y="704"/>
                    </a:lnTo>
                    <a:lnTo>
                      <a:pt x="697" y="696"/>
                    </a:lnTo>
                    <a:lnTo>
                      <a:pt x="705" y="688"/>
                    </a:lnTo>
                    <a:lnTo>
                      <a:pt x="705" y="672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90" name="Freeform 22"/>
              <p:cNvSpPr>
                <a:spLocks/>
              </p:cNvSpPr>
              <p:nvPr/>
            </p:nvSpPr>
            <p:spPr bwMode="auto">
              <a:xfrm>
                <a:off x="2021" y="1358"/>
                <a:ext cx="713" cy="1151"/>
              </a:xfrm>
              <a:custGeom>
                <a:avLst/>
                <a:gdLst/>
                <a:ahLst/>
                <a:cxnLst>
                  <a:cxn ang="0">
                    <a:pos x="8" y="1135"/>
                  </a:cxn>
                  <a:cxn ang="0">
                    <a:pos x="24" y="1103"/>
                  </a:cxn>
                  <a:cxn ang="0">
                    <a:pos x="40" y="1063"/>
                  </a:cxn>
                  <a:cxn ang="0">
                    <a:pos x="56" y="1031"/>
                  </a:cxn>
                  <a:cxn ang="0">
                    <a:pos x="72" y="999"/>
                  </a:cxn>
                  <a:cxn ang="0">
                    <a:pos x="80" y="959"/>
                  </a:cxn>
                  <a:cxn ang="0">
                    <a:pos x="96" y="919"/>
                  </a:cxn>
                  <a:cxn ang="0">
                    <a:pos x="112" y="879"/>
                  </a:cxn>
                  <a:cxn ang="0">
                    <a:pos x="128" y="847"/>
                  </a:cxn>
                  <a:cxn ang="0">
                    <a:pos x="136" y="807"/>
                  </a:cxn>
                  <a:cxn ang="0">
                    <a:pos x="152" y="767"/>
                  </a:cxn>
                  <a:cxn ang="0">
                    <a:pos x="168" y="727"/>
                  </a:cxn>
                  <a:cxn ang="0">
                    <a:pos x="184" y="687"/>
                  </a:cxn>
                  <a:cxn ang="0">
                    <a:pos x="200" y="647"/>
                  </a:cxn>
                  <a:cxn ang="0">
                    <a:pos x="208" y="607"/>
                  </a:cxn>
                  <a:cxn ang="0">
                    <a:pos x="224" y="567"/>
                  </a:cxn>
                  <a:cxn ang="0">
                    <a:pos x="240" y="527"/>
                  </a:cxn>
                  <a:cxn ang="0">
                    <a:pos x="256" y="487"/>
                  </a:cxn>
                  <a:cxn ang="0">
                    <a:pos x="272" y="455"/>
                  </a:cxn>
                  <a:cxn ang="0">
                    <a:pos x="280" y="415"/>
                  </a:cxn>
                  <a:cxn ang="0">
                    <a:pos x="296" y="383"/>
                  </a:cxn>
                  <a:cxn ang="0">
                    <a:pos x="312" y="343"/>
                  </a:cxn>
                  <a:cxn ang="0">
                    <a:pos x="328" y="311"/>
                  </a:cxn>
                  <a:cxn ang="0">
                    <a:pos x="336" y="279"/>
                  </a:cxn>
                  <a:cxn ang="0">
                    <a:pos x="353" y="247"/>
                  </a:cxn>
                  <a:cxn ang="0">
                    <a:pos x="369" y="216"/>
                  </a:cxn>
                  <a:cxn ang="0">
                    <a:pos x="385" y="192"/>
                  </a:cxn>
                  <a:cxn ang="0">
                    <a:pos x="401" y="168"/>
                  </a:cxn>
                  <a:cxn ang="0">
                    <a:pos x="409" y="144"/>
                  </a:cxn>
                  <a:cxn ang="0">
                    <a:pos x="425" y="120"/>
                  </a:cxn>
                  <a:cxn ang="0">
                    <a:pos x="441" y="96"/>
                  </a:cxn>
                  <a:cxn ang="0">
                    <a:pos x="465" y="64"/>
                  </a:cxn>
                  <a:cxn ang="0">
                    <a:pos x="489" y="40"/>
                  </a:cxn>
                  <a:cxn ang="0">
                    <a:pos x="513" y="16"/>
                  </a:cxn>
                  <a:cxn ang="0">
                    <a:pos x="537" y="8"/>
                  </a:cxn>
                  <a:cxn ang="0">
                    <a:pos x="561" y="0"/>
                  </a:cxn>
                  <a:cxn ang="0">
                    <a:pos x="585" y="8"/>
                  </a:cxn>
                  <a:cxn ang="0">
                    <a:pos x="609" y="8"/>
                  </a:cxn>
                  <a:cxn ang="0">
                    <a:pos x="633" y="24"/>
                  </a:cxn>
                  <a:cxn ang="0">
                    <a:pos x="657" y="48"/>
                  </a:cxn>
                  <a:cxn ang="0">
                    <a:pos x="689" y="72"/>
                  </a:cxn>
                  <a:cxn ang="0">
                    <a:pos x="705" y="96"/>
                  </a:cxn>
                </a:cxnLst>
                <a:rect l="0" t="0" r="r" b="b"/>
                <a:pathLst>
                  <a:path w="713" h="1151">
                    <a:moveTo>
                      <a:pt x="0" y="1151"/>
                    </a:moveTo>
                    <a:lnTo>
                      <a:pt x="8" y="1143"/>
                    </a:lnTo>
                    <a:lnTo>
                      <a:pt x="8" y="1135"/>
                    </a:lnTo>
                    <a:lnTo>
                      <a:pt x="16" y="1119"/>
                    </a:lnTo>
                    <a:lnTo>
                      <a:pt x="24" y="1111"/>
                    </a:lnTo>
                    <a:lnTo>
                      <a:pt x="24" y="1103"/>
                    </a:lnTo>
                    <a:lnTo>
                      <a:pt x="32" y="1087"/>
                    </a:lnTo>
                    <a:lnTo>
                      <a:pt x="32" y="1079"/>
                    </a:lnTo>
                    <a:lnTo>
                      <a:pt x="40" y="1063"/>
                    </a:lnTo>
                    <a:lnTo>
                      <a:pt x="48" y="1055"/>
                    </a:lnTo>
                    <a:lnTo>
                      <a:pt x="48" y="1039"/>
                    </a:lnTo>
                    <a:lnTo>
                      <a:pt x="56" y="1031"/>
                    </a:lnTo>
                    <a:lnTo>
                      <a:pt x="56" y="1023"/>
                    </a:lnTo>
                    <a:lnTo>
                      <a:pt x="64" y="1007"/>
                    </a:lnTo>
                    <a:lnTo>
                      <a:pt x="72" y="999"/>
                    </a:lnTo>
                    <a:lnTo>
                      <a:pt x="72" y="983"/>
                    </a:lnTo>
                    <a:lnTo>
                      <a:pt x="80" y="967"/>
                    </a:lnTo>
                    <a:lnTo>
                      <a:pt x="80" y="959"/>
                    </a:lnTo>
                    <a:lnTo>
                      <a:pt x="88" y="943"/>
                    </a:lnTo>
                    <a:lnTo>
                      <a:pt x="96" y="935"/>
                    </a:lnTo>
                    <a:lnTo>
                      <a:pt x="96" y="919"/>
                    </a:lnTo>
                    <a:lnTo>
                      <a:pt x="104" y="911"/>
                    </a:lnTo>
                    <a:lnTo>
                      <a:pt x="104" y="895"/>
                    </a:lnTo>
                    <a:lnTo>
                      <a:pt x="112" y="879"/>
                    </a:lnTo>
                    <a:lnTo>
                      <a:pt x="112" y="871"/>
                    </a:lnTo>
                    <a:lnTo>
                      <a:pt x="120" y="855"/>
                    </a:lnTo>
                    <a:lnTo>
                      <a:pt x="128" y="847"/>
                    </a:lnTo>
                    <a:lnTo>
                      <a:pt x="128" y="831"/>
                    </a:lnTo>
                    <a:lnTo>
                      <a:pt x="136" y="815"/>
                    </a:lnTo>
                    <a:lnTo>
                      <a:pt x="136" y="807"/>
                    </a:lnTo>
                    <a:lnTo>
                      <a:pt x="144" y="791"/>
                    </a:lnTo>
                    <a:lnTo>
                      <a:pt x="152" y="775"/>
                    </a:lnTo>
                    <a:lnTo>
                      <a:pt x="152" y="767"/>
                    </a:lnTo>
                    <a:lnTo>
                      <a:pt x="160" y="751"/>
                    </a:lnTo>
                    <a:lnTo>
                      <a:pt x="160" y="735"/>
                    </a:lnTo>
                    <a:lnTo>
                      <a:pt x="168" y="727"/>
                    </a:lnTo>
                    <a:lnTo>
                      <a:pt x="176" y="711"/>
                    </a:lnTo>
                    <a:lnTo>
                      <a:pt x="176" y="695"/>
                    </a:lnTo>
                    <a:lnTo>
                      <a:pt x="184" y="687"/>
                    </a:lnTo>
                    <a:lnTo>
                      <a:pt x="184" y="671"/>
                    </a:lnTo>
                    <a:lnTo>
                      <a:pt x="192" y="655"/>
                    </a:lnTo>
                    <a:lnTo>
                      <a:pt x="200" y="647"/>
                    </a:lnTo>
                    <a:lnTo>
                      <a:pt x="200" y="631"/>
                    </a:lnTo>
                    <a:lnTo>
                      <a:pt x="208" y="615"/>
                    </a:lnTo>
                    <a:lnTo>
                      <a:pt x="208" y="607"/>
                    </a:lnTo>
                    <a:lnTo>
                      <a:pt x="216" y="591"/>
                    </a:lnTo>
                    <a:lnTo>
                      <a:pt x="224" y="583"/>
                    </a:lnTo>
                    <a:lnTo>
                      <a:pt x="224" y="567"/>
                    </a:lnTo>
                    <a:lnTo>
                      <a:pt x="232" y="551"/>
                    </a:lnTo>
                    <a:lnTo>
                      <a:pt x="232" y="543"/>
                    </a:lnTo>
                    <a:lnTo>
                      <a:pt x="240" y="527"/>
                    </a:lnTo>
                    <a:lnTo>
                      <a:pt x="248" y="511"/>
                    </a:lnTo>
                    <a:lnTo>
                      <a:pt x="248" y="503"/>
                    </a:lnTo>
                    <a:lnTo>
                      <a:pt x="256" y="487"/>
                    </a:lnTo>
                    <a:lnTo>
                      <a:pt x="256" y="479"/>
                    </a:lnTo>
                    <a:lnTo>
                      <a:pt x="264" y="463"/>
                    </a:lnTo>
                    <a:lnTo>
                      <a:pt x="272" y="455"/>
                    </a:lnTo>
                    <a:lnTo>
                      <a:pt x="272" y="439"/>
                    </a:lnTo>
                    <a:lnTo>
                      <a:pt x="280" y="431"/>
                    </a:lnTo>
                    <a:lnTo>
                      <a:pt x="280" y="415"/>
                    </a:lnTo>
                    <a:lnTo>
                      <a:pt x="288" y="399"/>
                    </a:lnTo>
                    <a:lnTo>
                      <a:pt x="296" y="391"/>
                    </a:lnTo>
                    <a:lnTo>
                      <a:pt x="296" y="383"/>
                    </a:lnTo>
                    <a:lnTo>
                      <a:pt x="304" y="367"/>
                    </a:lnTo>
                    <a:lnTo>
                      <a:pt x="304" y="359"/>
                    </a:lnTo>
                    <a:lnTo>
                      <a:pt x="312" y="343"/>
                    </a:lnTo>
                    <a:lnTo>
                      <a:pt x="312" y="335"/>
                    </a:lnTo>
                    <a:lnTo>
                      <a:pt x="320" y="319"/>
                    </a:lnTo>
                    <a:lnTo>
                      <a:pt x="328" y="311"/>
                    </a:lnTo>
                    <a:lnTo>
                      <a:pt x="328" y="303"/>
                    </a:lnTo>
                    <a:lnTo>
                      <a:pt x="336" y="287"/>
                    </a:lnTo>
                    <a:lnTo>
                      <a:pt x="336" y="279"/>
                    </a:lnTo>
                    <a:lnTo>
                      <a:pt x="344" y="271"/>
                    </a:lnTo>
                    <a:lnTo>
                      <a:pt x="353" y="255"/>
                    </a:lnTo>
                    <a:lnTo>
                      <a:pt x="353" y="247"/>
                    </a:lnTo>
                    <a:lnTo>
                      <a:pt x="361" y="239"/>
                    </a:lnTo>
                    <a:lnTo>
                      <a:pt x="361" y="231"/>
                    </a:lnTo>
                    <a:lnTo>
                      <a:pt x="369" y="216"/>
                    </a:lnTo>
                    <a:lnTo>
                      <a:pt x="377" y="208"/>
                    </a:lnTo>
                    <a:lnTo>
                      <a:pt x="377" y="200"/>
                    </a:lnTo>
                    <a:lnTo>
                      <a:pt x="385" y="192"/>
                    </a:lnTo>
                    <a:lnTo>
                      <a:pt x="385" y="184"/>
                    </a:lnTo>
                    <a:lnTo>
                      <a:pt x="393" y="176"/>
                    </a:lnTo>
                    <a:lnTo>
                      <a:pt x="401" y="168"/>
                    </a:lnTo>
                    <a:lnTo>
                      <a:pt x="401" y="160"/>
                    </a:lnTo>
                    <a:lnTo>
                      <a:pt x="409" y="152"/>
                    </a:lnTo>
                    <a:lnTo>
                      <a:pt x="409" y="144"/>
                    </a:lnTo>
                    <a:lnTo>
                      <a:pt x="417" y="136"/>
                    </a:lnTo>
                    <a:lnTo>
                      <a:pt x="425" y="128"/>
                    </a:lnTo>
                    <a:lnTo>
                      <a:pt x="425" y="120"/>
                    </a:lnTo>
                    <a:lnTo>
                      <a:pt x="433" y="112"/>
                    </a:lnTo>
                    <a:lnTo>
                      <a:pt x="433" y="104"/>
                    </a:lnTo>
                    <a:lnTo>
                      <a:pt x="441" y="96"/>
                    </a:lnTo>
                    <a:lnTo>
                      <a:pt x="457" y="80"/>
                    </a:lnTo>
                    <a:lnTo>
                      <a:pt x="457" y="72"/>
                    </a:lnTo>
                    <a:lnTo>
                      <a:pt x="465" y="64"/>
                    </a:lnTo>
                    <a:lnTo>
                      <a:pt x="473" y="56"/>
                    </a:lnTo>
                    <a:lnTo>
                      <a:pt x="481" y="48"/>
                    </a:lnTo>
                    <a:lnTo>
                      <a:pt x="489" y="40"/>
                    </a:lnTo>
                    <a:lnTo>
                      <a:pt x="497" y="32"/>
                    </a:lnTo>
                    <a:lnTo>
                      <a:pt x="505" y="24"/>
                    </a:lnTo>
                    <a:lnTo>
                      <a:pt x="513" y="16"/>
                    </a:lnTo>
                    <a:lnTo>
                      <a:pt x="521" y="16"/>
                    </a:lnTo>
                    <a:lnTo>
                      <a:pt x="529" y="16"/>
                    </a:lnTo>
                    <a:lnTo>
                      <a:pt x="537" y="8"/>
                    </a:lnTo>
                    <a:lnTo>
                      <a:pt x="545" y="8"/>
                    </a:lnTo>
                    <a:lnTo>
                      <a:pt x="553" y="8"/>
                    </a:lnTo>
                    <a:lnTo>
                      <a:pt x="561" y="0"/>
                    </a:lnTo>
                    <a:lnTo>
                      <a:pt x="569" y="0"/>
                    </a:lnTo>
                    <a:lnTo>
                      <a:pt x="577" y="0"/>
                    </a:lnTo>
                    <a:lnTo>
                      <a:pt x="585" y="8"/>
                    </a:lnTo>
                    <a:lnTo>
                      <a:pt x="593" y="8"/>
                    </a:lnTo>
                    <a:lnTo>
                      <a:pt x="601" y="8"/>
                    </a:lnTo>
                    <a:lnTo>
                      <a:pt x="609" y="8"/>
                    </a:lnTo>
                    <a:lnTo>
                      <a:pt x="617" y="16"/>
                    </a:lnTo>
                    <a:lnTo>
                      <a:pt x="625" y="16"/>
                    </a:lnTo>
                    <a:lnTo>
                      <a:pt x="633" y="24"/>
                    </a:lnTo>
                    <a:lnTo>
                      <a:pt x="641" y="32"/>
                    </a:lnTo>
                    <a:lnTo>
                      <a:pt x="649" y="40"/>
                    </a:lnTo>
                    <a:lnTo>
                      <a:pt x="657" y="48"/>
                    </a:lnTo>
                    <a:lnTo>
                      <a:pt x="665" y="48"/>
                    </a:lnTo>
                    <a:lnTo>
                      <a:pt x="673" y="56"/>
                    </a:lnTo>
                    <a:lnTo>
                      <a:pt x="689" y="72"/>
                    </a:lnTo>
                    <a:lnTo>
                      <a:pt x="689" y="80"/>
                    </a:lnTo>
                    <a:lnTo>
                      <a:pt x="697" y="88"/>
                    </a:lnTo>
                    <a:lnTo>
                      <a:pt x="705" y="96"/>
                    </a:lnTo>
                    <a:lnTo>
                      <a:pt x="705" y="104"/>
                    </a:lnTo>
                    <a:lnTo>
                      <a:pt x="713" y="112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91" name="Freeform 23"/>
              <p:cNvSpPr>
                <a:spLocks/>
              </p:cNvSpPr>
              <p:nvPr/>
            </p:nvSpPr>
            <p:spPr bwMode="auto">
              <a:xfrm>
                <a:off x="2734" y="1470"/>
                <a:ext cx="673" cy="1302"/>
              </a:xfrm>
              <a:custGeom>
                <a:avLst/>
                <a:gdLst/>
                <a:ahLst/>
                <a:cxnLst>
                  <a:cxn ang="0">
                    <a:pos x="16" y="16"/>
                  </a:cxn>
                  <a:cxn ang="0">
                    <a:pos x="24" y="40"/>
                  </a:cxn>
                  <a:cxn ang="0">
                    <a:pos x="40" y="64"/>
                  </a:cxn>
                  <a:cxn ang="0">
                    <a:pos x="56" y="96"/>
                  </a:cxn>
                  <a:cxn ang="0">
                    <a:pos x="72" y="119"/>
                  </a:cxn>
                  <a:cxn ang="0">
                    <a:pos x="88" y="151"/>
                  </a:cxn>
                  <a:cxn ang="0">
                    <a:pos x="96" y="183"/>
                  </a:cxn>
                  <a:cxn ang="0">
                    <a:pos x="112" y="215"/>
                  </a:cxn>
                  <a:cxn ang="0">
                    <a:pos x="128" y="255"/>
                  </a:cxn>
                  <a:cxn ang="0">
                    <a:pos x="144" y="287"/>
                  </a:cxn>
                  <a:cxn ang="0">
                    <a:pos x="160" y="327"/>
                  </a:cxn>
                  <a:cxn ang="0">
                    <a:pos x="168" y="359"/>
                  </a:cxn>
                  <a:cxn ang="0">
                    <a:pos x="184" y="399"/>
                  </a:cxn>
                  <a:cxn ang="0">
                    <a:pos x="200" y="439"/>
                  </a:cxn>
                  <a:cxn ang="0">
                    <a:pos x="216" y="479"/>
                  </a:cxn>
                  <a:cxn ang="0">
                    <a:pos x="224" y="519"/>
                  </a:cxn>
                  <a:cxn ang="0">
                    <a:pos x="240" y="559"/>
                  </a:cxn>
                  <a:cxn ang="0">
                    <a:pos x="256" y="591"/>
                  </a:cxn>
                  <a:cxn ang="0">
                    <a:pos x="272" y="631"/>
                  </a:cxn>
                  <a:cxn ang="0">
                    <a:pos x="288" y="671"/>
                  </a:cxn>
                  <a:cxn ang="0">
                    <a:pos x="296" y="711"/>
                  </a:cxn>
                  <a:cxn ang="0">
                    <a:pos x="312" y="751"/>
                  </a:cxn>
                  <a:cxn ang="0">
                    <a:pos x="328" y="791"/>
                  </a:cxn>
                  <a:cxn ang="0">
                    <a:pos x="344" y="831"/>
                  </a:cxn>
                  <a:cxn ang="0">
                    <a:pos x="352" y="863"/>
                  </a:cxn>
                  <a:cxn ang="0">
                    <a:pos x="368" y="903"/>
                  </a:cxn>
                  <a:cxn ang="0">
                    <a:pos x="384" y="935"/>
                  </a:cxn>
                  <a:cxn ang="0">
                    <a:pos x="400" y="975"/>
                  </a:cxn>
                  <a:cxn ang="0">
                    <a:pos x="416" y="1007"/>
                  </a:cxn>
                  <a:cxn ang="0">
                    <a:pos x="424" y="1039"/>
                  </a:cxn>
                  <a:cxn ang="0">
                    <a:pos x="440" y="1071"/>
                  </a:cxn>
                  <a:cxn ang="0">
                    <a:pos x="456" y="1095"/>
                  </a:cxn>
                  <a:cxn ang="0">
                    <a:pos x="472" y="1127"/>
                  </a:cxn>
                  <a:cxn ang="0">
                    <a:pos x="488" y="1151"/>
                  </a:cxn>
                  <a:cxn ang="0">
                    <a:pos x="496" y="1175"/>
                  </a:cxn>
                  <a:cxn ang="0">
                    <a:pos x="520" y="1199"/>
                  </a:cxn>
                  <a:cxn ang="0">
                    <a:pos x="544" y="1231"/>
                  </a:cxn>
                  <a:cxn ang="0">
                    <a:pos x="560" y="1255"/>
                  </a:cxn>
                  <a:cxn ang="0">
                    <a:pos x="584" y="1270"/>
                  </a:cxn>
                  <a:cxn ang="0">
                    <a:pos x="608" y="1286"/>
                  </a:cxn>
                  <a:cxn ang="0">
                    <a:pos x="632" y="1294"/>
                  </a:cxn>
                  <a:cxn ang="0">
                    <a:pos x="656" y="1302"/>
                  </a:cxn>
                </a:cxnLst>
                <a:rect l="0" t="0" r="r" b="b"/>
                <a:pathLst>
                  <a:path w="673" h="1302">
                    <a:moveTo>
                      <a:pt x="0" y="0"/>
                    </a:moveTo>
                    <a:lnTo>
                      <a:pt x="8" y="8"/>
                    </a:lnTo>
                    <a:lnTo>
                      <a:pt x="16" y="16"/>
                    </a:lnTo>
                    <a:lnTo>
                      <a:pt x="16" y="24"/>
                    </a:lnTo>
                    <a:lnTo>
                      <a:pt x="24" y="32"/>
                    </a:lnTo>
                    <a:lnTo>
                      <a:pt x="24" y="40"/>
                    </a:lnTo>
                    <a:lnTo>
                      <a:pt x="32" y="48"/>
                    </a:lnTo>
                    <a:lnTo>
                      <a:pt x="40" y="56"/>
                    </a:lnTo>
                    <a:lnTo>
                      <a:pt x="40" y="64"/>
                    </a:lnTo>
                    <a:lnTo>
                      <a:pt x="48" y="80"/>
                    </a:lnTo>
                    <a:lnTo>
                      <a:pt x="48" y="88"/>
                    </a:lnTo>
                    <a:lnTo>
                      <a:pt x="56" y="96"/>
                    </a:lnTo>
                    <a:lnTo>
                      <a:pt x="64" y="104"/>
                    </a:lnTo>
                    <a:lnTo>
                      <a:pt x="64" y="111"/>
                    </a:lnTo>
                    <a:lnTo>
                      <a:pt x="72" y="119"/>
                    </a:lnTo>
                    <a:lnTo>
                      <a:pt x="72" y="135"/>
                    </a:lnTo>
                    <a:lnTo>
                      <a:pt x="80" y="143"/>
                    </a:lnTo>
                    <a:lnTo>
                      <a:pt x="88" y="151"/>
                    </a:lnTo>
                    <a:lnTo>
                      <a:pt x="88" y="159"/>
                    </a:lnTo>
                    <a:lnTo>
                      <a:pt x="96" y="175"/>
                    </a:lnTo>
                    <a:lnTo>
                      <a:pt x="96" y="183"/>
                    </a:lnTo>
                    <a:lnTo>
                      <a:pt x="104" y="199"/>
                    </a:lnTo>
                    <a:lnTo>
                      <a:pt x="112" y="207"/>
                    </a:lnTo>
                    <a:lnTo>
                      <a:pt x="112" y="215"/>
                    </a:lnTo>
                    <a:lnTo>
                      <a:pt x="120" y="231"/>
                    </a:lnTo>
                    <a:lnTo>
                      <a:pt x="120" y="239"/>
                    </a:lnTo>
                    <a:lnTo>
                      <a:pt x="128" y="255"/>
                    </a:lnTo>
                    <a:lnTo>
                      <a:pt x="136" y="263"/>
                    </a:lnTo>
                    <a:lnTo>
                      <a:pt x="136" y="271"/>
                    </a:lnTo>
                    <a:lnTo>
                      <a:pt x="144" y="287"/>
                    </a:lnTo>
                    <a:lnTo>
                      <a:pt x="144" y="295"/>
                    </a:lnTo>
                    <a:lnTo>
                      <a:pt x="152" y="311"/>
                    </a:lnTo>
                    <a:lnTo>
                      <a:pt x="160" y="327"/>
                    </a:lnTo>
                    <a:lnTo>
                      <a:pt x="160" y="335"/>
                    </a:lnTo>
                    <a:lnTo>
                      <a:pt x="168" y="351"/>
                    </a:lnTo>
                    <a:lnTo>
                      <a:pt x="168" y="359"/>
                    </a:lnTo>
                    <a:lnTo>
                      <a:pt x="176" y="375"/>
                    </a:lnTo>
                    <a:lnTo>
                      <a:pt x="176" y="383"/>
                    </a:lnTo>
                    <a:lnTo>
                      <a:pt x="184" y="399"/>
                    </a:lnTo>
                    <a:lnTo>
                      <a:pt x="192" y="415"/>
                    </a:lnTo>
                    <a:lnTo>
                      <a:pt x="192" y="423"/>
                    </a:lnTo>
                    <a:lnTo>
                      <a:pt x="200" y="439"/>
                    </a:lnTo>
                    <a:lnTo>
                      <a:pt x="200" y="447"/>
                    </a:lnTo>
                    <a:lnTo>
                      <a:pt x="208" y="463"/>
                    </a:lnTo>
                    <a:lnTo>
                      <a:pt x="216" y="479"/>
                    </a:lnTo>
                    <a:lnTo>
                      <a:pt x="216" y="487"/>
                    </a:lnTo>
                    <a:lnTo>
                      <a:pt x="224" y="503"/>
                    </a:lnTo>
                    <a:lnTo>
                      <a:pt x="224" y="519"/>
                    </a:lnTo>
                    <a:lnTo>
                      <a:pt x="232" y="527"/>
                    </a:lnTo>
                    <a:lnTo>
                      <a:pt x="240" y="543"/>
                    </a:lnTo>
                    <a:lnTo>
                      <a:pt x="240" y="559"/>
                    </a:lnTo>
                    <a:lnTo>
                      <a:pt x="248" y="567"/>
                    </a:lnTo>
                    <a:lnTo>
                      <a:pt x="248" y="583"/>
                    </a:lnTo>
                    <a:lnTo>
                      <a:pt x="256" y="591"/>
                    </a:lnTo>
                    <a:lnTo>
                      <a:pt x="264" y="607"/>
                    </a:lnTo>
                    <a:lnTo>
                      <a:pt x="264" y="623"/>
                    </a:lnTo>
                    <a:lnTo>
                      <a:pt x="272" y="631"/>
                    </a:lnTo>
                    <a:lnTo>
                      <a:pt x="272" y="647"/>
                    </a:lnTo>
                    <a:lnTo>
                      <a:pt x="280" y="663"/>
                    </a:lnTo>
                    <a:lnTo>
                      <a:pt x="288" y="671"/>
                    </a:lnTo>
                    <a:lnTo>
                      <a:pt x="288" y="687"/>
                    </a:lnTo>
                    <a:lnTo>
                      <a:pt x="296" y="703"/>
                    </a:lnTo>
                    <a:lnTo>
                      <a:pt x="296" y="711"/>
                    </a:lnTo>
                    <a:lnTo>
                      <a:pt x="304" y="727"/>
                    </a:lnTo>
                    <a:lnTo>
                      <a:pt x="312" y="743"/>
                    </a:lnTo>
                    <a:lnTo>
                      <a:pt x="312" y="751"/>
                    </a:lnTo>
                    <a:lnTo>
                      <a:pt x="320" y="767"/>
                    </a:lnTo>
                    <a:lnTo>
                      <a:pt x="320" y="775"/>
                    </a:lnTo>
                    <a:lnTo>
                      <a:pt x="328" y="791"/>
                    </a:lnTo>
                    <a:lnTo>
                      <a:pt x="336" y="807"/>
                    </a:lnTo>
                    <a:lnTo>
                      <a:pt x="336" y="815"/>
                    </a:lnTo>
                    <a:lnTo>
                      <a:pt x="344" y="831"/>
                    </a:lnTo>
                    <a:lnTo>
                      <a:pt x="344" y="839"/>
                    </a:lnTo>
                    <a:lnTo>
                      <a:pt x="352" y="855"/>
                    </a:lnTo>
                    <a:lnTo>
                      <a:pt x="352" y="863"/>
                    </a:lnTo>
                    <a:lnTo>
                      <a:pt x="360" y="879"/>
                    </a:lnTo>
                    <a:lnTo>
                      <a:pt x="368" y="895"/>
                    </a:lnTo>
                    <a:lnTo>
                      <a:pt x="368" y="903"/>
                    </a:lnTo>
                    <a:lnTo>
                      <a:pt x="376" y="919"/>
                    </a:lnTo>
                    <a:lnTo>
                      <a:pt x="376" y="927"/>
                    </a:lnTo>
                    <a:lnTo>
                      <a:pt x="384" y="935"/>
                    </a:lnTo>
                    <a:lnTo>
                      <a:pt x="392" y="951"/>
                    </a:lnTo>
                    <a:lnTo>
                      <a:pt x="392" y="959"/>
                    </a:lnTo>
                    <a:lnTo>
                      <a:pt x="400" y="975"/>
                    </a:lnTo>
                    <a:lnTo>
                      <a:pt x="400" y="983"/>
                    </a:lnTo>
                    <a:lnTo>
                      <a:pt x="408" y="991"/>
                    </a:lnTo>
                    <a:lnTo>
                      <a:pt x="416" y="1007"/>
                    </a:lnTo>
                    <a:lnTo>
                      <a:pt x="416" y="1015"/>
                    </a:lnTo>
                    <a:lnTo>
                      <a:pt x="424" y="1031"/>
                    </a:lnTo>
                    <a:lnTo>
                      <a:pt x="424" y="1039"/>
                    </a:lnTo>
                    <a:lnTo>
                      <a:pt x="432" y="1047"/>
                    </a:lnTo>
                    <a:lnTo>
                      <a:pt x="440" y="1055"/>
                    </a:lnTo>
                    <a:lnTo>
                      <a:pt x="440" y="1071"/>
                    </a:lnTo>
                    <a:lnTo>
                      <a:pt x="448" y="1079"/>
                    </a:lnTo>
                    <a:lnTo>
                      <a:pt x="448" y="1087"/>
                    </a:lnTo>
                    <a:lnTo>
                      <a:pt x="456" y="1095"/>
                    </a:lnTo>
                    <a:lnTo>
                      <a:pt x="464" y="1103"/>
                    </a:lnTo>
                    <a:lnTo>
                      <a:pt x="464" y="1111"/>
                    </a:lnTo>
                    <a:lnTo>
                      <a:pt x="472" y="1127"/>
                    </a:lnTo>
                    <a:lnTo>
                      <a:pt x="472" y="1135"/>
                    </a:lnTo>
                    <a:lnTo>
                      <a:pt x="480" y="1143"/>
                    </a:lnTo>
                    <a:lnTo>
                      <a:pt x="488" y="1151"/>
                    </a:lnTo>
                    <a:lnTo>
                      <a:pt x="488" y="1159"/>
                    </a:lnTo>
                    <a:lnTo>
                      <a:pt x="496" y="1167"/>
                    </a:lnTo>
                    <a:lnTo>
                      <a:pt x="496" y="1175"/>
                    </a:lnTo>
                    <a:lnTo>
                      <a:pt x="504" y="1183"/>
                    </a:lnTo>
                    <a:lnTo>
                      <a:pt x="512" y="1191"/>
                    </a:lnTo>
                    <a:lnTo>
                      <a:pt x="520" y="1199"/>
                    </a:lnTo>
                    <a:lnTo>
                      <a:pt x="520" y="1207"/>
                    </a:lnTo>
                    <a:lnTo>
                      <a:pt x="528" y="1215"/>
                    </a:lnTo>
                    <a:lnTo>
                      <a:pt x="544" y="1231"/>
                    </a:lnTo>
                    <a:lnTo>
                      <a:pt x="544" y="1239"/>
                    </a:lnTo>
                    <a:lnTo>
                      <a:pt x="552" y="1247"/>
                    </a:lnTo>
                    <a:lnTo>
                      <a:pt x="560" y="1255"/>
                    </a:lnTo>
                    <a:lnTo>
                      <a:pt x="568" y="1262"/>
                    </a:lnTo>
                    <a:lnTo>
                      <a:pt x="576" y="1270"/>
                    </a:lnTo>
                    <a:lnTo>
                      <a:pt x="584" y="1270"/>
                    </a:lnTo>
                    <a:lnTo>
                      <a:pt x="592" y="1278"/>
                    </a:lnTo>
                    <a:lnTo>
                      <a:pt x="600" y="1286"/>
                    </a:lnTo>
                    <a:lnTo>
                      <a:pt x="608" y="1286"/>
                    </a:lnTo>
                    <a:lnTo>
                      <a:pt x="616" y="1294"/>
                    </a:lnTo>
                    <a:lnTo>
                      <a:pt x="624" y="1294"/>
                    </a:lnTo>
                    <a:lnTo>
                      <a:pt x="632" y="1294"/>
                    </a:lnTo>
                    <a:lnTo>
                      <a:pt x="640" y="1302"/>
                    </a:lnTo>
                    <a:lnTo>
                      <a:pt x="648" y="1302"/>
                    </a:lnTo>
                    <a:lnTo>
                      <a:pt x="656" y="1302"/>
                    </a:lnTo>
                    <a:lnTo>
                      <a:pt x="665" y="1302"/>
                    </a:lnTo>
                    <a:lnTo>
                      <a:pt x="673" y="1294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92" name="Freeform 24"/>
              <p:cNvSpPr>
                <a:spLocks/>
              </p:cNvSpPr>
              <p:nvPr/>
            </p:nvSpPr>
            <p:spPr bwMode="auto">
              <a:xfrm>
                <a:off x="3407" y="1446"/>
                <a:ext cx="648" cy="1318"/>
              </a:xfrm>
              <a:custGeom>
                <a:avLst/>
                <a:gdLst/>
                <a:ahLst/>
                <a:cxnLst>
                  <a:cxn ang="0">
                    <a:pos x="16" y="1318"/>
                  </a:cxn>
                  <a:cxn ang="0">
                    <a:pos x="40" y="1302"/>
                  </a:cxn>
                  <a:cxn ang="0">
                    <a:pos x="64" y="1286"/>
                  </a:cxn>
                  <a:cxn ang="0">
                    <a:pos x="80" y="1263"/>
                  </a:cxn>
                  <a:cxn ang="0">
                    <a:pos x="104" y="1239"/>
                  </a:cxn>
                  <a:cxn ang="0">
                    <a:pos x="120" y="1215"/>
                  </a:cxn>
                  <a:cxn ang="0">
                    <a:pos x="136" y="1191"/>
                  </a:cxn>
                  <a:cxn ang="0">
                    <a:pos x="152" y="1167"/>
                  </a:cxn>
                  <a:cxn ang="0">
                    <a:pos x="168" y="1143"/>
                  </a:cxn>
                  <a:cxn ang="0">
                    <a:pos x="176" y="1119"/>
                  </a:cxn>
                  <a:cxn ang="0">
                    <a:pos x="192" y="1087"/>
                  </a:cxn>
                  <a:cxn ang="0">
                    <a:pos x="208" y="1055"/>
                  </a:cxn>
                  <a:cxn ang="0">
                    <a:pos x="224" y="1023"/>
                  </a:cxn>
                  <a:cxn ang="0">
                    <a:pos x="240" y="991"/>
                  </a:cxn>
                  <a:cxn ang="0">
                    <a:pos x="248" y="959"/>
                  </a:cxn>
                  <a:cxn ang="0">
                    <a:pos x="264" y="927"/>
                  </a:cxn>
                  <a:cxn ang="0">
                    <a:pos x="280" y="887"/>
                  </a:cxn>
                  <a:cxn ang="0">
                    <a:pos x="296" y="847"/>
                  </a:cxn>
                  <a:cxn ang="0">
                    <a:pos x="304" y="815"/>
                  </a:cxn>
                  <a:cxn ang="0">
                    <a:pos x="320" y="775"/>
                  </a:cxn>
                  <a:cxn ang="0">
                    <a:pos x="336" y="735"/>
                  </a:cxn>
                  <a:cxn ang="0">
                    <a:pos x="352" y="695"/>
                  </a:cxn>
                  <a:cxn ang="0">
                    <a:pos x="368" y="655"/>
                  </a:cxn>
                  <a:cxn ang="0">
                    <a:pos x="376" y="615"/>
                  </a:cxn>
                  <a:cxn ang="0">
                    <a:pos x="392" y="575"/>
                  </a:cxn>
                  <a:cxn ang="0">
                    <a:pos x="408" y="535"/>
                  </a:cxn>
                  <a:cxn ang="0">
                    <a:pos x="424" y="495"/>
                  </a:cxn>
                  <a:cxn ang="0">
                    <a:pos x="440" y="455"/>
                  </a:cxn>
                  <a:cxn ang="0">
                    <a:pos x="448" y="415"/>
                  </a:cxn>
                  <a:cxn ang="0">
                    <a:pos x="464" y="383"/>
                  </a:cxn>
                  <a:cxn ang="0">
                    <a:pos x="480" y="343"/>
                  </a:cxn>
                  <a:cxn ang="0">
                    <a:pos x="496" y="303"/>
                  </a:cxn>
                  <a:cxn ang="0">
                    <a:pos x="504" y="271"/>
                  </a:cxn>
                  <a:cxn ang="0">
                    <a:pos x="520" y="239"/>
                  </a:cxn>
                  <a:cxn ang="0">
                    <a:pos x="536" y="207"/>
                  </a:cxn>
                  <a:cxn ang="0">
                    <a:pos x="552" y="175"/>
                  </a:cxn>
                  <a:cxn ang="0">
                    <a:pos x="568" y="143"/>
                  </a:cxn>
                  <a:cxn ang="0">
                    <a:pos x="576" y="112"/>
                  </a:cxn>
                  <a:cxn ang="0">
                    <a:pos x="592" y="88"/>
                  </a:cxn>
                  <a:cxn ang="0">
                    <a:pos x="608" y="64"/>
                  </a:cxn>
                  <a:cxn ang="0">
                    <a:pos x="624" y="40"/>
                  </a:cxn>
                  <a:cxn ang="0">
                    <a:pos x="632" y="16"/>
                  </a:cxn>
                </a:cxnLst>
                <a:rect l="0" t="0" r="r" b="b"/>
                <a:pathLst>
                  <a:path w="648" h="1318">
                    <a:moveTo>
                      <a:pt x="0" y="1318"/>
                    </a:moveTo>
                    <a:lnTo>
                      <a:pt x="8" y="1318"/>
                    </a:lnTo>
                    <a:lnTo>
                      <a:pt x="16" y="1318"/>
                    </a:lnTo>
                    <a:lnTo>
                      <a:pt x="24" y="1310"/>
                    </a:lnTo>
                    <a:lnTo>
                      <a:pt x="32" y="1310"/>
                    </a:lnTo>
                    <a:lnTo>
                      <a:pt x="40" y="1302"/>
                    </a:lnTo>
                    <a:lnTo>
                      <a:pt x="48" y="1294"/>
                    </a:lnTo>
                    <a:lnTo>
                      <a:pt x="56" y="1294"/>
                    </a:lnTo>
                    <a:lnTo>
                      <a:pt x="64" y="1286"/>
                    </a:lnTo>
                    <a:lnTo>
                      <a:pt x="72" y="1279"/>
                    </a:lnTo>
                    <a:lnTo>
                      <a:pt x="88" y="1263"/>
                    </a:lnTo>
                    <a:lnTo>
                      <a:pt x="80" y="1263"/>
                    </a:lnTo>
                    <a:lnTo>
                      <a:pt x="88" y="1263"/>
                    </a:lnTo>
                    <a:lnTo>
                      <a:pt x="104" y="1247"/>
                    </a:lnTo>
                    <a:lnTo>
                      <a:pt x="104" y="1239"/>
                    </a:lnTo>
                    <a:lnTo>
                      <a:pt x="112" y="1231"/>
                    </a:lnTo>
                    <a:lnTo>
                      <a:pt x="120" y="1223"/>
                    </a:lnTo>
                    <a:lnTo>
                      <a:pt x="120" y="1215"/>
                    </a:lnTo>
                    <a:lnTo>
                      <a:pt x="128" y="1207"/>
                    </a:lnTo>
                    <a:lnTo>
                      <a:pt x="128" y="1199"/>
                    </a:lnTo>
                    <a:lnTo>
                      <a:pt x="136" y="1191"/>
                    </a:lnTo>
                    <a:lnTo>
                      <a:pt x="144" y="1183"/>
                    </a:lnTo>
                    <a:lnTo>
                      <a:pt x="144" y="1175"/>
                    </a:lnTo>
                    <a:lnTo>
                      <a:pt x="152" y="1167"/>
                    </a:lnTo>
                    <a:lnTo>
                      <a:pt x="152" y="1159"/>
                    </a:lnTo>
                    <a:lnTo>
                      <a:pt x="160" y="1151"/>
                    </a:lnTo>
                    <a:lnTo>
                      <a:pt x="168" y="1143"/>
                    </a:lnTo>
                    <a:lnTo>
                      <a:pt x="168" y="1135"/>
                    </a:lnTo>
                    <a:lnTo>
                      <a:pt x="176" y="1127"/>
                    </a:lnTo>
                    <a:lnTo>
                      <a:pt x="176" y="1119"/>
                    </a:lnTo>
                    <a:lnTo>
                      <a:pt x="184" y="1111"/>
                    </a:lnTo>
                    <a:lnTo>
                      <a:pt x="192" y="1095"/>
                    </a:lnTo>
                    <a:lnTo>
                      <a:pt x="192" y="1087"/>
                    </a:lnTo>
                    <a:lnTo>
                      <a:pt x="200" y="1079"/>
                    </a:lnTo>
                    <a:lnTo>
                      <a:pt x="200" y="1071"/>
                    </a:lnTo>
                    <a:lnTo>
                      <a:pt x="208" y="1055"/>
                    </a:lnTo>
                    <a:lnTo>
                      <a:pt x="216" y="1047"/>
                    </a:lnTo>
                    <a:lnTo>
                      <a:pt x="216" y="1039"/>
                    </a:lnTo>
                    <a:lnTo>
                      <a:pt x="224" y="1023"/>
                    </a:lnTo>
                    <a:lnTo>
                      <a:pt x="224" y="1015"/>
                    </a:lnTo>
                    <a:lnTo>
                      <a:pt x="232" y="1007"/>
                    </a:lnTo>
                    <a:lnTo>
                      <a:pt x="240" y="991"/>
                    </a:lnTo>
                    <a:lnTo>
                      <a:pt x="240" y="983"/>
                    </a:lnTo>
                    <a:lnTo>
                      <a:pt x="248" y="967"/>
                    </a:lnTo>
                    <a:lnTo>
                      <a:pt x="248" y="959"/>
                    </a:lnTo>
                    <a:lnTo>
                      <a:pt x="256" y="943"/>
                    </a:lnTo>
                    <a:lnTo>
                      <a:pt x="256" y="935"/>
                    </a:lnTo>
                    <a:lnTo>
                      <a:pt x="264" y="927"/>
                    </a:lnTo>
                    <a:lnTo>
                      <a:pt x="272" y="911"/>
                    </a:lnTo>
                    <a:lnTo>
                      <a:pt x="272" y="895"/>
                    </a:lnTo>
                    <a:lnTo>
                      <a:pt x="280" y="887"/>
                    </a:lnTo>
                    <a:lnTo>
                      <a:pt x="280" y="871"/>
                    </a:lnTo>
                    <a:lnTo>
                      <a:pt x="288" y="863"/>
                    </a:lnTo>
                    <a:lnTo>
                      <a:pt x="296" y="847"/>
                    </a:lnTo>
                    <a:lnTo>
                      <a:pt x="296" y="839"/>
                    </a:lnTo>
                    <a:lnTo>
                      <a:pt x="304" y="823"/>
                    </a:lnTo>
                    <a:lnTo>
                      <a:pt x="304" y="815"/>
                    </a:lnTo>
                    <a:lnTo>
                      <a:pt x="312" y="799"/>
                    </a:lnTo>
                    <a:lnTo>
                      <a:pt x="320" y="783"/>
                    </a:lnTo>
                    <a:lnTo>
                      <a:pt x="320" y="775"/>
                    </a:lnTo>
                    <a:lnTo>
                      <a:pt x="328" y="759"/>
                    </a:lnTo>
                    <a:lnTo>
                      <a:pt x="328" y="743"/>
                    </a:lnTo>
                    <a:lnTo>
                      <a:pt x="336" y="735"/>
                    </a:lnTo>
                    <a:lnTo>
                      <a:pt x="344" y="719"/>
                    </a:lnTo>
                    <a:lnTo>
                      <a:pt x="344" y="711"/>
                    </a:lnTo>
                    <a:lnTo>
                      <a:pt x="352" y="695"/>
                    </a:lnTo>
                    <a:lnTo>
                      <a:pt x="352" y="679"/>
                    </a:lnTo>
                    <a:lnTo>
                      <a:pt x="360" y="671"/>
                    </a:lnTo>
                    <a:lnTo>
                      <a:pt x="368" y="655"/>
                    </a:lnTo>
                    <a:lnTo>
                      <a:pt x="368" y="639"/>
                    </a:lnTo>
                    <a:lnTo>
                      <a:pt x="376" y="631"/>
                    </a:lnTo>
                    <a:lnTo>
                      <a:pt x="376" y="615"/>
                    </a:lnTo>
                    <a:lnTo>
                      <a:pt x="384" y="599"/>
                    </a:lnTo>
                    <a:lnTo>
                      <a:pt x="392" y="591"/>
                    </a:lnTo>
                    <a:lnTo>
                      <a:pt x="392" y="575"/>
                    </a:lnTo>
                    <a:lnTo>
                      <a:pt x="400" y="559"/>
                    </a:lnTo>
                    <a:lnTo>
                      <a:pt x="400" y="551"/>
                    </a:lnTo>
                    <a:lnTo>
                      <a:pt x="408" y="535"/>
                    </a:lnTo>
                    <a:lnTo>
                      <a:pt x="416" y="519"/>
                    </a:lnTo>
                    <a:lnTo>
                      <a:pt x="416" y="511"/>
                    </a:lnTo>
                    <a:lnTo>
                      <a:pt x="424" y="495"/>
                    </a:lnTo>
                    <a:lnTo>
                      <a:pt x="424" y="479"/>
                    </a:lnTo>
                    <a:lnTo>
                      <a:pt x="432" y="471"/>
                    </a:lnTo>
                    <a:lnTo>
                      <a:pt x="440" y="455"/>
                    </a:lnTo>
                    <a:lnTo>
                      <a:pt x="440" y="447"/>
                    </a:lnTo>
                    <a:lnTo>
                      <a:pt x="448" y="431"/>
                    </a:lnTo>
                    <a:lnTo>
                      <a:pt x="448" y="415"/>
                    </a:lnTo>
                    <a:lnTo>
                      <a:pt x="456" y="407"/>
                    </a:lnTo>
                    <a:lnTo>
                      <a:pt x="456" y="391"/>
                    </a:lnTo>
                    <a:lnTo>
                      <a:pt x="464" y="383"/>
                    </a:lnTo>
                    <a:lnTo>
                      <a:pt x="472" y="367"/>
                    </a:lnTo>
                    <a:lnTo>
                      <a:pt x="472" y="359"/>
                    </a:lnTo>
                    <a:lnTo>
                      <a:pt x="480" y="343"/>
                    </a:lnTo>
                    <a:lnTo>
                      <a:pt x="480" y="327"/>
                    </a:lnTo>
                    <a:lnTo>
                      <a:pt x="488" y="319"/>
                    </a:lnTo>
                    <a:lnTo>
                      <a:pt x="496" y="303"/>
                    </a:lnTo>
                    <a:lnTo>
                      <a:pt x="496" y="295"/>
                    </a:lnTo>
                    <a:lnTo>
                      <a:pt x="504" y="287"/>
                    </a:lnTo>
                    <a:lnTo>
                      <a:pt x="504" y="271"/>
                    </a:lnTo>
                    <a:lnTo>
                      <a:pt x="512" y="263"/>
                    </a:lnTo>
                    <a:lnTo>
                      <a:pt x="520" y="247"/>
                    </a:lnTo>
                    <a:lnTo>
                      <a:pt x="520" y="239"/>
                    </a:lnTo>
                    <a:lnTo>
                      <a:pt x="528" y="223"/>
                    </a:lnTo>
                    <a:lnTo>
                      <a:pt x="528" y="215"/>
                    </a:lnTo>
                    <a:lnTo>
                      <a:pt x="536" y="207"/>
                    </a:lnTo>
                    <a:lnTo>
                      <a:pt x="544" y="191"/>
                    </a:lnTo>
                    <a:lnTo>
                      <a:pt x="544" y="183"/>
                    </a:lnTo>
                    <a:lnTo>
                      <a:pt x="552" y="175"/>
                    </a:lnTo>
                    <a:lnTo>
                      <a:pt x="552" y="159"/>
                    </a:lnTo>
                    <a:lnTo>
                      <a:pt x="560" y="151"/>
                    </a:lnTo>
                    <a:lnTo>
                      <a:pt x="568" y="143"/>
                    </a:lnTo>
                    <a:lnTo>
                      <a:pt x="568" y="135"/>
                    </a:lnTo>
                    <a:lnTo>
                      <a:pt x="576" y="128"/>
                    </a:lnTo>
                    <a:lnTo>
                      <a:pt x="576" y="112"/>
                    </a:lnTo>
                    <a:lnTo>
                      <a:pt x="584" y="104"/>
                    </a:lnTo>
                    <a:lnTo>
                      <a:pt x="592" y="96"/>
                    </a:lnTo>
                    <a:lnTo>
                      <a:pt x="592" y="88"/>
                    </a:lnTo>
                    <a:lnTo>
                      <a:pt x="600" y="80"/>
                    </a:lnTo>
                    <a:lnTo>
                      <a:pt x="600" y="72"/>
                    </a:lnTo>
                    <a:lnTo>
                      <a:pt x="608" y="64"/>
                    </a:lnTo>
                    <a:lnTo>
                      <a:pt x="616" y="56"/>
                    </a:lnTo>
                    <a:lnTo>
                      <a:pt x="616" y="48"/>
                    </a:lnTo>
                    <a:lnTo>
                      <a:pt x="624" y="40"/>
                    </a:lnTo>
                    <a:lnTo>
                      <a:pt x="624" y="32"/>
                    </a:lnTo>
                    <a:lnTo>
                      <a:pt x="632" y="24"/>
                    </a:lnTo>
                    <a:lnTo>
                      <a:pt x="632" y="16"/>
                    </a:lnTo>
                    <a:lnTo>
                      <a:pt x="640" y="8"/>
                    </a:lnTo>
                    <a:lnTo>
                      <a:pt x="648" y="0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93" name="Freeform 25"/>
              <p:cNvSpPr>
                <a:spLocks/>
              </p:cNvSpPr>
              <p:nvPr/>
            </p:nvSpPr>
            <p:spPr bwMode="auto">
              <a:xfrm>
                <a:off x="4055" y="1358"/>
                <a:ext cx="697" cy="1159"/>
              </a:xfrm>
              <a:custGeom>
                <a:avLst/>
                <a:gdLst/>
                <a:ahLst/>
                <a:cxnLst>
                  <a:cxn ang="0">
                    <a:pos x="8" y="72"/>
                  </a:cxn>
                  <a:cxn ang="0">
                    <a:pos x="32" y="48"/>
                  </a:cxn>
                  <a:cxn ang="0">
                    <a:pos x="56" y="24"/>
                  </a:cxn>
                  <a:cxn ang="0">
                    <a:pos x="80" y="16"/>
                  </a:cxn>
                  <a:cxn ang="0">
                    <a:pos x="104" y="8"/>
                  </a:cxn>
                  <a:cxn ang="0">
                    <a:pos x="128" y="0"/>
                  </a:cxn>
                  <a:cxn ang="0">
                    <a:pos x="152" y="8"/>
                  </a:cxn>
                  <a:cxn ang="0">
                    <a:pos x="176" y="16"/>
                  </a:cxn>
                  <a:cxn ang="0">
                    <a:pos x="200" y="32"/>
                  </a:cxn>
                  <a:cxn ang="0">
                    <a:pos x="224" y="56"/>
                  </a:cxn>
                  <a:cxn ang="0">
                    <a:pos x="240" y="72"/>
                  </a:cxn>
                  <a:cxn ang="0">
                    <a:pos x="256" y="96"/>
                  </a:cxn>
                  <a:cxn ang="0">
                    <a:pos x="272" y="120"/>
                  </a:cxn>
                  <a:cxn ang="0">
                    <a:pos x="288" y="144"/>
                  </a:cxn>
                  <a:cxn ang="0">
                    <a:pos x="304" y="168"/>
                  </a:cxn>
                  <a:cxn ang="0">
                    <a:pos x="320" y="192"/>
                  </a:cxn>
                  <a:cxn ang="0">
                    <a:pos x="328" y="223"/>
                  </a:cxn>
                  <a:cxn ang="0">
                    <a:pos x="344" y="247"/>
                  </a:cxn>
                  <a:cxn ang="0">
                    <a:pos x="360" y="279"/>
                  </a:cxn>
                  <a:cxn ang="0">
                    <a:pos x="377" y="311"/>
                  </a:cxn>
                  <a:cxn ang="0">
                    <a:pos x="385" y="351"/>
                  </a:cxn>
                  <a:cxn ang="0">
                    <a:pos x="401" y="383"/>
                  </a:cxn>
                  <a:cxn ang="0">
                    <a:pos x="417" y="415"/>
                  </a:cxn>
                  <a:cxn ang="0">
                    <a:pos x="433" y="455"/>
                  </a:cxn>
                  <a:cxn ang="0">
                    <a:pos x="449" y="495"/>
                  </a:cxn>
                  <a:cxn ang="0">
                    <a:pos x="457" y="535"/>
                  </a:cxn>
                  <a:cxn ang="0">
                    <a:pos x="473" y="567"/>
                  </a:cxn>
                  <a:cxn ang="0">
                    <a:pos x="489" y="607"/>
                  </a:cxn>
                  <a:cxn ang="0">
                    <a:pos x="505" y="647"/>
                  </a:cxn>
                  <a:cxn ang="0">
                    <a:pos x="521" y="687"/>
                  </a:cxn>
                  <a:cxn ang="0">
                    <a:pos x="529" y="727"/>
                  </a:cxn>
                  <a:cxn ang="0">
                    <a:pos x="545" y="767"/>
                  </a:cxn>
                  <a:cxn ang="0">
                    <a:pos x="561" y="807"/>
                  </a:cxn>
                  <a:cxn ang="0">
                    <a:pos x="577" y="847"/>
                  </a:cxn>
                  <a:cxn ang="0">
                    <a:pos x="585" y="887"/>
                  </a:cxn>
                  <a:cxn ang="0">
                    <a:pos x="601" y="927"/>
                  </a:cxn>
                  <a:cxn ang="0">
                    <a:pos x="617" y="959"/>
                  </a:cxn>
                  <a:cxn ang="0">
                    <a:pos x="633" y="999"/>
                  </a:cxn>
                  <a:cxn ang="0">
                    <a:pos x="649" y="1031"/>
                  </a:cxn>
                  <a:cxn ang="0">
                    <a:pos x="657" y="1071"/>
                  </a:cxn>
                  <a:cxn ang="0">
                    <a:pos x="673" y="1103"/>
                  </a:cxn>
                  <a:cxn ang="0">
                    <a:pos x="689" y="1135"/>
                  </a:cxn>
                </a:cxnLst>
                <a:rect l="0" t="0" r="r" b="b"/>
                <a:pathLst>
                  <a:path w="697" h="1159">
                    <a:moveTo>
                      <a:pt x="0" y="88"/>
                    </a:moveTo>
                    <a:lnTo>
                      <a:pt x="16" y="72"/>
                    </a:lnTo>
                    <a:lnTo>
                      <a:pt x="8" y="72"/>
                    </a:lnTo>
                    <a:lnTo>
                      <a:pt x="16" y="72"/>
                    </a:lnTo>
                    <a:lnTo>
                      <a:pt x="32" y="56"/>
                    </a:lnTo>
                    <a:lnTo>
                      <a:pt x="32" y="48"/>
                    </a:lnTo>
                    <a:lnTo>
                      <a:pt x="40" y="40"/>
                    </a:lnTo>
                    <a:lnTo>
                      <a:pt x="48" y="32"/>
                    </a:lnTo>
                    <a:lnTo>
                      <a:pt x="56" y="24"/>
                    </a:lnTo>
                    <a:lnTo>
                      <a:pt x="64" y="24"/>
                    </a:lnTo>
                    <a:lnTo>
                      <a:pt x="72" y="16"/>
                    </a:lnTo>
                    <a:lnTo>
                      <a:pt x="80" y="16"/>
                    </a:lnTo>
                    <a:lnTo>
                      <a:pt x="88" y="8"/>
                    </a:lnTo>
                    <a:lnTo>
                      <a:pt x="96" y="8"/>
                    </a:lnTo>
                    <a:lnTo>
                      <a:pt x="104" y="8"/>
                    </a:lnTo>
                    <a:lnTo>
                      <a:pt x="112" y="8"/>
                    </a:lnTo>
                    <a:lnTo>
                      <a:pt x="120" y="0"/>
                    </a:lnTo>
                    <a:lnTo>
                      <a:pt x="128" y="0"/>
                    </a:lnTo>
                    <a:lnTo>
                      <a:pt x="136" y="0"/>
                    </a:lnTo>
                    <a:lnTo>
                      <a:pt x="144" y="8"/>
                    </a:lnTo>
                    <a:lnTo>
                      <a:pt x="152" y="8"/>
                    </a:lnTo>
                    <a:lnTo>
                      <a:pt x="160" y="8"/>
                    </a:lnTo>
                    <a:lnTo>
                      <a:pt x="168" y="16"/>
                    </a:lnTo>
                    <a:lnTo>
                      <a:pt x="176" y="16"/>
                    </a:lnTo>
                    <a:lnTo>
                      <a:pt x="184" y="24"/>
                    </a:lnTo>
                    <a:lnTo>
                      <a:pt x="192" y="24"/>
                    </a:lnTo>
                    <a:lnTo>
                      <a:pt x="200" y="32"/>
                    </a:lnTo>
                    <a:lnTo>
                      <a:pt x="208" y="40"/>
                    </a:lnTo>
                    <a:lnTo>
                      <a:pt x="216" y="48"/>
                    </a:lnTo>
                    <a:lnTo>
                      <a:pt x="224" y="56"/>
                    </a:lnTo>
                    <a:lnTo>
                      <a:pt x="240" y="72"/>
                    </a:lnTo>
                    <a:lnTo>
                      <a:pt x="232" y="72"/>
                    </a:lnTo>
                    <a:lnTo>
                      <a:pt x="240" y="72"/>
                    </a:lnTo>
                    <a:lnTo>
                      <a:pt x="248" y="80"/>
                    </a:lnTo>
                    <a:lnTo>
                      <a:pt x="248" y="88"/>
                    </a:lnTo>
                    <a:lnTo>
                      <a:pt x="256" y="96"/>
                    </a:lnTo>
                    <a:lnTo>
                      <a:pt x="264" y="104"/>
                    </a:lnTo>
                    <a:lnTo>
                      <a:pt x="272" y="112"/>
                    </a:lnTo>
                    <a:lnTo>
                      <a:pt x="272" y="120"/>
                    </a:lnTo>
                    <a:lnTo>
                      <a:pt x="280" y="128"/>
                    </a:lnTo>
                    <a:lnTo>
                      <a:pt x="280" y="136"/>
                    </a:lnTo>
                    <a:lnTo>
                      <a:pt x="288" y="144"/>
                    </a:lnTo>
                    <a:lnTo>
                      <a:pt x="296" y="152"/>
                    </a:lnTo>
                    <a:lnTo>
                      <a:pt x="296" y="160"/>
                    </a:lnTo>
                    <a:lnTo>
                      <a:pt x="304" y="168"/>
                    </a:lnTo>
                    <a:lnTo>
                      <a:pt x="304" y="176"/>
                    </a:lnTo>
                    <a:lnTo>
                      <a:pt x="312" y="184"/>
                    </a:lnTo>
                    <a:lnTo>
                      <a:pt x="320" y="192"/>
                    </a:lnTo>
                    <a:lnTo>
                      <a:pt x="320" y="200"/>
                    </a:lnTo>
                    <a:lnTo>
                      <a:pt x="328" y="216"/>
                    </a:lnTo>
                    <a:lnTo>
                      <a:pt x="328" y="223"/>
                    </a:lnTo>
                    <a:lnTo>
                      <a:pt x="336" y="231"/>
                    </a:lnTo>
                    <a:lnTo>
                      <a:pt x="344" y="239"/>
                    </a:lnTo>
                    <a:lnTo>
                      <a:pt x="344" y="247"/>
                    </a:lnTo>
                    <a:lnTo>
                      <a:pt x="352" y="263"/>
                    </a:lnTo>
                    <a:lnTo>
                      <a:pt x="352" y="271"/>
                    </a:lnTo>
                    <a:lnTo>
                      <a:pt x="360" y="279"/>
                    </a:lnTo>
                    <a:lnTo>
                      <a:pt x="369" y="295"/>
                    </a:lnTo>
                    <a:lnTo>
                      <a:pt x="369" y="303"/>
                    </a:lnTo>
                    <a:lnTo>
                      <a:pt x="377" y="311"/>
                    </a:lnTo>
                    <a:lnTo>
                      <a:pt x="377" y="327"/>
                    </a:lnTo>
                    <a:lnTo>
                      <a:pt x="385" y="335"/>
                    </a:lnTo>
                    <a:lnTo>
                      <a:pt x="385" y="351"/>
                    </a:lnTo>
                    <a:lnTo>
                      <a:pt x="393" y="359"/>
                    </a:lnTo>
                    <a:lnTo>
                      <a:pt x="401" y="375"/>
                    </a:lnTo>
                    <a:lnTo>
                      <a:pt x="401" y="383"/>
                    </a:lnTo>
                    <a:lnTo>
                      <a:pt x="409" y="391"/>
                    </a:lnTo>
                    <a:lnTo>
                      <a:pt x="409" y="407"/>
                    </a:lnTo>
                    <a:lnTo>
                      <a:pt x="417" y="415"/>
                    </a:lnTo>
                    <a:lnTo>
                      <a:pt x="425" y="431"/>
                    </a:lnTo>
                    <a:lnTo>
                      <a:pt x="425" y="447"/>
                    </a:lnTo>
                    <a:lnTo>
                      <a:pt x="433" y="455"/>
                    </a:lnTo>
                    <a:lnTo>
                      <a:pt x="433" y="471"/>
                    </a:lnTo>
                    <a:lnTo>
                      <a:pt x="441" y="479"/>
                    </a:lnTo>
                    <a:lnTo>
                      <a:pt x="449" y="495"/>
                    </a:lnTo>
                    <a:lnTo>
                      <a:pt x="449" y="503"/>
                    </a:lnTo>
                    <a:lnTo>
                      <a:pt x="457" y="519"/>
                    </a:lnTo>
                    <a:lnTo>
                      <a:pt x="457" y="535"/>
                    </a:lnTo>
                    <a:lnTo>
                      <a:pt x="465" y="543"/>
                    </a:lnTo>
                    <a:lnTo>
                      <a:pt x="473" y="559"/>
                    </a:lnTo>
                    <a:lnTo>
                      <a:pt x="473" y="567"/>
                    </a:lnTo>
                    <a:lnTo>
                      <a:pt x="481" y="583"/>
                    </a:lnTo>
                    <a:lnTo>
                      <a:pt x="481" y="599"/>
                    </a:lnTo>
                    <a:lnTo>
                      <a:pt x="489" y="607"/>
                    </a:lnTo>
                    <a:lnTo>
                      <a:pt x="497" y="623"/>
                    </a:lnTo>
                    <a:lnTo>
                      <a:pt x="497" y="639"/>
                    </a:lnTo>
                    <a:lnTo>
                      <a:pt x="505" y="647"/>
                    </a:lnTo>
                    <a:lnTo>
                      <a:pt x="505" y="663"/>
                    </a:lnTo>
                    <a:lnTo>
                      <a:pt x="513" y="679"/>
                    </a:lnTo>
                    <a:lnTo>
                      <a:pt x="521" y="687"/>
                    </a:lnTo>
                    <a:lnTo>
                      <a:pt x="521" y="703"/>
                    </a:lnTo>
                    <a:lnTo>
                      <a:pt x="529" y="719"/>
                    </a:lnTo>
                    <a:lnTo>
                      <a:pt x="529" y="727"/>
                    </a:lnTo>
                    <a:lnTo>
                      <a:pt x="537" y="743"/>
                    </a:lnTo>
                    <a:lnTo>
                      <a:pt x="545" y="759"/>
                    </a:lnTo>
                    <a:lnTo>
                      <a:pt x="545" y="767"/>
                    </a:lnTo>
                    <a:lnTo>
                      <a:pt x="553" y="783"/>
                    </a:lnTo>
                    <a:lnTo>
                      <a:pt x="553" y="799"/>
                    </a:lnTo>
                    <a:lnTo>
                      <a:pt x="561" y="807"/>
                    </a:lnTo>
                    <a:lnTo>
                      <a:pt x="561" y="823"/>
                    </a:lnTo>
                    <a:lnTo>
                      <a:pt x="569" y="831"/>
                    </a:lnTo>
                    <a:lnTo>
                      <a:pt x="577" y="847"/>
                    </a:lnTo>
                    <a:lnTo>
                      <a:pt x="577" y="863"/>
                    </a:lnTo>
                    <a:lnTo>
                      <a:pt x="585" y="871"/>
                    </a:lnTo>
                    <a:lnTo>
                      <a:pt x="585" y="887"/>
                    </a:lnTo>
                    <a:lnTo>
                      <a:pt x="593" y="903"/>
                    </a:lnTo>
                    <a:lnTo>
                      <a:pt x="601" y="911"/>
                    </a:lnTo>
                    <a:lnTo>
                      <a:pt x="601" y="927"/>
                    </a:lnTo>
                    <a:lnTo>
                      <a:pt x="609" y="935"/>
                    </a:lnTo>
                    <a:lnTo>
                      <a:pt x="609" y="951"/>
                    </a:lnTo>
                    <a:lnTo>
                      <a:pt x="617" y="959"/>
                    </a:lnTo>
                    <a:lnTo>
                      <a:pt x="625" y="975"/>
                    </a:lnTo>
                    <a:lnTo>
                      <a:pt x="625" y="983"/>
                    </a:lnTo>
                    <a:lnTo>
                      <a:pt x="633" y="999"/>
                    </a:lnTo>
                    <a:lnTo>
                      <a:pt x="633" y="1015"/>
                    </a:lnTo>
                    <a:lnTo>
                      <a:pt x="641" y="1023"/>
                    </a:lnTo>
                    <a:lnTo>
                      <a:pt x="649" y="1031"/>
                    </a:lnTo>
                    <a:lnTo>
                      <a:pt x="649" y="1047"/>
                    </a:lnTo>
                    <a:lnTo>
                      <a:pt x="657" y="1055"/>
                    </a:lnTo>
                    <a:lnTo>
                      <a:pt x="657" y="1071"/>
                    </a:lnTo>
                    <a:lnTo>
                      <a:pt x="665" y="1079"/>
                    </a:lnTo>
                    <a:lnTo>
                      <a:pt x="673" y="1095"/>
                    </a:lnTo>
                    <a:lnTo>
                      <a:pt x="673" y="1103"/>
                    </a:lnTo>
                    <a:lnTo>
                      <a:pt x="681" y="1111"/>
                    </a:lnTo>
                    <a:lnTo>
                      <a:pt x="681" y="1127"/>
                    </a:lnTo>
                    <a:lnTo>
                      <a:pt x="689" y="1135"/>
                    </a:lnTo>
                    <a:lnTo>
                      <a:pt x="697" y="1143"/>
                    </a:lnTo>
                    <a:lnTo>
                      <a:pt x="697" y="1159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94" name="Freeform 26"/>
              <p:cNvSpPr>
                <a:spLocks/>
              </p:cNvSpPr>
              <p:nvPr/>
            </p:nvSpPr>
            <p:spPr bwMode="auto">
              <a:xfrm>
                <a:off x="4752" y="2069"/>
                <a:ext cx="624" cy="703"/>
              </a:xfrm>
              <a:custGeom>
                <a:avLst/>
                <a:gdLst/>
                <a:ahLst/>
                <a:cxnLst>
                  <a:cxn ang="0">
                    <a:pos x="8" y="456"/>
                  </a:cxn>
                  <a:cxn ang="0">
                    <a:pos x="16" y="472"/>
                  </a:cxn>
                  <a:cxn ang="0">
                    <a:pos x="24" y="496"/>
                  </a:cxn>
                  <a:cxn ang="0">
                    <a:pos x="32" y="512"/>
                  </a:cxn>
                  <a:cxn ang="0">
                    <a:pos x="48" y="528"/>
                  </a:cxn>
                  <a:cxn ang="0">
                    <a:pos x="56" y="544"/>
                  </a:cxn>
                  <a:cxn ang="0">
                    <a:pos x="64" y="560"/>
                  </a:cxn>
                  <a:cxn ang="0">
                    <a:pos x="72" y="576"/>
                  </a:cxn>
                  <a:cxn ang="0">
                    <a:pos x="80" y="592"/>
                  </a:cxn>
                  <a:cxn ang="0">
                    <a:pos x="88" y="608"/>
                  </a:cxn>
                  <a:cxn ang="0">
                    <a:pos x="104" y="624"/>
                  </a:cxn>
                  <a:cxn ang="0">
                    <a:pos x="112" y="640"/>
                  </a:cxn>
                  <a:cxn ang="0">
                    <a:pos x="136" y="656"/>
                  </a:cxn>
                  <a:cxn ang="0">
                    <a:pos x="144" y="663"/>
                  </a:cxn>
                  <a:cxn ang="0">
                    <a:pos x="160" y="679"/>
                  </a:cxn>
                  <a:cxn ang="0">
                    <a:pos x="176" y="687"/>
                  </a:cxn>
                  <a:cxn ang="0">
                    <a:pos x="192" y="695"/>
                  </a:cxn>
                  <a:cxn ang="0">
                    <a:pos x="208" y="703"/>
                  </a:cxn>
                  <a:cxn ang="0">
                    <a:pos x="224" y="703"/>
                  </a:cxn>
                  <a:cxn ang="0">
                    <a:pos x="240" y="695"/>
                  </a:cxn>
                  <a:cxn ang="0">
                    <a:pos x="256" y="695"/>
                  </a:cxn>
                  <a:cxn ang="0">
                    <a:pos x="272" y="687"/>
                  </a:cxn>
                  <a:cxn ang="0">
                    <a:pos x="288" y="671"/>
                  </a:cxn>
                  <a:cxn ang="0">
                    <a:pos x="304" y="663"/>
                  </a:cxn>
                  <a:cxn ang="0">
                    <a:pos x="320" y="648"/>
                  </a:cxn>
                  <a:cxn ang="0">
                    <a:pos x="336" y="632"/>
                  </a:cxn>
                  <a:cxn ang="0">
                    <a:pos x="352" y="616"/>
                  </a:cxn>
                  <a:cxn ang="0">
                    <a:pos x="368" y="592"/>
                  </a:cxn>
                  <a:cxn ang="0">
                    <a:pos x="368" y="592"/>
                  </a:cxn>
                  <a:cxn ang="0">
                    <a:pos x="376" y="576"/>
                  </a:cxn>
                  <a:cxn ang="0">
                    <a:pos x="384" y="560"/>
                  </a:cxn>
                  <a:cxn ang="0">
                    <a:pos x="400" y="544"/>
                  </a:cxn>
                  <a:cxn ang="0">
                    <a:pos x="408" y="528"/>
                  </a:cxn>
                  <a:cxn ang="0">
                    <a:pos x="416" y="504"/>
                  </a:cxn>
                  <a:cxn ang="0">
                    <a:pos x="424" y="488"/>
                  </a:cxn>
                  <a:cxn ang="0">
                    <a:pos x="432" y="472"/>
                  </a:cxn>
                  <a:cxn ang="0">
                    <a:pos x="440" y="448"/>
                  </a:cxn>
                  <a:cxn ang="0">
                    <a:pos x="456" y="432"/>
                  </a:cxn>
                  <a:cxn ang="0">
                    <a:pos x="464" y="408"/>
                  </a:cxn>
                  <a:cxn ang="0">
                    <a:pos x="472" y="384"/>
                  </a:cxn>
                  <a:cxn ang="0">
                    <a:pos x="480" y="360"/>
                  </a:cxn>
                  <a:cxn ang="0">
                    <a:pos x="488" y="336"/>
                  </a:cxn>
                  <a:cxn ang="0">
                    <a:pos x="504" y="320"/>
                  </a:cxn>
                  <a:cxn ang="0">
                    <a:pos x="512" y="296"/>
                  </a:cxn>
                  <a:cxn ang="0">
                    <a:pos x="520" y="264"/>
                  </a:cxn>
                  <a:cxn ang="0">
                    <a:pos x="528" y="240"/>
                  </a:cxn>
                  <a:cxn ang="0">
                    <a:pos x="536" y="216"/>
                  </a:cxn>
                  <a:cxn ang="0">
                    <a:pos x="552" y="192"/>
                  </a:cxn>
                  <a:cxn ang="0">
                    <a:pos x="560" y="168"/>
                  </a:cxn>
                  <a:cxn ang="0">
                    <a:pos x="568" y="144"/>
                  </a:cxn>
                  <a:cxn ang="0">
                    <a:pos x="576" y="112"/>
                  </a:cxn>
                  <a:cxn ang="0">
                    <a:pos x="584" y="88"/>
                  </a:cxn>
                  <a:cxn ang="0">
                    <a:pos x="600" y="64"/>
                  </a:cxn>
                  <a:cxn ang="0">
                    <a:pos x="608" y="32"/>
                  </a:cxn>
                  <a:cxn ang="0">
                    <a:pos x="616" y="8"/>
                  </a:cxn>
                </a:cxnLst>
                <a:rect l="0" t="0" r="r" b="b"/>
                <a:pathLst>
                  <a:path w="624" h="703">
                    <a:moveTo>
                      <a:pt x="0" y="448"/>
                    </a:moveTo>
                    <a:lnTo>
                      <a:pt x="8" y="456"/>
                    </a:lnTo>
                    <a:lnTo>
                      <a:pt x="8" y="464"/>
                    </a:lnTo>
                    <a:lnTo>
                      <a:pt x="16" y="472"/>
                    </a:lnTo>
                    <a:lnTo>
                      <a:pt x="24" y="488"/>
                    </a:lnTo>
                    <a:lnTo>
                      <a:pt x="24" y="496"/>
                    </a:lnTo>
                    <a:lnTo>
                      <a:pt x="32" y="504"/>
                    </a:lnTo>
                    <a:lnTo>
                      <a:pt x="32" y="512"/>
                    </a:lnTo>
                    <a:lnTo>
                      <a:pt x="40" y="520"/>
                    </a:lnTo>
                    <a:lnTo>
                      <a:pt x="48" y="528"/>
                    </a:lnTo>
                    <a:lnTo>
                      <a:pt x="48" y="536"/>
                    </a:lnTo>
                    <a:lnTo>
                      <a:pt x="56" y="544"/>
                    </a:lnTo>
                    <a:lnTo>
                      <a:pt x="56" y="552"/>
                    </a:lnTo>
                    <a:lnTo>
                      <a:pt x="64" y="560"/>
                    </a:lnTo>
                    <a:lnTo>
                      <a:pt x="64" y="568"/>
                    </a:lnTo>
                    <a:lnTo>
                      <a:pt x="72" y="576"/>
                    </a:lnTo>
                    <a:lnTo>
                      <a:pt x="80" y="584"/>
                    </a:lnTo>
                    <a:lnTo>
                      <a:pt x="80" y="592"/>
                    </a:lnTo>
                    <a:lnTo>
                      <a:pt x="88" y="600"/>
                    </a:lnTo>
                    <a:lnTo>
                      <a:pt x="88" y="608"/>
                    </a:lnTo>
                    <a:lnTo>
                      <a:pt x="96" y="616"/>
                    </a:lnTo>
                    <a:lnTo>
                      <a:pt x="104" y="624"/>
                    </a:lnTo>
                    <a:lnTo>
                      <a:pt x="120" y="640"/>
                    </a:lnTo>
                    <a:lnTo>
                      <a:pt x="112" y="640"/>
                    </a:lnTo>
                    <a:lnTo>
                      <a:pt x="120" y="640"/>
                    </a:lnTo>
                    <a:lnTo>
                      <a:pt x="136" y="656"/>
                    </a:lnTo>
                    <a:lnTo>
                      <a:pt x="136" y="663"/>
                    </a:lnTo>
                    <a:lnTo>
                      <a:pt x="144" y="663"/>
                    </a:lnTo>
                    <a:lnTo>
                      <a:pt x="152" y="671"/>
                    </a:lnTo>
                    <a:lnTo>
                      <a:pt x="160" y="679"/>
                    </a:lnTo>
                    <a:lnTo>
                      <a:pt x="168" y="687"/>
                    </a:lnTo>
                    <a:lnTo>
                      <a:pt x="176" y="687"/>
                    </a:lnTo>
                    <a:lnTo>
                      <a:pt x="184" y="695"/>
                    </a:lnTo>
                    <a:lnTo>
                      <a:pt x="192" y="695"/>
                    </a:lnTo>
                    <a:lnTo>
                      <a:pt x="200" y="695"/>
                    </a:lnTo>
                    <a:lnTo>
                      <a:pt x="208" y="703"/>
                    </a:lnTo>
                    <a:lnTo>
                      <a:pt x="216" y="703"/>
                    </a:lnTo>
                    <a:lnTo>
                      <a:pt x="224" y="703"/>
                    </a:lnTo>
                    <a:lnTo>
                      <a:pt x="232" y="703"/>
                    </a:lnTo>
                    <a:lnTo>
                      <a:pt x="240" y="695"/>
                    </a:lnTo>
                    <a:lnTo>
                      <a:pt x="248" y="695"/>
                    </a:lnTo>
                    <a:lnTo>
                      <a:pt x="256" y="695"/>
                    </a:lnTo>
                    <a:lnTo>
                      <a:pt x="264" y="687"/>
                    </a:lnTo>
                    <a:lnTo>
                      <a:pt x="272" y="687"/>
                    </a:lnTo>
                    <a:lnTo>
                      <a:pt x="280" y="679"/>
                    </a:lnTo>
                    <a:lnTo>
                      <a:pt x="288" y="671"/>
                    </a:lnTo>
                    <a:lnTo>
                      <a:pt x="296" y="671"/>
                    </a:lnTo>
                    <a:lnTo>
                      <a:pt x="304" y="663"/>
                    </a:lnTo>
                    <a:lnTo>
                      <a:pt x="312" y="656"/>
                    </a:lnTo>
                    <a:lnTo>
                      <a:pt x="320" y="648"/>
                    </a:lnTo>
                    <a:lnTo>
                      <a:pt x="328" y="640"/>
                    </a:lnTo>
                    <a:lnTo>
                      <a:pt x="336" y="632"/>
                    </a:lnTo>
                    <a:lnTo>
                      <a:pt x="344" y="624"/>
                    </a:lnTo>
                    <a:lnTo>
                      <a:pt x="352" y="616"/>
                    </a:lnTo>
                    <a:lnTo>
                      <a:pt x="352" y="608"/>
                    </a:lnTo>
                    <a:lnTo>
                      <a:pt x="368" y="592"/>
                    </a:lnTo>
                    <a:lnTo>
                      <a:pt x="360" y="592"/>
                    </a:lnTo>
                    <a:lnTo>
                      <a:pt x="368" y="592"/>
                    </a:lnTo>
                    <a:lnTo>
                      <a:pt x="376" y="584"/>
                    </a:lnTo>
                    <a:lnTo>
                      <a:pt x="376" y="576"/>
                    </a:lnTo>
                    <a:lnTo>
                      <a:pt x="384" y="568"/>
                    </a:lnTo>
                    <a:lnTo>
                      <a:pt x="384" y="560"/>
                    </a:lnTo>
                    <a:lnTo>
                      <a:pt x="392" y="552"/>
                    </a:lnTo>
                    <a:lnTo>
                      <a:pt x="400" y="544"/>
                    </a:lnTo>
                    <a:lnTo>
                      <a:pt x="400" y="536"/>
                    </a:lnTo>
                    <a:lnTo>
                      <a:pt x="408" y="528"/>
                    </a:lnTo>
                    <a:lnTo>
                      <a:pt x="408" y="512"/>
                    </a:lnTo>
                    <a:lnTo>
                      <a:pt x="416" y="504"/>
                    </a:lnTo>
                    <a:lnTo>
                      <a:pt x="424" y="496"/>
                    </a:lnTo>
                    <a:lnTo>
                      <a:pt x="424" y="488"/>
                    </a:lnTo>
                    <a:lnTo>
                      <a:pt x="432" y="480"/>
                    </a:lnTo>
                    <a:lnTo>
                      <a:pt x="432" y="472"/>
                    </a:lnTo>
                    <a:lnTo>
                      <a:pt x="440" y="456"/>
                    </a:lnTo>
                    <a:lnTo>
                      <a:pt x="440" y="448"/>
                    </a:lnTo>
                    <a:lnTo>
                      <a:pt x="448" y="440"/>
                    </a:lnTo>
                    <a:lnTo>
                      <a:pt x="456" y="432"/>
                    </a:lnTo>
                    <a:lnTo>
                      <a:pt x="456" y="416"/>
                    </a:lnTo>
                    <a:lnTo>
                      <a:pt x="464" y="408"/>
                    </a:lnTo>
                    <a:lnTo>
                      <a:pt x="464" y="392"/>
                    </a:lnTo>
                    <a:lnTo>
                      <a:pt x="472" y="384"/>
                    </a:lnTo>
                    <a:lnTo>
                      <a:pt x="480" y="376"/>
                    </a:lnTo>
                    <a:lnTo>
                      <a:pt x="480" y="360"/>
                    </a:lnTo>
                    <a:lnTo>
                      <a:pt x="488" y="352"/>
                    </a:lnTo>
                    <a:lnTo>
                      <a:pt x="488" y="336"/>
                    </a:lnTo>
                    <a:lnTo>
                      <a:pt x="496" y="328"/>
                    </a:lnTo>
                    <a:lnTo>
                      <a:pt x="504" y="320"/>
                    </a:lnTo>
                    <a:lnTo>
                      <a:pt x="504" y="304"/>
                    </a:lnTo>
                    <a:lnTo>
                      <a:pt x="512" y="296"/>
                    </a:lnTo>
                    <a:lnTo>
                      <a:pt x="512" y="280"/>
                    </a:lnTo>
                    <a:lnTo>
                      <a:pt x="520" y="264"/>
                    </a:lnTo>
                    <a:lnTo>
                      <a:pt x="528" y="256"/>
                    </a:lnTo>
                    <a:lnTo>
                      <a:pt x="528" y="240"/>
                    </a:lnTo>
                    <a:lnTo>
                      <a:pt x="536" y="232"/>
                    </a:lnTo>
                    <a:lnTo>
                      <a:pt x="536" y="216"/>
                    </a:lnTo>
                    <a:lnTo>
                      <a:pt x="544" y="208"/>
                    </a:lnTo>
                    <a:lnTo>
                      <a:pt x="552" y="192"/>
                    </a:lnTo>
                    <a:lnTo>
                      <a:pt x="552" y="176"/>
                    </a:lnTo>
                    <a:lnTo>
                      <a:pt x="560" y="168"/>
                    </a:lnTo>
                    <a:lnTo>
                      <a:pt x="560" y="152"/>
                    </a:lnTo>
                    <a:lnTo>
                      <a:pt x="568" y="144"/>
                    </a:lnTo>
                    <a:lnTo>
                      <a:pt x="576" y="128"/>
                    </a:lnTo>
                    <a:lnTo>
                      <a:pt x="576" y="112"/>
                    </a:lnTo>
                    <a:lnTo>
                      <a:pt x="584" y="104"/>
                    </a:lnTo>
                    <a:lnTo>
                      <a:pt x="584" y="88"/>
                    </a:lnTo>
                    <a:lnTo>
                      <a:pt x="592" y="72"/>
                    </a:lnTo>
                    <a:lnTo>
                      <a:pt x="600" y="64"/>
                    </a:lnTo>
                    <a:lnTo>
                      <a:pt x="600" y="48"/>
                    </a:lnTo>
                    <a:lnTo>
                      <a:pt x="608" y="32"/>
                    </a:lnTo>
                    <a:lnTo>
                      <a:pt x="608" y="24"/>
                    </a:lnTo>
                    <a:lnTo>
                      <a:pt x="616" y="8"/>
                    </a:lnTo>
                    <a:lnTo>
                      <a:pt x="624" y="0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  <p:grpSp>
          <p:nvGrpSpPr>
            <p:cNvPr id="7195" name="Group 27"/>
            <p:cNvGrpSpPr>
              <a:grpSpLocks/>
            </p:cNvGrpSpPr>
            <p:nvPr/>
          </p:nvGrpSpPr>
          <p:grpSpPr bwMode="auto">
            <a:xfrm>
              <a:off x="4119563" y="3635375"/>
              <a:ext cx="2305050" cy="779463"/>
              <a:chOff x="597" y="654"/>
              <a:chExt cx="4764" cy="2822"/>
            </a:xfrm>
          </p:grpSpPr>
          <p:sp>
            <p:nvSpPr>
              <p:cNvPr id="7196" name="Freeform 28"/>
              <p:cNvSpPr>
                <a:spLocks/>
              </p:cNvSpPr>
              <p:nvPr/>
            </p:nvSpPr>
            <p:spPr bwMode="auto">
              <a:xfrm>
                <a:off x="597" y="654"/>
                <a:ext cx="616" cy="2822"/>
              </a:xfrm>
              <a:custGeom>
                <a:avLst/>
                <a:gdLst/>
                <a:ahLst/>
                <a:cxnLst>
                  <a:cxn ang="0">
                    <a:pos x="8" y="1175"/>
                  </a:cxn>
                  <a:cxn ang="0">
                    <a:pos x="24" y="943"/>
                  </a:cxn>
                  <a:cxn ang="0">
                    <a:pos x="40" y="728"/>
                  </a:cxn>
                  <a:cxn ang="0">
                    <a:pos x="56" y="528"/>
                  </a:cxn>
                  <a:cxn ang="0">
                    <a:pos x="64" y="352"/>
                  </a:cxn>
                  <a:cxn ang="0">
                    <a:pos x="80" y="216"/>
                  </a:cxn>
                  <a:cxn ang="0">
                    <a:pos x="96" y="104"/>
                  </a:cxn>
                  <a:cxn ang="0">
                    <a:pos x="112" y="32"/>
                  </a:cxn>
                  <a:cxn ang="0">
                    <a:pos x="128" y="0"/>
                  </a:cxn>
                  <a:cxn ang="0">
                    <a:pos x="144" y="24"/>
                  </a:cxn>
                  <a:cxn ang="0">
                    <a:pos x="160" y="88"/>
                  </a:cxn>
                  <a:cxn ang="0">
                    <a:pos x="176" y="192"/>
                  </a:cxn>
                  <a:cxn ang="0">
                    <a:pos x="184" y="328"/>
                  </a:cxn>
                  <a:cxn ang="0">
                    <a:pos x="200" y="496"/>
                  </a:cxn>
                  <a:cxn ang="0">
                    <a:pos x="216" y="688"/>
                  </a:cxn>
                  <a:cxn ang="0">
                    <a:pos x="232" y="904"/>
                  </a:cxn>
                  <a:cxn ang="0">
                    <a:pos x="240" y="1127"/>
                  </a:cxn>
                  <a:cxn ang="0">
                    <a:pos x="256" y="1367"/>
                  </a:cxn>
                  <a:cxn ang="0">
                    <a:pos x="272" y="1607"/>
                  </a:cxn>
                  <a:cxn ang="0">
                    <a:pos x="288" y="1839"/>
                  </a:cxn>
                  <a:cxn ang="0">
                    <a:pos x="304" y="2063"/>
                  </a:cxn>
                  <a:cxn ang="0">
                    <a:pos x="312" y="2262"/>
                  </a:cxn>
                  <a:cxn ang="0">
                    <a:pos x="328" y="2438"/>
                  </a:cxn>
                  <a:cxn ang="0">
                    <a:pos x="344" y="2590"/>
                  </a:cxn>
                  <a:cxn ang="0">
                    <a:pos x="360" y="2702"/>
                  </a:cxn>
                  <a:cxn ang="0">
                    <a:pos x="376" y="2774"/>
                  </a:cxn>
                  <a:cxn ang="0">
                    <a:pos x="384" y="2814"/>
                  </a:cxn>
                  <a:cxn ang="0">
                    <a:pos x="408" y="2806"/>
                  </a:cxn>
                  <a:cxn ang="0">
                    <a:pos x="416" y="2750"/>
                  </a:cxn>
                  <a:cxn ang="0">
                    <a:pos x="432" y="2654"/>
                  </a:cxn>
                  <a:cxn ang="0">
                    <a:pos x="448" y="2526"/>
                  </a:cxn>
                  <a:cxn ang="0">
                    <a:pos x="464" y="2366"/>
                  </a:cxn>
                  <a:cxn ang="0">
                    <a:pos x="480" y="2174"/>
                  </a:cxn>
                  <a:cxn ang="0">
                    <a:pos x="488" y="1959"/>
                  </a:cxn>
                  <a:cxn ang="0">
                    <a:pos x="504" y="1735"/>
                  </a:cxn>
                  <a:cxn ang="0">
                    <a:pos x="520" y="1503"/>
                  </a:cxn>
                  <a:cxn ang="0">
                    <a:pos x="536" y="1263"/>
                  </a:cxn>
                  <a:cxn ang="0">
                    <a:pos x="552" y="1023"/>
                  </a:cxn>
                  <a:cxn ang="0">
                    <a:pos x="560" y="800"/>
                  </a:cxn>
                  <a:cxn ang="0">
                    <a:pos x="576" y="600"/>
                  </a:cxn>
                  <a:cxn ang="0">
                    <a:pos x="592" y="416"/>
                  </a:cxn>
                  <a:cxn ang="0">
                    <a:pos x="608" y="264"/>
                  </a:cxn>
                </a:cxnLst>
                <a:rect l="0" t="0" r="r" b="b"/>
                <a:pathLst>
                  <a:path w="616" h="2822">
                    <a:moveTo>
                      <a:pt x="0" y="1335"/>
                    </a:moveTo>
                    <a:lnTo>
                      <a:pt x="8" y="1255"/>
                    </a:lnTo>
                    <a:lnTo>
                      <a:pt x="8" y="1175"/>
                    </a:lnTo>
                    <a:lnTo>
                      <a:pt x="16" y="1095"/>
                    </a:lnTo>
                    <a:lnTo>
                      <a:pt x="16" y="1015"/>
                    </a:lnTo>
                    <a:lnTo>
                      <a:pt x="24" y="943"/>
                    </a:lnTo>
                    <a:lnTo>
                      <a:pt x="32" y="872"/>
                    </a:lnTo>
                    <a:lnTo>
                      <a:pt x="32" y="792"/>
                    </a:lnTo>
                    <a:lnTo>
                      <a:pt x="40" y="728"/>
                    </a:lnTo>
                    <a:lnTo>
                      <a:pt x="40" y="656"/>
                    </a:lnTo>
                    <a:lnTo>
                      <a:pt x="48" y="592"/>
                    </a:lnTo>
                    <a:lnTo>
                      <a:pt x="56" y="528"/>
                    </a:lnTo>
                    <a:lnTo>
                      <a:pt x="56" y="464"/>
                    </a:lnTo>
                    <a:lnTo>
                      <a:pt x="64" y="408"/>
                    </a:lnTo>
                    <a:lnTo>
                      <a:pt x="64" y="352"/>
                    </a:lnTo>
                    <a:lnTo>
                      <a:pt x="72" y="304"/>
                    </a:lnTo>
                    <a:lnTo>
                      <a:pt x="80" y="256"/>
                    </a:lnTo>
                    <a:lnTo>
                      <a:pt x="80" y="216"/>
                    </a:lnTo>
                    <a:lnTo>
                      <a:pt x="88" y="176"/>
                    </a:lnTo>
                    <a:lnTo>
                      <a:pt x="88" y="136"/>
                    </a:lnTo>
                    <a:lnTo>
                      <a:pt x="96" y="104"/>
                    </a:lnTo>
                    <a:lnTo>
                      <a:pt x="104" y="80"/>
                    </a:lnTo>
                    <a:lnTo>
                      <a:pt x="104" y="56"/>
                    </a:lnTo>
                    <a:lnTo>
                      <a:pt x="112" y="32"/>
                    </a:lnTo>
                    <a:lnTo>
                      <a:pt x="112" y="16"/>
                    </a:lnTo>
                    <a:lnTo>
                      <a:pt x="120" y="8"/>
                    </a:lnTo>
                    <a:lnTo>
                      <a:pt x="128" y="0"/>
                    </a:lnTo>
                    <a:lnTo>
                      <a:pt x="136" y="8"/>
                    </a:lnTo>
                    <a:lnTo>
                      <a:pt x="136" y="16"/>
                    </a:lnTo>
                    <a:lnTo>
                      <a:pt x="144" y="24"/>
                    </a:lnTo>
                    <a:lnTo>
                      <a:pt x="152" y="40"/>
                    </a:lnTo>
                    <a:lnTo>
                      <a:pt x="152" y="64"/>
                    </a:lnTo>
                    <a:lnTo>
                      <a:pt x="160" y="88"/>
                    </a:lnTo>
                    <a:lnTo>
                      <a:pt x="160" y="120"/>
                    </a:lnTo>
                    <a:lnTo>
                      <a:pt x="168" y="152"/>
                    </a:lnTo>
                    <a:lnTo>
                      <a:pt x="176" y="192"/>
                    </a:lnTo>
                    <a:lnTo>
                      <a:pt x="176" y="232"/>
                    </a:lnTo>
                    <a:lnTo>
                      <a:pt x="184" y="280"/>
                    </a:lnTo>
                    <a:lnTo>
                      <a:pt x="184" y="328"/>
                    </a:lnTo>
                    <a:lnTo>
                      <a:pt x="192" y="376"/>
                    </a:lnTo>
                    <a:lnTo>
                      <a:pt x="192" y="432"/>
                    </a:lnTo>
                    <a:lnTo>
                      <a:pt x="200" y="496"/>
                    </a:lnTo>
                    <a:lnTo>
                      <a:pt x="208" y="552"/>
                    </a:lnTo>
                    <a:lnTo>
                      <a:pt x="208" y="616"/>
                    </a:lnTo>
                    <a:lnTo>
                      <a:pt x="216" y="688"/>
                    </a:lnTo>
                    <a:lnTo>
                      <a:pt x="216" y="760"/>
                    </a:lnTo>
                    <a:lnTo>
                      <a:pt x="224" y="824"/>
                    </a:lnTo>
                    <a:lnTo>
                      <a:pt x="232" y="904"/>
                    </a:lnTo>
                    <a:lnTo>
                      <a:pt x="232" y="975"/>
                    </a:lnTo>
                    <a:lnTo>
                      <a:pt x="240" y="1055"/>
                    </a:lnTo>
                    <a:lnTo>
                      <a:pt x="240" y="1127"/>
                    </a:lnTo>
                    <a:lnTo>
                      <a:pt x="248" y="1207"/>
                    </a:lnTo>
                    <a:lnTo>
                      <a:pt x="256" y="1287"/>
                    </a:lnTo>
                    <a:lnTo>
                      <a:pt x="256" y="1367"/>
                    </a:lnTo>
                    <a:lnTo>
                      <a:pt x="264" y="1447"/>
                    </a:lnTo>
                    <a:lnTo>
                      <a:pt x="264" y="1527"/>
                    </a:lnTo>
                    <a:lnTo>
                      <a:pt x="272" y="1607"/>
                    </a:lnTo>
                    <a:lnTo>
                      <a:pt x="280" y="1687"/>
                    </a:lnTo>
                    <a:lnTo>
                      <a:pt x="280" y="1759"/>
                    </a:lnTo>
                    <a:lnTo>
                      <a:pt x="288" y="1839"/>
                    </a:lnTo>
                    <a:lnTo>
                      <a:pt x="288" y="1911"/>
                    </a:lnTo>
                    <a:lnTo>
                      <a:pt x="296" y="1991"/>
                    </a:lnTo>
                    <a:lnTo>
                      <a:pt x="304" y="2063"/>
                    </a:lnTo>
                    <a:lnTo>
                      <a:pt x="304" y="2126"/>
                    </a:lnTo>
                    <a:lnTo>
                      <a:pt x="312" y="2198"/>
                    </a:lnTo>
                    <a:lnTo>
                      <a:pt x="312" y="2262"/>
                    </a:lnTo>
                    <a:lnTo>
                      <a:pt x="320" y="2326"/>
                    </a:lnTo>
                    <a:lnTo>
                      <a:pt x="328" y="2382"/>
                    </a:lnTo>
                    <a:lnTo>
                      <a:pt x="328" y="2438"/>
                    </a:lnTo>
                    <a:lnTo>
                      <a:pt x="336" y="2494"/>
                    </a:lnTo>
                    <a:lnTo>
                      <a:pt x="336" y="2542"/>
                    </a:lnTo>
                    <a:lnTo>
                      <a:pt x="344" y="2590"/>
                    </a:lnTo>
                    <a:lnTo>
                      <a:pt x="352" y="2630"/>
                    </a:lnTo>
                    <a:lnTo>
                      <a:pt x="352" y="2670"/>
                    </a:lnTo>
                    <a:lnTo>
                      <a:pt x="360" y="2702"/>
                    </a:lnTo>
                    <a:lnTo>
                      <a:pt x="360" y="2734"/>
                    </a:lnTo>
                    <a:lnTo>
                      <a:pt x="368" y="2758"/>
                    </a:lnTo>
                    <a:lnTo>
                      <a:pt x="376" y="2774"/>
                    </a:lnTo>
                    <a:lnTo>
                      <a:pt x="376" y="2798"/>
                    </a:lnTo>
                    <a:lnTo>
                      <a:pt x="384" y="2806"/>
                    </a:lnTo>
                    <a:lnTo>
                      <a:pt x="384" y="2814"/>
                    </a:lnTo>
                    <a:lnTo>
                      <a:pt x="392" y="2822"/>
                    </a:lnTo>
                    <a:lnTo>
                      <a:pt x="400" y="2814"/>
                    </a:lnTo>
                    <a:lnTo>
                      <a:pt x="408" y="2806"/>
                    </a:lnTo>
                    <a:lnTo>
                      <a:pt x="408" y="2790"/>
                    </a:lnTo>
                    <a:lnTo>
                      <a:pt x="416" y="2774"/>
                    </a:lnTo>
                    <a:lnTo>
                      <a:pt x="416" y="2750"/>
                    </a:lnTo>
                    <a:lnTo>
                      <a:pt x="424" y="2718"/>
                    </a:lnTo>
                    <a:lnTo>
                      <a:pt x="432" y="2686"/>
                    </a:lnTo>
                    <a:lnTo>
                      <a:pt x="432" y="2654"/>
                    </a:lnTo>
                    <a:lnTo>
                      <a:pt x="440" y="2614"/>
                    </a:lnTo>
                    <a:lnTo>
                      <a:pt x="440" y="2574"/>
                    </a:lnTo>
                    <a:lnTo>
                      <a:pt x="448" y="2526"/>
                    </a:lnTo>
                    <a:lnTo>
                      <a:pt x="456" y="2470"/>
                    </a:lnTo>
                    <a:lnTo>
                      <a:pt x="456" y="2422"/>
                    </a:lnTo>
                    <a:lnTo>
                      <a:pt x="464" y="2366"/>
                    </a:lnTo>
                    <a:lnTo>
                      <a:pt x="464" y="2302"/>
                    </a:lnTo>
                    <a:lnTo>
                      <a:pt x="472" y="2238"/>
                    </a:lnTo>
                    <a:lnTo>
                      <a:pt x="480" y="2174"/>
                    </a:lnTo>
                    <a:lnTo>
                      <a:pt x="480" y="2102"/>
                    </a:lnTo>
                    <a:lnTo>
                      <a:pt x="488" y="2039"/>
                    </a:lnTo>
                    <a:lnTo>
                      <a:pt x="488" y="1959"/>
                    </a:lnTo>
                    <a:lnTo>
                      <a:pt x="496" y="1887"/>
                    </a:lnTo>
                    <a:lnTo>
                      <a:pt x="504" y="1815"/>
                    </a:lnTo>
                    <a:lnTo>
                      <a:pt x="504" y="1735"/>
                    </a:lnTo>
                    <a:lnTo>
                      <a:pt x="512" y="1655"/>
                    </a:lnTo>
                    <a:lnTo>
                      <a:pt x="512" y="1575"/>
                    </a:lnTo>
                    <a:lnTo>
                      <a:pt x="520" y="1503"/>
                    </a:lnTo>
                    <a:lnTo>
                      <a:pt x="528" y="1423"/>
                    </a:lnTo>
                    <a:lnTo>
                      <a:pt x="528" y="1343"/>
                    </a:lnTo>
                    <a:lnTo>
                      <a:pt x="536" y="1263"/>
                    </a:lnTo>
                    <a:lnTo>
                      <a:pt x="536" y="1183"/>
                    </a:lnTo>
                    <a:lnTo>
                      <a:pt x="544" y="1103"/>
                    </a:lnTo>
                    <a:lnTo>
                      <a:pt x="552" y="1023"/>
                    </a:lnTo>
                    <a:lnTo>
                      <a:pt x="552" y="951"/>
                    </a:lnTo>
                    <a:lnTo>
                      <a:pt x="560" y="880"/>
                    </a:lnTo>
                    <a:lnTo>
                      <a:pt x="560" y="800"/>
                    </a:lnTo>
                    <a:lnTo>
                      <a:pt x="568" y="736"/>
                    </a:lnTo>
                    <a:lnTo>
                      <a:pt x="568" y="664"/>
                    </a:lnTo>
                    <a:lnTo>
                      <a:pt x="576" y="600"/>
                    </a:lnTo>
                    <a:lnTo>
                      <a:pt x="584" y="536"/>
                    </a:lnTo>
                    <a:lnTo>
                      <a:pt x="584" y="472"/>
                    </a:lnTo>
                    <a:lnTo>
                      <a:pt x="592" y="416"/>
                    </a:lnTo>
                    <a:lnTo>
                      <a:pt x="592" y="360"/>
                    </a:lnTo>
                    <a:lnTo>
                      <a:pt x="600" y="312"/>
                    </a:lnTo>
                    <a:lnTo>
                      <a:pt x="608" y="264"/>
                    </a:lnTo>
                    <a:lnTo>
                      <a:pt x="608" y="216"/>
                    </a:lnTo>
                    <a:lnTo>
                      <a:pt x="616" y="176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97" name="Freeform 29"/>
              <p:cNvSpPr>
                <a:spLocks/>
              </p:cNvSpPr>
              <p:nvPr/>
            </p:nvSpPr>
            <p:spPr bwMode="auto">
              <a:xfrm>
                <a:off x="1213" y="654"/>
                <a:ext cx="625" cy="2822"/>
              </a:xfrm>
              <a:custGeom>
                <a:avLst/>
                <a:gdLst/>
                <a:ahLst/>
                <a:cxnLst>
                  <a:cxn ang="0">
                    <a:pos x="8" y="104"/>
                  </a:cxn>
                  <a:cxn ang="0">
                    <a:pos x="24" y="32"/>
                  </a:cxn>
                  <a:cxn ang="0">
                    <a:pos x="40" y="0"/>
                  </a:cxn>
                  <a:cxn ang="0">
                    <a:pos x="56" y="24"/>
                  </a:cxn>
                  <a:cxn ang="0">
                    <a:pos x="72" y="88"/>
                  </a:cxn>
                  <a:cxn ang="0">
                    <a:pos x="88" y="184"/>
                  </a:cxn>
                  <a:cxn ang="0">
                    <a:pos x="96" y="320"/>
                  </a:cxn>
                  <a:cxn ang="0">
                    <a:pos x="112" y="488"/>
                  </a:cxn>
                  <a:cxn ang="0">
                    <a:pos x="129" y="680"/>
                  </a:cxn>
                  <a:cxn ang="0">
                    <a:pos x="145" y="896"/>
                  </a:cxn>
                  <a:cxn ang="0">
                    <a:pos x="153" y="1119"/>
                  </a:cxn>
                  <a:cxn ang="0">
                    <a:pos x="169" y="1359"/>
                  </a:cxn>
                  <a:cxn ang="0">
                    <a:pos x="185" y="1599"/>
                  </a:cxn>
                  <a:cxn ang="0">
                    <a:pos x="201" y="1831"/>
                  </a:cxn>
                  <a:cxn ang="0">
                    <a:pos x="217" y="2055"/>
                  </a:cxn>
                  <a:cxn ang="0">
                    <a:pos x="225" y="2254"/>
                  </a:cxn>
                  <a:cxn ang="0">
                    <a:pos x="241" y="2430"/>
                  </a:cxn>
                  <a:cxn ang="0">
                    <a:pos x="257" y="2582"/>
                  </a:cxn>
                  <a:cxn ang="0">
                    <a:pos x="273" y="2694"/>
                  </a:cxn>
                  <a:cxn ang="0">
                    <a:pos x="289" y="2774"/>
                  </a:cxn>
                  <a:cxn ang="0">
                    <a:pos x="297" y="2814"/>
                  </a:cxn>
                  <a:cxn ang="0">
                    <a:pos x="321" y="2806"/>
                  </a:cxn>
                  <a:cxn ang="0">
                    <a:pos x="337" y="2750"/>
                  </a:cxn>
                  <a:cxn ang="0">
                    <a:pos x="345" y="2662"/>
                  </a:cxn>
                  <a:cxn ang="0">
                    <a:pos x="361" y="2526"/>
                  </a:cxn>
                  <a:cxn ang="0">
                    <a:pos x="377" y="2366"/>
                  </a:cxn>
                  <a:cxn ang="0">
                    <a:pos x="393" y="2182"/>
                  </a:cxn>
                  <a:cxn ang="0">
                    <a:pos x="401" y="1967"/>
                  </a:cxn>
                  <a:cxn ang="0">
                    <a:pos x="417" y="1743"/>
                  </a:cxn>
                  <a:cxn ang="0">
                    <a:pos x="433" y="1511"/>
                  </a:cxn>
                  <a:cxn ang="0">
                    <a:pos x="449" y="1271"/>
                  </a:cxn>
                  <a:cxn ang="0">
                    <a:pos x="465" y="1031"/>
                  </a:cxn>
                  <a:cxn ang="0">
                    <a:pos x="473" y="808"/>
                  </a:cxn>
                  <a:cxn ang="0">
                    <a:pos x="489" y="608"/>
                  </a:cxn>
                  <a:cxn ang="0">
                    <a:pos x="505" y="424"/>
                  </a:cxn>
                  <a:cxn ang="0">
                    <a:pos x="521" y="264"/>
                  </a:cxn>
                  <a:cxn ang="0">
                    <a:pos x="529" y="144"/>
                  </a:cxn>
                  <a:cxn ang="0">
                    <a:pos x="545" y="56"/>
                  </a:cxn>
                  <a:cxn ang="0">
                    <a:pos x="561" y="8"/>
                  </a:cxn>
                  <a:cxn ang="0">
                    <a:pos x="585" y="24"/>
                  </a:cxn>
                  <a:cxn ang="0">
                    <a:pos x="601" y="80"/>
                  </a:cxn>
                  <a:cxn ang="0">
                    <a:pos x="617" y="184"/>
                  </a:cxn>
                </a:cxnLst>
                <a:rect l="0" t="0" r="r" b="b"/>
                <a:pathLst>
                  <a:path w="625" h="2822">
                    <a:moveTo>
                      <a:pt x="0" y="176"/>
                    </a:moveTo>
                    <a:lnTo>
                      <a:pt x="0" y="136"/>
                    </a:lnTo>
                    <a:lnTo>
                      <a:pt x="8" y="104"/>
                    </a:lnTo>
                    <a:lnTo>
                      <a:pt x="16" y="80"/>
                    </a:lnTo>
                    <a:lnTo>
                      <a:pt x="16" y="56"/>
                    </a:lnTo>
                    <a:lnTo>
                      <a:pt x="24" y="32"/>
                    </a:lnTo>
                    <a:lnTo>
                      <a:pt x="24" y="24"/>
                    </a:lnTo>
                    <a:lnTo>
                      <a:pt x="32" y="8"/>
                    </a:lnTo>
                    <a:lnTo>
                      <a:pt x="40" y="0"/>
                    </a:lnTo>
                    <a:lnTo>
                      <a:pt x="48" y="8"/>
                    </a:lnTo>
                    <a:lnTo>
                      <a:pt x="48" y="16"/>
                    </a:lnTo>
                    <a:lnTo>
                      <a:pt x="56" y="24"/>
                    </a:lnTo>
                    <a:lnTo>
                      <a:pt x="64" y="40"/>
                    </a:lnTo>
                    <a:lnTo>
                      <a:pt x="64" y="64"/>
                    </a:lnTo>
                    <a:lnTo>
                      <a:pt x="72" y="88"/>
                    </a:lnTo>
                    <a:lnTo>
                      <a:pt x="72" y="112"/>
                    </a:lnTo>
                    <a:lnTo>
                      <a:pt x="80" y="144"/>
                    </a:lnTo>
                    <a:lnTo>
                      <a:pt x="88" y="184"/>
                    </a:lnTo>
                    <a:lnTo>
                      <a:pt x="88" y="224"/>
                    </a:lnTo>
                    <a:lnTo>
                      <a:pt x="96" y="272"/>
                    </a:lnTo>
                    <a:lnTo>
                      <a:pt x="96" y="320"/>
                    </a:lnTo>
                    <a:lnTo>
                      <a:pt x="104" y="376"/>
                    </a:lnTo>
                    <a:lnTo>
                      <a:pt x="112" y="424"/>
                    </a:lnTo>
                    <a:lnTo>
                      <a:pt x="112" y="488"/>
                    </a:lnTo>
                    <a:lnTo>
                      <a:pt x="121" y="544"/>
                    </a:lnTo>
                    <a:lnTo>
                      <a:pt x="121" y="616"/>
                    </a:lnTo>
                    <a:lnTo>
                      <a:pt x="129" y="680"/>
                    </a:lnTo>
                    <a:lnTo>
                      <a:pt x="137" y="752"/>
                    </a:lnTo>
                    <a:lnTo>
                      <a:pt x="137" y="816"/>
                    </a:lnTo>
                    <a:lnTo>
                      <a:pt x="145" y="896"/>
                    </a:lnTo>
                    <a:lnTo>
                      <a:pt x="145" y="967"/>
                    </a:lnTo>
                    <a:lnTo>
                      <a:pt x="153" y="1047"/>
                    </a:lnTo>
                    <a:lnTo>
                      <a:pt x="153" y="1119"/>
                    </a:lnTo>
                    <a:lnTo>
                      <a:pt x="161" y="1199"/>
                    </a:lnTo>
                    <a:lnTo>
                      <a:pt x="169" y="1279"/>
                    </a:lnTo>
                    <a:lnTo>
                      <a:pt x="169" y="1359"/>
                    </a:lnTo>
                    <a:lnTo>
                      <a:pt x="177" y="1439"/>
                    </a:lnTo>
                    <a:lnTo>
                      <a:pt x="177" y="1519"/>
                    </a:lnTo>
                    <a:lnTo>
                      <a:pt x="185" y="1599"/>
                    </a:lnTo>
                    <a:lnTo>
                      <a:pt x="193" y="1679"/>
                    </a:lnTo>
                    <a:lnTo>
                      <a:pt x="193" y="1751"/>
                    </a:lnTo>
                    <a:lnTo>
                      <a:pt x="201" y="1831"/>
                    </a:lnTo>
                    <a:lnTo>
                      <a:pt x="201" y="1903"/>
                    </a:lnTo>
                    <a:lnTo>
                      <a:pt x="209" y="1983"/>
                    </a:lnTo>
                    <a:lnTo>
                      <a:pt x="217" y="2055"/>
                    </a:lnTo>
                    <a:lnTo>
                      <a:pt x="217" y="2118"/>
                    </a:lnTo>
                    <a:lnTo>
                      <a:pt x="225" y="2190"/>
                    </a:lnTo>
                    <a:lnTo>
                      <a:pt x="225" y="2254"/>
                    </a:lnTo>
                    <a:lnTo>
                      <a:pt x="233" y="2318"/>
                    </a:lnTo>
                    <a:lnTo>
                      <a:pt x="241" y="2374"/>
                    </a:lnTo>
                    <a:lnTo>
                      <a:pt x="241" y="2430"/>
                    </a:lnTo>
                    <a:lnTo>
                      <a:pt x="249" y="2486"/>
                    </a:lnTo>
                    <a:lnTo>
                      <a:pt x="249" y="2534"/>
                    </a:lnTo>
                    <a:lnTo>
                      <a:pt x="257" y="2582"/>
                    </a:lnTo>
                    <a:lnTo>
                      <a:pt x="265" y="2622"/>
                    </a:lnTo>
                    <a:lnTo>
                      <a:pt x="265" y="2662"/>
                    </a:lnTo>
                    <a:lnTo>
                      <a:pt x="273" y="2694"/>
                    </a:lnTo>
                    <a:lnTo>
                      <a:pt x="273" y="2726"/>
                    </a:lnTo>
                    <a:lnTo>
                      <a:pt x="281" y="2750"/>
                    </a:lnTo>
                    <a:lnTo>
                      <a:pt x="289" y="2774"/>
                    </a:lnTo>
                    <a:lnTo>
                      <a:pt x="289" y="2790"/>
                    </a:lnTo>
                    <a:lnTo>
                      <a:pt x="297" y="2806"/>
                    </a:lnTo>
                    <a:lnTo>
                      <a:pt x="297" y="2814"/>
                    </a:lnTo>
                    <a:lnTo>
                      <a:pt x="305" y="2822"/>
                    </a:lnTo>
                    <a:lnTo>
                      <a:pt x="313" y="2814"/>
                    </a:lnTo>
                    <a:lnTo>
                      <a:pt x="321" y="2806"/>
                    </a:lnTo>
                    <a:lnTo>
                      <a:pt x="321" y="2790"/>
                    </a:lnTo>
                    <a:lnTo>
                      <a:pt x="329" y="2774"/>
                    </a:lnTo>
                    <a:lnTo>
                      <a:pt x="337" y="2750"/>
                    </a:lnTo>
                    <a:lnTo>
                      <a:pt x="337" y="2726"/>
                    </a:lnTo>
                    <a:lnTo>
                      <a:pt x="345" y="2694"/>
                    </a:lnTo>
                    <a:lnTo>
                      <a:pt x="345" y="2662"/>
                    </a:lnTo>
                    <a:lnTo>
                      <a:pt x="353" y="2622"/>
                    </a:lnTo>
                    <a:lnTo>
                      <a:pt x="353" y="2574"/>
                    </a:lnTo>
                    <a:lnTo>
                      <a:pt x="361" y="2526"/>
                    </a:lnTo>
                    <a:lnTo>
                      <a:pt x="369" y="2478"/>
                    </a:lnTo>
                    <a:lnTo>
                      <a:pt x="369" y="2422"/>
                    </a:lnTo>
                    <a:lnTo>
                      <a:pt x="377" y="2366"/>
                    </a:lnTo>
                    <a:lnTo>
                      <a:pt x="377" y="2310"/>
                    </a:lnTo>
                    <a:lnTo>
                      <a:pt x="385" y="2246"/>
                    </a:lnTo>
                    <a:lnTo>
                      <a:pt x="393" y="2182"/>
                    </a:lnTo>
                    <a:lnTo>
                      <a:pt x="393" y="2110"/>
                    </a:lnTo>
                    <a:lnTo>
                      <a:pt x="401" y="2047"/>
                    </a:lnTo>
                    <a:lnTo>
                      <a:pt x="401" y="1967"/>
                    </a:lnTo>
                    <a:lnTo>
                      <a:pt x="409" y="1895"/>
                    </a:lnTo>
                    <a:lnTo>
                      <a:pt x="417" y="1823"/>
                    </a:lnTo>
                    <a:lnTo>
                      <a:pt x="417" y="1743"/>
                    </a:lnTo>
                    <a:lnTo>
                      <a:pt x="425" y="1663"/>
                    </a:lnTo>
                    <a:lnTo>
                      <a:pt x="425" y="1591"/>
                    </a:lnTo>
                    <a:lnTo>
                      <a:pt x="433" y="1511"/>
                    </a:lnTo>
                    <a:lnTo>
                      <a:pt x="441" y="1431"/>
                    </a:lnTo>
                    <a:lnTo>
                      <a:pt x="441" y="1351"/>
                    </a:lnTo>
                    <a:lnTo>
                      <a:pt x="449" y="1271"/>
                    </a:lnTo>
                    <a:lnTo>
                      <a:pt x="449" y="1191"/>
                    </a:lnTo>
                    <a:lnTo>
                      <a:pt x="457" y="1111"/>
                    </a:lnTo>
                    <a:lnTo>
                      <a:pt x="465" y="1031"/>
                    </a:lnTo>
                    <a:lnTo>
                      <a:pt x="465" y="959"/>
                    </a:lnTo>
                    <a:lnTo>
                      <a:pt x="473" y="888"/>
                    </a:lnTo>
                    <a:lnTo>
                      <a:pt x="473" y="808"/>
                    </a:lnTo>
                    <a:lnTo>
                      <a:pt x="481" y="744"/>
                    </a:lnTo>
                    <a:lnTo>
                      <a:pt x="489" y="672"/>
                    </a:lnTo>
                    <a:lnTo>
                      <a:pt x="489" y="608"/>
                    </a:lnTo>
                    <a:lnTo>
                      <a:pt x="497" y="544"/>
                    </a:lnTo>
                    <a:lnTo>
                      <a:pt x="497" y="480"/>
                    </a:lnTo>
                    <a:lnTo>
                      <a:pt x="505" y="424"/>
                    </a:lnTo>
                    <a:lnTo>
                      <a:pt x="513" y="368"/>
                    </a:lnTo>
                    <a:lnTo>
                      <a:pt x="513" y="312"/>
                    </a:lnTo>
                    <a:lnTo>
                      <a:pt x="521" y="264"/>
                    </a:lnTo>
                    <a:lnTo>
                      <a:pt x="521" y="224"/>
                    </a:lnTo>
                    <a:lnTo>
                      <a:pt x="529" y="184"/>
                    </a:lnTo>
                    <a:lnTo>
                      <a:pt x="529" y="144"/>
                    </a:lnTo>
                    <a:lnTo>
                      <a:pt x="537" y="112"/>
                    </a:lnTo>
                    <a:lnTo>
                      <a:pt x="545" y="80"/>
                    </a:lnTo>
                    <a:lnTo>
                      <a:pt x="545" y="56"/>
                    </a:lnTo>
                    <a:lnTo>
                      <a:pt x="553" y="40"/>
                    </a:lnTo>
                    <a:lnTo>
                      <a:pt x="553" y="24"/>
                    </a:lnTo>
                    <a:lnTo>
                      <a:pt x="561" y="8"/>
                    </a:lnTo>
                    <a:lnTo>
                      <a:pt x="569" y="0"/>
                    </a:lnTo>
                    <a:lnTo>
                      <a:pt x="577" y="8"/>
                    </a:lnTo>
                    <a:lnTo>
                      <a:pt x="585" y="24"/>
                    </a:lnTo>
                    <a:lnTo>
                      <a:pt x="593" y="40"/>
                    </a:lnTo>
                    <a:lnTo>
                      <a:pt x="593" y="56"/>
                    </a:lnTo>
                    <a:lnTo>
                      <a:pt x="601" y="80"/>
                    </a:lnTo>
                    <a:lnTo>
                      <a:pt x="601" y="112"/>
                    </a:lnTo>
                    <a:lnTo>
                      <a:pt x="609" y="144"/>
                    </a:lnTo>
                    <a:lnTo>
                      <a:pt x="617" y="184"/>
                    </a:lnTo>
                    <a:lnTo>
                      <a:pt x="617" y="224"/>
                    </a:lnTo>
                    <a:lnTo>
                      <a:pt x="625" y="264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98" name="Freeform 30"/>
              <p:cNvSpPr>
                <a:spLocks/>
              </p:cNvSpPr>
              <p:nvPr/>
            </p:nvSpPr>
            <p:spPr bwMode="auto">
              <a:xfrm>
                <a:off x="1838" y="654"/>
                <a:ext cx="617" cy="2822"/>
              </a:xfrm>
              <a:custGeom>
                <a:avLst/>
                <a:gdLst/>
                <a:ahLst/>
                <a:cxnLst>
                  <a:cxn ang="0">
                    <a:pos x="8" y="368"/>
                  </a:cxn>
                  <a:cxn ang="0">
                    <a:pos x="24" y="544"/>
                  </a:cxn>
                  <a:cxn ang="0">
                    <a:pos x="40" y="744"/>
                  </a:cxn>
                  <a:cxn ang="0">
                    <a:pos x="48" y="959"/>
                  </a:cxn>
                  <a:cxn ang="0">
                    <a:pos x="64" y="1191"/>
                  </a:cxn>
                  <a:cxn ang="0">
                    <a:pos x="80" y="1431"/>
                  </a:cxn>
                  <a:cxn ang="0">
                    <a:pos x="96" y="1663"/>
                  </a:cxn>
                  <a:cxn ang="0">
                    <a:pos x="104" y="1895"/>
                  </a:cxn>
                  <a:cxn ang="0">
                    <a:pos x="120" y="2110"/>
                  </a:cxn>
                  <a:cxn ang="0">
                    <a:pos x="136" y="2310"/>
                  </a:cxn>
                  <a:cxn ang="0">
                    <a:pos x="152" y="2478"/>
                  </a:cxn>
                  <a:cxn ang="0">
                    <a:pos x="168" y="2622"/>
                  </a:cxn>
                  <a:cxn ang="0">
                    <a:pos x="176" y="2726"/>
                  </a:cxn>
                  <a:cxn ang="0">
                    <a:pos x="192" y="2790"/>
                  </a:cxn>
                  <a:cxn ang="0">
                    <a:pos x="208" y="2822"/>
                  </a:cxn>
                  <a:cxn ang="0">
                    <a:pos x="224" y="2790"/>
                  </a:cxn>
                  <a:cxn ang="0">
                    <a:pos x="240" y="2726"/>
                  </a:cxn>
                  <a:cxn ang="0">
                    <a:pos x="256" y="2622"/>
                  </a:cxn>
                  <a:cxn ang="0">
                    <a:pos x="272" y="2486"/>
                  </a:cxn>
                  <a:cxn ang="0">
                    <a:pos x="280" y="2318"/>
                  </a:cxn>
                  <a:cxn ang="0">
                    <a:pos x="296" y="2118"/>
                  </a:cxn>
                  <a:cxn ang="0">
                    <a:pos x="312" y="1903"/>
                  </a:cxn>
                  <a:cxn ang="0">
                    <a:pos x="328" y="1679"/>
                  </a:cxn>
                  <a:cxn ang="0">
                    <a:pos x="344" y="1439"/>
                  </a:cxn>
                  <a:cxn ang="0">
                    <a:pos x="352" y="1199"/>
                  </a:cxn>
                  <a:cxn ang="0">
                    <a:pos x="368" y="967"/>
                  </a:cxn>
                  <a:cxn ang="0">
                    <a:pos x="384" y="752"/>
                  </a:cxn>
                  <a:cxn ang="0">
                    <a:pos x="400" y="544"/>
                  </a:cxn>
                  <a:cxn ang="0">
                    <a:pos x="416" y="376"/>
                  </a:cxn>
                  <a:cxn ang="0">
                    <a:pos x="424" y="224"/>
                  </a:cxn>
                  <a:cxn ang="0">
                    <a:pos x="440" y="112"/>
                  </a:cxn>
                  <a:cxn ang="0">
                    <a:pos x="456" y="40"/>
                  </a:cxn>
                  <a:cxn ang="0">
                    <a:pos x="480" y="0"/>
                  </a:cxn>
                  <a:cxn ang="0">
                    <a:pos x="488" y="24"/>
                  </a:cxn>
                  <a:cxn ang="0">
                    <a:pos x="504" y="80"/>
                  </a:cxn>
                  <a:cxn ang="0">
                    <a:pos x="521" y="176"/>
                  </a:cxn>
                  <a:cxn ang="0">
                    <a:pos x="529" y="312"/>
                  </a:cxn>
                  <a:cxn ang="0">
                    <a:pos x="545" y="472"/>
                  </a:cxn>
                  <a:cxn ang="0">
                    <a:pos x="561" y="664"/>
                  </a:cxn>
                  <a:cxn ang="0">
                    <a:pos x="577" y="880"/>
                  </a:cxn>
                  <a:cxn ang="0">
                    <a:pos x="593" y="1103"/>
                  </a:cxn>
                  <a:cxn ang="0">
                    <a:pos x="601" y="1343"/>
                  </a:cxn>
                </a:cxnLst>
                <a:rect l="0" t="0" r="r" b="b"/>
                <a:pathLst>
                  <a:path w="617" h="2822">
                    <a:moveTo>
                      <a:pt x="0" y="264"/>
                    </a:moveTo>
                    <a:lnTo>
                      <a:pt x="0" y="312"/>
                    </a:lnTo>
                    <a:lnTo>
                      <a:pt x="8" y="368"/>
                    </a:lnTo>
                    <a:lnTo>
                      <a:pt x="16" y="424"/>
                    </a:lnTo>
                    <a:lnTo>
                      <a:pt x="16" y="480"/>
                    </a:lnTo>
                    <a:lnTo>
                      <a:pt x="24" y="544"/>
                    </a:lnTo>
                    <a:lnTo>
                      <a:pt x="24" y="608"/>
                    </a:lnTo>
                    <a:lnTo>
                      <a:pt x="32" y="672"/>
                    </a:lnTo>
                    <a:lnTo>
                      <a:pt x="40" y="744"/>
                    </a:lnTo>
                    <a:lnTo>
                      <a:pt x="40" y="808"/>
                    </a:lnTo>
                    <a:lnTo>
                      <a:pt x="48" y="888"/>
                    </a:lnTo>
                    <a:lnTo>
                      <a:pt x="48" y="959"/>
                    </a:lnTo>
                    <a:lnTo>
                      <a:pt x="56" y="1031"/>
                    </a:lnTo>
                    <a:lnTo>
                      <a:pt x="64" y="1111"/>
                    </a:lnTo>
                    <a:lnTo>
                      <a:pt x="64" y="1191"/>
                    </a:lnTo>
                    <a:lnTo>
                      <a:pt x="72" y="1271"/>
                    </a:lnTo>
                    <a:lnTo>
                      <a:pt x="72" y="1351"/>
                    </a:lnTo>
                    <a:lnTo>
                      <a:pt x="80" y="1431"/>
                    </a:lnTo>
                    <a:lnTo>
                      <a:pt x="88" y="1511"/>
                    </a:lnTo>
                    <a:lnTo>
                      <a:pt x="88" y="1591"/>
                    </a:lnTo>
                    <a:lnTo>
                      <a:pt x="96" y="1663"/>
                    </a:lnTo>
                    <a:lnTo>
                      <a:pt x="96" y="1743"/>
                    </a:lnTo>
                    <a:lnTo>
                      <a:pt x="104" y="1823"/>
                    </a:lnTo>
                    <a:lnTo>
                      <a:pt x="104" y="1895"/>
                    </a:lnTo>
                    <a:lnTo>
                      <a:pt x="112" y="1967"/>
                    </a:lnTo>
                    <a:lnTo>
                      <a:pt x="120" y="2047"/>
                    </a:lnTo>
                    <a:lnTo>
                      <a:pt x="120" y="2110"/>
                    </a:lnTo>
                    <a:lnTo>
                      <a:pt x="128" y="2182"/>
                    </a:lnTo>
                    <a:lnTo>
                      <a:pt x="128" y="2246"/>
                    </a:lnTo>
                    <a:lnTo>
                      <a:pt x="136" y="2310"/>
                    </a:lnTo>
                    <a:lnTo>
                      <a:pt x="144" y="2366"/>
                    </a:lnTo>
                    <a:lnTo>
                      <a:pt x="144" y="2422"/>
                    </a:lnTo>
                    <a:lnTo>
                      <a:pt x="152" y="2478"/>
                    </a:lnTo>
                    <a:lnTo>
                      <a:pt x="152" y="2526"/>
                    </a:lnTo>
                    <a:lnTo>
                      <a:pt x="160" y="2574"/>
                    </a:lnTo>
                    <a:lnTo>
                      <a:pt x="168" y="2622"/>
                    </a:lnTo>
                    <a:lnTo>
                      <a:pt x="168" y="2662"/>
                    </a:lnTo>
                    <a:lnTo>
                      <a:pt x="176" y="2694"/>
                    </a:lnTo>
                    <a:lnTo>
                      <a:pt x="176" y="2726"/>
                    </a:lnTo>
                    <a:lnTo>
                      <a:pt x="184" y="2750"/>
                    </a:lnTo>
                    <a:lnTo>
                      <a:pt x="192" y="2774"/>
                    </a:lnTo>
                    <a:lnTo>
                      <a:pt x="192" y="2790"/>
                    </a:lnTo>
                    <a:lnTo>
                      <a:pt x="200" y="2806"/>
                    </a:lnTo>
                    <a:lnTo>
                      <a:pt x="200" y="2814"/>
                    </a:lnTo>
                    <a:lnTo>
                      <a:pt x="208" y="2822"/>
                    </a:lnTo>
                    <a:lnTo>
                      <a:pt x="216" y="2814"/>
                    </a:lnTo>
                    <a:lnTo>
                      <a:pt x="224" y="2806"/>
                    </a:lnTo>
                    <a:lnTo>
                      <a:pt x="224" y="2790"/>
                    </a:lnTo>
                    <a:lnTo>
                      <a:pt x="232" y="2774"/>
                    </a:lnTo>
                    <a:lnTo>
                      <a:pt x="240" y="2750"/>
                    </a:lnTo>
                    <a:lnTo>
                      <a:pt x="240" y="2726"/>
                    </a:lnTo>
                    <a:lnTo>
                      <a:pt x="248" y="2694"/>
                    </a:lnTo>
                    <a:lnTo>
                      <a:pt x="248" y="2662"/>
                    </a:lnTo>
                    <a:lnTo>
                      <a:pt x="256" y="2622"/>
                    </a:lnTo>
                    <a:lnTo>
                      <a:pt x="264" y="2582"/>
                    </a:lnTo>
                    <a:lnTo>
                      <a:pt x="264" y="2534"/>
                    </a:lnTo>
                    <a:lnTo>
                      <a:pt x="272" y="2486"/>
                    </a:lnTo>
                    <a:lnTo>
                      <a:pt x="272" y="2430"/>
                    </a:lnTo>
                    <a:lnTo>
                      <a:pt x="280" y="2374"/>
                    </a:lnTo>
                    <a:lnTo>
                      <a:pt x="280" y="2318"/>
                    </a:lnTo>
                    <a:lnTo>
                      <a:pt x="288" y="2254"/>
                    </a:lnTo>
                    <a:lnTo>
                      <a:pt x="296" y="2190"/>
                    </a:lnTo>
                    <a:lnTo>
                      <a:pt x="296" y="2118"/>
                    </a:lnTo>
                    <a:lnTo>
                      <a:pt x="304" y="2055"/>
                    </a:lnTo>
                    <a:lnTo>
                      <a:pt x="304" y="1983"/>
                    </a:lnTo>
                    <a:lnTo>
                      <a:pt x="312" y="1903"/>
                    </a:lnTo>
                    <a:lnTo>
                      <a:pt x="320" y="1831"/>
                    </a:lnTo>
                    <a:lnTo>
                      <a:pt x="320" y="1751"/>
                    </a:lnTo>
                    <a:lnTo>
                      <a:pt x="328" y="1679"/>
                    </a:lnTo>
                    <a:lnTo>
                      <a:pt x="328" y="1599"/>
                    </a:lnTo>
                    <a:lnTo>
                      <a:pt x="336" y="1519"/>
                    </a:lnTo>
                    <a:lnTo>
                      <a:pt x="344" y="1439"/>
                    </a:lnTo>
                    <a:lnTo>
                      <a:pt x="344" y="1359"/>
                    </a:lnTo>
                    <a:lnTo>
                      <a:pt x="352" y="1279"/>
                    </a:lnTo>
                    <a:lnTo>
                      <a:pt x="352" y="1199"/>
                    </a:lnTo>
                    <a:lnTo>
                      <a:pt x="360" y="1119"/>
                    </a:lnTo>
                    <a:lnTo>
                      <a:pt x="368" y="1047"/>
                    </a:lnTo>
                    <a:lnTo>
                      <a:pt x="368" y="967"/>
                    </a:lnTo>
                    <a:lnTo>
                      <a:pt x="376" y="896"/>
                    </a:lnTo>
                    <a:lnTo>
                      <a:pt x="376" y="816"/>
                    </a:lnTo>
                    <a:lnTo>
                      <a:pt x="384" y="752"/>
                    </a:lnTo>
                    <a:lnTo>
                      <a:pt x="392" y="680"/>
                    </a:lnTo>
                    <a:lnTo>
                      <a:pt x="392" y="616"/>
                    </a:lnTo>
                    <a:lnTo>
                      <a:pt x="400" y="544"/>
                    </a:lnTo>
                    <a:lnTo>
                      <a:pt x="400" y="488"/>
                    </a:lnTo>
                    <a:lnTo>
                      <a:pt x="408" y="424"/>
                    </a:lnTo>
                    <a:lnTo>
                      <a:pt x="416" y="376"/>
                    </a:lnTo>
                    <a:lnTo>
                      <a:pt x="416" y="320"/>
                    </a:lnTo>
                    <a:lnTo>
                      <a:pt x="424" y="272"/>
                    </a:lnTo>
                    <a:lnTo>
                      <a:pt x="424" y="224"/>
                    </a:lnTo>
                    <a:lnTo>
                      <a:pt x="432" y="184"/>
                    </a:lnTo>
                    <a:lnTo>
                      <a:pt x="440" y="144"/>
                    </a:lnTo>
                    <a:lnTo>
                      <a:pt x="440" y="112"/>
                    </a:lnTo>
                    <a:lnTo>
                      <a:pt x="448" y="88"/>
                    </a:lnTo>
                    <a:lnTo>
                      <a:pt x="448" y="64"/>
                    </a:lnTo>
                    <a:lnTo>
                      <a:pt x="456" y="40"/>
                    </a:lnTo>
                    <a:lnTo>
                      <a:pt x="464" y="24"/>
                    </a:lnTo>
                    <a:lnTo>
                      <a:pt x="464" y="16"/>
                    </a:lnTo>
                    <a:lnTo>
                      <a:pt x="480" y="0"/>
                    </a:lnTo>
                    <a:lnTo>
                      <a:pt x="472" y="0"/>
                    </a:lnTo>
                    <a:lnTo>
                      <a:pt x="480" y="8"/>
                    </a:lnTo>
                    <a:lnTo>
                      <a:pt x="488" y="24"/>
                    </a:lnTo>
                    <a:lnTo>
                      <a:pt x="496" y="32"/>
                    </a:lnTo>
                    <a:lnTo>
                      <a:pt x="496" y="56"/>
                    </a:lnTo>
                    <a:lnTo>
                      <a:pt x="504" y="80"/>
                    </a:lnTo>
                    <a:lnTo>
                      <a:pt x="504" y="104"/>
                    </a:lnTo>
                    <a:lnTo>
                      <a:pt x="512" y="136"/>
                    </a:lnTo>
                    <a:lnTo>
                      <a:pt x="521" y="176"/>
                    </a:lnTo>
                    <a:lnTo>
                      <a:pt x="521" y="216"/>
                    </a:lnTo>
                    <a:lnTo>
                      <a:pt x="529" y="264"/>
                    </a:lnTo>
                    <a:lnTo>
                      <a:pt x="529" y="312"/>
                    </a:lnTo>
                    <a:lnTo>
                      <a:pt x="537" y="360"/>
                    </a:lnTo>
                    <a:lnTo>
                      <a:pt x="545" y="416"/>
                    </a:lnTo>
                    <a:lnTo>
                      <a:pt x="545" y="472"/>
                    </a:lnTo>
                    <a:lnTo>
                      <a:pt x="553" y="536"/>
                    </a:lnTo>
                    <a:lnTo>
                      <a:pt x="553" y="600"/>
                    </a:lnTo>
                    <a:lnTo>
                      <a:pt x="561" y="664"/>
                    </a:lnTo>
                    <a:lnTo>
                      <a:pt x="569" y="736"/>
                    </a:lnTo>
                    <a:lnTo>
                      <a:pt x="569" y="800"/>
                    </a:lnTo>
                    <a:lnTo>
                      <a:pt x="577" y="880"/>
                    </a:lnTo>
                    <a:lnTo>
                      <a:pt x="577" y="951"/>
                    </a:lnTo>
                    <a:lnTo>
                      <a:pt x="585" y="1023"/>
                    </a:lnTo>
                    <a:lnTo>
                      <a:pt x="593" y="1103"/>
                    </a:lnTo>
                    <a:lnTo>
                      <a:pt x="593" y="1183"/>
                    </a:lnTo>
                    <a:lnTo>
                      <a:pt x="601" y="1263"/>
                    </a:lnTo>
                    <a:lnTo>
                      <a:pt x="601" y="1343"/>
                    </a:lnTo>
                    <a:lnTo>
                      <a:pt x="609" y="1423"/>
                    </a:lnTo>
                    <a:lnTo>
                      <a:pt x="617" y="1503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199" name="Freeform 31"/>
              <p:cNvSpPr>
                <a:spLocks/>
              </p:cNvSpPr>
              <p:nvPr/>
            </p:nvSpPr>
            <p:spPr bwMode="auto">
              <a:xfrm>
                <a:off x="2455" y="654"/>
                <a:ext cx="608" cy="2822"/>
              </a:xfrm>
              <a:custGeom>
                <a:avLst/>
                <a:gdLst/>
                <a:ahLst/>
                <a:cxnLst>
                  <a:cxn ang="0">
                    <a:pos x="8" y="1655"/>
                  </a:cxn>
                  <a:cxn ang="0">
                    <a:pos x="24" y="1887"/>
                  </a:cxn>
                  <a:cxn ang="0">
                    <a:pos x="32" y="2102"/>
                  </a:cxn>
                  <a:cxn ang="0">
                    <a:pos x="48" y="2302"/>
                  </a:cxn>
                  <a:cxn ang="0">
                    <a:pos x="64" y="2470"/>
                  </a:cxn>
                  <a:cxn ang="0">
                    <a:pos x="80" y="2614"/>
                  </a:cxn>
                  <a:cxn ang="0">
                    <a:pos x="88" y="2718"/>
                  </a:cxn>
                  <a:cxn ang="0">
                    <a:pos x="104" y="2790"/>
                  </a:cxn>
                  <a:cxn ang="0">
                    <a:pos x="120" y="2822"/>
                  </a:cxn>
                  <a:cxn ang="0">
                    <a:pos x="136" y="2798"/>
                  </a:cxn>
                  <a:cxn ang="0">
                    <a:pos x="152" y="2734"/>
                  </a:cxn>
                  <a:cxn ang="0">
                    <a:pos x="168" y="2630"/>
                  </a:cxn>
                  <a:cxn ang="0">
                    <a:pos x="184" y="2494"/>
                  </a:cxn>
                  <a:cxn ang="0">
                    <a:pos x="200" y="2326"/>
                  </a:cxn>
                  <a:cxn ang="0">
                    <a:pos x="208" y="2126"/>
                  </a:cxn>
                  <a:cxn ang="0">
                    <a:pos x="224" y="1911"/>
                  </a:cxn>
                  <a:cxn ang="0">
                    <a:pos x="240" y="1687"/>
                  </a:cxn>
                  <a:cxn ang="0">
                    <a:pos x="256" y="1447"/>
                  </a:cxn>
                  <a:cxn ang="0">
                    <a:pos x="264" y="1207"/>
                  </a:cxn>
                  <a:cxn ang="0">
                    <a:pos x="280" y="975"/>
                  </a:cxn>
                  <a:cxn ang="0">
                    <a:pos x="296" y="760"/>
                  </a:cxn>
                  <a:cxn ang="0">
                    <a:pos x="312" y="552"/>
                  </a:cxn>
                  <a:cxn ang="0">
                    <a:pos x="328" y="376"/>
                  </a:cxn>
                  <a:cxn ang="0">
                    <a:pos x="336" y="232"/>
                  </a:cxn>
                  <a:cxn ang="0">
                    <a:pos x="352" y="120"/>
                  </a:cxn>
                  <a:cxn ang="0">
                    <a:pos x="368" y="40"/>
                  </a:cxn>
                  <a:cxn ang="0">
                    <a:pos x="392" y="0"/>
                  </a:cxn>
                  <a:cxn ang="0">
                    <a:pos x="400" y="8"/>
                  </a:cxn>
                  <a:cxn ang="0">
                    <a:pos x="408" y="56"/>
                  </a:cxn>
                  <a:cxn ang="0">
                    <a:pos x="424" y="136"/>
                  </a:cxn>
                  <a:cxn ang="0">
                    <a:pos x="440" y="256"/>
                  </a:cxn>
                  <a:cxn ang="0">
                    <a:pos x="456" y="408"/>
                  </a:cxn>
                  <a:cxn ang="0">
                    <a:pos x="464" y="592"/>
                  </a:cxn>
                  <a:cxn ang="0">
                    <a:pos x="480" y="792"/>
                  </a:cxn>
                  <a:cxn ang="0">
                    <a:pos x="496" y="1015"/>
                  </a:cxn>
                  <a:cxn ang="0">
                    <a:pos x="512" y="1255"/>
                  </a:cxn>
                  <a:cxn ang="0">
                    <a:pos x="528" y="1487"/>
                  </a:cxn>
                  <a:cxn ang="0">
                    <a:pos x="536" y="1727"/>
                  </a:cxn>
                  <a:cxn ang="0">
                    <a:pos x="552" y="1951"/>
                  </a:cxn>
                  <a:cxn ang="0">
                    <a:pos x="568" y="2166"/>
                  </a:cxn>
                  <a:cxn ang="0">
                    <a:pos x="584" y="2358"/>
                  </a:cxn>
                  <a:cxn ang="0">
                    <a:pos x="600" y="2518"/>
                  </a:cxn>
                </a:cxnLst>
                <a:rect l="0" t="0" r="r" b="b"/>
                <a:pathLst>
                  <a:path w="608" h="2822">
                    <a:moveTo>
                      <a:pt x="0" y="1503"/>
                    </a:moveTo>
                    <a:lnTo>
                      <a:pt x="0" y="1575"/>
                    </a:lnTo>
                    <a:lnTo>
                      <a:pt x="8" y="1655"/>
                    </a:lnTo>
                    <a:lnTo>
                      <a:pt x="8" y="1735"/>
                    </a:lnTo>
                    <a:lnTo>
                      <a:pt x="16" y="1815"/>
                    </a:lnTo>
                    <a:lnTo>
                      <a:pt x="24" y="1887"/>
                    </a:lnTo>
                    <a:lnTo>
                      <a:pt x="24" y="1959"/>
                    </a:lnTo>
                    <a:lnTo>
                      <a:pt x="32" y="2039"/>
                    </a:lnTo>
                    <a:lnTo>
                      <a:pt x="32" y="2102"/>
                    </a:lnTo>
                    <a:lnTo>
                      <a:pt x="40" y="2174"/>
                    </a:lnTo>
                    <a:lnTo>
                      <a:pt x="48" y="2238"/>
                    </a:lnTo>
                    <a:lnTo>
                      <a:pt x="48" y="2302"/>
                    </a:lnTo>
                    <a:lnTo>
                      <a:pt x="56" y="2366"/>
                    </a:lnTo>
                    <a:lnTo>
                      <a:pt x="56" y="2422"/>
                    </a:lnTo>
                    <a:lnTo>
                      <a:pt x="64" y="2470"/>
                    </a:lnTo>
                    <a:lnTo>
                      <a:pt x="64" y="2526"/>
                    </a:lnTo>
                    <a:lnTo>
                      <a:pt x="72" y="2574"/>
                    </a:lnTo>
                    <a:lnTo>
                      <a:pt x="80" y="2614"/>
                    </a:lnTo>
                    <a:lnTo>
                      <a:pt x="80" y="2654"/>
                    </a:lnTo>
                    <a:lnTo>
                      <a:pt x="88" y="2686"/>
                    </a:lnTo>
                    <a:lnTo>
                      <a:pt x="88" y="2718"/>
                    </a:lnTo>
                    <a:lnTo>
                      <a:pt x="96" y="2750"/>
                    </a:lnTo>
                    <a:lnTo>
                      <a:pt x="104" y="2774"/>
                    </a:lnTo>
                    <a:lnTo>
                      <a:pt x="104" y="2790"/>
                    </a:lnTo>
                    <a:lnTo>
                      <a:pt x="112" y="2806"/>
                    </a:lnTo>
                    <a:lnTo>
                      <a:pt x="112" y="2814"/>
                    </a:lnTo>
                    <a:lnTo>
                      <a:pt x="120" y="2822"/>
                    </a:lnTo>
                    <a:lnTo>
                      <a:pt x="128" y="2814"/>
                    </a:lnTo>
                    <a:lnTo>
                      <a:pt x="136" y="2806"/>
                    </a:lnTo>
                    <a:lnTo>
                      <a:pt x="136" y="2798"/>
                    </a:lnTo>
                    <a:lnTo>
                      <a:pt x="144" y="2774"/>
                    </a:lnTo>
                    <a:lnTo>
                      <a:pt x="152" y="2758"/>
                    </a:lnTo>
                    <a:lnTo>
                      <a:pt x="152" y="2734"/>
                    </a:lnTo>
                    <a:lnTo>
                      <a:pt x="160" y="2702"/>
                    </a:lnTo>
                    <a:lnTo>
                      <a:pt x="160" y="2670"/>
                    </a:lnTo>
                    <a:lnTo>
                      <a:pt x="168" y="2630"/>
                    </a:lnTo>
                    <a:lnTo>
                      <a:pt x="176" y="2590"/>
                    </a:lnTo>
                    <a:lnTo>
                      <a:pt x="176" y="2542"/>
                    </a:lnTo>
                    <a:lnTo>
                      <a:pt x="184" y="2494"/>
                    </a:lnTo>
                    <a:lnTo>
                      <a:pt x="184" y="2438"/>
                    </a:lnTo>
                    <a:lnTo>
                      <a:pt x="192" y="2382"/>
                    </a:lnTo>
                    <a:lnTo>
                      <a:pt x="200" y="2326"/>
                    </a:lnTo>
                    <a:lnTo>
                      <a:pt x="200" y="2262"/>
                    </a:lnTo>
                    <a:lnTo>
                      <a:pt x="208" y="2198"/>
                    </a:lnTo>
                    <a:lnTo>
                      <a:pt x="208" y="2126"/>
                    </a:lnTo>
                    <a:lnTo>
                      <a:pt x="216" y="2063"/>
                    </a:lnTo>
                    <a:lnTo>
                      <a:pt x="224" y="1991"/>
                    </a:lnTo>
                    <a:lnTo>
                      <a:pt x="224" y="1911"/>
                    </a:lnTo>
                    <a:lnTo>
                      <a:pt x="232" y="1839"/>
                    </a:lnTo>
                    <a:lnTo>
                      <a:pt x="232" y="1759"/>
                    </a:lnTo>
                    <a:lnTo>
                      <a:pt x="240" y="1687"/>
                    </a:lnTo>
                    <a:lnTo>
                      <a:pt x="240" y="1607"/>
                    </a:lnTo>
                    <a:lnTo>
                      <a:pt x="248" y="1527"/>
                    </a:lnTo>
                    <a:lnTo>
                      <a:pt x="256" y="1447"/>
                    </a:lnTo>
                    <a:lnTo>
                      <a:pt x="256" y="1367"/>
                    </a:lnTo>
                    <a:lnTo>
                      <a:pt x="264" y="1287"/>
                    </a:lnTo>
                    <a:lnTo>
                      <a:pt x="264" y="1207"/>
                    </a:lnTo>
                    <a:lnTo>
                      <a:pt x="272" y="1127"/>
                    </a:lnTo>
                    <a:lnTo>
                      <a:pt x="280" y="1055"/>
                    </a:lnTo>
                    <a:lnTo>
                      <a:pt x="280" y="975"/>
                    </a:lnTo>
                    <a:lnTo>
                      <a:pt x="288" y="904"/>
                    </a:lnTo>
                    <a:lnTo>
                      <a:pt x="288" y="824"/>
                    </a:lnTo>
                    <a:lnTo>
                      <a:pt x="296" y="760"/>
                    </a:lnTo>
                    <a:lnTo>
                      <a:pt x="304" y="688"/>
                    </a:lnTo>
                    <a:lnTo>
                      <a:pt x="304" y="616"/>
                    </a:lnTo>
                    <a:lnTo>
                      <a:pt x="312" y="552"/>
                    </a:lnTo>
                    <a:lnTo>
                      <a:pt x="312" y="496"/>
                    </a:lnTo>
                    <a:lnTo>
                      <a:pt x="320" y="432"/>
                    </a:lnTo>
                    <a:lnTo>
                      <a:pt x="328" y="376"/>
                    </a:lnTo>
                    <a:lnTo>
                      <a:pt x="328" y="328"/>
                    </a:lnTo>
                    <a:lnTo>
                      <a:pt x="336" y="280"/>
                    </a:lnTo>
                    <a:lnTo>
                      <a:pt x="336" y="232"/>
                    </a:lnTo>
                    <a:lnTo>
                      <a:pt x="344" y="192"/>
                    </a:lnTo>
                    <a:lnTo>
                      <a:pt x="352" y="152"/>
                    </a:lnTo>
                    <a:lnTo>
                      <a:pt x="352" y="120"/>
                    </a:lnTo>
                    <a:lnTo>
                      <a:pt x="360" y="88"/>
                    </a:lnTo>
                    <a:lnTo>
                      <a:pt x="360" y="64"/>
                    </a:lnTo>
                    <a:lnTo>
                      <a:pt x="368" y="40"/>
                    </a:lnTo>
                    <a:lnTo>
                      <a:pt x="376" y="24"/>
                    </a:lnTo>
                    <a:lnTo>
                      <a:pt x="376" y="16"/>
                    </a:lnTo>
                    <a:lnTo>
                      <a:pt x="392" y="0"/>
                    </a:lnTo>
                    <a:lnTo>
                      <a:pt x="384" y="0"/>
                    </a:lnTo>
                    <a:lnTo>
                      <a:pt x="392" y="0"/>
                    </a:lnTo>
                    <a:lnTo>
                      <a:pt x="400" y="8"/>
                    </a:lnTo>
                    <a:lnTo>
                      <a:pt x="400" y="16"/>
                    </a:lnTo>
                    <a:lnTo>
                      <a:pt x="408" y="32"/>
                    </a:lnTo>
                    <a:lnTo>
                      <a:pt x="408" y="56"/>
                    </a:lnTo>
                    <a:lnTo>
                      <a:pt x="416" y="80"/>
                    </a:lnTo>
                    <a:lnTo>
                      <a:pt x="424" y="104"/>
                    </a:lnTo>
                    <a:lnTo>
                      <a:pt x="424" y="136"/>
                    </a:lnTo>
                    <a:lnTo>
                      <a:pt x="432" y="176"/>
                    </a:lnTo>
                    <a:lnTo>
                      <a:pt x="432" y="216"/>
                    </a:lnTo>
                    <a:lnTo>
                      <a:pt x="440" y="256"/>
                    </a:lnTo>
                    <a:lnTo>
                      <a:pt x="440" y="304"/>
                    </a:lnTo>
                    <a:lnTo>
                      <a:pt x="448" y="352"/>
                    </a:lnTo>
                    <a:lnTo>
                      <a:pt x="456" y="408"/>
                    </a:lnTo>
                    <a:lnTo>
                      <a:pt x="456" y="464"/>
                    </a:lnTo>
                    <a:lnTo>
                      <a:pt x="464" y="528"/>
                    </a:lnTo>
                    <a:lnTo>
                      <a:pt x="464" y="592"/>
                    </a:lnTo>
                    <a:lnTo>
                      <a:pt x="472" y="656"/>
                    </a:lnTo>
                    <a:lnTo>
                      <a:pt x="480" y="728"/>
                    </a:lnTo>
                    <a:lnTo>
                      <a:pt x="480" y="792"/>
                    </a:lnTo>
                    <a:lnTo>
                      <a:pt x="488" y="872"/>
                    </a:lnTo>
                    <a:lnTo>
                      <a:pt x="488" y="943"/>
                    </a:lnTo>
                    <a:lnTo>
                      <a:pt x="496" y="1015"/>
                    </a:lnTo>
                    <a:lnTo>
                      <a:pt x="504" y="1095"/>
                    </a:lnTo>
                    <a:lnTo>
                      <a:pt x="504" y="1175"/>
                    </a:lnTo>
                    <a:lnTo>
                      <a:pt x="512" y="1255"/>
                    </a:lnTo>
                    <a:lnTo>
                      <a:pt x="512" y="1335"/>
                    </a:lnTo>
                    <a:lnTo>
                      <a:pt x="520" y="1407"/>
                    </a:lnTo>
                    <a:lnTo>
                      <a:pt x="528" y="1487"/>
                    </a:lnTo>
                    <a:lnTo>
                      <a:pt x="528" y="1567"/>
                    </a:lnTo>
                    <a:lnTo>
                      <a:pt x="536" y="1647"/>
                    </a:lnTo>
                    <a:lnTo>
                      <a:pt x="536" y="1727"/>
                    </a:lnTo>
                    <a:lnTo>
                      <a:pt x="544" y="1807"/>
                    </a:lnTo>
                    <a:lnTo>
                      <a:pt x="552" y="1879"/>
                    </a:lnTo>
                    <a:lnTo>
                      <a:pt x="552" y="1951"/>
                    </a:lnTo>
                    <a:lnTo>
                      <a:pt x="560" y="2031"/>
                    </a:lnTo>
                    <a:lnTo>
                      <a:pt x="560" y="2094"/>
                    </a:lnTo>
                    <a:lnTo>
                      <a:pt x="568" y="2166"/>
                    </a:lnTo>
                    <a:lnTo>
                      <a:pt x="576" y="2230"/>
                    </a:lnTo>
                    <a:lnTo>
                      <a:pt x="576" y="2294"/>
                    </a:lnTo>
                    <a:lnTo>
                      <a:pt x="584" y="2358"/>
                    </a:lnTo>
                    <a:lnTo>
                      <a:pt x="584" y="2414"/>
                    </a:lnTo>
                    <a:lnTo>
                      <a:pt x="592" y="2470"/>
                    </a:lnTo>
                    <a:lnTo>
                      <a:pt x="600" y="2518"/>
                    </a:lnTo>
                    <a:lnTo>
                      <a:pt x="600" y="2566"/>
                    </a:lnTo>
                    <a:lnTo>
                      <a:pt x="608" y="2606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200" name="Freeform 32"/>
              <p:cNvSpPr>
                <a:spLocks/>
              </p:cNvSpPr>
              <p:nvPr/>
            </p:nvSpPr>
            <p:spPr bwMode="auto">
              <a:xfrm>
                <a:off x="3063" y="654"/>
                <a:ext cx="609" cy="2822"/>
              </a:xfrm>
              <a:custGeom>
                <a:avLst/>
                <a:gdLst/>
                <a:ahLst/>
                <a:cxnLst>
                  <a:cxn ang="0">
                    <a:pos x="8" y="2686"/>
                  </a:cxn>
                  <a:cxn ang="0">
                    <a:pos x="24" y="2766"/>
                  </a:cxn>
                  <a:cxn ang="0">
                    <a:pos x="32" y="2814"/>
                  </a:cxn>
                  <a:cxn ang="0">
                    <a:pos x="56" y="2806"/>
                  </a:cxn>
                  <a:cxn ang="0">
                    <a:pos x="72" y="2758"/>
                  </a:cxn>
                  <a:cxn ang="0">
                    <a:pos x="80" y="2670"/>
                  </a:cxn>
                  <a:cxn ang="0">
                    <a:pos x="96" y="2542"/>
                  </a:cxn>
                  <a:cxn ang="0">
                    <a:pos x="112" y="2390"/>
                  </a:cxn>
                  <a:cxn ang="0">
                    <a:pos x="128" y="2206"/>
                  </a:cxn>
                  <a:cxn ang="0">
                    <a:pos x="144" y="1999"/>
                  </a:cxn>
                  <a:cxn ang="0">
                    <a:pos x="152" y="1767"/>
                  </a:cxn>
                  <a:cxn ang="0">
                    <a:pos x="168" y="1535"/>
                  </a:cxn>
                  <a:cxn ang="0">
                    <a:pos x="184" y="1295"/>
                  </a:cxn>
                  <a:cxn ang="0">
                    <a:pos x="200" y="1063"/>
                  </a:cxn>
                  <a:cxn ang="0">
                    <a:pos x="208" y="832"/>
                  </a:cxn>
                  <a:cxn ang="0">
                    <a:pos x="224" y="624"/>
                  </a:cxn>
                  <a:cxn ang="0">
                    <a:pos x="240" y="440"/>
                  </a:cxn>
                  <a:cxn ang="0">
                    <a:pos x="256" y="280"/>
                  </a:cxn>
                  <a:cxn ang="0">
                    <a:pos x="272" y="152"/>
                  </a:cxn>
                  <a:cxn ang="0">
                    <a:pos x="280" y="64"/>
                  </a:cxn>
                  <a:cxn ang="0">
                    <a:pos x="296" y="16"/>
                  </a:cxn>
                  <a:cxn ang="0">
                    <a:pos x="312" y="0"/>
                  </a:cxn>
                  <a:cxn ang="0">
                    <a:pos x="329" y="32"/>
                  </a:cxn>
                  <a:cxn ang="0">
                    <a:pos x="345" y="104"/>
                  </a:cxn>
                  <a:cxn ang="0">
                    <a:pos x="353" y="208"/>
                  </a:cxn>
                  <a:cxn ang="0">
                    <a:pos x="369" y="352"/>
                  </a:cxn>
                  <a:cxn ang="0">
                    <a:pos x="385" y="520"/>
                  </a:cxn>
                  <a:cxn ang="0">
                    <a:pos x="401" y="720"/>
                  </a:cxn>
                  <a:cxn ang="0">
                    <a:pos x="409" y="935"/>
                  </a:cxn>
                  <a:cxn ang="0">
                    <a:pos x="425" y="1167"/>
                  </a:cxn>
                  <a:cxn ang="0">
                    <a:pos x="441" y="1399"/>
                  </a:cxn>
                  <a:cxn ang="0">
                    <a:pos x="457" y="1639"/>
                  </a:cxn>
                  <a:cxn ang="0">
                    <a:pos x="473" y="1871"/>
                  </a:cxn>
                  <a:cxn ang="0">
                    <a:pos x="481" y="2086"/>
                  </a:cxn>
                  <a:cxn ang="0">
                    <a:pos x="497" y="2286"/>
                  </a:cxn>
                  <a:cxn ang="0">
                    <a:pos x="513" y="2462"/>
                  </a:cxn>
                  <a:cxn ang="0">
                    <a:pos x="529" y="2606"/>
                  </a:cxn>
                  <a:cxn ang="0">
                    <a:pos x="545" y="2718"/>
                  </a:cxn>
                  <a:cxn ang="0">
                    <a:pos x="553" y="2790"/>
                  </a:cxn>
                  <a:cxn ang="0">
                    <a:pos x="569" y="2822"/>
                  </a:cxn>
                  <a:cxn ang="0">
                    <a:pos x="585" y="2798"/>
                  </a:cxn>
                  <a:cxn ang="0">
                    <a:pos x="601" y="2734"/>
                  </a:cxn>
                </a:cxnLst>
                <a:rect l="0" t="0" r="r" b="b"/>
                <a:pathLst>
                  <a:path w="609" h="2822">
                    <a:moveTo>
                      <a:pt x="0" y="2606"/>
                    </a:moveTo>
                    <a:lnTo>
                      <a:pt x="0" y="2646"/>
                    </a:lnTo>
                    <a:lnTo>
                      <a:pt x="8" y="2686"/>
                    </a:lnTo>
                    <a:lnTo>
                      <a:pt x="8" y="2718"/>
                    </a:lnTo>
                    <a:lnTo>
                      <a:pt x="16" y="2742"/>
                    </a:lnTo>
                    <a:lnTo>
                      <a:pt x="24" y="2766"/>
                    </a:lnTo>
                    <a:lnTo>
                      <a:pt x="24" y="2790"/>
                    </a:lnTo>
                    <a:lnTo>
                      <a:pt x="32" y="2806"/>
                    </a:lnTo>
                    <a:lnTo>
                      <a:pt x="32" y="2814"/>
                    </a:lnTo>
                    <a:lnTo>
                      <a:pt x="40" y="2822"/>
                    </a:lnTo>
                    <a:lnTo>
                      <a:pt x="48" y="2814"/>
                    </a:lnTo>
                    <a:lnTo>
                      <a:pt x="56" y="2806"/>
                    </a:lnTo>
                    <a:lnTo>
                      <a:pt x="56" y="2798"/>
                    </a:lnTo>
                    <a:lnTo>
                      <a:pt x="64" y="2782"/>
                    </a:lnTo>
                    <a:lnTo>
                      <a:pt x="72" y="2758"/>
                    </a:lnTo>
                    <a:lnTo>
                      <a:pt x="72" y="2734"/>
                    </a:lnTo>
                    <a:lnTo>
                      <a:pt x="80" y="2702"/>
                    </a:lnTo>
                    <a:lnTo>
                      <a:pt x="80" y="2670"/>
                    </a:lnTo>
                    <a:lnTo>
                      <a:pt x="88" y="2630"/>
                    </a:lnTo>
                    <a:lnTo>
                      <a:pt x="96" y="2590"/>
                    </a:lnTo>
                    <a:lnTo>
                      <a:pt x="96" y="2542"/>
                    </a:lnTo>
                    <a:lnTo>
                      <a:pt x="104" y="2494"/>
                    </a:lnTo>
                    <a:lnTo>
                      <a:pt x="104" y="2446"/>
                    </a:lnTo>
                    <a:lnTo>
                      <a:pt x="112" y="2390"/>
                    </a:lnTo>
                    <a:lnTo>
                      <a:pt x="120" y="2326"/>
                    </a:lnTo>
                    <a:lnTo>
                      <a:pt x="120" y="2270"/>
                    </a:lnTo>
                    <a:lnTo>
                      <a:pt x="128" y="2206"/>
                    </a:lnTo>
                    <a:lnTo>
                      <a:pt x="128" y="2134"/>
                    </a:lnTo>
                    <a:lnTo>
                      <a:pt x="136" y="2063"/>
                    </a:lnTo>
                    <a:lnTo>
                      <a:pt x="144" y="1999"/>
                    </a:lnTo>
                    <a:lnTo>
                      <a:pt x="144" y="1919"/>
                    </a:lnTo>
                    <a:lnTo>
                      <a:pt x="152" y="1847"/>
                    </a:lnTo>
                    <a:lnTo>
                      <a:pt x="152" y="1767"/>
                    </a:lnTo>
                    <a:lnTo>
                      <a:pt x="160" y="1695"/>
                    </a:lnTo>
                    <a:lnTo>
                      <a:pt x="168" y="1615"/>
                    </a:lnTo>
                    <a:lnTo>
                      <a:pt x="168" y="1535"/>
                    </a:lnTo>
                    <a:lnTo>
                      <a:pt x="176" y="1455"/>
                    </a:lnTo>
                    <a:lnTo>
                      <a:pt x="176" y="1375"/>
                    </a:lnTo>
                    <a:lnTo>
                      <a:pt x="184" y="1295"/>
                    </a:lnTo>
                    <a:lnTo>
                      <a:pt x="192" y="1215"/>
                    </a:lnTo>
                    <a:lnTo>
                      <a:pt x="192" y="1135"/>
                    </a:lnTo>
                    <a:lnTo>
                      <a:pt x="200" y="1063"/>
                    </a:lnTo>
                    <a:lnTo>
                      <a:pt x="200" y="983"/>
                    </a:lnTo>
                    <a:lnTo>
                      <a:pt x="208" y="912"/>
                    </a:lnTo>
                    <a:lnTo>
                      <a:pt x="208" y="832"/>
                    </a:lnTo>
                    <a:lnTo>
                      <a:pt x="216" y="760"/>
                    </a:lnTo>
                    <a:lnTo>
                      <a:pt x="224" y="696"/>
                    </a:lnTo>
                    <a:lnTo>
                      <a:pt x="224" y="624"/>
                    </a:lnTo>
                    <a:lnTo>
                      <a:pt x="232" y="560"/>
                    </a:lnTo>
                    <a:lnTo>
                      <a:pt x="232" y="496"/>
                    </a:lnTo>
                    <a:lnTo>
                      <a:pt x="240" y="440"/>
                    </a:lnTo>
                    <a:lnTo>
                      <a:pt x="248" y="384"/>
                    </a:lnTo>
                    <a:lnTo>
                      <a:pt x="248" y="328"/>
                    </a:lnTo>
                    <a:lnTo>
                      <a:pt x="256" y="280"/>
                    </a:lnTo>
                    <a:lnTo>
                      <a:pt x="256" y="232"/>
                    </a:lnTo>
                    <a:lnTo>
                      <a:pt x="264" y="192"/>
                    </a:lnTo>
                    <a:lnTo>
                      <a:pt x="272" y="152"/>
                    </a:lnTo>
                    <a:lnTo>
                      <a:pt x="272" y="120"/>
                    </a:lnTo>
                    <a:lnTo>
                      <a:pt x="280" y="88"/>
                    </a:lnTo>
                    <a:lnTo>
                      <a:pt x="280" y="64"/>
                    </a:lnTo>
                    <a:lnTo>
                      <a:pt x="288" y="48"/>
                    </a:lnTo>
                    <a:lnTo>
                      <a:pt x="296" y="24"/>
                    </a:lnTo>
                    <a:lnTo>
                      <a:pt x="296" y="16"/>
                    </a:lnTo>
                    <a:lnTo>
                      <a:pt x="312" y="0"/>
                    </a:lnTo>
                    <a:lnTo>
                      <a:pt x="304" y="0"/>
                    </a:lnTo>
                    <a:lnTo>
                      <a:pt x="312" y="0"/>
                    </a:lnTo>
                    <a:lnTo>
                      <a:pt x="321" y="8"/>
                    </a:lnTo>
                    <a:lnTo>
                      <a:pt x="321" y="16"/>
                    </a:lnTo>
                    <a:lnTo>
                      <a:pt x="329" y="32"/>
                    </a:lnTo>
                    <a:lnTo>
                      <a:pt x="329" y="48"/>
                    </a:lnTo>
                    <a:lnTo>
                      <a:pt x="337" y="72"/>
                    </a:lnTo>
                    <a:lnTo>
                      <a:pt x="345" y="104"/>
                    </a:lnTo>
                    <a:lnTo>
                      <a:pt x="345" y="136"/>
                    </a:lnTo>
                    <a:lnTo>
                      <a:pt x="353" y="168"/>
                    </a:lnTo>
                    <a:lnTo>
                      <a:pt x="353" y="208"/>
                    </a:lnTo>
                    <a:lnTo>
                      <a:pt x="361" y="248"/>
                    </a:lnTo>
                    <a:lnTo>
                      <a:pt x="369" y="296"/>
                    </a:lnTo>
                    <a:lnTo>
                      <a:pt x="369" y="352"/>
                    </a:lnTo>
                    <a:lnTo>
                      <a:pt x="377" y="400"/>
                    </a:lnTo>
                    <a:lnTo>
                      <a:pt x="377" y="456"/>
                    </a:lnTo>
                    <a:lnTo>
                      <a:pt x="385" y="520"/>
                    </a:lnTo>
                    <a:lnTo>
                      <a:pt x="393" y="584"/>
                    </a:lnTo>
                    <a:lnTo>
                      <a:pt x="393" y="648"/>
                    </a:lnTo>
                    <a:lnTo>
                      <a:pt x="401" y="720"/>
                    </a:lnTo>
                    <a:lnTo>
                      <a:pt x="401" y="784"/>
                    </a:lnTo>
                    <a:lnTo>
                      <a:pt x="409" y="864"/>
                    </a:lnTo>
                    <a:lnTo>
                      <a:pt x="409" y="935"/>
                    </a:lnTo>
                    <a:lnTo>
                      <a:pt x="417" y="1007"/>
                    </a:lnTo>
                    <a:lnTo>
                      <a:pt x="425" y="1087"/>
                    </a:lnTo>
                    <a:lnTo>
                      <a:pt x="425" y="1167"/>
                    </a:lnTo>
                    <a:lnTo>
                      <a:pt x="433" y="1247"/>
                    </a:lnTo>
                    <a:lnTo>
                      <a:pt x="433" y="1319"/>
                    </a:lnTo>
                    <a:lnTo>
                      <a:pt x="441" y="1399"/>
                    </a:lnTo>
                    <a:lnTo>
                      <a:pt x="449" y="1479"/>
                    </a:lnTo>
                    <a:lnTo>
                      <a:pt x="449" y="1559"/>
                    </a:lnTo>
                    <a:lnTo>
                      <a:pt x="457" y="1639"/>
                    </a:lnTo>
                    <a:lnTo>
                      <a:pt x="457" y="1719"/>
                    </a:lnTo>
                    <a:lnTo>
                      <a:pt x="465" y="1799"/>
                    </a:lnTo>
                    <a:lnTo>
                      <a:pt x="473" y="1871"/>
                    </a:lnTo>
                    <a:lnTo>
                      <a:pt x="473" y="1943"/>
                    </a:lnTo>
                    <a:lnTo>
                      <a:pt x="481" y="2023"/>
                    </a:lnTo>
                    <a:lnTo>
                      <a:pt x="481" y="2086"/>
                    </a:lnTo>
                    <a:lnTo>
                      <a:pt x="489" y="2158"/>
                    </a:lnTo>
                    <a:lnTo>
                      <a:pt x="497" y="2222"/>
                    </a:lnTo>
                    <a:lnTo>
                      <a:pt x="497" y="2286"/>
                    </a:lnTo>
                    <a:lnTo>
                      <a:pt x="505" y="2350"/>
                    </a:lnTo>
                    <a:lnTo>
                      <a:pt x="505" y="2406"/>
                    </a:lnTo>
                    <a:lnTo>
                      <a:pt x="513" y="2462"/>
                    </a:lnTo>
                    <a:lnTo>
                      <a:pt x="521" y="2510"/>
                    </a:lnTo>
                    <a:lnTo>
                      <a:pt x="521" y="2558"/>
                    </a:lnTo>
                    <a:lnTo>
                      <a:pt x="529" y="2606"/>
                    </a:lnTo>
                    <a:lnTo>
                      <a:pt x="529" y="2646"/>
                    </a:lnTo>
                    <a:lnTo>
                      <a:pt x="537" y="2686"/>
                    </a:lnTo>
                    <a:lnTo>
                      <a:pt x="545" y="2718"/>
                    </a:lnTo>
                    <a:lnTo>
                      <a:pt x="545" y="2742"/>
                    </a:lnTo>
                    <a:lnTo>
                      <a:pt x="553" y="2766"/>
                    </a:lnTo>
                    <a:lnTo>
                      <a:pt x="553" y="2790"/>
                    </a:lnTo>
                    <a:lnTo>
                      <a:pt x="561" y="2798"/>
                    </a:lnTo>
                    <a:lnTo>
                      <a:pt x="577" y="2822"/>
                    </a:lnTo>
                    <a:lnTo>
                      <a:pt x="569" y="2822"/>
                    </a:lnTo>
                    <a:lnTo>
                      <a:pt x="577" y="2814"/>
                    </a:lnTo>
                    <a:lnTo>
                      <a:pt x="585" y="2806"/>
                    </a:lnTo>
                    <a:lnTo>
                      <a:pt x="585" y="2798"/>
                    </a:lnTo>
                    <a:lnTo>
                      <a:pt x="593" y="2782"/>
                    </a:lnTo>
                    <a:lnTo>
                      <a:pt x="601" y="2758"/>
                    </a:lnTo>
                    <a:lnTo>
                      <a:pt x="601" y="2734"/>
                    </a:lnTo>
                    <a:lnTo>
                      <a:pt x="609" y="2710"/>
                    </a:lnTo>
                    <a:lnTo>
                      <a:pt x="609" y="2678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201" name="Freeform 33"/>
              <p:cNvSpPr>
                <a:spLocks/>
              </p:cNvSpPr>
              <p:nvPr/>
            </p:nvSpPr>
            <p:spPr bwMode="auto">
              <a:xfrm>
                <a:off x="3672" y="654"/>
                <a:ext cx="616" cy="2814"/>
              </a:xfrm>
              <a:custGeom>
                <a:avLst/>
                <a:gdLst/>
                <a:ahLst/>
                <a:cxnLst>
                  <a:cxn ang="0">
                    <a:pos x="16" y="2598"/>
                  </a:cxn>
                  <a:cxn ang="0">
                    <a:pos x="24" y="2446"/>
                  </a:cxn>
                  <a:cxn ang="0">
                    <a:pos x="40" y="2278"/>
                  </a:cxn>
                  <a:cxn ang="0">
                    <a:pos x="56" y="2071"/>
                  </a:cxn>
                  <a:cxn ang="0">
                    <a:pos x="72" y="1855"/>
                  </a:cxn>
                  <a:cxn ang="0">
                    <a:pos x="88" y="1623"/>
                  </a:cxn>
                  <a:cxn ang="0">
                    <a:pos x="96" y="1383"/>
                  </a:cxn>
                  <a:cxn ang="0">
                    <a:pos x="112" y="1143"/>
                  </a:cxn>
                  <a:cxn ang="0">
                    <a:pos x="128" y="920"/>
                  </a:cxn>
                  <a:cxn ang="0">
                    <a:pos x="144" y="704"/>
                  </a:cxn>
                  <a:cxn ang="0">
                    <a:pos x="160" y="504"/>
                  </a:cxn>
                  <a:cxn ang="0">
                    <a:pos x="168" y="336"/>
                  </a:cxn>
                  <a:cxn ang="0">
                    <a:pos x="184" y="200"/>
                  </a:cxn>
                  <a:cxn ang="0">
                    <a:pos x="200" y="96"/>
                  </a:cxn>
                  <a:cxn ang="0">
                    <a:pos x="216" y="32"/>
                  </a:cxn>
                  <a:cxn ang="0">
                    <a:pos x="224" y="0"/>
                  </a:cxn>
                  <a:cxn ang="0">
                    <a:pos x="240" y="16"/>
                  </a:cxn>
                  <a:cxn ang="0">
                    <a:pos x="256" y="72"/>
                  </a:cxn>
                  <a:cxn ang="0">
                    <a:pos x="272" y="160"/>
                  </a:cxn>
                  <a:cxn ang="0">
                    <a:pos x="288" y="296"/>
                  </a:cxn>
                  <a:cxn ang="0">
                    <a:pos x="296" y="456"/>
                  </a:cxn>
                  <a:cxn ang="0">
                    <a:pos x="312" y="640"/>
                  </a:cxn>
                  <a:cxn ang="0">
                    <a:pos x="328" y="856"/>
                  </a:cxn>
                  <a:cxn ang="0">
                    <a:pos x="344" y="1079"/>
                  </a:cxn>
                  <a:cxn ang="0">
                    <a:pos x="352" y="1311"/>
                  </a:cxn>
                  <a:cxn ang="0">
                    <a:pos x="368" y="1551"/>
                  </a:cxn>
                  <a:cxn ang="0">
                    <a:pos x="384" y="1791"/>
                  </a:cxn>
                  <a:cxn ang="0">
                    <a:pos x="400" y="2015"/>
                  </a:cxn>
                  <a:cxn ang="0">
                    <a:pos x="416" y="2214"/>
                  </a:cxn>
                  <a:cxn ang="0">
                    <a:pos x="424" y="2398"/>
                  </a:cxn>
                  <a:cxn ang="0">
                    <a:pos x="440" y="2558"/>
                  </a:cxn>
                  <a:cxn ang="0">
                    <a:pos x="456" y="2678"/>
                  </a:cxn>
                  <a:cxn ang="0">
                    <a:pos x="472" y="2766"/>
                  </a:cxn>
                  <a:cxn ang="0">
                    <a:pos x="488" y="2814"/>
                  </a:cxn>
                  <a:cxn ang="0">
                    <a:pos x="504" y="2814"/>
                  </a:cxn>
                  <a:cxn ang="0">
                    <a:pos x="520" y="2766"/>
                  </a:cxn>
                  <a:cxn ang="0">
                    <a:pos x="536" y="2678"/>
                  </a:cxn>
                  <a:cxn ang="0">
                    <a:pos x="544" y="2558"/>
                  </a:cxn>
                  <a:cxn ang="0">
                    <a:pos x="560" y="2398"/>
                  </a:cxn>
                  <a:cxn ang="0">
                    <a:pos x="576" y="2214"/>
                  </a:cxn>
                  <a:cxn ang="0">
                    <a:pos x="592" y="2015"/>
                  </a:cxn>
                  <a:cxn ang="0">
                    <a:pos x="600" y="1791"/>
                  </a:cxn>
                </a:cxnLst>
                <a:rect l="0" t="0" r="r" b="b"/>
                <a:pathLst>
                  <a:path w="616" h="2814">
                    <a:moveTo>
                      <a:pt x="0" y="2678"/>
                    </a:moveTo>
                    <a:lnTo>
                      <a:pt x="8" y="2638"/>
                    </a:lnTo>
                    <a:lnTo>
                      <a:pt x="16" y="2598"/>
                    </a:lnTo>
                    <a:lnTo>
                      <a:pt x="16" y="2550"/>
                    </a:lnTo>
                    <a:lnTo>
                      <a:pt x="24" y="2502"/>
                    </a:lnTo>
                    <a:lnTo>
                      <a:pt x="24" y="2446"/>
                    </a:lnTo>
                    <a:lnTo>
                      <a:pt x="32" y="2398"/>
                    </a:lnTo>
                    <a:lnTo>
                      <a:pt x="40" y="2334"/>
                    </a:lnTo>
                    <a:lnTo>
                      <a:pt x="40" y="2278"/>
                    </a:lnTo>
                    <a:lnTo>
                      <a:pt x="48" y="2206"/>
                    </a:lnTo>
                    <a:lnTo>
                      <a:pt x="48" y="2142"/>
                    </a:lnTo>
                    <a:lnTo>
                      <a:pt x="56" y="2071"/>
                    </a:lnTo>
                    <a:lnTo>
                      <a:pt x="64" y="2007"/>
                    </a:lnTo>
                    <a:lnTo>
                      <a:pt x="64" y="1927"/>
                    </a:lnTo>
                    <a:lnTo>
                      <a:pt x="72" y="1855"/>
                    </a:lnTo>
                    <a:lnTo>
                      <a:pt x="72" y="1775"/>
                    </a:lnTo>
                    <a:lnTo>
                      <a:pt x="80" y="1703"/>
                    </a:lnTo>
                    <a:lnTo>
                      <a:pt x="88" y="1623"/>
                    </a:lnTo>
                    <a:lnTo>
                      <a:pt x="88" y="1543"/>
                    </a:lnTo>
                    <a:lnTo>
                      <a:pt x="96" y="1463"/>
                    </a:lnTo>
                    <a:lnTo>
                      <a:pt x="96" y="1383"/>
                    </a:lnTo>
                    <a:lnTo>
                      <a:pt x="104" y="1303"/>
                    </a:lnTo>
                    <a:lnTo>
                      <a:pt x="112" y="1223"/>
                    </a:lnTo>
                    <a:lnTo>
                      <a:pt x="112" y="1143"/>
                    </a:lnTo>
                    <a:lnTo>
                      <a:pt x="120" y="1071"/>
                    </a:lnTo>
                    <a:lnTo>
                      <a:pt x="120" y="991"/>
                    </a:lnTo>
                    <a:lnTo>
                      <a:pt x="128" y="920"/>
                    </a:lnTo>
                    <a:lnTo>
                      <a:pt x="136" y="840"/>
                    </a:lnTo>
                    <a:lnTo>
                      <a:pt x="136" y="768"/>
                    </a:lnTo>
                    <a:lnTo>
                      <a:pt x="144" y="704"/>
                    </a:lnTo>
                    <a:lnTo>
                      <a:pt x="144" y="632"/>
                    </a:lnTo>
                    <a:lnTo>
                      <a:pt x="152" y="568"/>
                    </a:lnTo>
                    <a:lnTo>
                      <a:pt x="160" y="504"/>
                    </a:lnTo>
                    <a:lnTo>
                      <a:pt x="160" y="448"/>
                    </a:lnTo>
                    <a:lnTo>
                      <a:pt x="168" y="392"/>
                    </a:lnTo>
                    <a:lnTo>
                      <a:pt x="168" y="336"/>
                    </a:lnTo>
                    <a:lnTo>
                      <a:pt x="176" y="288"/>
                    </a:lnTo>
                    <a:lnTo>
                      <a:pt x="176" y="240"/>
                    </a:lnTo>
                    <a:lnTo>
                      <a:pt x="184" y="200"/>
                    </a:lnTo>
                    <a:lnTo>
                      <a:pt x="192" y="160"/>
                    </a:lnTo>
                    <a:lnTo>
                      <a:pt x="192" y="128"/>
                    </a:lnTo>
                    <a:lnTo>
                      <a:pt x="200" y="96"/>
                    </a:lnTo>
                    <a:lnTo>
                      <a:pt x="200" y="72"/>
                    </a:lnTo>
                    <a:lnTo>
                      <a:pt x="208" y="48"/>
                    </a:lnTo>
                    <a:lnTo>
                      <a:pt x="216" y="32"/>
                    </a:lnTo>
                    <a:lnTo>
                      <a:pt x="216" y="16"/>
                    </a:lnTo>
                    <a:lnTo>
                      <a:pt x="232" y="0"/>
                    </a:lnTo>
                    <a:lnTo>
                      <a:pt x="224" y="0"/>
                    </a:lnTo>
                    <a:lnTo>
                      <a:pt x="232" y="0"/>
                    </a:lnTo>
                    <a:lnTo>
                      <a:pt x="240" y="8"/>
                    </a:lnTo>
                    <a:lnTo>
                      <a:pt x="240" y="16"/>
                    </a:lnTo>
                    <a:lnTo>
                      <a:pt x="248" y="32"/>
                    </a:lnTo>
                    <a:lnTo>
                      <a:pt x="248" y="48"/>
                    </a:lnTo>
                    <a:lnTo>
                      <a:pt x="256" y="72"/>
                    </a:lnTo>
                    <a:lnTo>
                      <a:pt x="264" y="96"/>
                    </a:lnTo>
                    <a:lnTo>
                      <a:pt x="264" y="128"/>
                    </a:lnTo>
                    <a:lnTo>
                      <a:pt x="272" y="160"/>
                    </a:lnTo>
                    <a:lnTo>
                      <a:pt x="272" y="200"/>
                    </a:lnTo>
                    <a:lnTo>
                      <a:pt x="280" y="248"/>
                    </a:lnTo>
                    <a:lnTo>
                      <a:pt x="288" y="296"/>
                    </a:lnTo>
                    <a:lnTo>
                      <a:pt x="288" y="344"/>
                    </a:lnTo>
                    <a:lnTo>
                      <a:pt x="296" y="400"/>
                    </a:lnTo>
                    <a:lnTo>
                      <a:pt x="296" y="456"/>
                    </a:lnTo>
                    <a:lnTo>
                      <a:pt x="304" y="512"/>
                    </a:lnTo>
                    <a:lnTo>
                      <a:pt x="312" y="576"/>
                    </a:lnTo>
                    <a:lnTo>
                      <a:pt x="312" y="640"/>
                    </a:lnTo>
                    <a:lnTo>
                      <a:pt x="320" y="712"/>
                    </a:lnTo>
                    <a:lnTo>
                      <a:pt x="320" y="776"/>
                    </a:lnTo>
                    <a:lnTo>
                      <a:pt x="328" y="856"/>
                    </a:lnTo>
                    <a:lnTo>
                      <a:pt x="336" y="927"/>
                    </a:lnTo>
                    <a:lnTo>
                      <a:pt x="336" y="999"/>
                    </a:lnTo>
                    <a:lnTo>
                      <a:pt x="344" y="1079"/>
                    </a:lnTo>
                    <a:lnTo>
                      <a:pt x="344" y="1159"/>
                    </a:lnTo>
                    <a:lnTo>
                      <a:pt x="352" y="1231"/>
                    </a:lnTo>
                    <a:lnTo>
                      <a:pt x="352" y="1311"/>
                    </a:lnTo>
                    <a:lnTo>
                      <a:pt x="360" y="1391"/>
                    </a:lnTo>
                    <a:lnTo>
                      <a:pt x="368" y="1471"/>
                    </a:lnTo>
                    <a:lnTo>
                      <a:pt x="368" y="1551"/>
                    </a:lnTo>
                    <a:lnTo>
                      <a:pt x="376" y="1631"/>
                    </a:lnTo>
                    <a:lnTo>
                      <a:pt x="376" y="1711"/>
                    </a:lnTo>
                    <a:lnTo>
                      <a:pt x="384" y="1791"/>
                    </a:lnTo>
                    <a:lnTo>
                      <a:pt x="392" y="1863"/>
                    </a:lnTo>
                    <a:lnTo>
                      <a:pt x="392" y="1935"/>
                    </a:lnTo>
                    <a:lnTo>
                      <a:pt x="400" y="2015"/>
                    </a:lnTo>
                    <a:lnTo>
                      <a:pt x="400" y="2078"/>
                    </a:lnTo>
                    <a:lnTo>
                      <a:pt x="408" y="2150"/>
                    </a:lnTo>
                    <a:lnTo>
                      <a:pt x="416" y="2214"/>
                    </a:lnTo>
                    <a:lnTo>
                      <a:pt x="416" y="2278"/>
                    </a:lnTo>
                    <a:lnTo>
                      <a:pt x="424" y="2342"/>
                    </a:lnTo>
                    <a:lnTo>
                      <a:pt x="424" y="2398"/>
                    </a:lnTo>
                    <a:lnTo>
                      <a:pt x="432" y="2454"/>
                    </a:lnTo>
                    <a:lnTo>
                      <a:pt x="440" y="2510"/>
                    </a:lnTo>
                    <a:lnTo>
                      <a:pt x="440" y="2558"/>
                    </a:lnTo>
                    <a:lnTo>
                      <a:pt x="448" y="2598"/>
                    </a:lnTo>
                    <a:lnTo>
                      <a:pt x="448" y="2638"/>
                    </a:lnTo>
                    <a:lnTo>
                      <a:pt x="456" y="2678"/>
                    </a:lnTo>
                    <a:lnTo>
                      <a:pt x="464" y="2710"/>
                    </a:lnTo>
                    <a:lnTo>
                      <a:pt x="464" y="2742"/>
                    </a:lnTo>
                    <a:lnTo>
                      <a:pt x="472" y="2766"/>
                    </a:lnTo>
                    <a:lnTo>
                      <a:pt x="472" y="2782"/>
                    </a:lnTo>
                    <a:lnTo>
                      <a:pt x="480" y="2798"/>
                    </a:lnTo>
                    <a:lnTo>
                      <a:pt x="488" y="2814"/>
                    </a:lnTo>
                    <a:lnTo>
                      <a:pt x="504" y="2814"/>
                    </a:lnTo>
                    <a:lnTo>
                      <a:pt x="496" y="2814"/>
                    </a:lnTo>
                    <a:lnTo>
                      <a:pt x="504" y="2814"/>
                    </a:lnTo>
                    <a:lnTo>
                      <a:pt x="512" y="2798"/>
                    </a:lnTo>
                    <a:lnTo>
                      <a:pt x="512" y="2782"/>
                    </a:lnTo>
                    <a:lnTo>
                      <a:pt x="520" y="2766"/>
                    </a:lnTo>
                    <a:lnTo>
                      <a:pt x="520" y="2742"/>
                    </a:lnTo>
                    <a:lnTo>
                      <a:pt x="528" y="2710"/>
                    </a:lnTo>
                    <a:lnTo>
                      <a:pt x="536" y="2678"/>
                    </a:lnTo>
                    <a:lnTo>
                      <a:pt x="536" y="2638"/>
                    </a:lnTo>
                    <a:lnTo>
                      <a:pt x="544" y="2598"/>
                    </a:lnTo>
                    <a:lnTo>
                      <a:pt x="544" y="2558"/>
                    </a:lnTo>
                    <a:lnTo>
                      <a:pt x="552" y="2510"/>
                    </a:lnTo>
                    <a:lnTo>
                      <a:pt x="552" y="2454"/>
                    </a:lnTo>
                    <a:lnTo>
                      <a:pt x="560" y="2398"/>
                    </a:lnTo>
                    <a:lnTo>
                      <a:pt x="568" y="2342"/>
                    </a:lnTo>
                    <a:lnTo>
                      <a:pt x="568" y="2278"/>
                    </a:lnTo>
                    <a:lnTo>
                      <a:pt x="576" y="2214"/>
                    </a:lnTo>
                    <a:lnTo>
                      <a:pt x="576" y="2150"/>
                    </a:lnTo>
                    <a:lnTo>
                      <a:pt x="584" y="2078"/>
                    </a:lnTo>
                    <a:lnTo>
                      <a:pt x="592" y="2015"/>
                    </a:lnTo>
                    <a:lnTo>
                      <a:pt x="592" y="1935"/>
                    </a:lnTo>
                    <a:lnTo>
                      <a:pt x="600" y="1863"/>
                    </a:lnTo>
                    <a:lnTo>
                      <a:pt x="600" y="1791"/>
                    </a:lnTo>
                    <a:lnTo>
                      <a:pt x="608" y="1711"/>
                    </a:lnTo>
                    <a:lnTo>
                      <a:pt x="616" y="1631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202" name="Freeform 34"/>
              <p:cNvSpPr>
                <a:spLocks/>
              </p:cNvSpPr>
              <p:nvPr/>
            </p:nvSpPr>
            <p:spPr bwMode="auto">
              <a:xfrm>
                <a:off x="4288" y="654"/>
                <a:ext cx="609" cy="2822"/>
              </a:xfrm>
              <a:custGeom>
                <a:avLst/>
                <a:gdLst/>
                <a:ahLst/>
                <a:cxnLst>
                  <a:cxn ang="0">
                    <a:pos x="8" y="1471"/>
                  </a:cxn>
                  <a:cxn ang="0">
                    <a:pos x="24" y="1231"/>
                  </a:cxn>
                  <a:cxn ang="0">
                    <a:pos x="32" y="999"/>
                  </a:cxn>
                  <a:cxn ang="0">
                    <a:pos x="48" y="776"/>
                  </a:cxn>
                  <a:cxn ang="0">
                    <a:pos x="64" y="576"/>
                  </a:cxn>
                  <a:cxn ang="0">
                    <a:pos x="80" y="400"/>
                  </a:cxn>
                  <a:cxn ang="0">
                    <a:pos x="96" y="248"/>
                  </a:cxn>
                  <a:cxn ang="0">
                    <a:pos x="104" y="128"/>
                  </a:cxn>
                  <a:cxn ang="0">
                    <a:pos x="121" y="48"/>
                  </a:cxn>
                  <a:cxn ang="0">
                    <a:pos x="145" y="0"/>
                  </a:cxn>
                  <a:cxn ang="0">
                    <a:pos x="153" y="8"/>
                  </a:cxn>
                  <a:cxn ang="0">
                    <a:pos x="161" y="48"/>
                  </a:cxn>
                  <a:cxn ang="0">
                    <a:pos x="177" y="128"/>
                  </a:cxn>
                  <a:cxn ang="0">
                    <a:pos x="193" y="240"/>
                  </a:cxn>
                  <a:cxn ang="0">
                    <a:pos x="209" y="392"/>
                  </a:cxn>
                  <a:cxn ang="0">
                    <a:pos x="225" y="568"/>
                  </a:cxn>
                  <a:cxn ang="0">
                    <a:pos x="233" y="768"/>
                  </a:cxn>
                  <a:cxn ang="0">
                    <a:pos x="249" y="991"/>
                  </a:cxn>
                  <a:cxn ang="0">
                    <a:pos x="265" y="1223"/>
                  </a:cxn>
                  <a:cxn ang="0">
                    <a:pos x="281" y="1463"/>
                  </a:cxn>
                  <a:cxn ang="0">
                    <a:pos x="297" y="1703"/>
                  </a:cxn>
                  <a:cxn ang="0">
                    <a:pos x="305" y="1927"/>
                  </a:cxn>
                  <a:cxn ang="0">
                    <a:pos x="321" y="2142"/>
                  </a:cxn>
                  <a:cxn ang="0">
                    <a:pos x="337" y="2334"/>
                  </a:cxn>
                  <a:cxn ang="0">
                    <a:pos x="353" y="2502"/>
                  </a:cxn>
                  <a:cxn ang="0">
                    <a:pos x="361" y="2638"/>
                  </a:cxn>
                  <a:cxn ang="0">
                    <a:pos x="377" y="2734"/>
                  </a:cxn>
                  <a:cxn ang="0">
                    <a:pos x="393" y="2798"/>
                  </a:cxn>
                  <a:cxn ang="0">
                    <a:pos x="409" y="2822"/>
                  </a:cxn>
                  <a:cxn ang="0">
                    <a:pos x="425" y="2790"/>
                  </a:cxn>
                  <a:cxn ang="0">
                    <a:pos x="441" y="2718"/>
                  </a:cxn>
                  <a:cxn ang="0">
                    <a:pos x="457" y="2606"/>
                  </a:cxn>
                  <a:cxn ang="0">
                    <a:pos x="473" y="2462"/>
                  </a:cxn>
                  <a:cxn ang="0">
                    <a:pos x="481" y="2286"/>
                  </a:cxn>
                  <a:cxn ang="0">
                    <a:pos x="497" y="2086"/>
                  </a:cxn>
                  <a:cxn ang="0">
                    <a:pos x="513" y="1871"/>
                  </a:cxn>
                  <a:cxn ang="0">
                    <a:pos x="529" y="1639"/>
                  </a:cxn>
                  <a:cxn ang="0">
                    <a:pos x="537" y="1399"/>
                  </a:cxn>
                  <a:cxn ang="0">
                    <a:pos x="553" y="1167"/>
                  </a:cxn>
                  <a:cxn ang="0">
                    <a:pos x="569" y="935"/>
                  </a:cxn>
                  <a:cxn ang="0">
                    <a:pos x="585" y="720"/>
                  </a:cxn>
                  <a:cxn ang="0">
                    <a:pos x="601" y="520"/>
                  </a:cxn>
                </a:cxnLst>
                <a:rect l="0" t="0" r="r" b="b"/>
                <a:pathLst>
                  <a:path w="609" h="2822">
                    <a:moveTo>
                      <a:pt x="0" y="1631"/>
                    </a:moveTo>
                    <a:lnTo>
                      <a:pt x="0" y="1551"/>
                    </a:lnTo>
                    <a:lnTo>
                      <a:pt x="8" y="1471"/>
                    </a:lnTo>
                    <a:lnTo>
                      <a:pt x="8" y="1391"/>
                    </a:lnTo>
                    <a:lnTo>
                      <a:pt x="16" y="1311"/>
                    </a:lnTo>
                    <a:lnTo>
                      <a:pt x="24" y="1231"/>
                    </a:lnTo>
                    <a:lnTo>
                      <a:pt x="24" y="1159"/>
                    </a:lnTo>
                    <a:lnTo>
                      <a:pt x="32" y="1079"/>
                    </a:lnTo>
                    <a:lnTo>
                      <a:pt x="32" y="999"/>
                    </a:lnTo>
                    <a:lnTo>
                      <a:pt x="40" y="927"/>
                    </a:lnTo>
                    <a:lnTo>
                      <a:pt x="48" y="856"/>
                    </a:lnTo>
                    <a:lnTo>
                      <a:pt x="48" y="776"/>
                    </a:lnTo>
                    <a:lnTo>
                      <a:pt x="56" y="712"/>
                    </a:lnTo>
                    <a:lnTo>
                      <a:pt x="56" y="640"/>
                    </a:lnTo>
                    <a:lnTo>
                      <a:pt x="64" y="576"/>
                    </a:lnTo>
                    <a:lnTo>
                      <a:pt x="72" y="512"/>
                    </a:lnTo>
                    <a:lnTo>
                      <a:pt x="72" y="456"/>
                    </a:lnTo>
                    <a:lnTo>
                      <a:pt x="80" y="400"/>
                    </a:lnTo>
                    <a:lnTo>
                      <a:pt x="80" y="344"/>
                    </a:lnTo>
                    <a:lnTo>
                      <a:pt x="88" y="296"/>
                    </a:lnTo>
                    <a:lnTo>
                      <a:pt x="96" y="248"/>
                    </a:lnTo>
                    <a:lnTo>
                      <a:pt x="96" y="200"/>
                    </a:lnTo>
                    <a:lnTo>
                      <a:pt x="104" y="160"/>
                    </a:lnTo>
                    <a:lnTo>
                      <a:pt x="104" y="128"/>
                    </a:lnTo>
                    <a:lnTo>
                      <a:pt x="112" y="96"/>
                    </a:lnTo>
                    <a:lnTo>
                      <a:pt x="121" y="72"/>
                    </a:lnTo>
                    <a:lnTo>
                      <a:pt x="121" y="48"/>
                    </a:lnTo>
                    <a:lnTo>
                      <a:pt x="129" y="32"/>
                    </a:lnTo>
                    <a:lnTo>
                      <a:pt x="129" y="16"/>
                    </a:lnTo>
                    <a:lnTo>
                      <a:pt x="145" y="0"/>
                    </a:lnTo>
                    <a:lnTo>
                      <a:pt x="137" y="0"/>
                    </a:lnTo>
                    <a:lnTo>
                      <a:pt x="145" y="0"/>
                    </a:lnTo>
                    <a:lnTo>
                      <a:pt x="153" y="8"/>
                    </a:lnTo>
                    <a:lnTo>
                      <a:pt x="153" y="16"/>
                    </a:lnTo>
                    <a:lnTo>
                      <a:pt x="161" y="32"/>
                    </a:lnTo>
                    <a:lnTo>
                      <a:pt x="161" y="48"/>
                    </a:lnTo>
                    <a:lnTo>
                      <a:pt x="169" y="72"/>
                    </a:lnTo>
                    <a:lnTo>
                      <a:pt x="177" y="96"/>
                    </a:lnTo>
                    <a:lnTo>
                      <a:pt x="177" y="128"/>
                    </a:lnTo>
                    <a:lnTo>
                      <a:pt x="185" y="160"/>
                    </a:lnTo>
                    <a:lnTo>
                      <a:pt x="185" y="200"/>
                    </a:lnTo>
                    <a:lnTo>
                      <a:pt x="193" y="240"/>
                    </a:lnTo>
                    <a:lnTo>
                      <a:pt x="201" y="288"/>
                    </a:lnTo>
                    <a:lnTo>
                      <a:pt x="201" y="336"/>
                    </a:lnTo>
                    <a:lnTo>
                      <a:pt x="209" y="392"/>
                    </a:lnTo>
                    <a:lnTo>
                      <a:pt x="209" y="448"/>
                    </a:lnTo>
                    <a:lnTo>
                      <a:pt x="217" y="504"/>
                    </a:lnTo>
                    <a:lnTo>
                      <a:pt x="225" y="568"/>
                    </a:lnTo>
                    <a:lnTo>
                      <a:pt x="225" y="632"/>
                    </a:lnTo>
                    <a:lnTo>
                      <a:pt x="233" y="704"/>
                    </a:lnTo>
                    <a:lnTo>
                      <a:pt x="233" y="768"/>
                    </a:lnTo>
                    <a:lnTo>
                      <a:pt x="241" y="840"/>
                    </a:lnTo>
                    <a:lnTo>
                      <a:pt x="249" y="920"/>
                    </a:lnTo>
                    <a:lnTo>
                      <a:pt x="249" y="991"/>
                    </a:lnTo>
                    <a:lnTo>
                      <a:pt x="257" y="1071"/>
                    </a:lnTo>
                    <a:lnTo>
                      <a:pt x="257" y="1143"/>
                    </a:lnTo>
                    <a:lnTo>
                      <a:pt x="265" y="1223"/>
                    </a:lnTo>
                    <a:lnTo>
                      <a:pt x="273" y="1303"/>
                    </a:lnTo>
                    <a:lnTo>
                      <a:pt x="273" y="1383"/>
                    </a:lnTo>
                    <a:lnTo>
                      <a:pt x="281" y="1463"/>
                    </a:lnTo>
                    <a:lnTo>
                      <a:pt x="281" y="1543"/>
                    </a:lnTo>
                    <a:lnTo>
                      <a:pt x="289" y="1623"/>
                    </a:lnTo>
                    <a:lnTo>
                      <a:pt x="297" y="1703"/>
                    </a:lnTo>
                    <a:lnTo>
                      <a:pt x="297" y="1775"/>
                    </a:lnTo>
                    <a:lnTo>
                      <a:pt x="305" y="1855"/>
                    </a:lnTo>
                    <a:lnTo>
                      <a:pt x="305" y="1927"/>
                    </a:lnTo>
                    <a:lnTo>
                      <a:pt x="313" y="2007"/>
                    </a:lnTo>
                    <a:lnTo>
                      <a:pt x="313" y="2071"/>
                    </a:lnTo>
                    <a:lnTo>
                      <a:pt x="321" y="2142"/>
                    </a:lnTo>
                    <a:lnTo>
                      <a:pt x="329" y="2206"/>
                    </a:lnTo>
                    <a:lnTo>
                      <a:pt x="329" y="2278"/>
                    </a:lnTo>
                    <a:lnTo>
                      <a:pt x="337" y="2334"/>
                    </a:lnTo>
                    <a:lnTo>
                      <a:pt x="337" y="2398"/>
                    </a:lnTo>
                    <a:lnTo>
                      <a:pt x="345" y="2446"/>
                    </a:lnTo>
                    <a:lnTo>
                      <a:pt x="353" y="2502"/>
                    </a:lnTo>
                    <a:lnTo>
                      <a:pt x="353" y="2550"/>
                    </a:lnTo>
                    <a:lnTo>
                      <a:pt x="361" y="2598"/>
                    </a:lnTo>
                    <a:lnTo>
                      <a:pt x="361" y="2638"/>
                    </a:lnTo>
                    <a:lnTo>
                      <a:pt x="369" y="2678"/>
                    </a:lnTo>
                    <a:lnTo>
                      <a:pt x="377" y="2710"/>
                    </a:lnTo>
                    <a:lnTo>
                      <a:pt x="377" y="2734"/>
                    </a:lnTo>
                    <a:lnTo>
                      <a:pt x="385" y="2758"/>
                    </a:lnTo>
                    <a:lnTo>
                      <a:pt x="385" y="2782"/>
                    </a:lnTo>
                    <a:lnTo>
                      <a:pt x="393" y="2798"/>
                    </a:lnTo>
                    <a:lnTo>
                      <a:pt x="401" y="2806"/>
                    </a:lnTo>
                    <a:lnTo>
                      <a:pt x="401" y="2814"/>
                    </a:lnTo>
                    <a:lnTo>
                      <a:pt x="409" y="2822"/>
                    </a:lnTo>
                    <a:lnTo>
                      <a:pt x="417" y="2814"/>
                    </a:lnTo>
                    <a:lnTo>
                      <a:pt x="425" y="2798"/>
                    </a:lnTo>
                    <a:lnTo>
                      <a:pt x="425" y="2790"/>
                    </a:lnTo>
                    <a:lnTo>
                      <a:pt x="433" y="2766"/>
                    </a:lnTo>
                    <a:lnTo>
                      <a:pt x="433" y="2742"/>
                    </a:lnTo>
                    <a:lnTo>
                      <a:pt x="441" y="2718"/>
                    </a:lnTo>
                    <a:lnTo>
                      <a:pt x="449" y="2686"/>
                    </a:lnTo>
                    <a:lnTo>
                      <a:pt x="449" y="2646"/>
                    </a:lnTo>
                    <a:lnTo>
                      <a:pt x="457" y="2606"/>
                    </a:lnTo>
                    <a:lnTo>
                      <a:pt x="457" y="2558"/>
                    </a:lnTo>
                    <a:lnTo>
                      <a:pt x="465" y="2510"/>
                    </a:lnTo>
                    <a:lnTo>
                      <a:pt x="473" y="2462"/>
                    </a:lnTo>
                    <a:lnTo>
                      <a:pt x="473" y="2406"/>
                    </a:lnTo>
                    <a:lnTo>
                      <a:pt x="481" y="2350"/>
                    </a:lnTo>
                    <a:lnTo>
                      <a:pt x="481" y="2286"/>
                    </a:lnTo>
                    <a:lnTo>
                      <a:pt x="489" y="2222"/>
                    </a:lnTo>
                    <a:lnTo>
                      <a:pt x="497" y="2158"/>
                    </a:lnTo>
                    <a:lnTo>
                      <a:pt x="497" y="2086"/>
                    </a:lnTo>
                    <a:lnTo>
                      <a:pt x="505" y="2023"/>
                    </a:lnTo>
                    <a:lnTo>
                      <a:pt x="505" y="1943"/>
                    </a:lnTo>
                    <a:lnTo>
                      <a:pt x="513" y="1871"/>
                    </a:lnTo>
                    <a:lnTo>
                      <a:pt x="513" y="1799"/>
                    </a:lnTo>
                    <a:lnTo>
                      <a:pt x="521" y="1719"/>
                    </a:lnTo>
                    <a:lnTo>
                      <a:pt x="529" y="1639"/>
                    </a:lnTo>
                    <a:lnTo>
                      <a:pt x="529" y="1559"/>
                    </a:lnTo>
                    <a:lnTo>
                      <a:pt x="537" y="1479"/>
                    </a:lnTo>
                    <a:lnTo>
                      <a:pt x="537" y="1399"/>
                    </a:lnTo>
                    <a:lnTo>
                      <a:pt x="545" y="1319"/>
                    </a:lnTo>
                    <a:lnTo>
                      <a:pt x="553" y="1247"/>
                    </a:lnTo>
                    <a:lnTo>
                      <a:pt x="553" y="1167"/>
                    </a:lnTo>
                    <a:lnTo>
                      <a:pt x="561" y="1087"/>
                    </a:lnTo>
                    <a:lnTo>
                      <a:pt x="561" y="1007"/>
                    </a:lnTo>
                    <a:lnTo>
                      <a:pt x="569" y="935"/>
                    </a:lnTo>
                    <a:lnTo>
                      <a:pt x="577" y="864"/>
                    </a:lnTo>
                    <a:lnTo>
                      <a:pt x="577" y="784"/>
                    </a:lnTo>
                    <a:lnTo>
                      <a:pt x="585" y="720"/>
                    </a:lnTo>
                    <a:lnTo>
                      <a:pt x="585" y="648"/>
                    </a:lnTo>
                    <a:lnTo>
                      <a:pt x="593" y="584"/>
                    </a:lnTo>
                    <a:lnTo>
                      <a:pt x="601" y="520"/>
                    </a:lnTo>
                    <a:lnTo>
                      <a:pt x="601" y="456"/>
                    </a:lnTo>
                    <a:lnTo>
                      <a:pt x="609" y="400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203" name="Freeform 35"/>
              <p:cNvSpPr>
                <a:spLocks/>
              </p:cNvSpPr>
              <p:nvPr/>
            </p:nvSpPr>
            <p:spPr bwMode="auto">
              <a:xfrm>
                <a:off x="4897" y="654"/>
                <a:ext cx="464" cy="2822"/>
              </a:xfrm>
              <a:custGeom>
                <a:avLst/>
                <a:gdLst/>
                <a:ahLst/>
                <a:cxnLst>
                  <a:cxn ang="0">
                    <a:pos x="0" y="352"/>
                  </a:cxn>
                  <a:cxn ang="0">
                    <a:pos x="16" y="248"/>
                  </a:cxn>
                  <a:cxn ang="0">
                    <a:pos x="24" y="168"/>
                  </a:cxn>
                  <a:cxn ang="0">
                    <a:pos x="32" y="104"/>
                  </a:cxn>
                  <a:cxn ang="0">
                    <a:pos x="40" y="48"/>
                  </a:cxn>
                  <a:cxn ang="0">
                    <a:pos x="48" y="16"/>
                  </a:cxn>
                  <a:cxn ang="0">
                    <a:pos x="64" y="0"/>
                  </a:cxn>
                  <a:cxn ang="0">
                    <a:pos x="72" y="16"/>
                  </a:cxn>
                  <a:cxn ang="0">
                    <a:pos x="80" y="48"/>
                  </a:cxn>
                  <a:cxn ang="0">
                    <a:pos x="96" y="88"/>
                  </a:cxn>
                  <a:cxn ang="0">
                    <a:pos x="104" y="152"/>
                  </a:cxn>
                  <a:cxn ang="0">
                    <a:pos x="112" y="232"/>
                  </a:cxn>
                  <a:cxn ang="0">
                    <a:pos x="120" y="328"/>
                  </a:cxn>
                  <a:cxn ang="0">
                    <a:pos x="128" y="440"/>
                  </a:cxn>
                  <a:cxn ang="0">
                    <a:pos x="144" y="560"/>
                  </a:cxn>
                  <a:cxn ang="0">
                    <a:pos x="152" y="696"/>
                  </a:cxn>
                  <a:cxn ang="0">
                    <a:pos x="160" y="832"/>
                  </a:cxn>
                  <a:cxn ang="0">
                    <a:pos x="168" y="983"/>
                  </a:cxn>
                  <a:cxn ang="0">
                    <a:pos x="176" y="1135"/>
                  </a:cxn>
                  <a:cxn ang="0">
                    <a:pos x="192" y="1295"/>
                  </a:cxn>
                  <a:cxn ang="0">
                    <a:pos x="200" y="1455"/>
                  </a:cxn>
                  <a:cxn ang="0">
                    <a:pos x="208" y="1615"/>
                  </a:cxn>
                  <a:cxn ang="0">
                    <a:pos x="216" y="1767"/>
                  </a:cxn>
                  <a:cxn ang="0">
                    <a:pos x="224" y="1919"/>
                  </a:cxn>
                  <a:cxn ang="0">
                    <a:pos x="240" y="2063"/>
                  </a:cxn>
                  <a:cxn ang="0">
                    <a:pos x="248" y="2206"/>
                  </a:cxn>
                  <a:cxn ang="0">
                    <a:pos x="256" y="2326"/>
                  </a:cxn>
                  <a:cxn ang="0">
                    <a:pos x="264" y="2446"/>
                  </a:cxn>
                  <a:cxn ang="0">
                    <a:pos x="272" y="2542"/>
                  </a:cxn>
                  <a:cxn ang="0">
                    <a:pos x="280" y="2630"/>
                  </a:cxn>
                  <a:cxn ang="0">
                    <a:pos x="296" y="2702"/>
                  </a:cxn>
                  <a:cxn ang="0">
                    <a:pos x="304" y="2758"/>
                  </a:cxn>
                  <a:cxn ang="0">
                    <a:pos x="312" y="2798"/>
                  </a:cxn>
                  <a:cxn ang="0">
                    <a:pos x="320" y="2814"/>
                  </a:cxn>
                  <a:cxn ang="0">
                    <a:pos x="336" y="2814"/>
                  </a:cxn>
                  <a:cxn ang="0">
                    <a:pos x="344" y="2790"/>
                  </a:cxn>
                  <a:cxn ang="0">
                    <a:pos x="352" y="2742"/>
                  </a:cxn>
                  <a:cxn ang="0">
                    <a:pos x="368" y="2686"/>
                  </a:cxn>
                  <a:cxn ang="0">
                    <a:pos x="376" y="2606"/>
                  </a:cxn>
                  <a:cxn ang="0">
                    <a:pos x="384" y="2518"/>
                  </a:cxn>
                  <a:cxn ang="0">
                    <a:pos x="392" y="2414"/>
                  </a:cxn>
                  <a:cxn ang="0">
                    <a:pos x="400" y="2294"/>
                  </a:cxn>
                  <a:cxn ang="0">
                    <a:pos x="416" y="2166"/>
                  </a:cxn>
                  <a:cxn ang="0">
                    <a:pos x="424" y="2031"/>
                  </a:cxn>
                  <a:cxn ang="0">
                    <a:pos x="432" y="1879"/>
                  </a:cxn>
                  <a:cxn ang="0">
                    <a:pos x="440" y="1727"/>
                  </a:cxn>
                  <a:cxn ang="0">
                    <a:pos x="448" y="1567"/>
                  </a:cxn>
                  <a:cxn ang="0">
                    <a:pos x="464" y="1415"/>
                  </a:cxn>
                </a:cxnLst>
                <a:rect l="0" t="0" r="r" b="b"/>
                <a:pathLst>
                  <a:path w="464" h="2822">
                    <a:moveTo>
                      <a:pt x="0" y="400"/>
                    </a:moveTo>
                    <a:lnTo>
                      <a:pt x="0" y="352"/>
                    </a:lnTo>
                    <a:lnTo>
                      <a:pt x="8" y="296"/>
                    </a:lnTo>
                    <a:lnTo>
                      <a:pt x="16" y="248"/>
                    </a:lnTo>
                    <a:lnTo>
                      <a:pt x="16" y="208"/>
                    </a:lnTo>
                    <a:lnTo>
                      <a:pt x="24" y="168"/>
                    </a:lnTo>
                    <a:lnTo>
                      <a:pt x="24" y="136"/>
                    </a:lnTo>
                    <a:lnTo>
                      <a:pt x="32" y="104"/>
                    </a:lnTo>
                    <a:lnTo>
                      <a:pt x="40" y="72"/>
                    </a:lnTo>
                    <a:lnTo>
                      <a:pt x="40" y="48"/>
                    </a:lnTo>
                    <a:lnTo>
                      <a:pt x="48" y="32"/>
                    </a:lnTo>
                    <a:lnTo>
                      <a:pt x="48" y="16"/>
                    </a:lnTo>
                    <a:lnTo>
                      <a:pt x="56" y="8"/>
                    </a:lnTo>
                    <a:lnTo>
                      <a:pt x="64" y="0"/>
                    </a:lnTo>
                    <a:lnTo>
                      <a:pt x="72" y="8"/>
                    </a:lnTo>
                    <a:lnTo>
                      <a:pt x="72" y="16"/>
                    </a:lnTo>
                    <a:lnTo>
                      <a:pt x="80" y="24"/>
                    </a:lnTo>
                    <a:lnTo>
                      <a:pt x="80" y="48"/>
                    </a:lnTo>
                    <a:lnTo>
                      <a:pt x="88" y="64"/>
                    </a:lnTo>
                    <a:lnTo>
                      <a:pt x="96" y="88"/>
                    </a:lnTo>
                    <a:lnTo>
                      <a:pt x="96" y="120"/>
                    </a:lnTo>
                    <a:lnTo>
                      <a:pt x="104" y="152"/>
                    </a:lnTo>
                    <a:lnTo>
                      <a:pt x="104" y="192"/>
                    </a:lnTo>
                    <a:lnTo>
                      <a:pt x="112" y="232"/>
                    </a:lnTo>
                    <a:lnTo>
                      <a:pt x="120" y="280"/>
                    </a:lnTo>
                    <a:lnTo>
                      <a:pt x="120" y="328"/>
                    </a:lnTo>
                    <a:lnTo>
                      <a:pt x="128" y="384"/>
                    </a:lnTo>
                    <a:lnTo>
                      <a:pt x="128" y="440"/>
                    </a:lnTo>
                    <a:lnTo>
                      <a:pt x="136" y="496"/>
                    </a:lnTo>
                    <a:lnTo>
                      <a:pt x="144" y="560"/>
                    </a:lnTo>
                    <a:lnTo>
                      <a:pt x="144" y="624"/>
                    </a:lnTo>
                    <a:lnTo>
                      <a:pt x="152" y="696"/>
                    </a:lnTo>
                    <a:lnTo>
                      <a:pt x="152" y="760"/>
                    </a:lnTo>
                    <a:lnTo>
                      <a:pt x="160" y="832"/>
                    </a:lnTo>
                    <a:lnTo>
                      <a:pt x="168" y="912"/>
                    </a:lnTo>
                    <a:lnTo>
                      <a:pt x="168" y="983"/>
                    </a:lnTo>
                    <a:lnTo>
                      <a:pt x="176" y="1063"/>
                    </a:lnTo>
                    <a:lnTo>
                      <a:pt x="176" y="1135"/>
                    </a:lnTo>
                    <a:lnTo>
                      <a:pt x="184" y="1215"/>
                    </a:lnTo>
                    <a:lnTo>
                      <a:pt x="192" y="1295"/>
                    </a:lnTo>
                    <a:lnTo>
                      <a:pt x="192" y="1375"/>
                    </a:lnTo>
                    <a:lnTo>
                      <a:pt x="200" y="1455"/>
                    </a:lnTo>
                    <a:lnTo>
                      <a:pt x="200" y="1535"/>
                    </a:lnTo>
                    <a:lnTo>
                      <a:pt x="208" y="1615"/>
                    </a:lnTo>
                    <a:lnTo>
                      <a:pt x="216" y="1695"/>
                    </a:lnTo>
                    <a:lnTo>
                      <a:pt x="216" y="1767"/>
                    </a:lnTo>
                    <a:lnTo>
                      <a:pt x="224" y="1847"/>
                    </a:lnTo>
                    <a:lnTo>
                      <a:pt x="224" y="1919"/>
                    </a:lnTo>
                    <a:lnTo>
                      <a:pt x="232" y="1999"/>
                    </a:lnTo>
                    <a:lnTo>
                      <a:pt x="240" y="2063"/>
                    </a:lnTo>
                    <a:lnTo>
                      <a:pt x="240" y="2134"/>
                    </a:lnTo>
                    <a:lnTo>
                      <a:pt x="248" y="2206"/>
                    </a:lnTo>
                    <a:lnTo>
                      <a:pt x="248" y="2270"/>
                    </a:lnTo>
                    <a:lnTo>
                      <a:pt x="256" y="2326"/>
                    </a:lnTo>
                    <a:lnTo>
                      <a:pt x="264" y="2390"/>
                    </a:lnTo>
                    <a:lnTo>
                      <a:pt x="264" y="2446"/>
                    </a:lnTo>
                    <a:lnTo>
                      <a:pt x="272" y="2494"/>
                    </a:lnTo>
                    <a:lnTo>
                      <a:pt x="272" y="2542"/>
                    </a:lnTo>
                    <a:lnTo>
                      <a:pt x="280" y="2590"/>
                    </a:lnTo>
                    <a:lnTo>
                      <a:pt x="280" y="2630"/>
                    </a:lnTo>
                    <a:lnTo>
                      <a:pt x="288" y="2670"/>
                    </a:lnTo>
                    <a:lnTo>
                      <a:pt x="296" y="2702"/>
                    </a:lnTo>
                    <a:lnTo>
                      <a:pt x="296" y="2734"/>
                    </a:lnTo>
                    <a:lnTo>
                      <a:pt x="304" y="2758"/>
                    </a:lnTo>
                    <a:lnTo>
                      <a:pt x="304" y="2782"/>
                    </a:lnTo>
                    <a:lnTo>
                      <a:pt x="312" y="2798"/>
                    </a:lnTo>
                    <a:lnTo>
                      <a:pt x="320" y="2806"/>
                    </a:lnTo>
                    <a:lnTo>
                      <a:pt x="320" y="2814"/>
                    </a:lnTo>
                    <a:lnTo>
                      <a:pt x="328" y="2822"/>
                    </a:lnTo>
                    <a:lnTo>
                      <a:pt x="336" y="2814"/>
                    </a:lnTo>
                    <a:lnTo>
                      <a:pt x="344" y="2806"/>
                    </a:lnTo>
                    <a:lnTo>
                      <a:pt x="344" y="2790"/>
                    </a:lnTo>
                    <a:lnTo>
                      <a:pt x="352" y="2766"/>
                    </a:lnTo>
                    <a:lnTo>
                      <a:pt x="352" y="2742"/>
                    </a:lnTo>
                    <a:lnTo>
                      <a:pt x="360" y="2718"/>
                    </a:lnTo>
                    <a:lnTo>
                      <a:pt x="368" y="2686"/>
                    </a:lnTo>
                    <a:lnTo>
                      <a:pt x="368" y="2646"/>
                    </a:lnTo>
                    <a:lnTo>
                      <a:pt x="376" y="2606"/>
                    </a:lnTo>
                    <a:lnTo>
                      <a:pt x="376" y="2566"/>
                    </a:lnTo>
                    <a:lnTo>
                      <a:pt x="384" y="2518"/>
                    </a:lnTo>
                    <a:lnTo>
                      <a:pt x="392" y="2470"/>
                    </a:lnTo>
                    <a:lnTo>
                      <a:pt x="392" y="2414"/>
                    </a:lnTo>
                    <a:lnTo>
                      <a:pt x="400" y="2358"/>
                    </a:lnTo>
                    <a:lnTo>
                      <a:pt x="400" y="2294"/>
                    </a:lnTo>
                    <a:lnTo>
                      <a:pt x="408" y="2230"/>
                    </a:lnTo>
                    <a:lnTo>
                      <a:pt x="416" y="2166"/>
                    </a:lnTo>
                    <a:lnTo>
                      <a:pt x="416" y="2094"/>
                    </a:lnTo>
                    <a:lnTo>
                      <a:pt x="424" y="2031"/>
                    </a:lnTo>
                    <a:lnTo>
                      <a:pt x="424" y="1951"/>
                    </a:lnTo>
                    <a:lnTo>
                      <a:pt x="432" y="1879"/>
                    </a:lnTo>
                    <a:lnTo>
                      <a:pt x="440" y="1807"/>
                    </a:lnTo>
                    <a:lnTo>
                      <a:pt x="440" y="1727"/>
                    </a:lnTo>
                    <a:lnTo>
                      <a:pt x="448" y="1647"/>
                    </a:lnTo>
                    <a:lnTo>
                      <a:pt x="448" y="1567"/>
                    </a:lnTo>
                    <a:lnTo>
                      <a:pt x="456" y="1487"/>
                    </a:lnTo>
                    <a:lnTo>
                      <a:pt x="464" y="1415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  <p:grpSp>
          <p:nvGrpSpPr>
            <p:cNvPr id="7204" name="Group 36"/>
            <p:cNvGrpSpPr>
              <a:grpSpLocks/>
            </p:cNvGrpSpPr>
            <p:nvPr/>
          </p:nvGrpSpPr>
          <p:grpSpPr bwMode="auto">
            <a:xfrm>
              <a:off x="4119563" y="1998663"/>
              <a:ext cx="2305050" cy="754062"/>
              <a:chOff x="597" y="191"/>
              <a:chExt cx="4764" cy="3756"/>
            </a:xfrm>
          </p:grpSpPr>
          <p:sp>
            <p:nvSpPr>
              <p:cNvPr id="7205" name="Freeform 37"/>
              <p:cNvSpPr>
                <a:spLocks/>
              </p:cNvSpPr>
              <p:nvPr/>
            </p:nvSpPr>
            <p:spPr bwMode="auto">
              <a:xfrm>
                <a:off x="597" y="191"/>
                <a:ext cx="616" cy="3748"/>
              </a:xfrm>
              <a:custGeom>
                <a:avLst/>
                <a:gdLst/>
                <a:ahLst/>
                <a:cxnLst>
                  <a:cxn ang="0">
                    <a:pos x="8" y="1662"/>
                  </a:cxn>
                  <a:cxn ang="0">
                    <a:pos x="24" y="1454"/>
                  </a:cxn>
                  <a:cxn ang="0">
                    <a:pos x="40" y="1247"/>
                  </a:cxn>
                  <a:cxn ang="0">
                    <a:pos x="56" y="1055"/>
                  </a:cxn>
                  <a:cxn ang="0">
                    <a:pos x="64" y="871"/>
                  </a:cxn>
                  <a:cxn ang="0">
                    <a:pos x="80" y="695"/>
                  </a:cxn>
                  <a:cxn ang="0">
                    <a:pos x="96" y="535"/>
                  </a:cxn>
                  <a:cxn ang="0">
                    <a:pos x="112" y="399"/>
                  </a:cxn>
                  <a:cxn ang="0">
                    <a:pos x="128" y="279"/>
                  </a:cxn>
                  <a:cxn ang="0">
                    <a:pos x="136" y="176"/>
                  </a:cxn>
                  <a:cxn ang="0">
                    <a:pos x="152" y="96"/>
                  </a:cxn>
                  <a:cxn ang="0">
                    <a:pos x="168" y="40"/>
                  </a:cxn>
                  <a:cxn ang="0">
                    <a:pos x="192" y="0"/>
                  </a:cxn>
                  <a:cxn ang="0">
                    <a:pos x="200" y="0"/>
                  </a:cxn>
                  <a:cxn ang="0">
                    <a:pos x="216" y="32"/>
                  </a:cxn>
                  <a:cxn ang="0">
                    <a:pos x="232" y="88"/>
                  </a:cxn>
                  <a:cxn ang="0">
                    <a:pos x="248" y="168"/>
                  </a:cxn>
                  <a:cxn ang="0">
                    <a:pos x="264" y="263"/>
                  </a:cxn>
                  <a:cxn ang="0">
                    <a:pos x="280" y="383"/>
                  </a:cxn>
                  <a:cxn ang="0">
                    <a:pos x="288" y="519"/>
                  </a:cxn>
                  <a:cxn ang="0">
                    <a:pos x="304" y="679"/>
                  </a:cxn>
                  <a:cxn ang="0">
                    <a:pos x="320" y="847"/>
                  </a:cxn>
                  <a:cxn ang="0">
                    <a:pos x="336" y="1031"/>
                  </a:cxn>
                  <a:cxn ang="0">
                    <a:pos x="352" y="1231"/>
                  </a:cxn>
                  <a:cxn ang="0">
                    <a:pos x="360" y="1430"/>
                  </a:cxn>
                  <a:cxn ang="0">
                    <a:pos x="376" y="1638"/>
                  </a:cxn>
                  <a:cxn ang="0">
                    <a:pos x="392" y="1854"/>
                  </a:cxn>
                  <a:cxn ang="0">
                    <a:pos x="408" y="2062"/>
                  </a:cxn>
                  <a:cxn ang="0">
                    <a:pos x="416" y="2270"/>
                  </a:cxn>
                  <a:cxn ang="0">
                    <a:pos x="432" y="2478"/>
                  </a:cxn>
                  <a:cxn ang="0">
                    <a:pos x="448" y="2677"/>
                  </a:cxn>
                  <a:cxn ang="0">
                    <a:pos x="464" y="2861"/>
                  </a:cxn>
                  <a:cxn ang="0">
                    <a:pos x="480" y="3037"/>
                  </a:cxn>
                  <a:cxn ang="0">
                    <a:pos x="488" y="3197"/>
                  </a:cxn>
                  <a:cxn ang="0">
                    <a:pos x="504" y="3333"/>
                  </a:cxn>
                  <a:cxn ang="0">
                    <a:pos x="520" y="3461"/>
                  </a:cxn>
                  <a:cxn ang="0">
                    <a:pos x="536" y="3565"/>
                  </a:cxn>
                  <a:cxn ang="0">
                    <a:pos x="552" y="3645"/>
                  </a:cxn>
                  <a:cxn ang="0">
                    <a:pos x="560" y="3708"/>
                  </a:cxn>
                  <a:cxn ang="0">
                    <a:pos x="576" y="3740"/>
                  </a:cxn>
                  <a:cxn ang="0">
                    <a:pos x="592" y="3748"/>
                  </a:cxn>
                  <a:cxn ang="0">
                    <a:pos x="608" y="3732"/>
                  </a:cxn>
                </a:cxnLst>
                <a:rect l="0" t="0" r="r" b="b"/>
                <a:pathLst>
                  <a:path w="616" h="3748">
                    <a:moveTo>
                      <a:pt x="0" y="1806"/>
                    </a:moveTo>
                    <a:lnTo>
                      <a:pt x="8" y="1734"/>
                    </a:lnTo>
                    <a:lnTo>
                      <a:pt x="8" y="1662"/>
                    </a:lnTo>
                    <a:lnTo>
                      <a:pt x="16" y="1590"/>
                    </a:lnTo>
                    <a:lnTo>
                      <a:pt x="16" y="1518"/>
                    </a:lnTo>
                    <a:lnTo>
                      <a:pt x="24" y="1454"/>
                    </a:lnTo>
                    <a:lnTo>
                      <a:pt x="32" y="1383"/>
                    </a:lnTo>
                    <a:lnTo>
                      <a:pt x="32" y="1319"/>
                    </a:lnTo>
                    <a:lnTo>
                      <a:pt x="40" y="1247"/>
                    </a:lnTo>
                    <a:lnTo>
                      <a:pt x="40" y="1183"/>
                    </a:lnTo>
                    <a:lnTo>
                      <a:pt x="48" y="1119"/>
                    </a:lnTo>
                    <a:lnTo>
                      <a:pt x="56" y="1055"/>
                    </a:lnTo>
                    <a:lnTo>
                      <a:pt x="56" y="991"/>
                    </a:lnTo>
                    <a:lnTo>
                      <a:pt x="64" y="927"/>
                    </a:lnTo>
                    <a:lnTo>
                      <a:pt x="64" y="871"/>
                    </a:lnTo>
                    <a:lnTo>
                      <a:pt x="72" y="807"/>
                    </a:lnTo>
                    <a:lnTo>
                      <a:pt x="80" y="751"/>
                    </a:lnTo>
                    <a:lnTo>
                      <a:pt x="80" y="695"/>
                    </a:lnTo>
                    <a:lnTo>
                      <a:pt x="88" y="639"/>
                    </a:lnTo>
                    <a:lnTo>
                      <a:pt x="88" y="591"/>
                    </a:lnTo>
                    <a:lnTo>
                      <a:pt x="96" y="535"/>
                    </a:lnTo>
                    <a:lnTo>
                      <a:pt x="104" y="487"/>
                    </a:lnTo>
                    <a:lnTo>
                      <a:pt x="104" y="439"/>
                    </a:lnTo>
                    <a:lnTo>
                      <a:pt x="112" y="399"/>
                    </a:lnTo>
                    <a:lnTo>
                      <a:pt x="112" y="351"/>
                    </a:lnTo>
                    <a:lnTo>
                      <a:pt x="120" y="311"/>
                    </a:lnTo>
                    <a:lnTo>
                      <a:pt x="128" y="279"/>
                    </a:lnTo>
                    <a:lnTo>
                      <a:pt x="128" y="239"/>
                    </a:lnTo>
                    <a:lnTo>
                      <a:pt x="136" y="208"/>
                    </a:lnTo>
                    <a:lnTo>
                      <a:pt x="136" y="176"/>
                    </a:lnTo>
                    <a:lnTo>
                      <a:pt x="144" y="144"/>
                    </a:lnTo>
                    <a:lnTo>
                      <a:pt x="152" y="120"/>
                    </a:lnTo>
                    <a:lnTo>
                      <a:pt x="152" y="96"/>
                    </a:lnTo>
                    <a:lnTo>
                      <a:pt x="160" y="72"/>
                    </a:lnTo>
                    <a:lnTo>
                      <a:pt x="160" y="56"/>
                    </a:lnTo>
                    <a:lnTo>
                      <a:pt x="168" y="40"/>
                    </a:lnTo>
                    <a:lnTo>
                      <a:pt x="176" y="24"/>
                    </a:lnTo>
                    <a:lnTo>
                      <a:pt x="176" y="16"/>
                    </a:lnTo>
                    <a:lnTo>
                      <a:pt x="192" y="0"/>
                    </a:lnTo>
                    <a:lnTo>
                      <a:pt x="184" y="0"/>
                    </a:lnTo>
                    <a:lnTo>
                      <a:pt x="192" y="0"/>
                    </a:lnTo>
                    <a:lnTo>
                      <a:pt x="200" y="0"/>
                    </a:lnTo>
                    <a:lnTo>
                      <a:pt x="208" y="8"/>
                    </a:lnTo>
                    <a:lnTo>
                      <a:pt x="216" y="24"/>
                    </a:lnTo>
                    <a:lnTo>
                      <a:pt x="216" y="32"/>
                    </a:lnTo>
                    <a:lnTo>
                      <a:pt x="224" y="48"/>
                    </a:lnTo>
                    <a:lnTo>
                      <a:pt x="232" y="64"/>
                    </a:lnTo>
                    <a:lnTo>
                      <a:pt x="232" y="88"/>
                    </a:lnTo>
                    <a:lnTo>
                      <a:pt x="240" y="112"/>
                    </a:lnTo>
                    <a:lnTo>
                      <a:pt x="240" y="136"/>
                    </a:lnTo>
                    <a:lnTo>
                      <a:pt x="248" y="168"/>
                    </a:lnTo>
                    <a:lnTo>
                      <a:pt x="256" y="192"/>
                    </a:lnTo>
                    <a:lnTo>
                      <a:pt x="256" y="232"/>
                    </a:lnTo>
                    <a:lnTo>
                      <a:pt x="264" y="263"/>
                    </a:lnTo>
                    <a:lnTo>
                      <a:pt x="264" y="303"/>
                    </a:lnTo>
                    <a:lnTo>
                      <a:pt x="272" y="343"/>
                    </a:lnTo>
                    <a:lnTo>
                      <a:pt x="280" y="383"/>
                    </a:lnTo>
                    <a:lnTo>
                      <a:pt x="280" y="423"/>
                    </a:lnTo>
                    <a:lnTo>
                      <a:pt x="288" y="471"/>
                    </a:lnTo>
                    <a:lnTo>
                      <a:pt x="288" y="519"/>
                    </a:lnTo>
                    <a:lnTo>
                      <a:pt x="296" y="567"/>
                    </a:lnTo>
                    <a:lnTo>
                      <a:pt x="304" y="623"/>
                    </a:lnTo>
                    <a:lnTo>
                      <a:pt x="304" y="679"/>
                    </a:lnTo>
                    <a:lnTo>
                      <a:pt x="312" y="735"/>
                    </a:lnTo>
                    <a:lnTo>
                      <a:pt x="312" y="791"/>
                    </a:lnTo>
                    <a:lnTo>
                      <a:pt x="320" y="847"/>
                    </a:lnTo>
                    <a:lnTo>
                      <a:pt x="328" y="911"/>
                    </a:lnTo>
                    <a:lnTo>
                      <a:pt x="328" y="967"/>
                    </a:lnTo>
                    <a:lnTo>
                      <a:pt x="336" y="1031"/>
                    </a:lnTo>
                    <a:lnTo>
                      <a:pt x="336" y="1095"/>
                    </a:lnTo>
                    <a:lnTo>
                      <a:pt x="344" y="1159"/>
                    </a:lnTo>
                    <a:lnTo>
                      <a:pt x="352" y="1231"/>
                    </a:lnTo>
                    <a:lnTo>
                      <a:pt x="352" y="1295"/>
                    </a:lnTo>
                    <a:lnTo>
                      <a:pt x="360" y="1359"/>
                    </a:lnTo>
                    <a:lnTo>
                      <a:pt x="360" y="1430"/>
                    </a:lnTo>
                    <a:lnTo>
                      <a:pt x="368" y="1502"/>
                    </a:lnTo>
                    <a:lnTo>
                      <a:pt x="376" y="1566"/>
                    </a:lnTo>
                    <a:lnTo>
                      <a:pt x="376" y="1638"/>
                    </a:lnTo>
                    <a:lnTo>
                      <a:pt x="384" y="1710"/>
                    </a:lnTo>
                    <a:lnTo>
                      <a:pt x="384" y="1782"/>
                    </a:lnTo>
                    <a:lnTo>
                      <a:pt x="392" y="1854"/>
                    </a:lnTo>
                    <a:lnTo>
                      <a:pt x="392" y="1918"/>
                    </a:lnTo>
                    <a:lnTo>
                      <a:pt x="400" y="1990"/>
                    </a:lnTo>
                    <a:lnTo>
                      <a:pt x="408" y="2062"/>
                    </a:lnTo>
                    <a:lnTo>
                      <a:pt x="408" y="2134"/>
                    </a:lnTo>
                    <a:lnTo>
                      <a:pt x="416" y="2206"/>
                    </a:lnTo>
                    <a:lnTo>
                      <a:pt x="416" y="2270"/>
                    </a:lnTo>
                    <a:lnTo>
                      <a:pt x="424" y="2342"/>
                    </a:lnTo>
                    <a:lnTo>
                      <a:pt x="432" y="2406"/>
                    </a:lnTo>
                    <a:lnTo>
                      <a:pt x="432" y="2478"/>
                    </a:lnTo>
                    <a:lnTo>
                      <a:pt x="440" y="2541"/>
                    </a:lnTo>
                    <a:lnTo>
                      <a:pt x="440" y="2605"/>
                    </a:lnTo>
                    <a:lnTo>
                      <a:pt x="448" y="2677"/>
                    </a:lnTo>
                    <a:lnTo>
                      <a:pt x="456" y="2741"/>
                    </a:lnTo>
                    <a:lnTo>
                      <a:pt x="456" y="2797"/>
                    </a:lnTo>
                    <a:lnTo>
                      <a:pt x="464" y="2861"/>
                    </a:lnTo>
                    <a:lnTo>
                      <a:pt x="464" y="2917"/>
                    </a:lnTo>
                    <a:lnTo>
                      <a:pt x="472" y="2981"/>
                    </a:lnTo>
                    <a:lnTo>
                      <a:pt x="480" y="3037"/>
                    </a:lnTo>
                    <a:lnTo>
                      <a:pt x="480" y="3093"/>
                    </a:lnTo>
                    <a:lnTo>
                      <a:pt x="488" y="3141"/>
                    </a:lnTo>
                    <a:lnTo>
                      <a:pt x="488" y="3197"/>
                    </a:lnTo>
                    <a:lnTo>
                      <a:pt x="496" y="3245"/>
                    </a:lnTo>
                    <a:lnTo>
                      <a:pt x="504" y="3293"/>
                    </a:lnTo>
                    <a:lnTo>
                      <a:pt x="504" y="3333"/>
                    </a:lnTo>
                    <a:lnTo>
                      <a:pt x="512" y="3381"/>
                    </a:lnTo>
                    <a:lnTo>
                      <a:pt x="512" y="3421"/>
                    </a:lnTo>
                    <a:lnTo>
                      <a:pt x="520" y="3461"/>
                    </a:lnTo>
                    <a:lnTo>
                      <a:pt x="528" y="3501"/>
                    </a:lnTo>
                    <a:lnTo>
                      <a:pt x="528" y="3533"/>
                    </a:lnTo>
                    <a:lnTo>
                      <a:pt x="536" y="3565"/>
                    </a:lnTo>
                    <a:lnTo>
                      <a:pt x="536" y="3597"/>
                    </a:lnTo>
                    <a:lnTo>
                      <a:pt x="544" y="3621"/>
                    </a:lnTo>
                    <a:lnTo>
                      <a:pt x="552" y="3645"/>
                    </a:lnTo>
                    <a:lnTo>
                      <a:pt x="552" y="3669"/>
                    </a:lnTo>
                    <a:lnTo>
                      <a:pt x="560" y="3685"/>
                    </a:lnTo>
                    <a:lnTo>
                      <a:pt x="560" y="3708"/>
                    </a:lnTo>
                    <a:lnTo>
                      <a:pt x="568" y="3716"/>
                    </a:lnTo>
                    <a:lnTo>
                      <a:pt x="568" y="3732"/>
                    </a:lnTo>
                    <a:lnTo>
                      <a:pt x="576" y="3740"/>
                    </a:lnTo>
                    <a:lnTo>
                      <a:pt x="584" y="3748"/>
                    </a:lnTo>
                    <a:lnTo>
                      <a:pt x="600" y="3748"/>
                    </a:lnTo>
                    <a:lnTo>
                      <a:pt x="592" y="3748"/>
                    </a:lnTo>
                    <a:lnTo>
                      <a:pt x="600" y="3748"/>
                    </a:lnTo>
                    <a:lnTo>
                      <a:pt x="608" y="3740"/>
                    </a:lnTo>
                    <a:lnTo>
                      <a:pt x="608" y="3732"/>
                    </a:lnTo>
                    <a:lnTo>
                      <a:pt x="616" y="3716"/>
                    </a:lnTo>
                    <a:lnTo>
                      <a:pt x="616" y="3708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206" name="Freeform 38"/>
              <p:cNvSpPr>
                <a:spLocks/>
              </p:cNvSpPr>
              <p:nvPr/>
            </p:nvSpPr>
            <p:spPr bwMode="auto">
              <a:xfrm>
                <a:off x="1213" y="191"/>
                <a:ext cx="617" cy="3708"/>
              </a:xfrm>
              <a:custGeom>
                <a:avLst/>
                <a:gdLst/>
                <a:ahLst/>
                <a:cxnLst>
                  <a:cxn ang="0">
                    <a:pos x="16" y="3669"/>
                  </a:cxn>
                  <a:cxn ang="0">
                    <a:pos x="24" y="3597"/>
                  </a:cxn>
                  <a:cxn ang="0">
                    <a:pos x="40" y="3501"/>
                  </a:cxn>
                  <a:cxn ang="0">
                    <a:pos x="56" y="3381"/>
                  </a:cxn>
                  <a:cxn ang="0">
                    <a:pos x="72" y="3245"/>
                  </a:cxn>
                  <a:cxn ang="0">
                    <a:pos x="88" y="3093"/>
                  </a:cxn>
                  <a:cxn ang="0">
                    <a:pos x="96" y="2917"/>
                  </a:cxn>
                  <a:cxn ang="0">
                    <a:pos x="112" y="2741"/>
                  </a:cxn>
                  <a:cxn ang="0">
                    <a:pos x="129" y="2541"/>
                  </a:cxn>
                  <a:cxn ang="0">
                    <a:pos x="145" y="2342"/>
                  </a:cxn>
                  <a:cxn ang="0">
                    <a:pos x="153" y="2134"/>
                  </a:cxn>
                  <a:cxn ang="0">
                    <a:pos x="169" y="1918"/>
                  </a:cxn>
                  <a:cxn ang="0">
                    <a:pos x="185" y="1710"/>
                  </a:cxn>
                  <a:cxn ang="0">
                    <a:pos x="201" y="1502"/>
                  </a:cxn>
                  <a:cxn ang="0">
                    <a:pos x="217" y="1295"/>
                  </a:cxn>
                  <a:cxn ang="0">
                    <a:pos x="225" y="1095"/>
                  </a:cxn>
                  <a:cxn ang="0">
                    <a:pos x="241" y="911"/>
                  </a:cxn>
                  <a:cxn ang="0">
                    <a:pos x="257" y="735"/>
                  </a:cxn>
                  <a:cxn ang="0">
                    <a:pos x="273" y="567"/>
                  </a:cxn>
                  <a:cxn ang="0">
                    <a:pos x="289" y="423"/>
                  </a:cxn>
                  <a:cxn ang="0">
                    <a:pos x="297" y="303"/>
                  </a:cxn>
                  <a:cxn ang="0">
                    <a:pos x="313" y="192"/>
                  </a:cxn>
                  <a:cxn ang="0">
                    <a:pos x="329" y="112"/>
                  </a:cxn>
                  <a:cxn ang="0">
                    <a:pos x="345" y="48"/>
                  </a:cxn>
                  <a:cxn ang="0">
                    <a:pos x="353" y="8"/>
                  </a:cxn>
                  <a:cxn ang="0">
                    <a:pos x="377" y="0"/>
                  </a:cxn>
                  <a:cxn ang="0">
                    <a:pos x="393" y="24"/>
                  </a:cxn>
                  <a:cxn ang="0">
                    <a:pos x="409" y="72"/>
                  </a:cxn>
                  <a:cxn ang="0">
                    <a:pos x="425" y="144"/>
                  </a:cxn>
                  <a:cxn ang="0">
                    <a:pos x="441" y="239"/>
                  </a:cxn>
                  <a:cxn ang="0">
                    <a:pos x="449" y="351"/>
                  </a:cxn>
                  <a:cxn ang="0">
                    <a:pos x="465" y="487"/>
                  </a:cxn>
                  <a:cxn ang="0">
                    <a:pos x="481" y="639"/>
                  </a:cxn>
                  <a:cxn ang="0">
                    <a:pos x="497" y="807"/>
                  </a:cxn>
                  <a:cxn ang="0">
                    <a:pos x="513" y="991"/>
                  </a:cxn>
                  <a:cxn ang="0">
                    <a:pos x="521" y="1183"/>
                  </a:cxn>
                  <a:cxn ang="0">
                    <a:pos x="537" y="1383"/>
                  </a:cxn>
                  <a:cxn ang="0">
                    <a:pos x="553" y="1590"/>
                  </a:cxn>
                  <a:cxn ang="0">
                    <a:pos x="569" y="1806"/>
                  </a:cxn>
                  <a:cxn ang="0">
                    <a:pos x="577" y="2014"/>
                  </a:cxn>
                  <a:cxn ang="0">
                    <a:pos x="593" y="2230"/>
                  </a:cxn>
                  <a:cxn ang="0">
                    <a:pos x="609" y="2430"/>
                  </a:cxn>
                </a:cxnLst>
                <a:rect l="0" t="0" r="r" b="b"/>
                <a:pathLst>
                  <a:path w="617" h="3708">
                    <a:moveTo>
                      <a:pt x="0" y="3708"/>
                    </a:moveTo>
                    <a:lnTo>
                      <a:pt x="8" y="3685"/>
                    </a:lnTo>
                    <a:lnTo>
                      <a:pt x="16" y="3669"/>
                    </a:lnTo>
                    <a:lnTo>
                      <a:pt x="16" y="3645"/>
                    </a:lnTo>
                    <a:lnTo>
                      <a:pt x="24" y="3621"/>
                    </a:lnTo>
                    <a:lnTo>
                      <a:pt x="24" y="3597"/>
                    </a:lnTo>
                    <a:lnTo>
                      <a:pt x="32" y="3565"/>
                    </a:lnTo>
                    <a:lnTo>
                      <a:pt x="40" y="3533"/>
                    </a:lnTo>
                    <a:lnTo>
                      <a:pt x="40" y="3501"/>
                    </a:lnTo>
                    <a:lnTo>
                      <a:pt x="48" y="3461"/>
                    </a:lnTo>
                    <a:lnTo>
                      <a:pt x="48" y="3421"/>
                    </a:lnTo>
                    <a:lnTo>
                      <a:pt x="56" y="3381"/>
                    </a:lnTo>
                    <a:lnTo>
                      <a:pt x="64" y="3333"/>
                    </a:lnTo>
                    <a:lnTo>
                      <a:pt x="64" y="3293"/>
                    </a:lnTo>
                    <a:lnTo>
                      <a:pt x="72" y="3245"/>
                    </a:lnTo>
                    <a:lnTo>
                      <a:pt x="72" y="3197"/>
                    </a:lnTo>
                    <a:lnTo>
                      <a:pt x="80" y="3141"/>
                    </a:lnTo>
                    <a:lnTo>
                      <a:pt x="88" y="3093"/>
                    </a:lnTo>
                    <a:lnTo>
                      <a:pt x="88" y="3037"/>
                    </a:lnTo>
                    <a:lnTo>
                      <a:pt x="96" y="2981"/>
                    </a:lnTo>
                    <a:lnTo>
                      <a:pt x="96" y="2917"/>
                    </a:lnTo>
                    <a:lnTo>
                      <a:pt x="104" y="2861"/>
                    </a:lnTo>
                    <a:lnTo>
                      <a:pt x="112" y="2797"/>
                    </a:lnTo>
                    <a:lnTo>
                      <a:pt x="112" y="2741"/>
                    </a:lnTo>
                    <a:lnTo>
                      <a:pt x="121" y="2677"/>
                    </a:lnTo>
                    <a:lnTo>
                      <a:pt x="121" y="2605"/>
                    </a:lnTo>
                    <a:lnTo>
                      <a:pt x="129" y="2541"/>
                    </a:lnTo>
                    <a:lnTo>
                      <a:pt x="137" y="2478"/>
                    </a:lnTo>
                    <a:lnTo>
                      <a:pt x="137" y="2406"/>
                    </a:lnTo>
                    <a:lnTo>
                      <a:pt x="145" y="2342"/>
                    </a:lnTo>
                    <a:lnTo>
                      <a:pt x="145" y="2270"/>
                    </a:lnTo>
                    <a:lnTo>
                      <a:pt x="153" y="2206"/>
                    </a:lnTo>
                    <a:lnTo>
                      <a:pt x="153" y="2134"/>
                    </a:lnTo>
                    <a:lnTo>
                      <a:pt x="161" y="2062"/>
                    </a:lnTo>
                    <a:lnTo>
                      <a:pt x="169" y="1990"/>
                    </a:lnTo>
                    <a:lnTo>
                      <a:pt x="169" y="1918"/>
                    </a:lnTo>
                    <a:lnTo>
                      <a:pt x="177" y="1854"/>
                    </a:lnTo>
                    <a:lnTo>
                      <a:pt x="177" y="1782"/>
                    </a:lnTo>
                    <a:lnTo>
                      <a:pt x="185" y="1710"/>
                    </a:lnTo>
                    <a:lnTo>
                      <a:pt x="193" y="1638"/>
                    </a:lnTo>
                    <a:lnTo>
                      <a:pt x="193" y="1566"/>
                    </a:lnTo>
                    <a:lnTo>
                      <a:pt x="201" y="1502"/>
                    </a:lnTo>
                    <a:lnTo>
                      <a:pt x="201" y="1430"/>
                    </a:lnTo>
                    <a:lnTo>
                      <a:pt x="209" y="1359"/>
                    </a:lnTo>
                    <a:lnTo>
                      <a:pt x="217" y="1295"/>
                    </a:lnTo>
                    <a:lnTo>
                      <a:pt x="217" y="1231"/>
                    </a:lnTo>
                    <a:lnTo>
                      <a:pt x="225" y="1159"/>
                    </a:lnTo>
                    <a:lnTo>
                      <a:pt x="225" y="1095"/>
                    </a:lnTo>
                    <a:lnTo>
                      <a:pt x="233" y="1031"/>
                    </a:lnTo>
                    <a:lnTo>
                      <a:pt x="241" y="967"/>
                    </a:lnTo>
                    <a:lnTo>
                      <a:pt x="241" y="911"/>
                    </a:lnTo>
                    <a:lnTo>
                      <a:pt x="249" y="847"/>
                    </a:lnTo>
                    <a:lnTo>
                      <a:pt x="249" y="791"/>
                    </a:lnTo>
                    <a:lnTo>
                      <a:pt x="257" y="735"/>
                    </a:lnTo>
                    <a:lnTo>
                      <a:pt x="265" y="679"/>
                    </a:lnTo>
                    <a:lnTo>
                      <a:pt x="265" y="623"/>
                    </a:lnTo>
                    <a:lnTo>
                      <a:pt x="273" y="567"/>
                    </a:lnTo>
                    <a:lnTo>
                      <a:pt x="273" y="519"/>
                    </a:lnTo>
                    <a:lnTo>
                      <a:pt x="281" y="471"/>
                    </a:lnTo>
                    <a:lnTo>
                      <a:pt x="289" y="423"/>
                    </a:lnTo>
                    <a:lnTo>
                      <a:pt x="289" y="383"/>
                    </a:lnTo>
                    <a:lnTo>
                      <a:pt x="297" y="343"/>
                    </a:lnTo>
                    <a:lnTo>
                      <a:pt x="297" y="303"/>
                    </a:lnTo>
                    <a:lnTo>
                      <a:pt x="305" y="263"/>
                    </a:lnTo>
                    <a:lnTo>
                      <a:pt x="313" y="232"/>
                    </a:lnTo>
                    <a:lnTo>
                      <a:pt x="313" y="192"/>
                    </a:lnTo>
                    <a:lnTo>
                      <a:pt x="321" y="168"/>
                    </a:lnTo>
                    <a:lnTo>
                      <a:pt x="321" y="136"/>
                    </a:lnTo>
                    <a:lnTo>
                      <a:pt x="329" y="112"/>
                    </a:lnTo>
                    <a:lnTo>
                      <a:pt x="337" y="88"/>
                    </a:lnTo>
                    <a:lnTo>
                      <a:pt x="337" y="64"/>
                    </a:lnTo>
                    <a:lnTo>
                      <a:pt x="345" y="48"/>
                    </a:lnTo>
                    <a:lnTo>
                      <a:pt x="345" y="32"/>
                    </a:lnTo>
                    <a:lnTo>
                      <a:pt x="353" y="24"/>
                    </a:lnTo>
                    <a:lnTo>
                      <a:pt x="353" y="8"/>
                    </a:lnTo>
                    <a:lnTo>
                      <a:pt x="361" y="0"/>
                    </a:lnTo>
                    <a:lnTo>
                      <a:pt x="369" y="0"/>
                    </a:lnTo>
                    <a:lnTo>
                      <a:pt x="377" y="0"/>
                    </a:lnTo>
                    <a:lnTo>
                      <a:pt x="385" y="8"/>
                    </a:lnTo>
                    <a:lnTo>
                      <a:pt x="393" y="16"/>
                    </a:lnTo>
                    <a:lnTo>
                      <a:pt x="393" y="24"/>
                    </a:lnTo>
                    <a:lnTo>
                      <a:pt x="401" y="40"/>
                    </a:lnTo>
                    <a:lnTo>
                      <a:pt x="401" y="56"/>
                    </a:lnTo>
                    <a:lnTo>
                      <a:pt x="409" y="72"/>
                    </a:lnTo>
                    <a:lnTo>
                      <a:pt x="417" y="96"/>
                    </a:lnTo>
                    <a:lnTo>
                      <a:pt x="417" y="120"/>
                    </a:lnTo>
                    <a:lnTo>
                      <a:pt x="425" y="144"/>
                    </a:lnTo>
                    <a:lnTo>
                      <a:pt x="425" y="176"/>
                    </a:lnTo>
                    <a:lnTo>
                      <a:pt x="433" y="208"/>
                    </a:lnTo>
                    <a:lnTo>
                      <a:pt x="441" y="239"/>
                    </a:lnTo>
                    <a:lnTo>
                      <a:pt x="441" y="279"/>
                    </a:lnTo>
                    <a:lnTo>
                      <a:pt x="449" y="311"/>
                    </a:lnTo>
                    <a:lnTo>
                      <a:pt x="449" y="351"/>
                    </a:lnTo>
                    <a:lnTo>
                      <a:pt x="457" y="399"/>
                    </a:lnTo>
                    <a:lnTo>
                      <a:pt x="465" y="439"/>
                    </a:lnTo>
                    <a:lnTo>
                      <a:pt x="465" y="487"/>
                    </a:lnTo>
                    <a:lnTo>
                      <a:pt x="473" y="535"/>
                    </a:lnTo>
                    <a:lnTo>
                      <a:pt x="473" y="591"/>
                    </a:lnTo>
                    <a:lnTo>
                      <a:pt x="481" y="639"/>
                    </a:lnTo>
                    <a:lnTo>
                      <a:pt x="489" y="695"/>
                    </a:lnTo>
                    <a:lnTo>
                      <a:pt x="489" y="751"/>
                    </a:lnTo>
                    <a:lnTo>
                      <a:pt x="497" y="807"/>
                    </a:lnTo>
                    <a:lnTo>
                      <a:pt x="497" y="871"/>
                    </a:lnTo>
                    <a:lnTo>
                      <a:pt x="505" y="927"/>
                    </a:lnTo>
                    <a:lnTo>
                      <a:pt x="513" y="991"/>
                    </a:lnTo>
                    <a:lnTo>
                      <a:pt x="513" y="1055"/>
                    </a:lnTo>
                    <a:lnTo>
                      <a:pt x="521" y="1119"/>
                    </a:lnTo>
                    <a:lnTo>
                      <a:pt x="521" y="1183"/>
                    </a:lnTo>
                    <a:lnTo>
                      <a:pt x="529" y="1247"/>
                    </a:lnTo>
                    <a:lnTo>
                      <a:pt x="529" y="1319"/>
                    </a:lnTo>
                    <a:lnTo>
                      <a:pt x="537" y="1383"/>
                    </a:lnTo>
                    <a:lnTo>
                      <a:pt x="545" y="1454"/>
                    </a:lnTo>
                    <a:lnTo>
                      <a:pt x="545" y="1518"/>
                    </a:lnTo>
                    <a:lnTo>
                      <a:pt x="553" y="1590"/>
                    </a:lnTo>
                    <a:lnTo>
                      <a:pt x="553" y="1662"/>
                    </a:lnTo>
                    <a:lnTo>
                      <a:pt x="561" y="1734"/>
                    </a:lnTo>
                    <a:lnTo>
                      <a:pt x="569" y="1806"/>
                    </a:lnTo>
                    <a:lnTo>
                      <a:pt x="569" y="1870"/>
                    </a:lnTo>
                    <a:lnTo>
                      <a:pt x="577" y="1942"/>
                    </a:lnTo>
                    <a:lnTo>
                      <a:pt x="577" y="2014"/>
                    </a:lnTo>
                    <a:lnTo>
                      <a:pt x="585" y="2086"/>
                    </a:lnTo>
                    <a:lnTo>
                      <a:pt x="593" y="2158"/>
                    </a:lnTo>
                    <a:lnTo>
                      <a:pt x="593" y="2230"/>
                    </a:lnTo>
                    <a:lnTo>
                      <a:pt x="601" y="2294"/>
                    </a:lnTo>
                    <a:lnTo>
                      <a:pt x="601" y="2366"/>
                    </a:lnTo>
                    <a:lnTo>
                      <a:pt x="609" y="2430"/>
                    </a:lnTo>
                    <a:lnTo>
                      <a:pt x="617" y="2502"/>
                    </a:lnTo>
                    <a:lnTo>
                      <a:pt x="617" y="2565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207" name="Freeform 39"/>
              <p:cNvSpPr>
                <a:spLocks/>
              </p:cNvSpPr>
              <p:nvPr/>
            </p:nvSpPr>
            <p:spPr bwMode="auto">
              <a:xfrm>
                <a:off x="1830" y="191"/>
                <a:ext cx="625" cy="3748"/>
              </a:xfrm>
              <a:custGeom>
                <a:avLst/>
                <a:gdLst/>
                <a:ahLst/>
                <a:cxnLst>
                  <a:cxn ang="0">
                    <a:pos x="8" y="2693"/>
                  </a:cxn>
                  <a:cxn ang="0">
                    <a:pos x="24" y="2877"/>
                  </a:cxn>
                  <a:cxn ang="0">
                    <a:pos x="40" y="3053"/>
                  </a:cxn>
                  <a:cxn ang="0">
                    <a:pos x="56" y="3213"/>
                  </a:cxn>
                  <a:cxn ang="0">
                    <a:pos x="72" y="3349"/>
                  </a:cxn>
                  <a:cxn ang="0">
                    <a:pos x="80" y="3469"/>
                  </a:cxn>
                  <a:cxn ang="0">
                    <a:pos x="96" y="3573"/>
                  </a:cxn>
                  <a:cxn ang="0">
                    <a:pos x="112" y="3653"/>
                  </a:cxn>
                  <a:cxn ang="0">
                    <a:pos x="128" y="3708"/>
                  </a:cxn>
                  <a:cxn ang="0">
                    <a:pos x="136" y="3740"/>
                  </a:cxn>
                  <a:cxn ang="0">
                    <a:pos x="160" y="3748"/>
                  </a:cxn>
                  <a:cxn ang="0">
                    <a:pos x="176" y="3716"/>
                  </a:cxn>
                  <a:cxn ang="0">
                    <a:pos x="192" y="3661"/>
                  </a:cxn>
                  <a:cxn ang="0">
                    <a:pos x="208" y="3581"/>
                  </a:cxn>
                  <a:cxn ang="0">
                    <a:pos x="224" y="3485"/>
                  </a:cxn>
                  <a:cxn ang="0">
                    <a:pos x="232" y="3365"/>
                  </a:cxn>
                  <a:cxn ang="0">
                    <a:pos x="248" y="3229"/>
                  </a:cxn>
                  <a:cxn ang="0">
                    <a:pos x="264" y="3069"/>
                  </a:cxn>
                  <a:cxn ang="0">
                    <a:pos x="280" y="2901"/>
                  </a:cxn>
                  <a:cxn ang="0">
                    <a:pos x="288" y="2717"/>
                  </a:cxn>
                  <a:cxn ang="0">
                    <a:pos x="304" y="2518"/>
                  </a:cxn>
                  <a:cxn ang="0">
                    <a:pos x="320" y="2318"/>
                  </a:cxn>
                  <a:cxn ang="0">
                    <a:pos x="336" y="2110"/>
                  </a:cxn>
                  <a:cxn ang="0">
                    <a:pos x="352" y="1894"/>
                  </a:cxn>
                  <a:cxn ang="0">
                    <a:pos x="360" y="1686"/>
                  </a:cxn>
                  <a:cxn ang="0">
                    <a:pos x="376" y="1478"/>
                  </a:cxn>
                  <a:cxn ang="0">
                    <a:pos x="392" y="1271"/>
                  </a:cxn>
                  <a:cxn ang="0">
                    <a:pos x="408" y="1071"/>
                  </a:cxn>
                  <a:cxn ang="0">
                    <a:pos x="424" y="887"/>
                  </a:cxn>
                  <a:cxn ang="0">
                    <a:pos x="432" y="711"/>
                  </a:cxn>
                  <a:cxn ang="0">
                    <a:pos x="448" y="551"/>
                  </a:cxn>
                  <a:cxn ang="0">
                    <a:pos x="464" y="415"/>
                  </a:cxn>
                  <a:cxn ang="0">
                    <a:pos x="480" y="287"/>
                  </a:cxn>
                  <a:cxn ang="0">
                    <a:pos x="488" y="184"/>
                  </a:cxn>
                  <a:cxn ang="0">
                    <a:pos x="504" y="104"/>
                  </a:cxn>
                  <a:cxn ang="0">
                    <a:pos x="520" y="40"/>
                  </a:cxn>
                  <a:cxn ang="0">
                    <a:pos x="545" y="0"/>
                  </a:cxn>
                  <a:cxn ang="0">
                    <a:pos x="553" y="0"/>
                  </a:cxn>
                  <a:cxn ang="0">
                    <a:pos x="577" y="32"/>
                  </a:cxn>
                  <a:cxn ang="0">
                    <a:pos x="585" y="80"/>
                  </a:cxn>
                  <a:cxn ang="0">
                    <a:pos x="601" y="152"/>
                  </a:cxn>
                  <a:cxn ang="0">
                    <a:pos x="617" y="247"/>
                  </a:cxn>
                </a:cxnLst>
                <a:rect l="0" t="0" r="r" b="b"/>
                <a:pathLst>
                  <a:path w="625" h="3748">
                    <a:moveTo>
                      <a:pt x="0" y="2565"/>
                    </a:moveTo>
                    <a:lnTo>
                      <a:pt x="8" y="2629"/>
                    </a:lnTo>
                    <a:lnTo>
                      <a:pt x="8" y="2693"/>
                    </a:lnTo>
                    <a:lnTo>
                      <a:pt x="16" y="2757"/>
                    </a:lnTo>
                    <a:lnTo>
                      <a:pt x="24" y="2821"/>
                    </a:lnTo>
                    <a:lnTo>
                      <a:pt x="24" y="2877"/>
                    </a:lnTo>
                    <a:lnTo>
                      <a:pt x="32" y="2941"/>
                    </a:lnTo>
                    <a:lnTo>
                      <a:pt x="32" y="2997"/>
                    </a:lnTo>
                    <a:lnTo>
                      <a:pt x="40" y="3053"/>
                    </a:lnTo>
                    <a:lnTo>
                      <a:pt x="48" y="3109"/>
                    </a:lnTo>
                    <a:lnTo>
                      <a:pt x="48" y="3157"/>
                    </a:lnTo>
                    <a:lnTo>
                      <a:pt x="56" y="3213"/>
                    </a:lnTo>
                    <a:lnTo>
                      <a:pt x="56" y="3261"/>
                    </a:lnTo>
                    <a:lnTo>
                      <a:pt x="64" y="3309"/>
                    </a:lnTo>
                    <a:lnTo>
                      <a:pt x="72" y="3349"/>
                    </a:lnTo>
                    <a:lnTo>
                      <a:pt x="72" y="3397"/>
                    </a:lnTo>
                    <a:lnTo>
                      <a:pt x="80" y="3437"/>
                    </a:lnTo>
                    <a:lnTo>
                      <a:pt x="80" y="3469"/>
                    </a:lnTo>
                    <a:lnTo>
                      <a:pt x="88" y="3509"/>
                    </a:lnTo>
                    <a:lnTo>
                      <a:pt x="96" y="3541"/>
                    </a:lnTo>
                    <a:lnTo>
                      <a:pt x="96" y="3573"/>
                    </a:lnTo>
                    <a:lnTo>
                      <a:pt x="104" y="3605"/>
                    </a:lnTo>
                    <a:lnTo>
                      <a:pt x="104" y="3629"/>
                    </a:lnTo>
                    <a:lnTo>
                      <a:pt x="112" y="3653"/>
                    </a:lnTo>
                    <a:lnTo>
                      <a:pt x="112" y="3677"/>
                    </a:lnTo>
                    <a:lnTo>
                      <a:pt x="120" y="3692"/>
                    </a:lnTo>
                    <a:lnTo>
                      <a:pt x="128" y="3708"/>
                    </a:lnTo>
                    <a:lnTo>
                      <a:pt x="128" y="3724"/>
                    </a:lnTo>
                    <a:lnTo>
                      <a:pt x="136" y="3732"/>
                    </a:lnTo>
                    <a:lnTo>
                      <a:pt x="136" y="3740"/>
                    </a:lnTo>
                    <a:lnTo>
                      <a:pt x="144" y="3748"/>
                    </a:lnTo>
                    <a:lnTo>
                      <a:pt x="152" y="3748"/>
                    </a:lnTo>
                    <a:lnTo>
                      <a:pt x="160" y="3748"/>
                    </a:lnTo>
                    <a:lnTo>
                      <a:pt x="168" y="3740"/>
                    </a:lnTo>
                    <a:lnTo>
                      <a:pt x="176" y="3724"/>
                    </a:lnTo>
                    <a:lnTo>
                      <a:pt x="176" y="3716"/>
                    </a:lnTo>
                    <a:lnTo>
                      <a:pt x="184" y="3700"/>
                    </a:lnTo>
                    <a:lnTo>
                      <a:pt x="184" y="3685"/>
                    </a:lnTo>
                    <a:lnTo>
                      <a:pt x="192" y="3661"/>
                    </a:lnTo>
                    <a:lnTo>
                      <a:pt x="200" y="3637"/>
                    </a:lnTo>
                    <a:lnTo>
                      <a:pt x="200" y="3613"/>
                    </a:lnTo>
                    <a:lnTo>
                      <a:pt x="208" y="3581"/>
                    </a:lnTo>
                    <a:lnTo>
                      <a:pt x="208" y="3557"/>
                    </a:lnTo>
                    <a:lnTo>
                      <a:pt x="216" y="3517"/>
                    </a:lnTo>
                    <a:lnTo>
                      <a:pt x="224" y="3485"/>
                    </a:lnTo>
                    <a:lnTo>
                      <a:pt x="224" y="3445"/>
                    </a:lnTo>
                    <a:lnTo>
                      <a:pt x="232" y="3405"/>
                    </a:lnTo>
                    <a:lnTo>
                      <a:pt x="232" y="3365"/>
                    </a:lnTo>
                    <a:lnTo>
                      <a:pt x="240" y="3325"/>
                    </a:lnTo>
                    <a:lnTo>
                      <a:pt x="248" y="3277"/>
                    </a:lnTo>
                    <a:lnTo>
                      <a:pt x="248" y="3229"/>
                    </a:lnTo>
                    <a:lnTo>
                      <a:pt x="256" y="3181"/>
                    </a:lnTo>
                    <a:lnTo>
                      <a:pt x="256" y="3125"/>
                    </a:lnTo>
                    <a:lnTo>
                      <a:pt x="264" y="3069"/>
                    </a:lnTo>
                    <a:lnTo>
                      <a:pt x="272" y="3013"/>
                    </a:lnTo>
                    <a:lnTo>
                      <a:pt x="272" y="2957"/>
                    </a:lnTo>
                    <a:lnTo>
                      <a:pt x="280" y="2901"/>
                    </a:lnTo>
                    <a:lnTo>
                      <a:pt x="280" y="2837"/>
                    </a:lnTo>
                    <a:lnTo>
                      <a:pt x="288" y="2781"/>
                    </a:lnTo>
                    <a:lnTo>
                      <a:pt x="288" y="2717"/>
                    </a:lnTo>
                    <a:lnTo>
                      <a:pt x="296" y="2653"/>
                    </a:lnTo>
                    <a:lnTo>
                      <a:pt x="304" y="2589"/>
                    </a:lnTo>
                    <a:lnTo>
                      <a:pt x="304" y="2518"/>
                    </a:lnTo>
                    <a:lnTo>
                      <a:pt x="312" y="2454"/>
                    </a:lnTo>
                    <a:lnTo>
                      <a:pt x="312" y="2390"/>
                    </a:lnTo>
                    <a:lnTo>
                      <a:pt x="320" y="2318"/>
                    </a:lnTo>
                    <a:lnTo>
                      <a:pt x="328" y="2246"/>
                    </a:lnTo>
                    <a:lnTo>
                      <a:pt x="328" y="2182"/>
                    </a:lnTo>
                    <a:lnTo>
                      <a:pt x="336" y="2110"/>
                    </a:lnTo>
                    <a:lnTo>
                      <a:pt x="336" y="2038"/>
                    </a:lnTo>
                    <a:lnTo>
                      <a:pt x="344" y="1966"/>
                    </a:lnTo>
                    <a:lnTo>
                      <a:pt x="352" y="1894"/>
                    </a:lnTo>
                    <a:lnTo>
                      <a:pt x="352" y="1830"/>
                    </a:lnTo>
                    <a:lnTo>
                      <a:pt x="360" y="1758"/>
                    </a:lnTo>
                    <a:lnTo>
                      <a:pt x="360" y="1686"/>
                    </a:lnTo>
                    <a:lnTo>
                      <a:pt x="368" y="1614"/>
                    </a:lnTo>
                    <a:lnTo>
                      <a:pt x="376" y="1542"/>
                    </a:lnTo>
                    <a:lnTo>
                      <a:pt x="376" y="1478"/>
                    </a:lnTo>
                    <a:lnTo>
                      <a:pt x="384" y="1406"/>
                    </a:lnTo>
                    <a:lnTo>
                      <a:pt x="384" y="1343"/>
                    </a:lnTo>
                    <a:lnTo>
                      <a:pt x="392" y="1271"/>
                    </a:lnTo>
                    <a:lnTo>
                      <a:pt x="400" y="1207"/>
                    </a:lnTo>
                    <a:lnTo>
                      <a:pt x="400" y="1143"/>
                    </a:lnTo>
                    <a:lnTo>
                      <a:pt x="408" y="1071"/>
                    </a:lnTo>
                    <a:lnTo>
                      <a:pt x="408" y="1007"/>
                    </a:lnTo>
                    <a:lnTo>
                      <a:pt x="416" y="951"/>
                    </a:lnTo>
                    <a:lnTo>
                      <a:pt x="424" y="887"/>
                    </a:lnTo>
                    <a:lnTo>
                      <a:pt x="424" y="831"/>
                    </a:lnTo>
                    <a:lnTo>
                      <a:pt x="432" y="767"/>
                    </a:lnTo>
                    <a:lnTo>
                      <a:pt x="432" y="711"/>
                    </a:lnTo>
                    <a:lnTo>
                      <a:pt x="440" y="655"/>
                    </a:lnTo>
                    <a:lnTo>
                      <a:pt x="448" y="607"/>
                    </a:lnTo>
                    <a:lnTo>
                      <a:pt x="448" y="551"/>
                    </a:lnTo>
                    <a:lnTo>
                      <a:pt x="456" y="503"/>
                    </a:lnTo>
                    <a:lnTo>
                      <a:pt x="456" y="455"/>
                    </a:lnTo>
                    <a:lnTo>
                      <a:pt x="464" y="415"/>
                    </a:lnTo>
                    <a:lnTo>
                      <a:pt x="472" y="367"/>
                    </a:lnTo>
                    <a:lnTo>
                      <a:pt x="472" y="327"/>
                    </a:lnTo>
                    <a:lnTo>
                      <a:pt x="480" y="287"/>
                    </a:lnTo>
                    <a:lnTo>
                      <a:pt x="480" y="247"/>
                    </a:lnTo>
                    <a:lnTo>
                      <a:pt x="488" y="216"/>
                    </a:lnTo>
                    <a:lnTo>
                      <a:pt x="488" y="184"/>
                    </a:lnTo>
                    <a:lnTo>
                      <a:pt x="496" y="152"/>
                    </a:lnTo>
                    <a:lnTo>
                      <a:pt x="504" y="128"/>
                    </a:lnTo>
                    <a:lnTo>
                      <a:pt x="504" y="104"/>
                    </a:lnTo>
                    <a:lnTo>
                      <a:pt x="512" y="80"/>
                    </a:lnTo>
                    <a:lnTo>
                      <a:pt x="512" y="64"/>
                    </a:lnTo>
                    <a:lnTo>
                      <a:pt x="520" y="40"/>
                    </a:lnTo>
                    <a:lnTo>
                      <a:pt x="529" y="32"/>
                    </a:lnTo>
                    <a:lnTo>
                      <a:pt x="529" y="16"/>
                    </a:lnTo>
                    <a:lnTo>
                      <a:pt x="545" y="0"/>
                    </a:lnTo>
                    <a:lnTo>
                      <a:pt x="537" y="0"/>
                    </a:lnTo>
                    <a:lnTo>
                      <a:pt x="545" y="0"/>
                    </a:lnTo>
                    <a:lnTo>
                      <a:pt x="553" y="0"/>
                    </a:lnTo>
                    <a:lnTo>
                      <a:pt x="561" y="8"/>
                    </a:lnTo>
                    <a:lnTo>
                      <a:pt x="569" y="16"/>
                    </a:lnTo>
                    <a:lnTo>
                      <a:pt x="577" y="32"/>
                    </a:lnTo>
                    <a:lnTo>
                      <a:pt x="577" y="40"/>
                    </a:lnTo>
                    <a:lnTo>
                      <a:pt x="585" y="64"/>
                    </a:lnTo>
                    <a:lnTo>
                      <a:pt x="585" y="80"/>
                    </a:lnTo>
                    <a:lnTo>
                      <a:pt x="593" y="104"/>
                    </a:lnTo>
                    <a:lnTo>
                      <a:pt x="601" y="128"/>
                    </a:lnTo>
                    <a:lnTo>
                      <a:pt x="601" y="152"/>
                    </a:lnTo>
                    <a:lnTo>
                      <a:pt x="609" y="184"/>
                    </a:lnTo>
                    <a:lnTo>
                      <a:pt x="609" y="216"/>
                    </a:lnTo>
                    <a:lnTo>
                      <a:pt x="617" y="247"/>
                    </a:lnTo>
                    <a:lnTo>
                      <a:pt x="625" y="287"/>
                    </a:lnTo>
                    <a:lnTo>
                      <a:pt x="625" y="327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208" name="Freeform 40"/>
              <p:cNvSpPr>
                <a:spLocks/>
              </p:cNvSpPr>
              <p:nvPr/>
            </p:nvSpPr>
            <p:spPr bwMode="auto">
              <a:xfrm>
                <a:off x="2455" y="518"/>
                <a:ext cx="616" cy="3421"/>
              </a:xfrm>
              <a:custGeom>
                <a:avLst/>
                <a:gdLst/>
                <a:ahLst/>
                <a:cxnLst>
                  <a:cxn ang="0">
                    <a:pos x="8" y="88"/>
                  </a:cxn>
                  <a:cxn ang="0">
                    <a:pos x="24" y="224"/>
                  </a:cxn>
                  <a:cxn ang="0">
                    <a:pos x="40" y="384"/>
                  </a:cxn>
                  <a:cxn ang="0">
                    <a:pos x="56" y="560"/>
                  </a:cxn>
                  <a:cxn ang="0">
                    <a:pos x="64" y="744"/>
                  </a:cxn>
                  <a:cxn ang="0">
                    <a:pos x="80" y="944"/>
                  </a:cxn>
                  <a:cxn ang="0">
                    <a:pos x="96" y="1151"/>
                  </a:cxn>
                  <a:cxn ang="0">
                    <a:pos x="112" y="1359"/>
                  </a:cxn>
                  <a:cxn ang="0">
                    <a:pos x="128" y="1567"/>
                  </a:cxn>
                  <a:cxn ang="0">
                    <a:pos x="136" y="1783"/>
                  </a:cxn>
                  <a:cxn ang="0">
                    <a:pos x="152" y="1991"/>
                  </a:cxn>
                  <a:cxn ang="0">
                    <a:pos x="168" y="2191"/>
                  </a:cxn>
                  <a:cxn ang="0">
                    <a:pos x="184" y="2390"/>
                  </a:cxn>
                  <a:cxn ang="0">
                    <a:pos x="200" y="2574"/>
                  </a:cxn>
                  <a:cxn ang="0">
                    <a:pos x="208" y="2742"/>
                  </a:cxn>
                  <a:cxn ang="0">
                    <a:pos x="224" y="2902"/>
                  </a:cxn>
                  <a:cxn ang="0">
                    <a:pos x="240" y="3038"/>
                  </a:cxn>
                  <a:cxn ang="0">
                    <a:pos x="256" y="3158"/>
                  </a:cxn>
                  <a:cxn ang="0">
                    <a:pos x="264" y="3254"/>
                  </a:cxn>
                  <a:cxn ang="0">
                    <a:pos x="280" y="3334"/>
                  </a:cxn>
                  <a:cxn ang="0">
                    <a:pos x="296" y="3389"/>
                  </a:cxn>
                  <a:cxn ang="0">
                    <a:pos x="312" y="3421"/>
                  </a:cxn>
                  <a:cxn ang="0">
                    <a:pos x="336" y="3413"/>
                  </a:cxn>
                  <a:cxn ang="0">
                    <a:pos x="352" y="3381"/>
                  </a:cxn>
                  <a:cxn ang="0">
                    <a:pos x="360" y="3326"/>
                  </a:cxn>
                  <a:cxn ang="0">
                    <a:pos x="376" y="3246"/>
                  </a:cxn>
                  <a:cxn ang="0">
                    <a:pos x="392" y="3142"/>
                  </a:cxn>
                  <a:cxn ang="0">
                    <a:pos x="408" y="3022"/>
                  </a:cxn>
                  <a:cxn ang="0">
                    <a:pos x="424" y="2886"/>
                  </a:cxn>
                  <a:cxn ang="0">
                    <a:pos x="432" y="2726"/>
                  </a:cxn>
                  <a:cxn ang="0">
                    <a:pos x="448" y="2550"/>
                  </a:cxn>
                  <a:cxn ang="0">
                    <a:pos x="464" y="2366"/>
                  </a:cxn>
                  <a:cxn ang="0">
                    <a:pos x="480" y="2175"/>
                  </a:cxn>
                  <a:cxn ang="0">
                    <a:pos x="488" y="1967"/>
                  </a:cxn>
                  <a:cxn ang="0">
                    <a:pos x="504" y="1759"/>
                  </a:cxn>
                  <a:cxn ang="0">
                    <a:pos x="520" y="1551"/>
                  </a:cxn>
                  <a:cxn ang="0">
                    <a:pos x="536" y="1335"/>
                  </a:cxn>
                  <a:cxn ang="0">
                    <a:pos x="552" y="1127"/>
                  </a:cxn>
                  <a:cxn ang="0">
                    <a:pos x="560" y="920"/>
                  </a:cxn>
                  <a:cxn ang="0">
                    <a:pos x="576" y="728"/>
                  </a:cxn>
                  <a:cxn ang="0">
                    <a:pos x="592" y="544"/>
                  </a:cxn>
                  <a:cxn ang="0">
                    <a:pos x="608" y="368"/>
                  </a:cxn>
                </a:cxnLst>
                <a:rect l="0" t="0" r="r" b="b"/>
                <a:pathLst>
                  <a:path w="616" h="3421">
                    <a:moveTo>
                      <a:pt x="0" y="0"/>
                    </a:moveTo>
                    <a:lnTo>
                      <a:pt x="8" y="40"/>
                    </a:lnTo>
                    <a:lnTo>
                      <a:pt x="8" y="88"/>
                    </a:lnTo>
                    <a:lnTo>
                      <a:pt x="16" y="128"/>
                    </a:lnTo>
                    <a:lnTo>
                      <a:pt x="24" y="176"/>
                    </a:lnTo>
                    <a:lnTo>
                      <a:pt x="24" y="224"/>
                    </a:lnTo>
                    <a:lnTo>
                      <a:pt x="32" y="280"/>
                    </a:lnTo>
                    <a:lnTo>
                      <a:pt x="32" y="328"/>
                    </a:lnTo>
                    <a:lnTo>
                      <a:pt x="40" y="384"/>
                    </a:lnTo>
                    <a:lnTo>
                      <a:pt x="48" y="440"/>
                    </a:lnTo>
                    <a:lnTo>
                      <a:pt x="48" y="504"/>
                    </a:lnTo>
                    <a:lnTo>
                      <a:pt x="56" y="560"/>
                    </a:lnTo>
                    <a:lnTo>
                      <a:pt x="56" y="624"/>
                    </a:lnTo>
                    <a:lnTo>
                      <a:pt x="64" y="680"/>
                    </a:lnTo>
                    <a:lnTo>
                      <a:pt x="64" y="744"/>
                    </a:lnTo>
                    <a:lnTo>
                      <a:pt x="72" y="816"/>
                    </a:lnTo>
                    <a:lnTo>
                      <a:pt x="80" y="880"/>
                    </a:lnTo>
                    <a:lnTo>
                      <a:pt x="80" y="944"/>
                    </a:lnTo>
                    <a:lnTo>
                      <a:pt x="88" y="1016"/>
                    </a:lnTo>
                    <a:lnTo>
                      <a:pt x="88" y="1079"/>
                    </a:lnTo>
                    <a:lnTo>
                      <a:pt x="96" y="1151"/>
                    </a:lnTo>
                    <a:lnTo>
                      <a:pt x="104" y="1215"/>
                    </a:lnTo>
                    <a:lnTo>
                      <a:pt x="104" y="1287"/>
                    </a:lnTo>
                    <a:lnTo>
                      <a:pt x="112" y="1359"/>
                    </a:lnTo>
                    <a:lnTo>
                      <a:pt x="112" y="1431"/>
                    </a:lnTo>
                    <a:lnTo>
                      <a:pt x="120" y="1503"/>
                    </a:lnTo>
                    <a:lnTo>
                      <a:pt x="128" y="1567"/>
                    </a:lnTo>
                    <a:lnTo>
                      <a:pt x="128" y="1639"/>
                    </a:lnTo>
                    <a:lnTo>
                      <a:pt x="136" y="1711"/>
                    </a:lnTo>
                    <a:lnTo>
                      <a:pt x="136" y="1783"/>
                    </a:lnTo>
                    <a:lnTo>
                      <a:pt x="144" y="1855"/>
                    </a:lnTo>
                    <a:lnTo>
                      <a:pt x="152" y="1919"/>
                    </a:lnTo>
                    <a:lnTo>
                      <a:pt x="152" y="1991"/>
                    </a:lnTo>
                    <a:lnTo>
                      <a:pt x="160" y="2063"/>
                    </a:lnTo>
                    <a:lnTo>
                      <a:pt x="160" y="2127"/>
                    </a:lnTo>
                    <a:lnTo>
                      <a:pt x="168" y="2191"/>
                    </a:lnTo>
                    <a:lnTo>
                      <a:pt x="176" y="2262"/>
                    </a:lnTo>
                    <a:lnTo>
                      <a:pt x="176" y="2326"/>
                    </a:lnTo>
                    <a:lnTo>
                      <a:pt x="184" y="2390"/>
                    </a:lnTo>
                    <a:lnTo>
                      <a:pt x="184" y="2454"/>
                    </a:lnTo>
                    <a:lnTo>
                      <a:pt x="192" y="2510"/>
                    </a:lnTo>
                    <a:lnTo>
                      <a:pt x="200" y="2574"/>
                    </a:lnTo>
                    <a:lnTo>
                      <a:pt x="200" y="2630"/>
                    </a:lnTo>
                    <a:lnTo>
                      <a:pt x="208" y="2686"/>
                    </a:lnTo>
                    <a:lnTo>
                      <a:pt x="208" y="2742"/>
                    </a:lnTo>
                    <a:lnTo>
                      <a:pt x="216" y="2798"/>
                    </a:lnTo>
                    <a:lnTo>
                      <a:pt x="224" y="2854"/>
                    </a:lnTo>
                    <a:lnTo>
                      <a:pt x="224" y="2902"/>
                    </a:lnTo>
                    <a:lnTo>
                      <a:pt x="232" y="2950"/>
                    </a:lnTo>
                    <a:lnTo>
                      <a:pt x="232" y="2998"/>
                    </a:lnTo>
                    <a:lnTo>
                      <a:pt x="240" y="3038"/>
                    </a:lnTo>
                    <a:lnTo>
                      <a:pt x="240" y="3078"/>
                    </a:lnTo>
                    <a:lnTo>
                      <a:pt x="248" y="3118"/>
                    </a:lnTo>
                    <a:lnTo>
                      <a:pt x="256" y="3158"/>
                    </a:lnTo>
                    <a:lnTo>
                      <a:pt x="256" y="3190"/>
                    </a:lnTo>
                    <a:lnTo>
                      <a:pt x="264" y="3230"/>
                    </a:lnTo>
                    <a:lnTo>
                      <a:pt x="264" y="3254"/>
                    </a:lnTo>
                    <a:lnTo>
                      <a:pt x="272" y="3286"/>
                    </a:lnTo>
                    <a:lnTo>
                      <a:pt x="280" y="3310"/>
                    </a:lnTo>
                    <a:lnTo>
                      <a:pt x="280" y="3334"/>
                    </a:lnTo>
                    <a:lnTo>
                      <a:pt x="288" y="3358"/>
                    </a:lnTo>
                    <a:lnTo>
                      <a:pt x="288" y="3373"/>
                    </a:lnTo>
                    <a:lnTo>
                      <a:pt x="296" y="3389"/>
                    </a:lnTo>
                    <a:lnTo>
                      <a:pt x="304" y="3397"/>
                    </a:lnTo>
                    <a:lnTo>
                      <a:pt x="304" y="3413"/>
                    </a:lnTo>
                    <a:lnTo>
                      <a:pt x="312" y="3421"/>
                    </a:lnTo>
                    <a:lnTo>
                      <a:pt x="320" y="3421"/>
                    </a:lnTo>
                    <a:lnTo>
                      <a:pt x="328" y="3421"/>
                    </a:lnTo>
                    <a:lnTo>
                      <a:pt x="336" y="3413"/>
                    </a:lnTo>
                    <a:lnTo>
                      <a:pt x="336" y="3405"/>
                    </a:lnTo>
                    <a:lnTo>
                      <a:pt x="344" y="3397"/>
                    </a:lnTo>
                    <a:lnTo>
                      <a:pt x="352" y="3381"/>
                    </a:lnTo>
                    <a:lnTo>
                      <a:pt x="352" y="3365"/>
                    </a:lnTo>
                    <a:lnTo>
                      <a:pt x="360" y="3350"/>
                    </a:lnTo>
                    <a:lnTo>
                      <a:pt x="360" y="3326"/>
                    </a:lnTo>
                    <a:lnTo>
                      <a:pt x="368" y="3302"/>
                    </a:lnTo>
                    <a:lnTo>
                      <a:pt x="376" y="3278"/>
                    </a:lnTo>
                    <a:lnTo>
                      <a:pt x="376" y="3246"/>
                    </a:lnTo>
                    <a:lnTo>
                      <a:pt x="384" y="3214"/>
                    </a:lnTo>
                    <a:lnTo>
                      <a:pt x="384" y="3182"/>
                    </a:lnTo>
                    <a:lnTo>
                      <a:pt x="392" y="3142"/>
                    </a:lnTo>
                    <a:lnTo>
                      <a:pt x="400" y="3110"/>
                    </a:lnTo>
                    <a:lnTo>
                      <a:pt x="400" y="3070"/>
                    </a:lnTo>
                    <a:lnTo>
                      <a:pt x="408" y="3022"/>
                    </a:lnTo>
                    <a:lnTo>
                      <a:pt x="408" y="2982"/>
                    </a:lnTo>
                    <a:lnTo>
                      <a:pt x="416" y="2934"/>
                    </a:lnTo>
                    <a:lnTo>
                      <a:pt x="424" y="2886"/>
                    </a:lnTo>
                    <a:lnTo>
                      <a:pt x="424" y="2830"/>
                    </a:lnTo>
                    <a:lnTo>
                      <a:pt x="432" y="2782"/>
                    </a:lnTo>
                    <a:lnTo>
                      <a:pt x="432" y="2726"/>
                    </a:lnTo>
                    <a:lnTo>
                      <a:pt x="440" y="2670"/>
                    </a:lnTo>
                    <a:lnTo>
                      <a:pt x="440" y="2614"/>
                    </a:lnTo>
                    <a:lnTo>
                      <a:pt x="448" y="2550"/>
                    </a:lnTo>
                    <a:lnTo>
                      <a:pt x="456" y="2494"/>
                    </a:lnTo>
                    <a:lnTo>
                      <a:pt x="456" y="2430"/>
                    </a:lnTo>
                    <a:lnTo>
                      <a:pt x="464" y="2366"/>
                    </a:lnTo>
                    <a:lnTo>
                      <a:pt x="464" y="2302"/>
                    </a:lnTo>
                    <a:lnTo>
                      <a:pt x="472" y="2238"/>
                    </a:lnTo>
                    <a:lnTo>
                      <a:pt x="480" y="2175"/>
                    </a:lnTo>
                    <a:lnTo>
                      <a:pt x="480" y="2103"/>
                    </a:lnTo>
                    <a:lnTo>
                      <a:pt x="488" y="2039"/>
                    </a:lnTo>
                    <a:lnTo>
                      <a:pt x="488" y="1967"/>
                    </a:lnTo>
                    <a:lnTo>
                      <a:pt x="496" y="1903"/>
                    </a:lnTo>
                    <a:lnTo>
                      <a:pt x="504" y="1831"/>
                    </a:lnTo>
                    <a:lnTo>
                      <a:pt x="504" y="1759"/>
                    </a:lnTo>
                    <a:lnTo>
                      <a:pt x="512" y="1687"/>
                    </a:lnTo>
                    <a:lnTo>
                      <a:pt x="512" y="1615"/>
                    </a:lnTo>
                    <a:lnTo>
                      <a:pt x="520" y="1551"/>
                    </a:lnTo>
                    <a:lnTo>
                      <a:pt x="528" y="1479"/>
                    </a:lnTo>
                    <a:lnTo>
                      <a:pt x="528" y="1407"/>
                    </a:lnTo>
                    <a:lnTo>
                      <a:pt x="536" y="1335"/>
                    </a:lnTo>
                    <a:lnTo>
                      <a:pt x="536" y="1263"/>
                    </a:lnTo>
                    <a:lnTo>
                      <a:pt x="544" y="1191"/>
                    </a:lnTo>
                    <a:lnTo>
                      <a:pt x="552" y="1127"/>
                    </a:lnTo>
                    <a:lnTo>
                      <a:pt x="552" y="1056"/>
                    </a:lnTo>
                    <a:lnTo>
                      <a:pt x="560" y="992"/>
                    </a:lnTo>
                    <a:lnTo>
                      <a:pt x="560" y="920"/>
                    </a:lnTo>
                    <a:lnTo>
                      <a:pt x="568" y="856"/>
                    </a:lnTo>
                    <a:lnTo>
                      <a:pt x="576" y="792"/>
                    </a:lnTo>
                    <a:lnTo>
                      <a:pt x="576" y="728"/>
                    </a:lnTo>
                    <a:lnTo>
                      <a:pt x="584" y="664"/>
                    </a:lnTo>
                    <a:lnTo>
                      <a:pt x="584" y="600"/>
                    </a:lnTo>
                    <a:lnTo>
                      <a:pt x="592" y="544"/>
                    </a:lnTo>
                    <a:lnTo>
                      <a:pt x="600" y="480"/>
                    </a:lnTo>
                    <a:lnTo>
                      <a:pt x="600" y="424"/>
                    </a:lnTo>
                    <a:lnTo>
                      <a:pt x="608" y="368"/>
                    </a:lnTo>
                    <a:lnTo>
                      <a:pt x="608" y="312"/>
                    </a:lnTo>
                    <a:lnTo>
                      <a:pt x="616" y="264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209" name="Freeform 41"/>
              <p:cNvSpPr>
                <a:spLocks/>
              </p:cNvSpPr>
              <p:nvPr/>
            </p:nvSpPr>
            <p:spPr bwMode="auto">
              <a:xfrm>
                <a:off x="3071" y="191"/>
                <a:ext cx="625" cy="3756"/>
              </a:xfrm>
              <a:custGeom>
                <a:avLst/>
                <a:gdLst/>
                <a:ahLst/>
                <a:cxnLst>
                  <a:cxn ang="0">
                    <a:pos x="8" y="487"/>
                  </a:cxn>
                  <a:cxn ang="0">
                    <a:pos x="24" y="351"/>
                  </a:cxn>
                  <a:cxn ang="0">
                    <a:pos x="40" y="239"/>
                  </a:cxn>
                  <a:cxn ang="0">
                    <a:pos x="48" y="144"/>
                  </a:cxn>
                  <a:cxn ang="0">
                    <a:pos x="64" y="72"/>
                  </a:cxn>
                  <a:cxn ang="0">
                    <a:pos x="80" y="24"/>
                  </a:cxn>
                  <a:cxn ang="0">
                    <a:pos x="96" y="0"/>
                  </a:cxn>
                  <a:cxn ang="0">
                    <a:pos x="120" y="8"/>
                  </a:cxn>
                  <a:cxn ang="0">
                    <a:pos x="136" y="48"/>
                  </a:cxn>
                  <a:cxn ang="0">
                    <a:pos x="144" y="112"/>
                  </a:cxn>
                  <a:cxn ang="0">
                    <a:pos x="160" y="192"/>
                  </a:cxn>
                  <a:cxn ang="0">
                    <a:pos x="176" y="303"/>
                  </a:cxn>
                  <a:cxn ang="0">
                    <a:pos x="192" y="423"/>
                  </a:cxn>
                  <a:cxn ang="0">
                    <a:pos x="200" y="567"/>
                  </a:cxn>
                  <a:cxn ang="0">
                    <a:pos x="216" y="735"/>
                  </a:cxn>
                  <a:cxn ang="0">
                    <a:pos x="232" y="911"/>
                  </a:cxn>
                  <a:cxn ang="0">
                    <a:pos x="248" y="1095"/>
                  </a:cxn>
                  <a:cxn ang="0">
                    <a:pos x="264" y="1295"/>
                  </a:cxn>
                  <a:cxn ang="0">
                    <a:pos x="272" y="1502"/>
                  </a:cxn>
                  <a:cxn ang="0">
                    <a:pos x="288" y="1710"/>
                  </a:cxn>
                  <a:cxn ang="0">
                    <a:pos x="304" y="1918"/>
                  </a:cxn>
                  <a:cxn ang="0">
                    <a:pos x="321" y="2134"/>
                  </a:cxn>
                  <a:cxn ang="0">
                    <a:pos x="337" y="2342"/>
                  </a:cxn>
                  <a:cxn ang="0">
                    <a:pos x="345" y="2541"/>
                  </a:cxn>
                  <a:cxn ang="0">
                    <a:pos x="361" y="2741"/>
                  </a:cxn>
                  <a:cxn ang="0">
                    <a:pos x="377" y="2917"/>
                  </a:cxn>
                  <a:cxn ang="0">
                    <a:pos x="393" y="3093"/>
                  </a:cxn>
                  <a:cxn ang="0">
                    <a:pos x="401" y="3245"/>
                  </a:cxn>
                  <a:cxn ang="0">
                    <a:pos x="417" y="3381"/>
                  </a:cxn>
                  <a:cxn ang="0">
                    <a:pos x="433" y="3501"/>
                  </a:cxn>
                  <a:cxn ang="0">
                    <a:pos x="449" y="3597"/>
                  </a:cxn>
                  <a:cxn ang="0">
                    <a:pos x="465" y="3669"/>
                  </a:cxn>
                  <a:cxn ang="0">
                    <a:pos x="473" y="3716"/>
                  </a:cxn>
                  <a:cxn ang="0">
                    <a:pos x="497" y="3756"/>
                  </a:cxn>
                  <a:cxn ang="0">
                    <a:pos x="521" y="3732"/>
                  </a:cxn>
                  <a:cxn ang="0">
                    <a:pos x="537" y="3685"/>
                  </a:cxn>
                  <a:cxn ang="0">
                    <a:pos x="545" y="3621"/>
                  </a:cxn>
                  <a:cxn ang="0">
                    <a:pos x="561" y="3533"/>
                  </a:cxn>
                  <a:cxn ang="0">
                    <a:pos x="577" y="3421"/>
                  </a:cxn>
                  <a:cxn ang="0">
                    <a:pos x="593" y="3293"/>
                  </a:cxn>
                  <a:cxn ang="0">
                    <a:pos x="601" y="3141"/>
                  </a:cxn>
                  <a:cxn ang="0">
                    <a:pos x="617" y="2981"/>
                  </a:cxn>
                </a:cxnLst>
                <a:rect l="0" t="0" r="r" b="b"/>
                <a:pathLst>
                  <a:path w="625" h="3756">
                    <a:moveTo>
                      <a:pt x="0" y="591"/>
                    </a:moveTo>
                    <a:lnTo>
                      <a:pt x="0" y="535"/>
                    </a:lnTo>
                    <a:lnTo>
                      <a:pt x="8" y="487"/>
                    </a:lnTo>
                    <a:lnTo>
                      <a:pt x="16" y="439"/>
                    </a:lnTo>
                    <a:lnTo>
                      <a:pt x="16" y="399"/>
                    </a:lnTo>
                    <a:lnTo>
                      <a:pt x="24" y="351"/>
                    </a:lnTo>
                    <a:lnTo>
                      <a:pt x="24" y="311"/>
                    </a:lnTo>
                    <a:lnTo>
                      <a:pt x="32" y="279"/>
                    </a:lnTo>
                    <a:lnTo>
                      <a:pt x="40" y="239"/>
                    </a:lnTo>
                    <a:lnTo>
                      <a:pt x="40" y="208"/>
                    </a:lnTo>
                    <a:lnTo>
                      <a:pt x="48" y="176"/>
                    </a:lnTo>
                    <a:lnTo>
                      <a:pt x="48" y="144"/>
                    </a:lnTo>
                    <a:lnTo>
                      <a:pt x="56" y="120"/>
                    </a:lnTo>
                    <a:lnTo>
                      <a:pt x="64" y="96"/>
                    </a:lnTo>
                    <a:lnTo>
                      <a:pt x="64" y="72"/>
                    </a:lnTo>
                    <a:lnTo>
                      <a:pt x="72" y="56"/>
                    </a:lnTo>
                    <a:lnTo>
                      <a:pt x="72" y="40"/>
                    </a:lnTo>
                    <a:lnTo>
                      <a:pt x="80" y="24"/>
                    </a:lnTo>
                    <a:lnTo>
                      <a:pt x="88" y="16"/>
                    </a:lnTo>
                    <a:lnTo>
                      <a:pt x="88" y="8"/>
                    </a:lnTo>
                    <a:lnTo>
                      <a:pt x="96" y="0"/>
                    </a:lnTo>
                    <a:lnTo>
                      <a:pt x="104" y="0"/>
                    </a:lnTo>
                    <a:lnTo>
                      <a:pt x="112" y="0"/>
                    </a:lnTo>
                    <a:lnTo>
                      <a:pt x="120" y="8"/>
                    </a:lnTo>
                    <a:lnTo>
                      <a:pt x="120" y="24"/>
                    </a:lnTo>
                    <a:lnTo>
                      <a:pt x="128" y="32"/>
                    </a:lnTo>
                    <a:lnTo>
                      <a:pt x="136" y="48"/>
                    </a:lnTo>
                    <a:lnTo>
                      <a:pt x="136" y="64"/>
                    </a:lnTo>
                    <a:lnTo>
                      <a:pt x="144" y="88"/>
                    </a:lnTo>
                    <a:lnTo>
                      <a:pt x="144" y="112"/>
                    </a:lnTo>
                    <a:lnTo>
                      <a:pt x="152" y="136"/>
                    </a:lnTo>
                    <a:lnTo>
                      <a:pt x="160" y="168"/>
                    </a:lnTo>
                    <a:lnTo>
                      <a:pt x="160" y="192"/>
                    </a:lnTo>
                    <a:lnTo>
                      <a:pt x="168" y="232"/>
                    </a:lnTo>
                    <a:lnTo>
                      <a:pt x="168" y="263"/>
                    </a:lnTo>
                    <a:lnTo>
                      <a:pt x="176" y="303"/>
                    </a:lnTo>
                    <a:lnTo>
                      <a:pt x="184" y="343"/>
                    </a:lnTo>
                    <a:lnTo>
                      <a:pt x="184" y="383"/>
                    </a:lnTo>
                    <a:lnTo>
                      <a:pt x="192" y="423"/>
                    </a:lnTo>
                    <a:lnTo>
                      <a:pt x="192" y="471"/>
                    </a:lnTo>
                    <a:lnTo>
                      <a:pt x="200" y="519"/>
                    </a:lnTo>
                    <a:lnTo>
                      <a:pt x="200" y="567"/>
                    </a:lnTo>
                    <a:lnTo>
                      <a:pt x="208" y="623"/>
                    </a:lnTo>
                    <a:lnTo>
                      <a:pt x="216" y="679"/>
                    </a:lnTo>
                    <a:lnTo>
                      <a:pt x="216" y="735"/>
                    </a:lnTo>
                    <a:lnTo>
                      <a:pt x="224" y="791"/>
                    </a:lnTo>
                    <a:lnTo>
                      <a:pt x="224" y="847"/>
                    </a:lnTo>
                    <a:lnTo>
                      <a:pt x="232" y="911"/>
                    </a:lnTo>
                    <a:lnTo>
                      <a:pt x="240" y="967"/>
                    </a:lnTo>
                    <a:lnTo>
                      <a:pt x="240" y="1031"/>
                    </a:lnTo>
                    <a:lnTo>
                      <a:pt x="248" y="1095"/>
                    </a:lnTo>
                    <a:lnTo>
                      <a:pt x="248" y="1159"/>
                    </a:lnTo>
                    <a:lnTo>
                      <a:pt x="256" y="1231"/>
                    </a:lnTo>
                    <a:lnTo>
                      <a:pt x="264" y="1295"/>
                    </a:lnTo>
                    <a:lnTo>
                      <a:pt x="264" y="1359"/>
                    </a:lnTo>
                    <a:lnTo>
                      <a:pt x="272" y="1430"/>
                    </a:lnTo>
                    <a:lnTo>
                      <a:pt x="272" y="1502"/>
                    </a:lnTo>
                    <a:lnTo>
                      <a:pt x="280" y="1566"/>
                    </a:lnTo>
                    <a:lnTo>
                      <a:pt x="288" y="1638"/>
                    </a:lnTo>
                    <a:lnTo>
                      <a:pt x="288" y="1710"/>
                    </a:lnTo>
                    <a:lnTo>
                      <a:pt x="296" y="1782"/>
                    </a:lnTo>
                    <a:lnTo>
                      <a:pt x="296" y="1854"/>
                    </a:lnTo>
                    <a:lnTo>
                      <a:pt x="304" y="1918"/>
                    </a:lnTo>
                    <a:lnTo>
                      <a:pt x="313" y="1990"/>
                    </a:lnTo>
                    <a:lnTo>
                      <a:pt x="313" y="2062"/>
                    </a:lnTo>
                    <a:lnTo>
                      <a:pt x="321" y="2134"/>
                    </a:lnTo>
                    <a:lnTo>
                      <a:pt x="321" y="2206"/>
                    </a:lnTo>
                    <a:lnTo>
                      <a:pt x="329" y="2270"/>
                    </a:lnTo>
                    <a:lnTo>
                      <a:pt x="337" y="2342"/>
                    </a:lnTo>
                    <a:lnTo>
                      <a:pt x="337" y="2406"/>
                    </a:lnTo>
                    <a:lnTo>
                      <a:pt x="345" y="2478"/>
                    </a:lnTo>
                    <a:lnTo>
                      <a:pt x="345" y="2541"/>
                    </a:lnTo>
                    <a:lnTo>
                      <a:pt x="353" y="2605"/>
                    </a:lnTo>
                    <a:lnTo>
                      <a:pt x="361" y="2677"/>
                    </a:lnTo>
                    <a:lnTo>
                      <a:pt x="361" y="2741"/>
                    </a:lnTo>
                    <a:lnTo>
                      <a:pt x="369" y="2797"/>
                    </a:lnTo>
                    <a:lnTo>
                      <a:pt x="369" y="2861"/>
                    </a:lnTo>
                    <a:lnTo>
                      <a:pt x="377" y="2917"/>
                    </a:lnTo>
                    <a:lnTo>
                      <a:pt x="385" y="2981"/>
                    </a:lnTo>
                    <a:lnTo>
                      <a:pt x="385" y="3037"/>
                    </a:lnTo>
                    <a:lnTo>
                      <a:pt x="393" y="3093"/>
                    </a:lnTo>
                    <a:lnTo>
                      <a:pt x="393" y="3141"/>
                    </a:lnTo>
                    <a:lnTo>
                      <a:pt x="401" y="3197"/>
                    </a:lnTo>
                    <a:lnTo>
                      <a:pt x="401" y="3245"/>
                    </a:lnTo>
                    <a:lnTo>
                      <a:pt x="409" y="3293"/>
                    </a:lnTo>
                    <a:lnTo>
                      <a:pt x="417" y="3333"/>
                    </a:lnTo>
                    <a:lnTo>
                      <a:pt x="417" y="3381"/>
                    </a:lnTo>
                    <a:lnTo>
                      <a:pt x="425" y="3421"/>
                    </a:lnTo>
                    <a:lnTo>
                      <a:pt x="425" y="3461"/>
                    </a:lnTo>
                    <a:lnTo>
                      <a:pt x="433" y="3501"/>
                    </a:lnTo>
                    <a:lnTo>
                      <a:pt x="441" y="3533"/>
                    </a:lnTo>
                    <a:lnTo>
                      <a:pt x="441" y="3565"/>
                    </a:lnTo>
                    <a:lnTo>
                      <a:pt x="449" y="3597"/>
                    </a:lnTo>
                    <a:lnTo>
                      <a:pt x="449" y="3621"/>
                    </a:lnTo>
                    <a:lnTo>
                      <a:pt x="457" y="3645"/>
                    </a:lnTo>
                    <a:lnTo>
                      <a:pt x="465" y="3669"/>
                    </a:lnTo>
                    <a:lnTo>
                      <a:pt x="465" y="3685"/>
                    </a:lnTo>
                    <a:lnTo>
                      <a:pt x="473" y="3708"/>
                    </a:lnTo>
                    <a:lnTo>
                      <a:pt x="473" y="3716"/>
                    </a:lnTo>
                    <a:lnTo>
                      <a:pt x="481" y="3732"/>
                    </a:lnTo>
                    <a:lnTo>
                      <a:pt x="497" y="3748"/>
                    </a:lnTo>
                    <a:lnTo>
                      <a:pt x="497" y="3756"/>
                    </a:lnTo>
                    <a:lnTo>
                      <a:pt x="505" y="3748"/>
                    </a:lnTo>
                    <a:lnTo>
                      <a:pt x="513" y="3740"/>
                    </a:lnTo>
                    <a:lnTo>
                      <a:pt x="521" y="3732"/>
                    </a:lnTo>
                    <a:lnTo>
                      <a:pt x="521" y="3716"/>
                    </a:lnTo>
                    <a:lnTo>
                      <a:pt x="529" y="3708"/>
                    </a:lnTo>
                    <a:lnTo>
                      <a:pt x="537" y="3685"/>
                    </a:lnTo>
                    <a:lnTo>
                      <a:pt x="537" y="3669"/>
                    </a:lnTo>
                    <a:lnTo>
                      <a:pt x="545" y="3645"/>
                    </a:lnTo>
                    <a:lnTo>
                      <a:pt x="545" y="3621"/>
                    </a:lnTo>
                    <a:lnTo>
                      <a:pt x="553" y="3597"/>
                    </a:lnTo>
                    <a:lnTo>
                      <a:pt x="561" y="3565"/>
                    </a:lnTo>
                    <a:lnTo>
                      <a:pt x="561" y="3533"/>
                    </a:lnTo>
                    <a:lnTo>
                      <a:pt x="569" y="3501"/>
                    </a:lnTo>
                    <a:lnTo>
                      <a:pt x="569" y="3461"/>
                    </a:lnTo>
                    <a:lnTo>
                      <a:pt x="577" y="3421"/>
                    </a:lnTo>
                    <a:lnTo>
                      <a:pt x="577" y="3381"/>
                    </a:lnTo>
                    <a:lnTo>
                      <a:pt x="585" y="3333"/>
                    </a:lnTo>
                    <a:lnTo>
                      <a:pt x="593" y="3293"/>
                    </a:lnTo>
                    <a:lnTo>
                      <a:pt x="593" y="3245"/>
                    </a:lnTo>
                    <a:lnTo>
                      <a:pt x="601" y="3197"/>
                    </a:lnTo>
                    <a:lnTo>
                      <a:pt x="601" y="3141"/>
                    </a:lnTo>
                    <a:lnTo>
                      <a:pt x="609" y="3093"/>
                    </a:lnTo>
                    <a:lnTo>
                      <a:pt x="617" y="3037"/>
                    </a:lnTo>
                    <a:lnTo>
                      <a:pt x="617" y="2981"/>
                    </a:lnTo>
                    <a:lnTo>
                      <a:pt x="625" y="2917"/>
                    </a:lnTo>
                    <a:lnTo>
                      <a:pt x="625" y="2861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210" name="Freeform 42"/>
              <p:cNvSpPr>
                <a:spLocks/>
              </p:cNvSpPr>
              <p:nvPr/>
            </p:nvSpPr>
            <p:spPr bwMode="auto">
              <a:xfrm>
                <a:off x="3696" y="191"/>
                <a:ext cx="616" cy="3605"/>
              </a:xfrm>
              <a:custGeom>
                <a:avLst/>
                <a:gdLst/>
                <a:ahLst/>
                <a:cxnLst>
                  <a:cxn ang="0">
                    <a:pos x="16" y="2741"/>
                  </a:cxn>
                  <a:cxn ang="0">
                    <a:pos x="24" y="2541"/>
                  </a:cxn>
                  <a:cxn ang="0">
                    <a:pos x="40" y="2342"/>
                  </a:cxn>
                  <a:cxn ang="0">
                    <a:pos x="56" y="2134"/>
                  </a:cxn>
                  <a:cxn ang="0">
                    <a:pos x="72" y="1918"/>
                  </a:cxn>
                  <a:cxn ang="0">
                    <a:pos x="88" y="1710"/>
                  </a:cxn>
                  <a:cxn ang="0">
                    <a:pos x="96" y="1502"/>
                  </a:cxn>
                  <a:cxn ang="0">
                    <a:pos x="112" y="1295"/>
                  </a:cxn>
                  <a:cxn ang="0">
                    <a:pos x="128" y="1095"/>
                  </a:cxn>
                  <a:cxn ang="0">
                    <a:pos x="144" y="911"/>
                  </a:cxn>
                  <a:cxn ang="0">
                    <a:pos x="152" y="735"/>
                  </a:cxn>
                  <a:cxn ang="0">
                    <a:pos x="168" y="567"/>
                  </a:cxn>
                  <a:cxn ang="0">
                    <a:pos x="184" y="423"/>
                  </a:cxn>
                  <a:cxn ang="0">
                    <a:pos x="200" y="303"/>
                  </a:cxn>
                  <a:cxn ang="0">
                    <a:pos x="216" y="192"/>
                  </a:cxn>
                  <a:cxn ang="0">
                    <a:pos x="224" y="112"/>
                  </a:cxn>
                  <a:cxn ang="0">
                    <a:pos x="240" y="48"/>
                  </a:cxn>
                  <a:cxn ang="0">
                    <a:pos x="256" y="8"/>
                  </a:cxn>
                  <a:cxn ang="0">
                    <a:pos x="280" y="0"/>
                  </a:cxn>
                  <a:cxn ang="0">
                    <a:pos x="296" y="24"/>
                  </a:cxn>
                  <a:cxn ang="0">
                    <a:pos x="312" y="72"/>
                  </a:cxn>
                  <a:cxn ang="0">
                    <a:pos x="320" y="144"/>
                  </a:cxn>
                  <a:cxn ang="0">
                    <a:pos x="336" y="239"/>
                  </a:cxn>
                  <a:cxn ang="0">
                    <a:pos x="352" y="351"/>
                  </a:cxn>
                  <a:cxn ang="0">
                    <a:pos x="368" y="487"/>
                  </a:cxn>
                  <a:cxn ang="0">
                    <a:pos x="376" y="639"/>
                  </a:cxn>
                  <a:cxn ang="0">
                    <a:pos x="392" y="807"/>
                  </a:cxn>
                  <a:cxn ang="0">
                    <a:pos x="408" y="991"/>
                  </a:cxn>
                  <a:cxn ang="0">
                    <a:pos x="424" y="1183"/>
                  </a:cxn>
                  <a:cxn ang="0">
                    <a:pos x="440" y="1383"/>
                  </a:cxn>
                  <a:cxn ang="0">
                    <a:pos x="448" y="1590"/>
                  </a:cxn>
                  <a:cxn ang="0">
                    <a:pos x="464" y="1806"/>
                  </a:cxn>
                  <a:cxn ang="0">
                    <a:pos x="480" y="2014"/>
                  </a:cxn>
                  <a:cxn ang="0">
                    <a:pos x="496" y="2230"/>
                  </a:cxn>
                  <a:cxn ang="0">
                    <a:pos x="512" y="2430"/>
                  </a:cxn>
                  <a:cxn ang="0">
                    <a:pos x="520" y="2629"/>
                  </a:cxn>
                  <a:cxn ang="0">
                    <a:pos x="536" y="2821"/>
                  </a:cxn>
                  <a:cxn ang="0">
                    <a:pos x="552" y="2997"/>
                  </a:cxn>
                  <a:cxn ang="0">
                    <a:pos x="568" y="3157"/>
                  </a:cxn>
                  <a:cxn ang="0">
                    <a:pos x="576" y="3309"/>
                  </a:cxn>
                  <a:cxn ang="0">
                    <a:pos x="592" y="3437"/>
                  </a:cxn>
                  <a:cxn ang="0">
                    <a:pos x="608" y="3541"/>
                  </a:cxn>
                </a:cxnLst>
                <a:rect l="0" t="0" r="r" b="b"/>
                <a:pathLst>
                  <a:path w="616" h="3605">
                    <a:moveTo>
                      <a:pt x="0" y="2861"/>
                    </a:moveTo>
                    <a:lnTo>
                      <a:pt x="8" y="2797"/>
                    </a:lnTo>
                    <a:lnTo>
                      <a:pt x="16" y="2741"/>
                    </a:lnTo>
                    <a:lnTo>
                      <a:pt x="16" y="2677"/>
                    </a:lnTo>
                    <a:lnTo>
                      <a:pt x="24" y="2605"/>
                    </a:lnTo>
                    <a:lnTo>
                      <a:pt x="24" y="2541"/>
                    </a:lnTo>
                    <a:lnTo>
                      <a:pt x="32" y="2478"/>
                    </a:lnTo>
                    <a:lnTo>
                      <a:pt x="40" y="2406"/>
                    </a:lnTo>
                    <a:lnTo>
                      <a:pt x="40" y="2342"/>
                    </a:lnTo>
                    <a:lnTo>
                      <a:pt x="48" y="2270"/>
                    </a:lnTo>
                    <a:lnTo>
                      <a:pt x="48" y="2206"/>
                    </a:lnTo>
                    <a:lnTo>
                      <a:pt x="56" y="2134"/>
                    </a:lnTo>
                    <a:lnTo>
                      <a:pt x="64" y="2062"/>
                    </a:lnTo>
                    <a:lnTo>
                      <a:pt x="64" y="1990"/>
                    </a:lnTo>
                    <a:lnTo>
                      <a:pt x="72" y="1918"/>
                    </a:lnTo>
                    <a:lnTo>
                      <a:pt x="72" y="1854"/>
                    </a:lnTo>
                    <a:lnTo>
                      <a:pt x="80" y="1782"/>
                    </a:lnTo>
                    <a:lnTo>
                      <a:pt x="88" y="1710"/>
                    </a:lnTo>
                    <a:lnTo>
                      <a:pt x="88" y="1638"/>
                    </a:lnTo>
                    <a:lnTo>
                      <a:pt x="96" y="1566"/>
                    </a:lnTo>
                    <a:lnTo>
                      <a:pt x="96" y="1502"/>
                    </a:lnTo>
                    <a:lnTo>
                      <a:pt x="104" y="1430"/>
                    </a:lnTo>
                    <a:lnTo>
                      <a:pt x="112" y="1359"/>
                    </a:lnTo>
                    <a:lnTo>
                      <a:pt x="112" y="1295"/>
                    </a:lnTo>
                    <a:lnTo>
                      <a:pt x="120" y="1231"/>
                    </a:lnTo>
                    <a:lnTo>
                      <a:pt x="120" y="1159"/>
                    </a:lnTo>
                    <a:lnTo>
                      <a:pt x="128" y="1095"/>
                    </a:lnTo>
                    <a:lnTo>
                      <a:pt x="136" y="1031"/>
                    </a:lnTo>
                    <a:lnTo>
                      <a:pt x="136" y="967"/>
                    </a:lnTo>
                    <a:lnTo>
                      <a:pt x="144" y="911"/>
                    </a:lnTo>
                    <a:lnTo>
                      <a:pt x="144" y="847"/>
                    </a:lnTo>
                    <a:lnTo>
                      <a:pt x="152" y="791"/>
                    </a:lnTo>
                    <a:lnTo>
                      <a:pt x="152" y="735"/>
                    </a:lnTo>
                    <a:lnTo>
                      <a:pt x="160" y="679"/>
                    </a:lnTo>
                    <a:lnTo>
                      <a:pt x="168" y="623"/>
                    </a:lnTo>
                    <a:lnTo>
                      <a:pt x="168" y="567"/>
                    </a:lnTo>
                    <a:lnTo>
                      <a:pt x="176" y="519"/>
                    </a:lnTo>
                    <a:lnTo>
                      <a:pt x="176" y="471"/>
                    </a:lnTo>
                    <a:lnTo>
                      <a:pt x="184" y="423"/>
                    </a:lnTo>
                    <a:lnTo>
                      <a:pt x="192" y="383"/>
                    </a:lnTo>
                    <a:lnTo>
                      <a:pt x="192" y="343"/>
                    </a:lnTo>
                    <a:lnTo>
                      <a:pt x="200" y="303"/>
                    </a:lnTo>
                    <a:lnTo>
                      <a:pt x="200" y="263"/>
                    </a:lnTo>
                    <a:lnTo>
                      <a:pt x="208" y="232"/>
                    </a:lnTo>
                    <a:lnTo>
                      <a:pt x="216" y="192"/>
                    </a:lnTo>
                    <a:lnTo>
                      <a:pt x="216" y="168"/>
                    </a:lnTo>
                    <a:lnTo>
                      <a:pt x="224" y="136"/>
                    </a:lnTo>
                    <a:lnTo>
                      <a:pt x="224" y="112"/>
                    </a:lnTo>
                    <a:lnTo>
                      <a:pt x="232" y="88"/>
                    </a:lnTo>
                    <a:lnTo>
                      <a:pt x="240" y="64"/>
                    </a:lnTo>
                    <a:lnTo>
                      <a:pt x="240" y="48"/>
                    </a:lnTo>
                    <a:lnTo>
                      <a:pt x="248" y="32"/>
                    </a:lnTo>
                    <a:lnTo>
                      <a:pt x="248" y="24"/>
                    </a:lnTo>
                    <a:lnTo>
                      <a:pt x="256" y="8"/>
                    </a:lnTo>
                    <a:lnTo>
                      <a:pt x="264" y="0"/>
                    </a:lnTo>
                    <a:lnTo>
                      <a:pt x="272" y="0"/>
                    </a:lnTo>
                    <a:lnTo>
                      <a:pt x="280" y="0"/>
                    </a:lnTo>
                    <a:lnTo>
                      <a:pt x="288" y="8"/>
                    </a:lnTo>
                    <a:lnTo>
                      <a:pt x="288" y="16"/>
                    </a:lnTo>
                    <a:lnTo>
                      <a:pt x="296" y="24"/>
                    </a:lnTo>
                    <a:lnTo>
                      <a:pt x="296" y="40"/>
                    </a:lnTo>
                    <a:lnTo>
                      <a:pt x="304" y="56"/>
                    </a:lnTo>
                    <a:lnTo>
                      <a:pt x="312" y="72"/>
                    </a:lnTo>
                    <a:lnTo>
                      <a:pt x="312" y="96"/>
                    </a:lnTo>
                    <a:lnTo>
                      <a:pt x="320" y="120"/>
                    </a:lnTo>
                    <a:lnTo>
                      <a:pt x="320" y="144"/>
                    </a:lnTo>
                    <a:lnTo>
                      <a:pt x="328" y="176"/>
                    </a:lnTo>
                    <a:lnTo>
                      <a:pt x="328" y="208"/>
                    </a:lnTo>
                    <a:lnTo>
                      <a:pt x="336" y="239"/>
                    </a:lnTo>
                    <a:lnTo>
                      <a:pt x="344" y="279"/>
                    </a:lnTo>
                    <a:lnTo>
                      <a:pt x="344" y="311"/>
                    </a:lnTo>
                    <a:lnTo>
                      <a:pt x="352" y="351"/>
                    </a:lnTo>
                    <a:lnTo>
                      <a:pt x="352" y="399"/>
                    </a:lnTo>
                    <a:lnTo>
                      <a:pt x="360" y="439"/>
                    </a:lnTo>
                    <a:lnTo>
                      <a:pt x="368" y="487"/>
                    </a:lnTo>
                    <a:lnTo>
                      <a:pt x="368" y="535"/>
                    </a:lnTo>
                    <a:lnTo>
                      <a:pt x="376" y="591"/>
                    </a:lnTo>
                    <a:lnTo>
                      <a:pt x="376" y="639"/>
                    </a:lnTo>
                    <a:lnTo>
                      <a:pt x="384" y="695"/>
                    </a:lnTo>
                    <a:lnTo>
                      <a:pt x="392" y="751"/>
                    </a:lnTo>
                    <a:lnTo>
                      <a:pt x="392" y="807"/>
                    </a:lnTo>
                    <a:lnTo>
                      <a:pt x="400" y="871"/>
                    </a:lnTo>
                    <a:lnTo>
                      <a:pt x="400" y="927"/>
                    </a:lnTo>
                    <a:lnTo>
                      <a:pt x="408" y="991"/>
                    </a:lnTo>
                    <a:lnTo>
                      <a:pt x="416" y="1055"/>
                    </a:lnTo>
                    <a:lnTo>
                      <a:pt x="416" y="1119"/>
                    </a:lnTo>
                    <a:lnTo>
                      <a:pt x="424" y="1183"/>
                    </a:lnTo>
                    <a:lnTo>
                      <a:pt x="424" y="1247"/>
                    </a:lnTo>
                    <a:lnTo>
                      <a:pt x="432" y="1319"/>
                    </a:lnTo>
                    <a:lnTo>
                      <a:pt x="440" y="1383"/>
                    </a:lnTo>
                    <a:lnTo>
                      <a:pt x="440" y="1454"/>
                    </a:lnTo>
                    <a:lnTo>
                      <a:pt x="448" y="1518"/>
                    </a:lnTo>
                    <a:lnTo>
                      <a:pt x="448" y="1590"/>
                    </a:lnTo>
                    <a:lnTo>
                      <a:pt x="456" y="1662"/>
                    </a:lnTo>
                    <a:lnTo>
                      <a:pt x="464" y="1734"/>
                    </a:lnTo>
                    <a:lnTo>
                      <a:pt x="464" y="1806"/>
                    </a:lnTo>
                    <a:lnTo>
                      <a:pt x="472" y="1870"/>
                    </a:lnTo>
                    <a:lnTo>
                      <a:pt x="472" y="1942"/>
                    </a:lnTo>
                    <a:lnTo>
                      <a:pt x="480" y="2014"/>
                    </a:lnTo>
                    <a:lnTo>
                      <a:pt x="488" y="2086"/>
                    </a:lnTo>
                    <a:lnTo>
                      <a:pt x="488" y="2158"/>
                    </a:lnTo>
                    <a:lnTo>
                      <a:pt x="496" y="2230"/>
                    </a:lnTo>
                    <a:lnTo>
                      <a:pt x="496" y="2294"/>
                    </a:lnTo>
                    <a:lnTo>
                      <a:pt x="504" y="2366"/>
                    </a:lnTo>
                    <a:lnTo>
                      <a:pt x="512" y="2430"/>
                    </a:lnTo>
                    <a:lnTo>
                      <a:pt x="512" y="2502"/>
                    </a:lnTo>
                    <a:lnTo>
                      <a:pt x="520" y="2565"/>
                    </a:lnTo>
                    <a:lnTo>
                      <a:pt x="520" y="2629"/>
                    </a:lnTo>
                    <a:lnTo>
                      <a:pt x="528" y="2693"/>
                    </a:lnTo>
                    <a:lnTo>
                      <a:pt x="528" y="2757"/>
                    </a:lnTo>
                    <a:lnTo>
                      <a:pt x="536" y="2821"/>
                    </a:lnTo>
                    <a:lnTo>
                      <a:pt x="544" y="2877"/>
                    </a:lnTo>
                    <a:lnTo>
                      <a:pt x="544" y="2941"/>
                    </a:lnTo>
                    <a:lnTo>
                      <a:pt x="552" y="2997"/>
                    </a:lnTo>
                    <a:lnTo>
                      <a:pt x="552" y="3053"/>
                    </a:lnTo>
                    <a:lnTo>
                      <a:pt x="560" y="3109"/>
                    </a:lnTo>
                    <a:lnTo>
                      <a:pt x="568" y="3157"/>
                    </a:lnTo>
                    <a:lnTo>
                      <a:pt x="568" y="3213"/>
                    </a:lnTo>
                    <a:lnTo>
                      <a:pt x="576" y="3261"/>
                    </a:lnTo>
                    <a:lnTo>
                      <a:pt x="576" y="3309"/>
                    </a:lnTo>
                    <a:lnTo>
                      <a:pt x="584" y="3349"/>
                    </a:lnTo>
                    <a:lnTo>
                      <a:pt x="592" y="3397"/>
                    </a:lnTo>
                    <a:lnTo>
                      <a:pt x="592" y="3437"/>
                    </a:lnTo>
                    <a:lnTo>
                      <a:pt x="600" y="3469"/>
                    </a:lnTo>
                    <a:lnTo>
                      <a:pt x="600" y="3509"/>
                    </a:lnTo>
                    <a:lnTo>
                      <a:pt x="608" y="3541"/>
                    </a:lnTo>
                    <a:lnTo>
                      <a:pt x="616" y="3573"/>
                    </a:lnTo>
                    <a:lnTo>
                      <a:pt x="616" y="3605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211" name="Freeform 43"/>
              <p:cNvSpPr>
                <a:spLocks/>
              </p:cNvSpPr>
              <p:nvPr/>
            </p:nvSpPr>
            <p:spPr bwMode="auto">
              <a:xfrm>
                <a:off x="4312" y="191"/>
                <a:ext cx="625" cy="3748"/>
              </a:xfrm>
              <a:custGeom>
                <a:avLst/>
                <a:gdLst/>
                <a:ahLst/>
                <a:cxnLst>
                  <a:cxn ang="0">
                    <a:pos x="8" y="3653"/>
                  </a:cxn>
                  <a:cxn ang="0">
                    <a:pos x="24" y="3708"/>
                  </a:cxn>
                  <a:cxn ang="0">
                    <a:pos x="40" y="3740"/>
                  </a:cxn>
                  <a:cxn ang="0">
                    <a:pos x="64" y="3748"/>
                  </a:cxn>
                  <a:cxn ang="0">
                    <a:pos x="80" y="3716"/>
                  </a:cxn>
                  <a:cxn ang="0">
                    <a:pos x="97" y="3661"/>
                  </a:cxn>
                  <a:cxn ang="0">
                    <a:pos x="105" y="3581"/>
                  </a:cxn>
                  <a:cxn ang="0">
                    <a:pos x="121" y="3485"/>
                  </a:cxn>
                  <a:cxn ang="0">
                    <a:pos x="137" y="3365"/>
                  </a:cxn>
                  <a:cxn ang="0">
                    <a:pos x="153" y="3229"/>
                  </a:cxn>
                  <a:cxn ang="0">
                    <a:pos x="161" y="3069"/>
                  </a:cxn>
                  <a:cxn ang="0">
                    <a:pos x="177" y="2901"/>
                  </a:cxn>
                  <a:cxn ang="0">
                    <a:pos x="193" y="2717"/>
                  </a:cxn>
                  <a:cxn ang="0">
                    <a:pos x="209" y="2518"/>
                  </a:cxn>
                  <a:cxn ang="0">
                    <a:pos x="225" y="2318"/>
                  </a:cxn>
                  <a:cxn ang="0">
                    <a:pos x="233" y="2110"/>
                  </a:cxn>
                  <a:cxn ang="0">
                    <a:pos x="249" y="1894"/>
                  </a:cxn>
                  <a:cxn ang="0">
                    <a:pos x="265" y="1686"/>
                  </a:cxn>
                  <a:cxn ang="0">
                    <a:pos x="281" y="1478"/>
                  </a:cxn>
                  <a:cxn ang="0">
                    <a:pos x="289" y="1271"/>
                  </a:cxn>
                  <a:cxn ang="0">
                    <a:pos x="305" y="1071"/>
                  </a:cxn>
                  <a:cxn ang="0">
                    <a:pos x="321" y="887"/>
                  </a:cxn>
                  <a:cxn ang="0">
                    <a:pos x="337" y="711"/>
                  </a:cxn>
                  <a:cxn ang="0">
                    <a:pos x="353" y="551"/>
                  </a:cxn>
                  <a:cxn ang="0">
                    <a:pos x="361" y="415"/>
                  </a:cxn>
                  <a:cxn ang="0">
                    <a:pos x="377" y="287"/>
                  </a:cxn>
                  <a:cxn ang="0">
                    <a:pos x="393" y="184"/>
                  </a:cxn>
                  <a:cxn ang="0">
                    <a:pos x="409" y="104"/>
                  </a:cxn>
                  <a:cxn ang="0">
                    <a:pos x="425" y="40"/>
                  </a:cxn>
                  <a:cxn ang="0">
                    <a:pos x="433" y="8"/>
                  </a:cxn>
                  <a:cxn ang="0">
                    <a:pos x="457" y="0"/>
                  </a:cxn>
                  <a:cxn ang="0">
                    <a:pos x="473" y="32"/>
                  </a:cxn>
                  <a:cxn ang="0">
                    <a:pos x="489" y="80"/>
                  </a:cxn>
                  <a:cxn ang="0">
                    <a:pos x="505" y="152"/>
                  </a:cxn>
                  <a:cxn ang="0">
                    <a:pos x="513" y="247"/>
                  </a:cxn>
                  <a:cxn ang="0">
                    <a:pos x="529" y="367"/>
                  </a:cxn>
                  <a:cxn ang="0">
                    <a:pos x="545" y="503"/>
                  </a:cxn>
                  <a:cxn ang="0">
                    <a:pos x="561" y="655"/>
                  </a:cxn>
                  <a:cxn ang="0">
                    <a:pos x="577" y="831"/>
                  </a:cxn>
                  <a:cxn ang="0">
                    <a:pos x="585" y="1007"/>
                  </a:cxn>
                  <a:cxn ang="0">
                    <a:pos x="601" y="1207"/>
                  </a:cxn>
                  <a:cxn ang="0">
                    <a:pos x="617" y="1406"/>
                  </a:cxn>
                </a:cxnLst>
                <a:rect l="0" t="0" r="r" b="b"/>
                <a:pathLst>
                  <a:path w="625" h="3748">
                    <a:moveTo>
                      <a:pt x="0" y="3605"/>
                    </a:moveTo>
                    <a:lnTo>
                      <a:pt x="8" y="3629"/>
                    </a:lnTo>
                    <a:lnTo>
                      <a:pt x="8" y="3653"/>
                    </a:lnTo>
                    <a:lnTo>
                      <a:pt x="16" y="3677"/>
                    </a:lnTo>
                    <a:lnTo>
                      <a:pt x="24" y="3692"/>
                    </a:lnTo>
                    <a:lnTo>
                      <a:pt x="24" y="3708"/>
                    </a:lnTo>
                    <a:lnTo>
                      <a:pt x="32" y="3724"/>
                    </a:lnTo>
                    <a:lnTo>
                      <a:pt x="32" y="3732"/>
                    </a:lnTo>
                    <a:lnTo>
                      <a:pt x="40" y="3740"/>
                    </a:lnTo>
                    <a:lnTo>
                      <a:pt x="48" y="3748"/>
                    </a:lnTo>
                    <a:lnTo>
                      <a:pt x="56" y="3748"/>
                    </a:lnTo>
                    <a:lnTo>
                      <a:pt x="64" y="3748"/>
                    </a:lnTo>
                    <a:lnTo>
                      <a:pt x="72" y="3740"/>
                    </a:lnTo>
                    <a:lnTo>
                      <a:pt x="72" y="3724"/>
                    </a:lnTo>
                    <a:lnTo>
                      <a:pt x="80" y="3716"/>
                    </a:lnTo>
                    <a:lnTo>
                      <a:pt x="80" y="3700"/>
                    </a:lnTo>
                    <a:lnTo>
                      <a:pt x="88" y="3685"/>
                    </a:lnTo>
                    <a:lnTo>
                      <a:pt x="97" y="3661"/>
                    </a:lnTo>
                    <a:lnTo>
                      <a:pt x="97" y="3637"/>
                    </a:lnTo>
                    <a:lnTo>
                      <a:pt x="105" y="3613"/>
                    </a:lnTo>
                    <a:lnTo>
                      <a:pt x="105" y="3581"/>
                    </a:lnTo>
                    <a:lnTo>
                      <a:pt x="113" y="3557"/>
                    </a:lnTo>
                    <a:lnTo>
                      <a:pt x="113" y="3517"/>
                    </a:lnTo>
                    <a:lnTo>
                      <a:pt x="121" y="3485"/>
                    </a:lnTo>
                    <a:lnTo>
                      <a:pt x="129" y="3445"/>
                    </a:lnTo>
                    <a:lnTo>
                      <a:pt x="129" y="3405"/>
                    </a:lnTo>
                    <a:lnTo>
                      <a:pt x="137" y="3365"/>
                    </a:lnTo>
                    <a:lnTo>
                      <a:pt x="137" y="3325"/>
                    </a:lnTo>
                    <a:lnTo>
                      <a:pt x="145" y="3277"/>
                    </a:lnTo>
                    <a:lnTo>
                      <a:pt x="153" y="3229"/>
                    </a:lnTo>
                    <a:lnTo>
                      <a:pt x="153" y="3181"/>
                    </a:lnTo>
                    <a:lnTo>
                      <a:pt x="161" y="3125"/>
                    </a:lnTo>
                    <a:lnTo>
                      <a:pt x="161" y="3069"/>
                    </a:lnTo>
                    <a:lnTo>
                      <a:pt x="169" y="3013"/>
                    </a:lnTo>
                    <a:lnTo>
                      <a:pt x="177" y="2957"/>
                    </a:lnTo>
                    <a:lnTo>
                      <a:pt x="177" y="2901"/>
                    </a:lnTo>
                    <a:lnTo>
                      <a:pt x="185" y="2837"/>
                    </a:lnTo>
                    <a:lnTo>
                      <a:pt x="185" y="2781"/>
                    </a:lnTo>
                    <a:lnTo>
                      <a:pt x="193" y="2717"/>
                    </a:lnTo>
                    <a:lnTo>
                      <a:pt x="201" y="2653"/>
                    </a:lnTo>
                    <a:lnTo>
                      <a:pt x="201" y="2589"/>
                    </a:lnTo>
                    <a:lnTo>
                      <a:pt x="209" y="2518"/>
                    </a:lnTo>
                    <a:lnTo>
                      <a:pt x="209" y="2454"/>
                    </a:lnTo>
                    <a:lnTo>
                      <a:pt x="217" y="2390"/>
                    </a:lnTo>
                    <a:lnTo>
                      <a:pt x="225" y="2318"/>
                    </a:lnTo>
                    <a:lnTo>
                      <a:pt x="225" y="2246"/>
                    </a:lnTo>
                    <a:lnTo>
                      <a:pt x="233" y="2182"/>
                    </a:lnTo>
                    <a:lnTo>
                      <a:pt x="233" y="2110"/>
                    </a:lnTo>
                    <a:lnTo>
                      <a:pt x="241" y="2038"/>
                    </a:lnTo>
                    <a:lnTo>
                      <a:pt x="249" y="1966"/>
                    </a:lnTo>
                    <a:lnTo>
                      <a:pt x="249" y="1894"/>
                    </a:lnTo>
                    <a:lnTo>
                      <a:pt x="257" y="1830"/>
                    </a:lnTo>
                    <a:lnTo>
                      <a:pt x="257" y="1758"/>
                    </a:lnTo>
                    <a:lnTo>
                      <a:pt x="265" y="1686"/>
                    </a:lnTo>
                    <a:lnTo>
                      <a:pt x="273" y="1614"/>
                    </a:lnTo>
                    <a:lnTo>
                      <a:pt x="273" y="1542"/>
                    </a:lnTo>
                    <a:lnTo>
                      <a:pt x="281" y="1478"/>
                    </a:lnTo>
                    <a:lnTo>
                      <a:pt x="281" y="1406"/>
                    </a:lnTo>
                    <a:lnTo>
                      <a:pt x="289" y="1343"/>
                    </a:lnTo>
                    <a:lnTo>
                      <a:pt x="289" y="1271"/>
                    </a:lnTo>
                    <a:lnTo>
                      <a:pt x="297" y="1207"/>
                    </a:lnTo>
                    <a:lnTo>
                      <a:pt x="305" y="1143"/>
                    </a:lnTo>
                    <a:lnTo>
                      <a:pt x="305" y="1071"/>
                    </a:lnTo>
                    <a:lnTo>
                      <a:pt x="313" y="1007"/>
                    </a:lnTo>
                    <a:lnTo>
                      <a:pt x="313" y="951"/>
                    </a:lnTo>
                    <a:lnTo>
                      <a:pt x="321" y="887"/>
                    </a:lnTo>
                    <a:lnTo>
                      <a:pt x="329" y="831"/>
                    </a:lnTo>
                    <a:lnTo>
                      <a:pt x="329" y="767"/>
                    </a:lnTo>
                    <a:lnTo>
                      <a:pt x="337" y="711"/>
                    </a:lnTo>
                    <a:lnTo>
                      <a:pt x="337" y="655"/>
                    </a:lnTo>
                    <a:lnTo>
                      <a:pt x="345" y="607"/>
                    </a:lnTo>
                    <a:lnTo>
                      <a:pt x="353" y="551"/>
                    </a:lnTo>
                    <a:lnTo>
                      <a:pt x="353" y="503"/>
                    </a:lnTo>
                    <a:lnTo>
                      <a:pt x="361" y="455"/>
                    </a:lnTo>
                    <a:lnTo>
                      <a:pt x="361" y="415"/>
                    </a:lnTo>
                    <a:lnTo>
                      <a:pt x="369" y="367"/>
                    </a:lnTo>
                    <a:lnTo>
                      <a:pt x="377" y="327"/>
                    </a:lnTo>
                    <a:lnTo>
                      <a:pt x="377" y="287"/>
                    </a:lnTo>
                    <a:lnTo>
                      <a:pt x="385" y="247"/>
                    </a:lnTo>
                    <a:lnTo>
                      <a:pt x="385" y="216"/>
                    </a:lnTo>
                    <a:lnTo>
                      <a:pt x="393" y="184"/>
                    </a:lnTo>
                    <a:lnTo>
                      <a:pt x="401" y="152"/>
                    </a:lnTo>
                    <a:lnTo>
                      <a:pt x="401" y="128"/>
                    </a:lnTo>
                    <a:lnTo>
                      <a:pt x="409" y="104"/>
                    </a:lnTo>
                    <a:lnTo>
                      <a:pt x="409" y="80"/>
                    </a:lnTo>
                    <a:lnTo>
                      <a:pt x="417" y="64"/>
                    </a:lnTo>
                    <a:lnTo>
                      <a:pt x="425" y="40"/>
                    </a:lnTo>
                    <a:lnTo>
                      <a:pt x="425" y="32"/>
                    </a:lnTo>
                    <a:lnTo>
                      <a:pt x="433" y="16"/>
                    </a:lnTo>
                    <a:lnTo>
                      <a:pt x="433" y="8"/>
                    </a:lnTo>
                    <a:lnTo>
                      <a:pt x="441" y="0"/>
                    </a:lnTo>
                    <a:lnTo>
                      <a:pt x="449" y="0"/>
                    </a:lnTo>
                    <a:lnTo>
                      <a:pt x="457" y="0"/>
                    </a:lnTo>
                    <a:lnTo>
                      <a:pt x="465" y="8"/>
                    </a:lnTo>
                    <a:lnTo>
                      <a:pt x="473" y="16"/>
                    </a:lnTo>
                    <a:lnTo>
                      <a:pt x="473" y="32"/>
                    </a:lnTo>
                    <a:lnTo>
                      <a:pt x="481" y="40"/>
                    </a:lnTo>
                    <a:lnTo>
                      <a:pt x="481" y="64"/>
                    </a:lnTo>
                    <a:lnTo>
                      <a:pt x="489" y="80"/>
                    </a:lnTo>
                    <a:lnTo>
                      <a:pt x="489" y="104"/>
                    </a:lnTo>
                    <a:lnTo>
                      <a:pt x="497" y="128"/>
                    </a:lnTo>
                    <a:lnTo>
                      <a:pt x="505" y="152"/>
                    </a:lnTo>
                    <a:lnTo>
                      <a:pt x="505" y="184"/>
                    </a:lnTo>
                    <a:lnTo>
                      <a:pt x="513" y="216"/>
                    </a:lnTo>
                    <a:lnTo>
                      <a:pt x="513" y="247"/>
                    </a:lnTo>
                    <a:lnTo>
                      <a:pt x="521" y="287"/>
                    </a:lnTo>
                    <a:lnTo>
                      <a:pt x="529" y="327"/>
                    </a:lnTo>
                    <a:lnTo>
                      <a:pt x="529" y="367"/>
                    </a:lnTo>
                    <a:lnTo>
                      <a:pt x="537" y="415"/>
                    </a:lnTo>
                    <a:lnTo>
                      <a:pt x="537" y="455"/>
                    </a:lnTo>
                    <a:lnTo>
                      <a:pt x="545" y="503"/>
                    </a:lnTo>
                    <a:lnTo>
                      <a:pt x="553" y="551"/>
                    </a:lnTo>
                    <a:lnTo>
                      <a:pt x="553" y="607"/>
                    </a:lnTo>
                    <a:lnTo>
                      <a:pt x="561" y="655"/>
                    </a:lnTo>
                    <a:lnTo>
                      <a:pt x="561" y="711"/>
                    </a:lnTo>
                    <a:lnTo>
                      <a:pt x="569" y="767"/>
                    </a:lnTo>
                    <a:lnTo>
                      <a:pt x="577" y="831"/>
                    </a:lnTo>
                    <a:lnTo>
                      <a:pt x="577" y="887"/>
                    </a:lnTo>
                    <a:lnTo>
                      <a:pt x="585" y="951"/>
                    </a:lnTo>
                    <a:lnTo>
                      <a:pt x="585" y="1007"/>
                    </a:lnTo>
                    <a:lnTo>
                      <a:pt x="593" y="1071"/>
                    </a:lnTo>
                    <a:lnTo>
                      <a:pt x="601" y="1143"/>
                    </a:lnTo>
                    <a:lnTo>
                      <a:pt x="601" y="1207"/>
                    </a:lnTo>
                    <a:lnTo>
                      <a:pt x="609" y="1271"/>
                    </a:lnTo>
                    <a:lnTo>
                      <a:pt x="609" y="1343"/>
                    </a:lnTo>
                    <a:lnTo>
                      <a:pt x="617" y="1406"/>
                    </a:lnTo>
                    <a:lnTo>
                      <a:pt x="625" y="1478"/>
                    </a:lnTo>
                    <a:lnTo>
                      <a:pt x="625" y="1542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7212" name="Freeform 44"/>
              <p:cNvSpPr>
                <a:spLocks/>
              </p:cNvSpPr>
              <p:nvPr/>
            </p:nvSpPr>
            <p:spPr bwMode="auto">
              <a:xfrm>
                <a:off x="4937" y="1733"/>
                <a:ext cx="424" cy="2206"/>
              </a:xfrm>
              <a:custGeom>
                <a:avLst/>
                <a:gdLst/>
                <a:ahLst/>
                <a:cxnLst>
                  <a:cxn ang="0">
                    <a:pos x="8" y="72"/>
                  </a:cxn>
                  <a:cxn ang="0">
                    <a:pos x="16" y="216"/>
                  </a:cxn>
                  <a:cxn ang="0">
                    <a:pos x="24" y="352"/>
                  </a:cxn>
                  <a:cxn ang="0">
                    <a:pos x="32" y="496"/>
                  </a:cxn>
                  <a:cxn ang="0">
                    <a:pos x="40" y="640"/>
                  </a:cxn>
                  <a:cxn ang="0">
                    <a:pos x="56" y="776"/>
                  </a:cxn>
                  <a:cxn ang="0">
                    <a:pos x="64" y="912"/>
                  </a:cxn>
                  <a:cxn ang="0">
                    <a:pos x="72" y="1047"/>
                  </a:cxn>
                  <a:cxn ang="0">
                    <a:pos x="80" y="1175"/>
                  </a:cxn>
                  <a:cxn ang="0">
                    <a:pos x="88" y="1295"/>
                  </a:cxn>
                  <a:cxn ang="0">
                    <a:pos x="104" y="1415"/>
                  </a:cxn>
                  <a:cxn ang="0">
                    <a:pos x="112" y="1527"/>
                  </a:cxn>
                  <a:cxn ang="0">
                    <a:pos x="120" y="1639"/>
                  </a:cxn>
                  <a:cxn ang="0">
                    <a:pos x="128" y="1735"/>
                  </a:cxn>
                  <a:cxn ang="0">
                    <a:pos x="136" y="1823"/>
                  </a:cxn>
                  <a:cxn ang="0">
                    <a:pos x="152" y="1903"/>
                  </a:cxn>
                  <a:cxn ang="0">
                    <a:pos x="160" y="1975"/>
                  </a:cxn>
                  <a:cxn ang="0">
                    <a:pos x="168" y="2039"/>
                  </a:cxn>
                  <a:cxn ang="0">
                    <a:pos x="176" y="2095"/>
                  </a:cxn>
                  <a:cxn ang="0">
                    <a:pos x="184" y="2143"/>
                  </a:cxn>
                  <a:cxn ang="0">
                    <a:pos x="200" y="2174"/>
                  </a:cxn>
                  <a:cxn ang="0">
                    <a:pos x="216" y="2206"/>
                  </a:cxn>
                  <a:cxn ang="0">
                    <a:pos x="216" y="2206"/>
                  </a:cxn>
                  <a:cxn ang="0">
                    <a:pos x="232" y="2198"/>
                  </a:cxn>
                  <a:cxn ang="0">
                    <a:pos x="240" y="2182"/>
                  </a:cxn>
                  <a:cxn ang="0">
                    <a:pos x="256" y="2150"/>
                  </a:cxn>
                  <a:cxn ang="0">
                    <a:pos x="264" y="2111"/>
                  </a:cxn>
                  <a:cxn ang="0">
                    <a:pos x="272" y="2063"/>
                  </a:cxn>
                  <a:cxn ang="0">
                    <a:pos x="280" y="1999"/>
                  </a:cxn>
                  <a:cxn ang="0">
                    <a:pos x="288" y="1927"/>
                  </a:cxn>
                  <a:cxn ang="0">
                    <a:pos x="304" y="1855"/>
                  </a:cxn>
                  <a:cxn ang="0">
                    <a:pos x="312" y="1767"/>
                  </a:cxn>
                  <a:cxn ang="0">
                    <a:pos x="320" y="1671"/>
                  </a:cxn>
                  <a:cxn ang="0">
                    <a:pos x="328" y="1567"/>
                  </a:cxn>
                  <a:cxn ang="0">
                    <a:pos x="336" y="1455"/>
                  </a:cxn>
                  <a:cxn ang="0">
                    <a:pos x="352" y="1335"/>
                  </a:cxn>
                  <a:cxn ang="0">
                    <a:pos x="360" y="1215"/>
                  </a:cxn>
                  <a:cxn ang="0">
                    <a:pos x="368" y="1087"/>
                  </a:cxn>
                  <a:cxn ang="0">
                    <a:pos x="376" y="960"/>
                  </a:cxn>
                  <a:cxn ang="0">
                    <a:pos x="384" y="824"/>
                  </a:cxn>
                  <a:cxn ang="0">
                    <a:pos x="400" y="688"/>
                  </a:cxn>
                  <a:cxn ang="0">
                    <a:pos x="408" y="544"/>
                  </a:cxn>
                  <a:cxn ang="0">
                    <a:pos x="416" y="400"/>
                  </a:cxn>
                </a:cxnLst>
                <a:rect l="0" t="0" r="r" b="b"/>
                <a:pathLst>
                  <a:path w="424" h="2206">
                    <a:moveTo>
                      <a:pt x="0" y="0"/>
                    </a:moveTo>
                    <a:lnTo>
                      <a:pt x="8" y="72"/>
                    </a:lnTo>
                    <a:lnTo>
                      <a:pt x="8" y="144"/>
                    </a:lnTo>
                    <a:lnTo>
                      <a:pt x="16" y="216"/>
                    </a:lnTo>
                    <a:lnTo>
                      <a:pt x="24" y="288"/>
                    </a:lnTo>
                    <a:lnTo>
                      <a:pt x="24" y="352"/>
                    </a:lnTo>
                    <a:lnTo>
                      <a:pt x="32" y="424"/>
                    </a:lnTo>
                    <a:lnTo>
                      <a:pt x="32" y="496"/>
                    </a:lnTo>
                    <a:lnTo>
                      <a:pt x="40" y="568"/>
                    </a:lnTo>
                    <a:lnTo>
                      <a:pt x="40" y="640"/>
                    </a:lnTo>
                    <a:lnTo>
                      <a:pt x="48" y="704"/>
                    </a:lnTo>
                    <a:lnTo>
                      <a:pt x="56" y="776"/>
                    </a:lnTo>
                    <a:lnTo>
                      <a:pt x="56" y="848"/>
                    </a:lnTo>
                    <a:lnTo>
                      <a:pt x="64" y="912"/>
                    </a:lnTo>
                    <a:lnTo>
                      <a:pt x="64" y="976"/>
                    </a:lnTo>
                    <a:lnTo>
                      <a:pt x="72" y="1047"/>
                    </a:lnTo>
                    <a:lnTo>
                      <a:pt x="80" y="1111"/>
                    </a:lnTo>
                    <a:lnTo>
                      <a:pt x="80" y="1175"/>
                    </a:lnTo>
                    <a:lnTo>
                      <a:pt x="88" y="1239"/>
                    </a:lnTo>
                    <a:lnTo>
                      <a:pt x="88" y="1295"/>
                    </a:lnTo>
                    <a:lnTo>
                      <a:pt x="96" y="1359"/>
                    </a:lnTo>
                    <a:lnTo>
                      <a:pt x="104" y="1415"/>
                    </a:lnTo>
                    <a:lnTo>
                      <a:pt x="104" y="1471"/>
                    </a:lnTo>
                    <a:lnTo>
                      <a:pt x="112" y="1527"/>
                    </a:lnTo>
                    <a:lnTo>
                      <a:pt x="112" y="1583"/>
                    </a:lnTo>
                    <a:lnTo>
                      <a:pt x="120" y="1639"/>
                    </a:lnTo>
                    <a:lnTo>
                      <a:pt x="128" y="1687"/>
                    </a:lnTo>
                    <a:lnTo>
                      <a:pt x="128" y="1735"/>
                    </a:lnTo>
                    <a:lnTo>
                      <a:pt x="136" y="1783"/>
                    </a:lnTo>
                    <a:lnTo>
                      <a:pt x="136" y="1823"/>
                    </a:lnTo>
                    <a:lnTo>
                      <a:pt x="144" y="1863"/>
                    </a:lnTo>
                    <a:lnTo>
                      <a:pt x="152" y="1903"/>
                    </a:lnTo>
                    <a:lnTo>
                      <a:pt x="152" y="1943"/>
                    </a:lnTo>
                    <a:lnTo>
                      <a:pt x="160" y="1975"/>
                    </a:lnTo>
                    <a:lnTo>
                      <a:pt x="160" y="2015"/>
                    </a:lnTo>
                    <a:lnTo>
                      <a:pt x="168" y="2039"/>
                    </a:lnTo>
                    <a:lnTo>
                      <a:pt x="176" y="2071"/>
                    </a:lnTo>
                    <a:lnTo>
                      <a:pt x="176" y="2095"/>
                    </a:lnTo>
                    <a:lnTo>
                      <a:pt x="184" y="2119"/>
                    </a:lnTo>
                    <a:lnTo>
                      <a:pt x="184" y="2143"/>
                    </a:lnTo>
                    <a:lnTo>
                      <a:pt x="192" y="2158"/>
                    </a:lnTo>
                    <a:lnTo>
                      <a:pt x="200" y="2174"/>
                    </a:lnTo>
                    <a:lnTo>
                      <a:pt x="200" y="2182"/>
                    </a:lnTo>
                    <a:lnTo>
                      <a:pt x="216" y="2206"/>
                    </a:lnTo>
                    <a:lnTo>
                      <a:pt x="208" y="2206"/>
                    </a:lnTo>
                    <a:lnTo>
                      <a:pt x="216" y="2206"/>
                    </a:lnTo>
                    <a:lnTo>
                      <a:pt x="224" y="2206"/>
                    </a:lnTo>
                    <a:lnTo>
                      <a:pt x="232" y="2198"/>
                    </a:lnTo>
                    <a:lnTo>
                      <a:pt x="240" y="2190"/>
                    </a:lnTo>
                    <a:lnTo>
                      <a:pt x="240" y="2182"/>
                    </a:lnTo>
                    <a:lnTo>
                      <a:pt x="248" y="2166"/>
                    </a:lnTo>
                    <a:lnTo>
                      <a:pt x="256" y="2150"/>
                    </a:lnTo>
                    <a:lnTo>
                      <a:pt x="256" y="2135"/>
                    </a:lnTo>
                    <a:lnTo>
                      <a:pt x="264" y="2111"/>
                    </a:lnTo>
                    <a:lnTo>
                      <a:pt x="264" y="2087"/>
                    </a:lnTo>
                    <a:lnTo>
                      <a:pt x="272" y="2063"/>
                    </a:lnTo>
                    <a:lnTo>
                      <a:pt x="280" y="2031"/>
                    </a:lnTo>
                    <a:lnTo>
                      <a:pt x="280" y="1999"/>
                    </a:lnTo>
                    <a:lnTo>
                      <a:pt x="288" y="1967"/>
                    </a:lnTo>
                    <a:lnTo>
                      <a:pt x="288" y="1927"/>
                    </a:lnTo>
                    <a:lnTo>
                      <a:pt x="296" y="1895"/>
                    </a:lnTo>
                    <a:lnTo>
                      <a:pt x="304" y="1855"/>
                    </a:lnTo>
                    <a:lnTo>
                      <a:pt x="304" y="1807"/>
                    </a:lnTo>
                    <a:lnTo>
                      <a:pt x="312" y="1767"/>
                    </a:lnTo>
                    <a:lnTo>
                      <a:pt x="312" y="1719"/>
                    </a:lnTo>
                    <a:lnTo>
                      <a:pt x="320" y="1671"/>
                    </a:lnTo>
                    <a:lnTo>
                      <a:pt x="328" y="1615"/>
                    </a:lnTo>
                    <a:lnTo>
                      <a:pt x="328" y="1567"/>
                    </a:lnTo>
                    <a:lnTo>
                      <a:pt x="336" y="1511"/>
                    </a:lnTo>
                    <a:lnTo>
                      <a:pt x="336" y="1455"/>
                    </a:lnTo>
                    <a:lnTo>
                      <a:pt x="344" y="1399"/>
                    </a:lnTo>
                    <a:lnTo>
                      <a:pt x="352" y="1335"/>
                    </a:lnTo>
                    <a:lnTo>
                      <a:pt x="352" y="1279"/>
                    </a:lnTo>
                    <a:lnTo>
                      <a:pt x="360" y="1215"/>
                    </a:lnTo>
                    <a:lnTo>
                      <a:pt x="360" y="1151"/>
                    </a:lnTo>
                    <a:lnTo>
                      <a:pt x="368" y="1087"/>
                    </a:lnTo>
                    <a:lnTo>
                      <a:pt x="376" y="1023"/>
                    </a:lnTo>
                    <a:lnTo>
                      <a:pt x="376" y="960"/>
                    </a:lnTo>
                    <a:lnTo>
                      <a:pt x="384" y="888"/>
                    </a:lnTo>
                    <a:lnTo>
                      <a:pt x="384" y="824"/>
                    </a:lnTo>
                    <a:lnTo>
                      <a:pt x="392" y="752"/>
                    </a:lnTo>
                    <a:lnTo>
                      <a:pt x="400" y="688"/>
                    </a:lnTo>
                    <a:lnTo>
                      <a:pt x="400" y="616"/>
                    </a:lnTo>
                    <a:lnTo>
                      <a:pt x="408" y="544"/>
                    </a:lnTo>
                    <a:lnTo>
                      <a:pt x="408" y="472"/>
                    </a:lnTo>
                    <a:lnTo>
                      <a:pt x="416" y="400"/>
                    </a:lnTo>
                    <a:lnTo>
                      <a:pt x="424" y="336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</p:grpSp>
      <p:sp>
        <p:nvSpPr>
          <p:cNvPr id="7298" name="Text Box 130"/>
          <p:cNvSpPr txBox="1">
            <a:spLocks noChangeArrowheads="1"/>
          </p:cNvSpPr>
          <p:nvPr/>
        </p:nvSpPr>
        <p:spPr bwMode="auto">
          <a:xfrm>
            <a:off x="3184525" y="6254750"/>
            <a:ext cx="170296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200" dirty="0">
                <a:latin typeface="Gill Sans MT" panose="020B0502020104020203" pitchFamily="34" charset="77"/>
              </a:rPr>
              <a:t>Osciladores sinusoidales</a:t>
            </a:r>
            <a:endParaRPr lang="es-ES" sz="1200" dirty="0">
              <a:latin typeface="Gill Sans MT" panose="020B0502020104020203" pitchFamily="34" charset="77"/>
            </a:endParaRPr>
          </a:p>
        </p:txBody>
      </p:sp>
      <p:sp>
        <p:nvSpPr>
          <p:cNvPr id="7300" name="Rectangle 132"/>
          <p:cNvSpPr>
            <a:spLocks noChangeArrowheads="1"/>
          </p:cNvSpPr>
          <p:nvPr/>
        </p:nvSpPr>
        <p:spPr bwMode="auto">
          <a:xfrm>
            <a:off x="3513139" y="615950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7301" name="Rectangle 133"/>
          <p:cNvSpPr>
            <a:spLocks noChangeArrowheads="1"/>
          </p:cNvSpPr>
          <p:nvPr/>
        </p:nvSpPr>
        <p:spPr bwMode="auto">
          <a:xfrm>
            <a:off x="3513139" y="2200275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7302" name="Rectangle 134"/>
          <p:cNvSpPr>
            <a:spLocks noChangeArrowheads="1"/>
          </p:cNvSpPr>
          <p:nvPr/>
        </p:nvSpPr>
        <p:spPr bwMode="auto">
          <a:xfrm>
            <a:off x="3513139" y="3857625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7303" name="Rectangle 135"/>
          <p:cNvSpPr>
            <a:spLocks noChangeArrowheads="1"/>
          </p:cNvSpPr>
          <p:nvPr/>
        </p:nvSpPr>
        <p:spPr bwMode="auto">
          <a:xfrm>
            <a:off x="3513139" y="5441950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grpSp>
        <p:nvGrpSpPr>
          <p:cNvPr id="7304" name="Group 136"/>
          <p:cNvGrpSpPr>
            <a:grpSpLocks/>
          </p:cNvGrpSpPr>
          <p:nvPr/>
        </p:nvGrpSpPr>
        <p:grpSpPr bwMode="auto">
          <a:xfrm>
            <a:off x="3657600" y="5538788"/>
            <a:ext cx="863600" cy="215900"/>
            <a:chOff x="204" y="3838"/>
            <a:chExt cx="317" cy="136"/>
          </a:xfrm>
        </p:grpSpPr>
        <p:sp>
          <p:nvSpPr>
            <p:cNvPr id="7305" name="Rectangle 137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7306" name="Rectangle 138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7307" name="Rectangle 139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7308" name="Rectangle 140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7309" name="Group 141"/>
          <p:cNvGrpSpPr>
            <a:grpSpLocks/>
          </p:cNvGrpSpPr>
          <p:nvPr/>
        </p:nvGrpSpPr>
        <p:grpSpPr bwMode="auto">
          <a:xfrm>
            <a:off x="3657600" y="3963988"/>
            <a:ext cx="863600" cy="215900"/>
            <a:chOff x="204" y="3838"/>
            <a:chExt cx="317" cy="136"/>
          </a:xfrm>
        </p:grpSpPr>
        <p:sp>
          <p:nvSpPr>
            <p:cNvPr id="7310" name="Rectangle 142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7311" name="Rectangle 143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7312" name="Rectangle 144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7313" name="Rectangle 145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7314" name="Group 146"/>
          <p:cNvGrpSpPr>
            <a:grpSpLocks/>
          </p:cNvGrpSpPr>
          <p:nvPr/>
        </p:nvGrpSpPr>
        <p:grpSpPr bwMode="auto">
          <a:xfrm>
            <a:off x="3657600" y="2287588"/>
            <a:ext cx="863600" cy="215900"/>
            <a:chOff x="204" y="3838"/>
            <a:chExt cx="317" cy="136"/>
          </a:xfrm>
        </p:grpSpPr>
        <p:sp>
          <p:nvSpPr>
            <p:cNvPr id="7315" name="Rectangle 147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7316" name="Rectangle 148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7317" name="Rectangle 149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7318" name="Rectangle 150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7319" name="Group 151"/>
          <p:cNvGrpSpPr>
            <a:grpSpLocks/>
          </p:cNvGrpSpPr>
          <p:nvPr/>
        </p:nvGrpSpPr>
        <p:grpSpPr bwMode="auto">
          <a:xfrm>
            <a:off x="3657600" y="712788"/>
            <a:ext cx="863600" cy="215900"/>
            <a:chOff x="204" y="3838"/>
            <a:chExt cx="317" cy="136"/>
          </a:xfrm>
        </p:grpSpPr>
        <p:sp>
          <p:nvSpPr>
            <p:cNvPr id="7320" name="Rectangle 152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7321" name="Rectangle 153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7322" name="Rectangle 154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7323" name="Rectangle 155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sp>
        <p:nvSpPr>
          <p:cNvPr id="7324" name="Text Box 156"/>
          <p:cNvSpPr txBox="1">
            <a:spLocks noChangeArrowheads="1"/>
          </p:cNvSpPr>
          <p:nvPr/>
        </p:nvSpPr>
        <p:spPr bwMode="auto">
          <a:xfrm>
            <a:off x="3565525" y="9858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7325" name="Text Box 157"/>
          <p:cNvSpPr txBox="1">
            <a:spLocks noChangeArrowheads="1"/>
          </p:cNvSpPr>
          <p:nvPr/>
        </p:nvSpPr>
        <p:spPr bwMode="auto">
          <a:xfrm>
            <a:off x="3781425" y="25860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7326" name="Text Box 158"/>
          <p:cNvSpPr txBox="1">
            <a:spLocks noChangeArrowheads="1"/>
          </p:cNvSpPr>
          <p:nvPr/>
        </p:nvSpPr>
        <p:spPr bwMode="auto">
          <a:xfrm>
            <a:off x="4035425" y="42243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7327" name="Text Box 159"/>
          <p:cNvSpPr txBox="1">
            <a:spLocks noChangeArrowheads="1"/>
          </p:cNvSpPr>
          <p:nvPr/>
        </p:nvSpPr>
        <p:spPr bwMode="auto">
          <a:xfrm>
            <a:off x="4276725" y="57991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7270" name="Line 102"/>
          <p:cNvSpPr>
            <a:spLocks noChangeShapeType="1"/>
          </p:cNvSpPr>
          <p:nvPr/>
        </p:nvSpPr>
        <p:spPr bwMode="auto">
          <a:xfrm>
            <a:off x="4749800" y="773113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7271" name="Line 103"/>
          <p:cNvSpPr>
            <a:spLocks noChangeShapeType="1"/>
          </p:cNvSpPr>
          <p:nvPr/>
        </p:nvSpPr>
        <p:spPr bwMode="auto">
          <a:xfrm>
            <a:off x="4749800" y="2357438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7272" name="Line 104"/>
          <p:cNvSpPr>
            <a:spLocks noChangeShapeType="1"/>
          </p:cNvSpPr>
          <p:nvPr/>
        </p:nvSpPr>
        <p:spPr bwMode="auto">
          <a:xfrm>
            <a:off x="4749800" y="4013200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7273" name="Line 105"/>
          <p:cNvSpPr>
            <a:spLocks noChangeShapeType="1"/>
          </p:cNvSpPr>
          <p:nvPr/>
        </p:nvSpPr>
        <p:spPr bwMode="auto">
          <a:xfrm>
            <a:off x="4749800" y="5597525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F297A-993A-885C-30A1-A7FE74D57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89B6D-6C43-1134-E8A0-4C3221B7F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34</a:t>
            </a:fld>
            <a:endParaRPr lang="en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D9F6422-2283-0F5E-17D0-CA01F370CC1C}"/>
              </a:ext>
            </a:extLst>
          </p:cNvPr>
          <p:cNvGrpSpPr/>
          <p:nvPr/>
        </p:nvGrpSpPr>
        <p:grpSpPr>
          <a:xfrm>
            <a:off x="1933575" y="854076"/>
            <a:ext cx="2306638" cy="5516563"/>
            <a:chOff x="409575" y="854075"/>
            <a:chExt cx="2306638" cy="5516563"/>
          </a:xfrm>
        </p:grpSpPr>
        <p:grpSp>
          <p:nvGrpSpPr>
            <p:cNvPr id="11266" name="Group 2"/>
            <p:cNvGrpSpPr>
              <a:grpSpLocks/>
            </p:cNvGrpSpPr>
            <p:nvPr/>
          </p:nvGrpSpPr>
          <p:grpSpPr bwMode="auto">
            <a:xfrm>
              <a:off x="411163" y="5541963"/>
              <a:ext cx="2305050" cy="828675"/>
              <a:chOff x="612" y="1358"/>
              <a:chExt cx="4764" cy="1414"/>
            </a:xfrm>
          </p:grpSpPr>
          <p:sp>
            <p:nvSpPr>
              <p:cNvPr id="11267" name="Freeform 3"/>
              <p:cNvSpPr>
                <a:spLocks/>
              </p:cNvSpPr>
              <p:nvPr/>
            </p:nvSpPr>
            <p:spPr bwMode="auto">
              <a:xfrm>
                <a:off x="612" y="1358"/>
                <a:ext cx="616" cy="1414"/>
              </a:xfrm>
              <a:custGeom>
                <a:avLst/>
                <a:gdLst/>
                <a:ahLst/>
                <a:cxnLst>
                  <a:cxn ang="0">
                    <a:pos x="8" y="551"/>
                  </a:cxn>
                  <a:cxn ang="0">
                    <a:pos x="24" y="399"/>
                  </a:cxn>
                  <a:cxn ang="0">
                    <a:pos x="40" y="263"/>
                  </a:cxn>
                  <a:cxn ang="0">
                    <a:pos x="56" y="152"/>
                  </a:cxn>
                  <a:cxn ang="0">
                    <a:pos x="64" y="72"/>
                  </a:cxn>
                  <a:cxn ang="0">
                    <a:pos x="80" y="16"/>
                  </a:cxn>
                  <a:cxn ang="0">
                    <a:pos x="104" y="8"/>
                  </a:cxn>
                  <a:cxn ang="0">
                    <a:pos x="112" y="40"/>
                  </a:cxn>
                  <a:cxn ang="0">
                    <a:pos x="128" y="104"/>
                  </a:cxn>
                  <a:cxn ang="0">
                    <a:pos x="144" y="200"/>
                  </a:cxn>
                  <a:cxn ang="0">
                    <a:pos x="160" y="319"/>
                  </a:cxn>
                  <a:cxn ang="0">
                    <a:pos x="176" y="463"/>
                  </a:cxn>
                  <a:cxn ang="0">
                    <a:pos x="184" y="615"/>
                  </a:cxn>
                  <a:cxn ang="0">
                    <a:pos x="200" y="775"/>
                  </a:cxn>
                  <a:cxn ang="0">
                    <a:pos x="216" y="935"/>
                  </a:cxn>
                  <a:cxn ang="0">
                    <a:pos x="232" y="1079"/>
                  </a:cxn>
                  <a:cxn ang="0">
                    <a:pos x="240" y="1199"/>
                  </a:cxn>
                  <a:cxn ang="0">
                    <a:pos x="256" y="1303"/>
                  </a:cxn>
                  <a:cxn ang="0">
                    <a:pos x="272" y="1374"/>
                  </a:cxn>
                  <a:cxn ang="0">
                    <a:pos x="296" y="1414"/>
                  </a:cxn>
                  <a:cxn ang="0">
                    <a:pos x="304" y="1398"/>
                  </a:cxn>
                  <a:cxn ang="0">
                    <a:pos x="320" y="1351"/>
                  </a:cxn>
                  <a:cxn ang="0">
                    <a:pos x="336" y="1271"/>
                  </a:cxn>
                  <a:cxn ang="0">
                    <a:pos x="352" y="1167"/>
                  </a:cxn>
                  <a:cxn ang="0">
                    <a:pos x="360" y="1031"/>
                  </a:cxn>
                  <a:cxn ang="0">
                    <a:pos x="376" y="879"/>
                  </a:cxn>
                  <a:cxn ang="0">
                    <a:pos x="392" y="727"/>
                  </a:cxn>
                  <a:cxn ang="0">
                    <a:pos x="408" y="567"/>
                  </a:cxn>
                  <a:cxn ang="0">
                    <a:pos x="416" y="415"/>
                  </a:cxn>
                  <a:cxn ang="0">
                    <a:pos x="432" y="279"/>
                  </a:cxn>
                  <a:cxn ang="0">
                    <a:pos x="448" y="168"/>
                  </a:cxn>
                  <a:cxn ang="0">
                    <a:pos x="464" y="80"/>
                  </a:cxn>
                  <a:cxn ang="0">
                    <a:pos x="480" y="24"/>
                  </a:cxn>
                  <a:cxn ang="0">
                    <a:pos x="488" y="0"/>
                  </a:cxn>
                  <a:cxn ang="0">
                    <a:pos x="512" y="32"/>
                  </a:cxn>
                  <a:cxn ang="0">
                    <a:pos x="528" y="96"/>
                  </a:cxn>
                  <a:cxn ang="0">
                    <a:pos x="536" y="192"/>
                  </a:cxn>
                  <a:cxn ang="0">
                    <a:pos x="552" y="311"/>
                  </a:cxn>
                  <a:cxn ang="0">
                    <a:pos x="568" y="447"/>
                  </a:cxn>
                  <a:cxn ang="0">
                    <a:pos x="584" y="599"/>
                  </a:cxn>
                  <a:cxn ang="0">
                    <a:pos x="592" y="759"/>
                  </a:cxn>
                  <a:cxn ang="0">
                    <a:pos x="608" y="919"/>
                  </a:cxn>
                </a:cxnLst>
                <a:rect l="0" t="0" r="r" b="b"/>
                <a:pathLst>
                  <a:path w="616" h="1414">
                    <a:moveTo>
                      <a:pt x="0" y="655"/>
                    </a:moveTo>
                    <a:lnTo>
                      <a:pt x="8" y="599"/>
                    </a:lnTo>
                    <a:lnTo>
                      <a:pt x="8" y="551"/>
                    </a:lnTo>
                    <a:lnTo>
                      <a:pt x="16" y="495"/>
                    </a:lnTo>
                    <a:lnTo>
                      <a:pt x="16" y="447"/>
                    </a:lnTo>
                    <a:lnTo>
                      <a:pt x="24" y="399"/>
                    </a:lnTo>
                    <a:lnTo>
                      <a:pt x="32" y="351"/>
                    </a:lnTo>
                    <a:lnTo>
                      <a:pt x="32" y="311"/>
                    </a:lnTo>
                    <a:lnTo>
                      <a:pt x="40" y="263"/>
                    </a:lnTo>
                    <a:lnTo>
                      <a:pt x="40" y="223"/>
                    </a:lnTo>
                    <a:lnTo>
                      <a:pt x="48" y="192"/>
                    </a:lnTo>
                    <a:lnTo>
                      <a:pt x="56" y="152"/>
                    </a:lnTo>
                    <a:lnTo>
                      <a:pt x="56" y="120"/>
                    </a:lnTo>
                    <a:lnTo>
                      <a:pt x="64" y="96"/>
                    </a:lnTo>
                    <a:lnTo>
                      <a:pt x="64" y="72"/>
                    </a:lnTo>
                    <a:lnTo>
                      <a:pt x="72" y="48"/>
                    </a:lnTo>
                    <a:lnTo>
                      <a:pt x="80" y="32"/>
                    </a:lnTo>
                    <a:lnTo>
                      <a:pt x="80" y="16"/>
                    </a:lnTo>
                    <a:lnTo>
                      <a:pt x="88" y="8"/>
                    </a:lnTo>
                    <a:lnTo>
                      <a:pt x="96" y="0"/>
                    </a:lnTo>
                    <a:lnTo>
                      <a:pt x="104" y="8"/>
                    </a:lnTo>
                    <a:lnTo>
                      <a:pt x="104" y="16"/>
                    </a:lnTo>
                    <a:lnTo>
                      <a:pt x="112" y="24"/>
                    </a:lnTo>
                    <a:lnTo>
                      <a:pt x="112" y="40"/>
                    </a:lnTo>
                    <a:lnTo>
                      <a:pt x="120" y="56"/>
                    </a:lnTo>
                    <a:lnTo>
                      <a:pt x="128" y="80"/>
                    </a:lnTo>
                    <a:lnTo>
                      <a:pt x="128" y="104"/>
                    </a:lnTo>
                    <a:lnTo>
                      <a:pt x="136" y="136"/>
                    </a:lnTo>
                    <a:lnTo>
                      <a:pt x="136" y="168"/>
                    </a:lnTo>
                    <a:lnTo>
                      <a:pt x="144" y="200"/>
                    </a:lnTo>
                    <a:lnTo>
                      <a:pt x="152" y="239"/>
                    </a:lnTo>
                    <a:lnTo>
                      <a:pt x="152" y="279"/>
                    </a:lnTo>
                    <a:lnTo>
                      <a:pt x="160" y="319"/>
                    </a:lnTo>
                    <a:lnTo>
                      <a:pt x="160" y="367"/>
                    </a:lnTo>
                    <a:lnTo>
                      <a:pt x="168" y="415"/>
                    </a:lnTo>
                    <a:lnTo>
                      <a:pt x="176" y="463"/>
                    </a:lnTo>
                    <a:lnTo>
                      <a:pt x="176" y="511"/>
                    </a:lnTo>
                    <a:lnTo>
                      <a:pt x="184" y="567"/>
                    </a:lnTo>
                    <a:lnTo>
                      <a:pt x="184" y="615"/>
                    </a:lnTo>
                    <a:lnTo>
                      <a:pt x="192" y="671"/>
                    </a:lnTo>
                    <a:lnTo>
                      <a:pt x="192" y="727"/>
                    </a:lnTo>
                    <a:lnTo>
                      <a:pt x="200" y="775"/>
                    </a:lnTo>
                    <a:lnTo>
                      <a:pt x="208" y="831"/>
                    </a:lnTo>
                    <a:lnTo>
                      <a:pt x="208" y="879"/>
                    </a:lnTo>
                    <a:lnTo>
                      <a:pt x="216" y="935"/>
                    </a:lnTo>
                    <a:lnTo>
                      <a:pt x="216" y="983"/>
                    </a:lnTo>
                    <a:lnTo>
                      <a:pt x="224" y="1031"/>
                    </a:lnTo>
                    <a:lnTo>
                      <a:pt x="232" y="1079"/>
                    </a:lnTo>
                    <a:lnTo>
                      <a:pt x="232" y="1119"/>
                    </a:lnTo>
                    <a:lnTo>
                      <a:pt x="240" y="1167"/>
                    </a:lnTo>
                    <a:lnTo>
                      <a:pt x="240" y="1199"/>
                    </a:lnTo>
                    <a:lnTo>
                      <a:pt x="248" y="1239"/>
                    </a:lnTo>
                    <a:lnTo>
                      <a:pt x="256" y="1271"/>
                    </a:lnTo>
                    <a:lnTo>
                      <a:pt x="256" y="1303"/>
                    </a:lnTo>
                    <a:lnTo>
                      <a:pt x="264" y="1327"/>
                    </a:lnTo>
                    <a:lnTo>
                      <a:pt x="264" y="1351"/>
                    </a:lnTo>
                    <a:lnTo>
                      <a:pt x="272" y="1374"/>
                    </a:lnTo>
                    <a:lnTo>
                      <a:pt x="280" y="1390"/>
                    </a:lnTo>
                    <a:lnTo>
                      <a:pt x="280" y="1398"/>
                    </a:lnTo>
                    <a:lnTo>
                      <a:pt x="296" y="1414"/>
                    </a:lnTo>
                    <a:lnTo>
                      <a:pt x="296" y="1414"/>
                    </a:lnTo>
                    <a:lnTo>
                      <a:pt x="304" y="1406"/>
                    </a:lnTo>
                    <a:lnTo>
                      <a:pt x="304" y="1398"/>
                    </a:lnTo>
                    <a:lnTo>
                      <a:pt x="312" y="1390"/>
                    </a:lnTo>
                    <a:lnTo>
                      <a:pt x="312" y="1374"/>
                    </a:lnTo>
                    <a:lnTo>
                      <a:pt x="320" y="1351"/>
                    </a:lnTo>
                    <a:lnTo>
                      <a:pt x="328" y="1327"/>
                    </a:lnTo>
                    <a:lnTo>
                      <a:pt x="328" y="1303"/>
                    </a:lnTo>
                    <a:lnTo>
                      <a:pt x="336" y="1271"/>
                    </a:lnTo>
                    <a:lnTo>
                      <a:pt x="336" y="1239"/>
                    </a:lnTo>
                    <a:lnTo>
                      <a:pt x="344" y="1199"/>
                    </a:lnTo>
                    <a:lnTo>
                      <a:pt x="352" y="1167"/>
                    </a:lnTo>
                    <a:lnTo>
                      <a:pt x="352" y="1119"/>
                    </a:lnTo>
                    <a:lnTo>
                      <a:pt x="360" y="1079"/>
                    </a:lnTo>
                    <a:lnTo>
                      <a:pt x="360" y="1031"/>
                    </a:lnTo>
                    <a:lnTo>
                      <a:pt x="368" y="983"/>
                    </a:lnTo>
                    <a:lnTo>
                      <a:pt x="376" y="935"/>
                    </a:lnTo>
                    <a:lnTo>
                      <a:pt x="376" y="879"/>
                    </a:lnTo>
                    <a:lnTo>
                      <a:pt x="384" y="831"/>
                    </a:lnTo>
                    <a:lnTo>
                      <a:pt x="384" y="775"/>
                    </a:lnTo>
                    <a:lnTo>
                      <a:pt x="392" y="727"/>
                    </a:lnTo>
                    <a:lnTo>
                      <a:pt x="392" y="671"/>
                    </a:lnTo>
                    <a:lnTo>
                      <a:pt x="400" y="615"/>
                    </a:lnTo>
                    <a:lnTo>
                      <a:pt x="408" y="567"/>
                    </a:lnTo>
                    <a:lnTo>
                      <a:pt x="408" y="511"/>
                    </a:lnTo>
                    <a:lnTo>
                      <a:pt x="416" y="463"/>
                    </a:lnTo>
                    <a:lnTo>
                      <a:pt x="416" y="415"/>
                    </a:lnTo>
                    <a:lnTo>
                      <a:pt x="424" y="367"/>
                    </a:lnTo>
                    <a:lnTo>
                      <a:pt x="432" y="319"/>
                    </a:lnTo>
                    <a:lnTo>
                      <a:pt x="432" y="279"/>
                    </a:lnTo>
                    <a:lnTo>
                      <a:pt x="440" y="239"/>
                    </a:lnTo>
                    <a:lnTo>
                      <a:pt x="440" y="200"/>
                    </a:lnTo>
                    <a:lnTo>
                      <a:pt x="448" y="168"/>
                    </a:lnTo>
                    <a:lnTo>
                      <a:pt x="456" y="136"/>
                    </a:lnTo>
                    <a:lnTo>
                      <a:pt x="456" y="104"/>
                    </a:lnTo>
                    <a:lnTo>
                      <a:pt x="464" y="80"/>
                    </a:lnTo>
                    <a:lnTo>
                      <a:pt x="464" y="56"/>
                    </a:lnTo>
                    <a:lnTo>
                      <a:pt x="472" y="40"/>
                    </a:lnTo>
                    <a:lnTo>
                      <a:pt x="480" y="24"/>
                    </a:lnTo>
                    <a:lnTo>
                      <a:pt x="480" y="16"/>
                    </a:lnTo>
                    <a:lnTo>
                      <a:pt x="488" y="8"/>
                    </a:lnTo>
                    <a:lnTo>
                      <a:pt x="488" y="0"/>
                    </a:lnTo>
                    <a:lnTo>
                      <a:pt x="496" y="8"/>
                    </a:lnTo>
                    <a:lnTo>
                      <a:pt x="504" y="16"/>
                    </a:lnTo>
                    <a:lnTo>
                      <a:pt x="512" y="32"/>
                    </a:lnTo>
                    <a:lnTo>
                      <a:pt x="512" y="48"/>
                    </a:lnTo>
                    <a:lnTo>
                      <a:pt x="520" y="72"/>
                    </a:lnTo>
                    <a:lnTo>
                      <a:pt x="528" y="96"/>
                    </a:lnTo>
                    <a:lnTo>
                      <a:pt x="528" y="120"/>
                    </a:lnTo>
                    <a:lnTo>
                      <a:pt x="536" y="152"/>
                    </a:lnTo>
                    <a:lnTo>
                      <a:pt x="536" y="192"/>
                    </a:lnTo>
                    <a:lnTo>
                      <a:pt x="544" y="223"/>
                    </a:lnTo>
                    <a:lnTo>
                      <a:pt x="552" y="263"/>
                    </a:lnTo>
                    <a:lnTo>
                      <a:pt x="552" y="311"/>
                    </a:lnTo>
                    <a:lnTo>
                      <a:pt x="560" y="351"/>
                    </a:lnTo>
                    <a:lnTo>
                      <a:pt x="560" y="399"/>
                    </a:lnTo>
                    <a:lnTo>
                      <a:pt x="568" y="447"/>
                    </a:lnTo>
                    <a:lnTo>
                      <a:pt x="568" y="495"/>
                    </a:lnTo>
                    <a:lnTo>
                      <a:pt x="576" y="551"/>
                    </a:lnTo>
                    <a:lnTo>
                      <a:pt x="584" y="599"/>
                    </a:lnTo>
                    <a:lnTo>
                      <a:pt x="584" y="655"/>
                    </a:lnTo>
                    <a:lnTo>
                      <a:pt x="592" y="703"/>
                    </a:lnTo>
                    <a:lnTo>
                      <a:pt x="592" y="759"/>
                    </a:lnTo>
                    <a:lnTo>
                      <a:pt x="600" y="815"/>
                    </a:lnTo>
                    <a:lnTo>
                      <a:pt x="608" y="863"/>
                    </a:lnTo>
                    <a:lnTo>
                      <a:pt x="608" y="919"/>
                    </a:lnTo>
                    <a:lnTo>
                      <a:pt x="616" y="967"/>
                    </a:lnTo>
                    <a:lnTo>
                      <a:pt x="616" y="1015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68" name="Freeform 4"/>
              <p:cNvSpPr>
                <a:spLocks/>
              </p:cNvSpPr>
              <p:nvPr/>
            </p:nvSpPr>
            <p:spPr bwMode="auto">
              <a:xfrm>
                <a:off x="1228" y="1358"/>
                <a:ext cx="625" cy="1414"/>
              </a:xfrm>
              <a:custGeom>
                <a:avLst/>
                <a:gdLst/>
                <a:ahLst/>
                <a:cxnLst>
                  <a:cxn ang="0">
                    <a:pos x="16" y="1103"/>
                  </a:cxn>
                  <a:cxn ang="0">
                    <a:pos x="24" y="1223"/>
                  </a:cxn>
                  <a:cxn ang="0">
                    <a:pos x="40" y="1319"/>
                  </a:cxn>
                  <a:cxn ang="0">
                    <a:pos x="56" y="1382"/>
                  </a:cxn>
                  <a:cxn ang="0">
                    <a:pos x="80" y="1406"/>
                  </a:cxn>
                  <a:cxn ang="0">
                    <a:pos x="96" y="1374"/>
                  </a:cxn>
                  <a:cxn ang="0">
                    <a:pos x="112" y="1311"/>
                  </a:cxn>
                  <a:cxn ang="0">
                    <a:pos x="121" y="1215"/>
                  </a:cxn>
                  <a:cxn ang="0">
                    <a:pos x="137" y="1095"/>
                  </a:cxn>
                  <a:cxn ang="0">
                    <a:pos x="153" y="951"/>
                  </a:cxn>
                  <a:cxn ang="0">
                    <a:pos x="169" y="799"/>
                  </a:cxn>
                  <a:cxn ang="0">
                    <a:pos x="177" y="639"/>
                  </a:cxn>
                  <a:cxn ang="0">
                    <a:pos x="193" y="479"/>
                  </a:cxn>
                  <a:cxn ang="0">
                    <a:pos x="209" y="335"/>
                  </a:cxn>
                  <a:cxn ang="0">
                    <a:pos x="225" y="216"/>
                  </a:cxn>
                  <a:cxn ang="0">
                    <a:pos x="241" y="112"/>
                  </a:cxn>
                  <a:cxn ang="0">
                    <a:pos x="249" y="40"/>
                  </a:cxn>
                  <a:cxn ang="0">
                    <a:pos x="265" y="8"/>
                  </a:cxn>
                  <a:cxn ang="0">
                    <a:pos x="289" y="16"/>
                  </a:cxn>
                  <a:cxn ang="0">
                    <a:pos x="297" y="64"/>
                  </a:cxn>
                  <a:cxn ang="0">
                    <a:pos x="313" y="144"/>
                  </a:cxn>
                  <a:cxn ang="0">
                    <a:pos x="329" y="247"/>
                  </a:cxn>
                  <a:cxn ang="0">
                    <a:pos x="345" y="383"/>
                  </a:cxn>
                  <a:cxn ang="0">
                    <a:pos x="353" y="535"/>
                  </a:cxn>
                  <a:cxn ang="0">
                    <a:pos x="369" y="687"/>
                  </a:cxn>
                  <a:cxn ang="0">
                    <a:pos x="385" y="847"/>
                  </a:cxn>
                  <a:cxn ang="0">
                    <a:pos x="401" y="999"/>
                  </a:cxn>
                  <a:cxn ang="0">
                    <a:pos x="417" y="1135"/>
                  </a:cxn>
                  <a:cxn ang="0">
                    <a:pos x="425" y="1247"/>
                  </a:cxn>
                  <a:cxn ang="0">
                    <a:pos x="441" y="1335"/>
                  </a:cxn>
                  <a:cxn ang="0">
                    <a:pos x="457" y="1390"/>
                  </a:cxn>
                  <a:cxn ang="0">
                    <a:pos x="481" y="1406"/>
                  </a:cxn>
                  <a:cxn ang="0">
                    <a:pos x="489" y="1398"/>
                  </a:cxn>
                  <a:cxn ang="0">
                    <a:pos x="497" y="1343"/>
                  </a:cxn>
                  <a:cxn ang="0">
                    <a:pos x="513" y="1263"/>
                  </a:cxn>
                  <a:cxn ang="0">
                    <a:pos x="529" y="1151"/>
                  </a:cxn>
                  <a:cxn ang="0">
                    <a:pos x="545" y="1015"/>
                  </a:cxn>
                  <a:cxn ang="0">
                    <a:pos x="553" y="863"/>
                  </a:cxn>
                  <a:cxn ang="0">
                    <a:pos x="569" y="711"/>
                  </a:cxn>
                  <a:cxn ang="0">
                    <a:pos x="585" y="551"/>
                  </a:cxn>
                  <a:cxn ang="0">
                    <a:pos x="601" y="399"/>
                  </a:cxn>
                  <a:cxn ang="0">
                    <a:pos x="617" y="263"/>
                  </a:cxn>
                </a:cxnLst>
                <a:rect l="0" t="0" r="r" b="b"/>
                <a:pathLst>
                  <a:path w="625" h="1414">
                    <a:moveTo>
                      <a:pt x="0" y="1015"/>
                    </a:moveTo>
                    <a:lnTo>
                      <a:pt x="8" y="1063"/>
                    </a:lnTo>
                    <a:lnTo>
                      <a:pt x="16" y="1103"/>
                    </a:lnTo>
                    <a:lnTo>
                      <a:pt x="16" y="1151"/>
                    </a:lnTo>
                    <a:lnTo>
                      <a:pt x="24" y="1191"/>
                    </a:lnTo>
                    <a:lnTo>
                      <a:pt x="24" y="1223"/>
                    </a:lnTo>
                    <a:lnTo>
                      <a:pt x="32" y="1263"/>
                    </a:lnTo>
                    <a:lnTo>
                      <a:pt x="40" y="1295"/>
                    </a:lnTo>
                    <a:lnTo>
                      <a:pt x="40" y="1319"/>
                    </a:lnTo>
                    <a:lnTo>
                      <a:pt x="48" y="1343"/>
                    </a:lnTo>
                    <a:lnTo>
                      <a:pt x="48" y="1367"/>
                    </a:lnTo>
                    <a:lnTo>
                      <a:pt x="56" y="1382"/>
                    </a:lnTo>
                    <a:lnTo>
                      <a:pt x="72" y="1406"/>
                    </a:lnTo>
                    <a:lnTo>
                      <a:pt x="72" y="1414"/>
                    </a:lnTo>
                    <a:lnTo>
                      <a:pt x="80" y="1406"/>
                    </a:lnTo>
                    <a:lnTo>
                      <a:pt x="88" y="1398"/>
                    </a:lnTo>
                    <a:lnTo>
                      <a:pt x="88" y="1390"/>
                    </a:lnTo>
                    <a:lnTo>
                      <a:pt x="96" y="1374"/>
                    </a:lnTo>
                    <a:lnTo>
                      <a:pt x="96" y="1359"/>
                    </a:lnTo>
                    <a:lnTo>
                      <a:pt x="104" y="1335"/>
                    </a:lnTo>
                    <a:lnTo>
                      <a:pt x="112" y="1311"/>
                    </a:lnTo>
                    <a:lnTo>
                      <a:pt x="112" y="1279"/>
                    </a:lnTo>
                    <a:lnTo>
                      <a:pt x="121" y="1247"/>
                    </a:lnTo>
                    <a:lnTo>
                      <a:pt x="121" y="1215"/>
                    </a:lnTo>
                    <a:lnTo>
                      <a:pt x="129" y="1175"/>
                    </a:lnTo>
                    <a:lnTo>
                      <a:pt x="137" y="1135"/>
                    </a:lnTo>
                    <a:lnTo>
                      <a:pt x="137" y="1095"/>
                    </a:lnTo>
                    <a:lnTo>
                      <a:pt x="145" y="1047"/>
                    </a:lnTo>
                    <a:lnTo>
                      <a:pt x="145" y="999"/>
                    </a:lnTo>
                    <a:lnTo>
                      <a:pt x="153" y="951"/>
                    </a:lnTo>
                    <a:lnTo>
                      <a:pt x="153" y="903"/>
                    </a:lnTo>
                    <a:lnTo>
                      <a:pt x="161" y="847"/>
                    </a:lnTo>
                    <a:lnTo>
                      <a:pt x="169" y="799"/>
                    </a:lnTo>
                    <a:lnTo>
                      <a:pt x="169" y="743"/>
                    </a:lnTo>
                    <a:lnTo>
                      <a:pt x="177" y="687"/>
                    </a:lnTo>
                    <a:lnTo>
                      <a:pt x="177" y="639"/>
                    </a:lnTo>
                    <a:lnTo>
                      <a:pt x="185" y="583"/>
                    </a:lnTo>
                    <a:lnTo>
                      <a:pt x="193" y="535"/>
                    </a:lnTo>
                    <a:lnTo>
                      <a:pt x="193" y="479"/>
                    </a:lnTo>
                    <a:lnTo>
                      <a:pt x="201" y="431"/>
                    </a:lnTo>
                    <a:lnTo>
                      <a:pt x="201" y="383"/>
                    </a:lnTo>
                    <a:lnTo>
                      <a:pt x="209" y="335"/>
                    </a:lnTo>
                    <a:lnTo>
                      <a:pt x="217" y="295"/>
                    </a:lnTo>
                    <a:lnTo>
                      <a:pt x="217" y="247"/>
                    </a:lnTo>
                    <a:lnTo>
                      <a:pt x="225" y="216"/>
                    </a:lnTo>
                    <a:lnTo>
                      <a:pt x="225" y="176"/>
                    </a:lnTo>
                    <a:lnTo>
                      <a:pt x="233" y="144"/>
                    </a:lnTo>
                    <a:lnTo>
                      <a:pt x="241" y="112"/>
                    </a:lnTo>
                    <a:lnTo>
                      <a:pt x="241" y="88"/>
                    </a:lnTo>
                    <a:lnTo>
                      <a:pt x="249" y="64"/>
                    </a:lnTo>
                    <a:lnTo>
                      <a:pt x="249" y="40"/>
                    </a:lnTo>
                    <a:lnTo>
                      <a:pt x="257" y="24"/>
                    </a:lnTo>
                    <a:lnTo>
                      <a:pt x="265" y="16"/>
                    </a:lnTo>
                    <a:lnTo>
                      <a:pt x="265" y="8"/>
                    </a:lnTo>
                    <a:lnTo>
                      <a:pt x="273" y="0"/>
                    </a:lnTo>
                    <a:lnTo>
                      <a:pt x="281" y="8"/>
                    </a:lnTo>
                    <a:lnTo>
                      <a:pt x="289" y="16"/>
                    </a:lnTo>
                    <a:lnTo>
                      <a:pt x="289" y="24"/>
                    </a:lnTo>
                    <a:lnTo>
                      <a:pt x="297" y="40"/>
                    </a:lnTo>
                    <a:lnTo>
                      <a:pt x="297" y="64"/>
                    </a:lnTo>
                    <a:lnTo>
                      <a:pt x="305" y="88"/>
                    </a:lnTo>
                    <a:lnTo>
                      <a:pt x="313" y="112"/>
                    </a:lnTo>
                    <a:lnTo>
                      <a:pt x="313" y="144"/>
                    </a:lnTo>
                    <a:lnTo>
                      <a:pt x="321" y="176"/>
                    </a:lnTo>
                    <a:lnTo>
                      <a:pt x="321" y="216"/>
                    </a:lnTo>
                    <a:lnTo>
                      <a:pt x="329" y="247"/>
                    </a:lnTo>
                    <a:lnTo>
                      <a:pt x="337" y="295"/>
                    </a:lnTo>
                    <a:lnTo>
                      <a:pt x="337" y="335"/>
                    </a:lnTo>
                    <a:lnTo>
                      <a:pt x="345" y="383"/>
                    </a:lnTo>
                    <a:lnTo>
                      <a:pt x="345" y="431"/>
                    </a:lnTo>
                    <a:lnTo>
                      <a:pt x="353" y="479"/>
                    </a:lnTo>
                    <a:lnTo>
                      <a:pt x="353" y="535"/>
                    </a:lnTo>
                    <a:lnTo>
                      <a:pt x="361" y="583"/>
                    </a:lnTo>
                    <a:lnTo>
                      <a:pt x="369" y="639"/>
                    </a:lnTo>
                    <a:lnTo>
                      <a:pt x="369" y="687"/>
                    </a:lnTo>
                    <a:lnTo>
                      <a:pt x="377" y="743"/>
                    </a:lnTo>
                    <a:lnTo>
                      <a:pt x="377" y="799"/>
                    </a:lnTo>
                    <a:lnTo>
                      <a:pt x="385" y="847"/>
                    </a:lnTo>
                    <a:lnTo>
                      <a:pt x="393" y="903"/>
                    </a:lnTo>
                    <a:lnTo>
                      <a:pt x="393" y="951"/>
                    </a:lnTo>
                    <a:lnTo>
                      <a:pt x="401" y="999"/>
                    </a:lnTo>
                    <a:lnTo>
                      <a:pt x="401" y="1047"/>
                    </a:lnTo>
                    <a:lnTo>
                      <a:pt x="409" y="1095"/>
                    </a:lnTo>
                    <a:lnTo>
                      <a:pt x="417" y="1135"/>
                    </a:lnTo>
                    <a:lnTo>
                      <a:pt x="417" y="1175"/>
                    </a:lnTo>
                    <a:lnTo>
                      <a:pt x="425" y="1215"/>
                    </a:lnTo>
                    <a:lnTo>
                      <a:pt x="425" y="1247"/>
                    </a:lnTo>
                    <a:lnTo>
                      <a:pt x="433" y="1279"/>
                    </a:lnTo>
                    <a:lnTo>
                      <a:pt x="441" y="1311"/>
                    </a:lnTo>
                    <a:lnTo>
                      <a:pt x="441" y="1335"/>
                    </a:lnTo>
                    <a:lnTo>
                      <a:pt x="449" y="1359"/>
                    </a:lnTo>
                    <a:lnTo>
                      <a:pt x="449" y="1374"/>
                    </a:lnTo>
                    <a:lnTo>
                      <a:pt x="457" y="1390"/>
                    </a:lnTo>
                    <a:lnTo>
                      <a:pt x="465" y="1398"/>
                    </a:lnTo>
                    <a:lnTo>
                      <a:pt x="465" y="1406"/>
                    </a:lnTo>
                    <a:lnTo>
                      <a:pt x="481" y="1406"/>
                    </a:lnTo>
                    <a:lnTo>
                      <a:pt x="473" y="1406"/>
                    </a:lnTo>
                    <a:lnTo>
                      <a:pt x="481" y="1406"/>
                    </a:lnTo>
                    <a:lnTo>
                      <a:pt x="489" y="1398"/>
                    </a:lnTo>
                    <a:lnTo>
                      <a:pt x="489" y="1382"/>
                    </a:lnTo>
                    <a:lnTo>
                      <a:pt x="497" y="1367"/>
                    </a:lnTo>
                    <a:lnTo>
                      <a:pt x="497" y="1343"/>
                    </a:lnTo>
                    <a:lnTo>
                      <a:pt x="505" y="1319"/>
                    </a:lnTo>
                    <a:lnTo>
                      <a:pt x="513" y="1295"/>
                    </a:lnTo>
                    <a:lnTo>
                      <a:pt x="513" y="1263"/>
                    </a:lnTo>
                    <a:lnTo>
                      <a:pt x="521" y="1223"/>
                    </a:lnTo>
                    <a:lnTo>
                      <a:pt x="521" y="1191"/>
                    </a:lnTo>
                    <a:lnTo>
                      <a:pt x="529" y="1151"/>
                    </a:lnTo>
                    <a:lnTo>
                      <a:pt x="529" y="1103"/>
                    </a:lnTo>
                    <a:lnTo>
                      <a:pt x="537" y="1063"/>
                    </a:lnTo>
                    <a:lnTo>
                      <a:pt x="545" y="1015"/>
                    </a:lnTo>
                    <a:lnTo>
                      <a:pt x="545" y="967"/>
                    </a:lnTo>
                    <a:lnTo>
                      <a:pt x="553" y="919"/>
                    </a:lnTo>
                    <a:lnTo>
                      <a:pt x="553" y="863"/>
                    </a:lnTo>
                    <a:lnTo>
                      <a:pt x="561" y="815"/>
                    </a:lnTo>
                    <a:lnTo>
                      <a:pt x="569" y="759"/>
                    </a:lnTo>
                    <a:lnTo>
                      <a:pt x="569" y="711"/>
                    </a:lnTo>
                    <a:lnTo>
                      <a:pt x="577" y="655"/>
                    </a:lnTo>
                    <a:lnTo>
                      <a:pt x="577" y="599"/>
                    </a:lnTo>
                    <a:lnTo>
                      <a:pt x="585" y="551"/>
                    </a:lnTo>
                    <a:lnTo>
                      <a:pt x="593" y="495"/>
                    </a:lnTo>
                    <a:lnTo>
                      <a:pt x="593" y="447"/>
                    </a:lnTo>
                    <a:lnTo>
                      <a:pt x="601" y="399"/>
                    </a:lnTo>
                    <a:lnTo>
                      <a:pt x="601" y="351"/>
                    </a:lnTo>
                    <a:lnTo>
                      <a:pt x="609" y="311"/>
                    </a:lnTo>
                    <a:lnTo>
                      <a:pt x="617" y="263"/>
                    </a:lnTo>
                    <a:lnTo>
                      <a:pt x="617" y="223"/>
                    </a:lnTo>
                    <a:lnTo>
                      <a:pt x="625" y="192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69" name="Freeform 5"/>
              <p:cNvSpPr>
                <a:spLocks/>
              </p:cNvSpPr>
              <p:nvPr/>
            </p:nvSpPr>
            <p:spPr bwMode="auto">
              <a:xfrm>
                <a:off x="1853" y="1358"/>
                <a:ext cx="617" cy="1414"/>
              </a:xfrm>
              <a:custGeom>
                <a:avLst/>
                <a:gdLst/>
                <a:ahLst/>
                <a:cxnLst>
                  <a:cxn ang="0">
                    <a:pos x="8" y="120"/>
                  </a:cxn>
                  <a:cxn ang="0">
                    <a:pos x="24" y="48"/>
                  </a:cxn>
                  <a:cxn ang="0">
                    <a:pos x="40" y="8"/>
                  </a:cxn>
                  <a:cxn ang="0">
                    <a:pos x="56" y="16"/>
                  </a:cxn>
                  <a:cxn ang="0">
                    <a:pos x="72" y="56"/>
                  </a:cxn>
                  <a:cxn ang="0">
                    <a:pos x="88" y="136"/>
                  </a:cxn>
                  <a:cxn ang="0">
                    <a:pos x="96" y="239"/>
                  </a:cxn>
                  <a:cxn ang="0">
                    <a:pos x="112" y="367"/>
                  </a:cxn>
                  <a:cxn ang="0">
                    <a:pos x="128" y="511"/>
                  </a:cxn>
                  <a:cxn ang="0">
                    <a:pos x="144" y="671"/>
                  </a:cxn>
                  <a:cxn ang="0">
                    <a:pos x="152" y="831"/>
                  </a:cxn>
                  <a:cxn ang="0">
                    <a:pos x="168" y="983"/>
                  </a:cxn>
                  <a:cxn ang="0">
                    <a:pos x="184" y="1119"/>
                  </a:cxn>
                  <a:cxn ang="0">
                    <a:pos x="200" y="1239"/>
                  </a:cxn>
                  <a:cxn ang="0">
                    <a:pos x="216" y="1327"/>
                  </a:cxn>
                  <a:cxn ang="0">
                    <a:pos x="224" y="1390"/>
                  </a:cxn>
                  <a:cxn ang="0">
                    <a:pos x="240" y="1414"/>
                  </a:cxn>
                  <a:cxn ang="0">
                    <a:pos x="264" y="1390"/>
                  </a:cxn>
                  <a:cxn ang="0">
                    <a:pos x="272" y="1327"/>
                  </a:cxn>
                  <a:cxn ang="0">
                    <a:pos x="288" y="1239"/>
                  </a:cxn>
                  <a:cxn ang="0">
                    <a:pos x="304" y="1119"/>
                  </a:cxn>
                  <a:cxn ang="0">
                    <a:pos x="320" y="983"/>
                  </a:cxn>
                  <a:cxn ang="0">
                    <a:pos x="328" y="831"/>
                  </a:cxn>
                  <a:cxn ang="0">
                    <a:pos x="344" y="671"/>
                  </a:cxn>
                  <a:cxn ang="0">
                    <a:pos x="360" y="511"/>
                  </a:cxn>
                  <a:cxn ang="0">
                    <a:pos x="376" y="367"/>
                  </a:cxn>
                  <a:cxn ang="0">
                    <a:pos x="392" y="239"/>
                  </a:cxn>
                  <a:cxn ang="0">
                    <a:pos x="400" y="136"/>
                  </a:cxn>
                  <a:cxn ang="0">
                    <a:pos x="416" y="56"/>
                  </a:cxn>
                  <a:cxn ang="0">
                    <a:pos x="432" y="16"/>
                  </a:cxn>
                  <a:cxn ang="0">
                    <a:pos x="448" y="8"/>
                  </a:cxn>
                  <a:cxn ang="0">
                    <a:pos x="464" y="48"/>
                  </a:cxn>
                  <a:cxn ang="0">
                    <a:pos x="480" y="120"/>
                  </a:cxn>
                  <a:cxn ang="0">
                    <a:pos x="496" y="223"/>
                  </a:cxn>
                  <a:cxn ang="0">
                    <a:pos x="504" y="351"/>
                  </a:cxn>
                  <a:cxn ang="0">
                    <a:pos x="521" y="495"/>
                  </a:cxn>
                  <a:cxn ang="0">
                    <a:pos x="537" y="655"/>
                  </a:cxn>
                  <a:cxn ang="0">
                    <a:pos x="553" y="815"/>
                  </a:cxn>
                  <a:cxn ang="0">
                    <a:pos x="569" y="967"/>
                  </a:cxn>
                  <a:cxn ang="0">
                    <a:pos x="577" y="1103"/>
                  </a:cxn>
                  <a:cxn ang="0">
                    <a:pos x="593" y="1223"/>
                  </a:cxn>
                  <a:cxn ang="0">
                    <a:pos x="609" y="1319"/>
                  </a:cxn>
                </a:cxnLst>
                <a:rect l="0" t="0" r="r" b="b"/>
                <a:pathLst>
                  <a:path w="617" h="1414">
                    <a:moveTo>
                      <a:pt x="0" y="192"/>
                    </a:moveTo>
                    <a:lnTo>
                      <a:pt x="0" y="152"/>
                    </a:lnTo>
                    <a:lnTo>
                      <a:pt x="8" y="120"/>
                    </a:lnTo>
                    <a:lnTo>
                      <a:pt x="16" y="96"/>
                    </a:lnTo>
                    <a:lnTo>
                      <a:pt x="16" y="72"/>
                    </a:lnTo>
                    <a:lnTo>
                      <a:pt x="24" y="48"/>
                    </a:lnTo>
                    <a:lnTo>
                      <a:pt x="24" y="32"/>
                    </a:lnTo>
                    <a:lnTo>
                      <a:pt x="32" y="16"/>
                    </a:lnTo>
                    <a:lnTo>
                      <a:pt x="40" y="8"/>
                    </a:lnTo>
                    <a:lnTo>
                      <a:pt x="48" y="0"/>
                    </a:lnTo>
                    <a:lnTo>
                      <a:pt x="48" y="8"/>
                    </a:lnTo>
                    <a:lnTo>
                      <a:pt x="56" y="16"/>
                    </a:lnTo>
                    <a:lnTo>
                      <a:pt x="64" y="24"/>
                    </a:lnTo>
                    <a:lnTo>
                      <a:pt x="64" y="40"/>
                    </a:lnTo>
                    <a:lnTo>
                      <a:pt x="72" y="56"/>
                    </a:lnTo>
                    <a:lnTo>
                      <a:pt x="72" y="80"/>
                    </a:lnTo>
                    <a:lnTo>
                      <a:pt x="80" y="104"/>
                    </a:lnTo>
                    <a:lnTo>
                      <a:pt x="88" y="136"/>
                    </a:lnTo>
                    <a:lnTo>
                      <a:pt x="88" y="168"/>
                    </a:lnTo>
                    <a:lnTo>
                      <a:pt x="96" y="200"/>
                    </a:lnTo>
                    <a:lnTo>
                      <a:pt x="96" y="239"/>
                    </a:lnTo>
                    <a:lnTo>
                      <a:pt x="104" y="279"/>
                    </a:lnTo>
                    <a:lnTo>
                      <a:pt x="104" y="319"/>
                    </a:lnTo>
                    <a:lnTo>
                      <a:pt x="112" y="367"/>
                    </a:lnTo>
                    <a:lnTo>
                      <a:pt x="120" y="415"/>
                    </a:lnTo>
                    <a:lnTo>
                      <a:pt x="120" y="463"/>
                    </a:lnTo>
                    <a:lnTo>
                      <a:pt x="128" y="511"/>
                    </a:lnTo>
                    <a:lnTo>
                      <a:pt x="128" y="567"/>
                    </a:lnTo>
                    <a:lnTo>
                      <a:pt x="136" y="615"/>
                    </a:lnTo>
                    <a:lnTo>
                      <a:pt x="144" y="671"/>
                    </a:lnTo>
                    <a:lnTo>
                      <a:pt x="144" y="727"/>
                    </a:lnTo>
                    <a:lnTo>
                      <a:pt x="152" y="775"/>
                    </a:lnTo>
                    <a:lnTo>
                      <a:pt x="152" y="831"/>
                    </a:lnTo>
                    <a:lnTo>
                      <a:pt x="160" y="879"/>
                    </a:lnTo>
                    <a:lnTo>
                      <a:pt x="168" y="935"/>
                    </a:lnTo>
                    <a:lnTo>
                      <a:pt x="168" y="983"/>
                    </a:lnTo>
                    <a:lnTo>
                      <a:pt x="176" y="1031"/>
                    </a:lnTo>
                    <a:lnTo>
                      <a:pt x="176" y="1079"/>
                    </a:lnTo>
                    <a:lnTo>
                      <a:pt x="184" y="1119"/>
                    </a:lnTo>
                    <a:lnTo>
                      <a:pt x="192" y="1167"/>
                    </a:lnTo>
                    <a:lnTo>
                      <a:pt x="192" y="1199"/>
                    </a:lnTo>
                    <a:lnTo>
                      <a:pt x="200" y="1239"/>
                    </a:lnTo>
                    <a:lnTo>
                      <a:pt x="200" y="1271"/>
                    </a:lnTo>
                    <a:lnTo>
                      <a:pt x="208" y="1303"/>
                    </a:lnTo>
                    <a:lnTo>
                      <a:pt x="216" y="1327"/>
                    </a:lnTo>
                    <a:lnTo>
                      <a:pt x="216" y="1351"/>
                    </a:lnTo>
                    <a:lnTo>
                      <a:pt x="224" y="1374"/>
                    </a:lnTo>
                    <a:lnTo>
                      <a:pt x="224" y="1390"/>
                    </a:lnTo>
                    <a:lnTo>
                      <a:pt x="232" y="1398"/>
                    </a:lnTo>
                    <a:lnTo>
                      <a:pt x="248" y="1414"/>
                    </a:lnTo>
                    <a:lnTo>
                      <a:pt x="240" y="1414"/>
                    </a:lnTo>
                    <a:lnTo>
                      <a:pt x="248" y="1406"/>
                    </a:lnTo>
                    <a:lnTo>
                      <a:pt x="256" y="1398"/>
                    </a:lnTo>
                    <a:lnTo>
                      <a:pt x="264" y="1390"/>
                    </a:lnTo>
                    <a:lnTo>
                      <a:pt x="264" y="1374"/>
                    </a:lnTo>
                    <a:lnTo>
                      <a:pt x="272" y="1351"/>
                    </a:lnTo>
                    <a:lnTo>
                      <a:pt x="272" y="1327"/>
                    </a:lnTo>
                    <a:lnTo>
                      <a:pt x="280" y="1303"/>
                    </a:lnTo>
                    <a:lnTo>
                      <a:pt x="280" y="1271"/>
                    </a:lnTo>
                    <a:lnTo>
                      <a:pt x="288" y="1239"/>
                    </a:lnTo>
                    <a:lnTo>
                      <a:pt x="296" y="1199"/>
                    </a:lnTo>
                    <a:lnTo>
                      <a:pt x="296" y="1167"/>
                    </a:lnTo>
                    <a:lnTo>
                      <a:pt x="304" y="1119"/>
                    </a:lnTo>
                    <a:lnTo>
                      <a:pt x="304" y="1079"/>
                    </a:lnTo>
                    <a:lnTo>
                      <a:pt x="312" y="1031"/>
                    </a:lnTo>
                    <a:lnTo>
                      <a:pt x="320" y="983"/>
                    </a:lnTo>
                    <a:lnTo>
                      <a:pt x="320" y="935"/>
                    </a:lnTo>
                    <a:lnTo>
                      <a:pt x="328" y="879"/>
                    </a:lnTo>
                    <a:lnTo>
                      <a:pt x="328" y="831"/>
                    </a:lnTo>
                    <a:lnTo>
                      <a:pt x="336" y="775"/>
                    </a:lnTo>
                    <a:lnTo>
                      <a:pt x="344" y="727"/>
                    </a:lnTo>
                    <a:lnTo>
                      <a:pt x="344" y="671"/>
                    </a:lnTo>
                    <a:lnTo>
                      <a:pt x="352" y="615"/>
                    </a:lnTo>
                    <a:lnTo>
                      <a:pt x="352" y="567"/>
                    </a:lnTo>
                    <a:lnTo>
                      <a:pt x="360" y="511"/>
                    </a:lnTo>
                    <a:lnTo>
                      <a:pt x="368" y="463"/>
                    </a:lnTo>
                    <a:lnTo>
                      <a:pt x="368" y="415"/>
                    </a:lnTo>
                    <a:lnTo>
                      <a:pt x="376" y="367"/>
                    </a:lnTo>
                    <a:lnTo>
                      <a:pt x="376" y="319"/>
                    </a:lnTo>
                    <a:lnTo>
                      <a:pt x="384" y="279"/>
                    </a:lnTo>
                    <a:lnTo>
                      <a:pt x="392" y="239"/>
                    </a:lnTo>
                    <a:lnTo>
                      <a:pt x="392" y="200"/>
                    </a:lnTo>
                    <a:lnTo>
                      <a:pt x="400" y="168"/>
                    </a:lnTo>
                    <a:lnTo>
                      <a:pt x="400" y="136"/>
                    </a:lnTo>
                    <a:lnTo>
                      <a:pt x="408" y="104"/>
                    </a:lnTo>
                    <a:lnTo>
                      <a:pt x="416" y="80"/>
                    </a:lnTo>
                    <a:lnTo>
                      <a:pt x="416" y="56"/>
                    </a:lnTo>
                    <a:lnTo>
                      <a:pt x="424" y="40"/>
                    </a:lnTo>
                    <a:lnTo>
                      <a:pt x="424" y="24"/>
                    </a:lnTo>
                    <a:lnTo>
                      <a:pt x="432" y="16"/>
                    </a:lnTo>
                    <a:lnTo>
                      <a:pt x="440" y="8"/>
                    </a:lnTo>
                    <a:lnTo>
                      <a:pt x="440" y="0"/>
                    </a:lnTo>
                    <a:lnTo>
                      <a:pt x="448" y="8"/>
                    </a:lnTo>
                    <a:lnTo>
                      <a:pt x="456" y="16"/>
                    </a:lnTo>
                    <a:lnTo>
                      <a:pt x="464" y="32"/>
                    </a:lnTo>
                    <a:lnTo>
                      <a:pt x="464" y="48"/>
                    </a:lnTo>
                    <a:lnTo>
                      <a:pt x="472" y="72"/>
                    </a:lnTo>
                    <a:lnTo>
                      <a:pt x="472" y="96"/>
                    </a:lnTo>
                    <a:lnTo>
                      <a:pt x="480" y="120"/>
                    </a:lnTo>
                    <a:lnTo>
                      <a:pt x="480" y="152"/>
                    </a:lnTo>
                    <a:lnTo>
                      <a:pt x="488" y="192"/>
                    </a:lnTo>
                    <a:lnTo>
                      <a:pt x="496" y="223"/>
                    </a:lnTo>
                    <a:lnTo>
                      <a:pt x="496" y="263"/>
                    </a:lnTo>
                    <a:lnTo>
                      <a:pt x="504" y="311"/>
                    </a:lnTo>
                    <a:lnTo>
                      <a:pt x="504" y="351"/>
                    </a:lnTo>
                    <a:lnTo>
                      <a:pt x="512" y="399"/>
                    </a:lnTo>
                    <a:lnTo>
                      <a:pt x="521" y="447"/>
                    </a:lnTo>
                    <a:lnTo>
                      <a:pt x="521" y="495"/>
                    </a:lnTo>
                    <a:lnTo>
                      <a:pt x="529" y="551"/>
                    </a:lnTo>
                    <a:lnTo>
                      <a:pt x="529" y="599"/>
                    </a:lnTo>
                    <a:lnTo>
                      <a:pt x="537" y="655"/>
                    </a:lnTo>
                    <a:lnTo>
                      <a:pt x="545" y="703"/>
                    </a:lnTo>
                    <a:lnTo>
                      <a:pt x="545" y="759"/>
                    </a:lnTo>
                    <a:lnTo>
                      <a:pt x="553" y="815"/>
                    </a:lnTo>
                    <a:lnTo>
                      <a:pt x="553" y="863"/>
                    </a:lnTo>
                    <a:lnTo>
                      <a:pt x="561" y="919"/>
                    </a:lnTo>
                    <a:lnTo>
                      <a:pt x="569" y="967"/>
                    </a:lnTo>
                    <a:lnTo>
                      <a:pt x="569" y="1015"/>
                    </a:lnTo>
                    <a:lnTo>
                      <a:pt x="577" y="1063"/>
                    </a:lnTo>
                    <a:lnTo>
                      <a:pt x="577" y="1103"/>
                    </a:lnTo>
                    <a:lnTo>
                      <a:pt x="585" y="1151"/>
                    </a:lnTo>
                    <a:lnTo>
                      <a:pt x="593" y="1191"/>
                    </a:lnTo>
                    <a:lnTo>
                      <a:pt x="593" y="1223"/>
                    </a:lnTo>
                    <a:lnTo>
                      <a:pt x="601" y="1263"/>
                    </a:lnTo>
                    <a:lnTo>
                      <a:pt x="601" y="1295"/>
                    </a:lnTo>
                    <a:lnTo>
                      <a:pt x="609" y="1319"/>
                    </a:lnTo>
                    <a:lnTo>
                      <a:pt x="617" y="1343"/>
                    </a:lnTo>
                    <a:lnTo>
                      <a:pt x="617" y="1367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70" name="Freeform 6"/>
              <p:cNvSpPr>
                <a:spLocks/>
              </p:cNvSpPr>
              <p:nvPr/>
            </p:nvSpPr>
            <p:spPr bwMode="auto">
              <a:xfrm>
                <a:off x="2470" y="1358"/>
                <a:ext cx="632" cy="1414"/>
              </a:xfrm>
              <a:custGeom>
                <a:avLst/>
                <a:gdLst/>
                <a:ahLst/>
                <a:cxnLst>
                  <a:cxn ang="0">
                    <a:pos x="8" y="1398"/>
                  </a:cxn>
                  <a:cxn ang="0">
                    <a:pos x="32" y="1406"/>
                  </a:cxn>
                  <a:cxn ang="0">
                    <a:pos x="48" y="1374"/>
                  </a:cxn>
                  <a:cxn ang="0">
                    <a:pos x="56" y="1311"/>
                  </a:cxn>
                  <a:cxn ang="0">
                    <a:pos x="72" y="1215"/>
                  </a:cxn>
                  <a:cxn ang="0">
                    <a:pos x="88" y="1095"/>
                  </a:cxn>
                  <a:cxn ang="0">
                    <a:pos x="104" y="951"/>
                  </a:cxn>
                  <a:cxn ang="0">
                    <a:pos x="112" y="799"/>
                  </a:cxn>
                  <a:cxn ang="0">
                    <a:pos x="128" y="639"/>
                  </a:cxn>
                  <a:cxn ang="0">
                    <a:pos x="144" y="479"/>
                  </a:cxn>
                  <a:cxn ang="0">
                    <a:pos x="160" y="335"/>
                  </a:cxn>
                  <a:cxn ang="0">
                    <a:pos x="176" y="216"/>
                  </a:cxn>
                  <a:cxn ang="0">
                    <a:pos x="184" y="112"/>
                  </a:cxn>
                  <a:cxn ang="0">
                    <a:pos x="200" y="40"/>
                  </a:cxn>
                  <a:cxn ang="0">
                    <a:pos x="216" y="8"/>
                  </a:cxn>
                  <a:cxn ang="0">
                    <a:pos x="232" y="16"/>
                  </a:cxn>
                  <a:cxn ang="0">
                    <a:pos x="248" y="64"/>
                  </a:cxn>
                  <a:cxn ang="0">
                    <a:pos x="264" y="144"/>
                  </a:cxn>
                  <a:cxn ang="0">
                    <a:pos x="280" y="247"/>
                  </a:cxn>
                  <a:cxn ang="0">
                    <a:pos x="288" y="383"/>
                  </a:cxn>
                  <a:cxn ang="0">
                    <a:pos x="304" y="535"/>
                  </a:cxn>
                  <a:cxn ang="0">
                    <a:pos x="320" y="687"/>
                  </a:cxn>
                  <a:cxn ang="0">
                    <a:pos x="336" y="847"/>
                  </a:cxn>
                  <a:cxn ang="0">
                    <a:pos x="352" y="999"/>
                  </a:cxn>
                  <a:cxn ang="0">
                    <a:pos x="360" y="1135"/>
                  </a:cxn>
                  <a:cxn ang="0">
                    <a:pos x="376" y="1247"/>
                  </a:cxn>
                  <a:cxn ang="0">
                    <a:pos x="392" y="1335"/>
                  </a:cxn>
                  <a:cxn ang="0">
                    <a:pos x="408" y="1390"/>
                  </a:cxn>
                  <a:cxn ang="0">
                    <a:pos x="432" y="1406"/>
                  </a:cxn>
                  <a:cxn ang="0">
                    <a:pos x="440" y="1367"/>
                  </a:cxn>
                  <a:cxn ang="0">
                    <a:pos x="456" y="1295"/>
                  </a:cxn>
                  <a:cxn ang="0">
                    <a:pos x="472" y="1191"/>
                  </a:cxn>
                  <a:cxn ang="0">
                    <a:pos x="488" y="1063"/>
                  </a:cxn>
                  <a:cxn ang="0">
                    <a:pos x="504" y="919"/>
                  </a:cxn>
                  <a:cxn ang="0">
                    <a:pos x="512" y="759"/>
                  </a:cxn>
                  <a:cxn ang="0">
                    <a:pos x="528" y="599"/>
                  </a:cxn>
                  <a:cxn ang="0">
                    <a:pos x="544" y="447"/>
                  </a:cxn>
                  <a:cxn ang="0">
                    <a:pos x="560" y="311"/>
                  </a:cxn>
                  <a:cxn ang="0">
                    <a:pos x="576" y="192"/>
                  </a:cxn>
                  <a:cxn ang="0">
                    <a:pos x="584" y="96"/>
                  </a:cxn>
                  <a:cxn ang="0">
                    <a:pos x="600" y="32"/>
                  </a:cxn>
                  <a:cxn ang="0">
                    <a:pos x="624" y="8"/>
                  </a:cxn>
                </a:cxnLst>
                <a:rect l="0" t="0" r="r" b="b"/>
                <a:pathLst>
                  <a:path w="632" h="1414">
                    <a:moveTo>
                      <a:pt x="0" y="1367"/>
                    </a:moveTo>
                    <a:lnTo>
                      <a:pt x="8" y="1382"/>
                    </a:lnTo>
                    <a:lnTo>
                      <a:pt x="8" y="1398"/>
                    </a:lnTo>
                    <a:lnTo>
                      <a:pt x="16" y="1406"/>
                    </a:lnTo>
                    <a:lnTo>
                      <a:pt x="24" y="1414"/>
                    </a:lnTo>
                    <a:lnTo>
                      <a:pt x="32" y="1406"/>
                    </a:lnTo>
                    <a:lnTo>
                      <a:pt x="32" y="1398"/>
                    </a:lnTo>
                    <a:lnTo>
                      <a:pt x="40" y="1390"/>
                    </a:lnTo>
                    <a:lnTo>
                      <a:pt x="48" y="1374"/>
                    </a:lnTo>
                    <a:lnTo>
                      <a:pt x="48" y="1359"/>
                    </a:lnTo>
                    <a:lnTo>
                      <a:pt x="56" y="1335"/>
                    </a:lnTo>
                    <a:lnTo>
                      <a:pt x="56" y="1311"/>
                    </a:lnTo>
                    <a:lnTo>
                      <a:pt x="64" y="1279"/>
                    </a:lnTo>
                    <a:lnTo>
                      <a:pt x="64" y="1247"/>
                    </a:lnTo>
                    <a:lnTo>
                      <a:pt x="72" y="1215"/>
                    </a:lnTo>
                    <a:lnTo>
                      <a:pt x="80" y="1175"/>
                    </a:lnTo>
                    <a:lnTo>
                      <a:pt x="80" y="1135"/>
                    </a:lnTo>
                    <a:lnTo>
                      <a:pt x="88" y="1095"/>
                    </a:lnTo>
                    <a:lnTo>
                      <a:pt x="88" y="1047"/>
                    </a:lnTo>
                    <a:lnTo>
                      <a:pt x="96" y="999"/>
                    </a:lnTo>
                    <a:lnTo>
                      <a:pt x="104" y="951"/>
                    </a:lnTo>
                    <a:lnTo>
                      <a:pt x="104" y="903"/>
                    </a:lnTo>
                    <a:lnTo>
                      <a:pt x="112" y="847"/>
                    </a:lnTo>
                    <a:lnTo>
                      <a:pt x="112" y="799"/>
                    </a:lnTo>
                    <a:lnTo>
                      <a:pt x="120" y="743"/>
                    </a:lnTo>
                    <a:lnTo>
                      <a:pt x="128" y="687"/>
                    </a:lnTo>
                    <a:lnTo>
                      <a:pt x="128" y="639"/>
                    </a:lnTo>
                    <a:lnTo>
                      <a:pt x="136" y="583"/>
                    </a:lnTo>
                    <a:lnTo>
                      <a:pt x="136" y="535"/>
                    </a:lnTo>
                    <a:lnTo>
                      <a:pt x="144" y="479"/>
                    </a:lnTo>
                    <a:lnTo>
                      <a:pt x="152" y="431"/>
                    </a:lnTo>
                    <a:lnTo>
                      <a:pt x="152" y="383"/>
                    </a:lnTo>
                    <a:lnTo>
                      <a:pt x="160" y="335"/>
                    </a:lnTo>
                    <a:lnTo>
                      <a:pt x="160" y="295"/>
                    </a:lnTo>
                    <a:lnTo>
                      <a:pt x="168" y="247"/>
                    </a:lnTo>
                    <a:lnTo>
                      <a:pt x="176" y="216"/>
                    </a:lnTo>
                    <a:lnTo>
                      <a:pt x="176" y="176"/>
                    </a:lnTo>
                    <a:lnTo>
                      <a:pt x="184" y="144"/>
                    </a:lnTo>
                    <a:lnTo>
                      <a:pt x="184" y="112"/>
                    </a:lnTo>
                    <a:lnTo>
                      <a:pt x="192" y="88"/>
                    </a:lnTo>
                    <a:lnTo>
                      <a:pt x="200" y="64"/>
                    </a:lnTo>
                    <a:lnTo>
                      <a:pt x="200" y="40"/>
                    </a:lnTo>
                    <a:lnTo>
                      <a:pt x="208" y="24"/>
                    </a:lnTo>
                    <a:lnTo>
                      <a:pt x="208" y="16"/>
                    </a:lnTo>
                    <a:lnTo>
                      <a:pt x="216" y="8"/>
                    </a:lnTo>
                    <a:lnTo>
                      <a:pt x="224" y="0"/>
                    </a:lnTo>
                    <a:lnTo>
                      <a:pt x="232" y="8"/>
                    </a:lnTo>
                    <a:lnTo>
                      <a:pt x="232" y="16"/>
                    </a:lnTo>
                    <a:lnTo>
                      <a:pt x="240" y="24"/>
                    </a:lnTo>
                    <a:lnTo>
                      <a:pt x="240" y="40"/>
                    </a:lnTo>
                    <a:lnTo>
                      <a:pt x="248" y="64"/>
                    </a:lnTo>
                    <a:lnTo>
                      <a:pt x="256" y="88"/>
                    </a:lnTo>
                    <a:lnTo>
                      <a:pt x="256" y="112"/>
                    </a:lnTo>
                    <a:lnTo>
                      <a:pt x="264" y="144"/>
                    </a:lnTo>
                    <a:lnTo>
                      <a:pt x="264" y="176"/>
                    </a:lnTo>
                    <a:lnTo>
                      <a:pt x="272" y="216"/>
                    </a:lnTo>
                    <a:lnTo>
                      <a:pt x="280" y="247"/>
                    </a:lnTo>
                    <a:lnTo>
                      <a:pt x="280" y="295"/>
                    </a:lnTo>
                    <a:lnTo>
                      <a:pt x="288" y="335"/>
                    </a:lnTo>
                    <a:lnTo>
                      <a:pt x="288" y="383"/>
                    </a:lnTo>
                    <a:lnTo>
                      <a:pt x="296" y="431"/>
                    </a:lnTo>
                    <a:lnTo>
                      <a:pt x="304" y="479"/>
                    </a:lnTo>
                    <a:lnTo>
                      <a:pt x="304" y="535"/>
                    </a:lnTo>
                    <a:lnTo>
                      <a:pt x="312" y="583"/>
                    </a:lnTo>
                    <a:lnTo>
                      <a:pt x="312" y="639"/>
                    </a:lnTo>
                    <a:lnTo>
                      <a:pt x="320" y="687"/>
                    </a:lnTo>
                    <a:lnTo>
                      <a:pt x="328" y="743"/>
                    </a:lnTo>
                    <a:lnTo>
                      <a:pt x="328" y="799"/>
                    </a:lnTo>
                    <a:lnTo>
                      <a:pt x="336" y="847"/>
                    </a:lnTo>
                    <a:lnTo>
                      <a:pt x="336" y="903"/>
                    </a:lnTo>
                    <a:lnTo>
                      <a:pt x="344" y="951"/>
                    </a:lnTo>
                    <a:lnTo>
                      <a:pt x="352" y="999"/>
                    </a:lnTo>
                    <a:lnTo>
                      <a:pt x="352" y="1047"/>
                    </a:lnTo>
                    <a:lnTo>
                      <a:pt x="360" y="1095"/>
                    </a:lnTo>
                    <a:lnTo>
                      <a:pt x="360" y="1135"/>
                    </a:lnTo>
                    <a:lnTo>
                      <a:pt x="368" y="1175"/>
                    </a:lnTo>
                    <a:lnTo>
                      <a:pt x="376" y="1215"/>
                    </a:lnTo>
                    <a:lnTo>
                      <a:pt x="376" y="1247"/>
                    </a:lnTo>
                    <a:lnTo>
                      <a:pt x="384" y="1279"/>
                    </a:lnTo>
                    <a:lnTo>
                      <a:pt x="384" y="1311"/>
                    </a:lnTo>
                    <a:lnTo>
                      <a:pt x="392" y="1335"/>
                    </a:lnTo>
                    <a:lnTo>
                      <a:pt x="400" y="1359"/>
                    </a:lnTo>
                    <a:lnTo>
                      <a:pt x="400" y="1374"/>
                    </a:lnTo>
                    <a:lnTo>
                      <a:pt x="408" y="1390"/>
                    </a:lnTo>
                    <a:lnTo>
                      <a:pt x="408" y="1398"/>
                    </a:lnTo>
                    <a:lnTo>
                      <a:pt x="416" y="1406"/>
                    </a:lnTo>
                    <a:lnTo>
                      <a:pt x="432" y="1406"/>
                    </a:lnTo>
                    <a:lnTo>
                      <a:pt x="432" y="1398"/>
                    </a:lnTo>
                    <a:lnTo>
                      <a:pt x="440" y="1382"/>
                    </a:lnTo>
                    <a:lnTo>
                      <a:pt x="440" y="1367"/>
                    </a:lnTo>
                    <a:lnTo>
                      <a:pt x="448" y="1343"/>
                    </a:lnTo>
                    <a:lnTo>
                      <a:pt x="456" y="1319"/>
                    </a:lnTo>
                    <a:lnTo>
                      <a:pt x="456" y="1295"/>
                    </a:lnTo>
                    <a:lnTo>
                      <a:pt x="464" y="1263"/>
                    </a:lnTo>
                    <a:lnTo>
                      <a:pt x="464" y="1223"/>
                    </a:lnTo>
                    <a:lnTo>
                      <a:pt x="472" y="1191"/>
                    </a:lnTo>
                    <a:lnTo>
                      <a:pt x="480" y="1151"/>
                    </a:lnTo>
                    <a:lnTo>
                      <a:pt x="480" y="1103"/>
                    </a:lnTo>
                    <a:lnTo>
                      <a:pt x="488" y="1063"/>
                    </a:lnTo>
                    <a:lnTo>
                      <a:pt x="488" y="1015"/>
                    </a:lnTo>
                    <a:lnTo>
                      <a:pt x="496" y="967"/>
                    </a:lnTo>
                    <a:lnTo>
                      <a:pt x="504" y="919"/>
                    </a:lnTo>
                    <a:lnTo>
                      <a:pt x="504" y="863"/>
                    </a:lnTo>
                    <a:lnTo>
                      <a:pt x="512" y="815"/>
                    </a:lnTo>
                    <a:lnTo>
                      <a:pt x="512" y="759"/>
                    </a:lnTo>
                    <a:lnTo>
                      <a:pt x="520" y="711"/>
                    </a:lnTo>
                    <a:lnTo>
                      <a:pt x="528" y="655"/>
                    </a:lnTo>
                    <a:lnTo>
                      <a:pt x="528" y="599"/>
                    </a:lnTo>
                    <a:lnTo>
                      <a:pt x="536" y="551"/>
                    </a:lnTo>
                    <a:lnTo>
                      <a:pt x="536" y="495"/>
                    </a:lnTo>
                    <a:lnTo>
                      <a:pt x="544" y="447"/>
                    </a:lnTo>
                    <a:lnTo>
                      <a:pt x="552" y="399"/>
                    </a:lnTo>
                    <a:lnTo>
                      <a:pt x="552" y="351"/>
                    </a:lnTo>
                    <a:lnTo>
                      <a:pt x="560" y="311"/>
                    </a:lnTo>
                    <a:lnTo>
                      <a:pt x="560" y="263"/>
                    </a:lnTo>
                    <a:lnTo>
                      <a:pt x="568" y="223"/>
                    </a:lnTo>
                    <a:lnTo>
                      <a:pt x="576" y="192"/>
                    </a:lnTo>
                    <a:lnTo>
                      <a:pt x="576" y="152"/>
                    </a:lnTo>
                    <a:lnTo>
                      <a:pt x="584" y="120"/>
                    </a:lnTo>
                    <a:lnTo>
                      <a:pt x="584" y="96"/>
                    </a:lnTo>
                    <a:lnTo>
                      <a:pt x="592" y="72"/>
                    </a:lnTo>
                    <a:lnTo>
                      <a:pt x="600" y="48"/>
                    </a:lnTo>
                    <a:lnTo>
                      <a:pt x="600" y="32"/>
                    </a:lnTo>
                    <a:lnTo>
                      <a:pt x="616" y="8"/>
                    </a:lnTo>
                    <a:lnTo>
                      <a:pt x="616" y="0"/>
                    </a:lnTo>
                    <a:lnTo>
                      <a:pt x="624" y="8"/>
                    </a:lnTo>
                    <a:lnTo>
                      <a:pt x="632" y="16"/>
                    </a:lnTo>
                    <a:lnTo>
                      <a:pt x="632" y="24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71" name="Freeform 7"/>
              <p:cNvSpPr>
                <a:spLocks/>
              </p:cNvSpPr>
              <p:nvPr/>
            </p:nvSpPr>
            <p:spPr bwMode="auto">
              <a:xfrm>
                <a:off x="3102" y="1366"/>
                <a:ext cx="617" cy="1406"/>
              </a:xfrm>
              <a:custGeom>
                <a:avLst/>
                <a:gdLst/>
                <a:ahLst/>
                <a:cxnLst>
                  <a:cxn ang="0">
                    <a:pos x="8" y="48"/>
                  </a:cxn>
                  <a:cxn ang="0">
                    <a:pos x="24" y="128"/>
                  </a:cxn>
                  <a:cxn ang="0">
                    <a:pos x="40" y="231"/>
                  </a:cxn>
                  <a:cxn ang="0">
                    <a:pos x="56" y="359"/>
                  </a:cxn>
                  <a:cxn ang="0">
                    <a:pos x="72" y="503"/>
                  </a:cxn>
                  <a:cxn ang="0">
                    <a:pos x="80" y="663"/>
                  </a:cxn>
                  <a:cxn ang="0">
                    <a:pos x="96" y="823"/>
                  </a:cxn>
                  <a:cxn ang="0">
                    <a:pos x="112" y="975"/>
                  </a:cxn>
                  <a:cxn ang="0">
                    <a:pos x="128" y="1111"/>
                  </a:cxn>
                  <a:cxn ang="0">
                    <a:pos x="144" y="1231"/>
                  </a:cxn>
                  <a:cxn ang="0">
                    <a:pos x="152" y="1319"/>
                  </a:cxn>
                  <a:cxn ang="0">
                    <a:pos x="168" y="1382"/>
                  </a:cxn>
                  <a:cxn ang="0">
                    <a:pos x="184" y="1406"/>
                  </a:cxn>
                  <a:cxn ang="0">
                    <a:pos x="200" y="1382"/>
                  </a:cxn>
                  <a:cxn ang="0">
                    <a:pos x="216" y="1319"/>
                  </a:cxn>
                  <a:cxn ang="0">
                    <a:pos x="232" y="1231"/>
                  </a:cxn>
                  <a:cxn ang="0">
                    <a:pos x="248" y="1111"/>
                  </a:cxn>
                  <a:cxn ang="0">
                    <a:pos x="256" y="975"/>
                  </a:cxn>
                  <a:cxn ang="0">
                    <a:pos x="272" y="823"/>
                  </a:cxn>
                  <a:cxn ang="0">
                    <a:pos x="288" y="663"/>
                  </a:cxn>
                  <a:cxn ang="0">
                    <a:pos x="305" y="503"/>
                  </a:cxn>
                  <a:cxn ang="0">
                    <a:pos x="321" y="359"/>
                  </a:cxn>
                  <a:cxn ang="0">
                    <a:pos x="329" y="231"/>
                  </a:cxn>
                  <a:cxn ang="0">
                    <a:pos x="345" y="128"/>
                  </a:cxn>
                  <a:cxn ang="0">
                    <a:pos x="361" y="48"/>
                  </a:cxn>
                  <a:cxn ang="0">
                    <a:pos x="377" y="8"/>
                  </a:cxn>
                  <a:cxn ang="0">
                    <a:pos x="385" y="0"/>
                  </a:cxn>
                  <a:cxn ang="0">
                    <a:pos x="401" y="24"/>
                  </a:cxn>
                  <a:cxn ang="0">
                    <a:pos x="417" y="88"/>
                  </a:cxn>
                  <a:cxn ang="0">
                    <a:pos x="433" y="184"/>
                  </a:cxn>
                  <a:cxn ang="0">
                    <a:pos x="449" y="303"/>
                  </a:cxn>
                  <a:cxn ang="0">
                    <a:pos x="457" y="439"/>
                  </a:cxn>
                  <a:cxn ang="0">
                    <a:pos x="473" y="591"/>
                  </a:cxn>
                  <a:cxn ang="0">
                    <a:pos x="489" y="751"/>
                  </a:cxn>
                  <a:cxn ang="0">
                    <a:pos x="505" y="911"/>
                  </a:cxn>
                  <a:cxn ang="0">
                    <a:pos x="521" y="1055"/>
                  </a:cxn>
                  <a:cxn ang="0">
                    <a:pos x="529" y="1183"/>
                  </a:cxn>
                  <a:cxn ang="0">
                    <a:pos x="545" y="1287"/>
                  </a:cxn>
                  <a:cxn ang="0">
                    <a:pos x="561" y="1359"/>
                  </a:cxn>
                  <a:cxn ang="0">
                    <a:pos x="577" y="1398"/>
                  </a:cxn>
                  <a:cxn ang="0">
                    <a:pos x="593" y="1390"/>
                  </a:cxn>
                  <a:cxn ang="0">
                    <a:pos x="609" y="1351"/>
                  </a:cxn>
                </a:cxnLst>
                <a:rect l="0" t="0" r="r" b="b"/>
                <a:pathLst>
                  <a:path w="617" h="1406">
                    <a:moveTo>
                      <a:pt x="0" y="16"/>
                    </a:moveTo>
                    <a:lnTo>
                      <a:pt x="8" y="32"/>
                    </a:lnTo>
                    <a:lnTo>
                      <a:pt x="8" y="48"/>
                    </a:lnTo>
                    <a:lnTo>
                      <a:pt x="16" y="72"/>
                    </a:lnTo>
                    <a:lnTo>
                      <a:pt x="24" y="96"/>
                    </a:lnTo>
                    <a:lnTo>
                      <a:pt x="24" y="128"/>
                    </a:lnTo>
                    <a:lnTo>
                      <a:pt x="32" y="160"/>
                    </a:lnTo>
                    <a:lnTo>
                      <a:pt x="32" y="192"/>
                    </a:lnTo>
                    <a:lnTo>
                      <a:pt x="40" y="231"/>
                    </a:lnTo>
                    <a:lnTo>
                      <a:pt x="48" y="271"/>
                    </a:lnTo>
                    <a:lnTo>
                      <a:pt x="48" y="311"/>
                    </a:lnTo>
                    <a:lnTo>
                      <a:pt x="56" y="359"/>
                    </a:lnTo>
                    <a:lnTo>
                      <a:pt x="56" y="407"/>
                    </a:lnTo>
                    <a:lnTo>
                      <a:pt x="64" y="455"/>
                    </a:lnTo>
                    <a:lnTo>
                      <a:pt x="72" y="503"/>
                    </a:lnTo>
                    <a:lnTo>
                      <a:pt x="72" y="559"/>
                    </a:lnTo>
                    <a:lnTo>
                      <a:pt x="80" y="607"/>
                    </a:lnTo>
                    <a:lnTo>
                      <a:pt x="80" y="663"/>
                    </a:lnTo>
                    <a:lnTo>
                      <a:pt x="88" y="719"/>
                    </a:lnTo>
                    <a:lnTo>
                      <a:pt x="96" y="767"/>
                    </a:lnTo>
                    <a:lnTo>
                      <a:pt x="96" y="823"/>
                    </a:lnTo>
                    <a:lnTo>
                      <a:pt x="104" y="871"/>
                    </a:lnTo>
                    <a:lnTo>
                      <a:pt x="104" y="927"/>
                    </a:lnTo>
                    <a:lnTo>
                      <a:pt x="112" y="975"/>
                    </a:lnTo>
                    <a:lnTo>
                      <a:pt x="120" y="1023"/>
                    </a:lnTo>
                    <a:lnTo>
                      <a:pt x="120" y="1071"/>
                    </a:lnTo>
                    <a:lnTo>
                      <a:pt x="128" y="1111"/>
                    </a:lnTo>
                    <a:lnTo>
                      <a:pt x="128" y="1159"/>
                    </a:lnTo>
                    <a:lnTo>
                      <a:pt x="136" y="1191"/>
                    </a:lnTo>
                    <a:lnTo>
                      <a:pt x="144" y="1231"/>
                    </a:lnTo>
                    <a:lnTo>
                      <a:pt x="144" y="1263"/>
                    </a:lnTo>
                    <a:lnTo>
                      <a:pt x="152" y="1295"/>
                    </a:lnTo>
                    <a:lnTo>
                      <a:pt x="152" y="1319"/>
                    </a:lnTo>
                    <a:lnTo>
                      <a:pt x="160" y="1343"/>
                    </a:lnTo>
                    <a:lnTo>
                      <a:pt x="168" y="1366"/>
                    </a:lnTo>
                    <a:lnTo>
                      <a:pt x="168" y="1382"/>
                    </a:lnTo>
                    <a:lnTo>
                      <a:pt x="176" y="1390"/>
                    </a:lnTo>
                    <a:lnTo>
                      <a:pt x="176" y="1398"/>
                    </a:lnTo>
                    <a:lnTo>
                      <a:pt x="184" y="1406"/>
                    </a:lnTo>
                    <a:lnTo>
                      <a:pt x="192" y="1398"/>
                    </a:lnTo>
                    <a:lnTo>
                      <a:pt x="200" y="1390"/>
                    </a:lnTo>
                    <a:lnTo>
                      <a:pt x="200" y="1382"/>
                    </a:lnTo>
                    <a:lnTo>
                      <a:pt x="208" y="1366"/>
                    </a:lnTo>
                    <a:lnTo>
                      <a:pt x="208" y="1343"/>
                    </a:lnTo>
                    <a:lnTo>
                      <a:pt x="216" y="1319"/>
                    </a:lnTo>
                    <a:lnTo>
                      <a:pt x="224" y="1295"/>
                    </a:lnTo>
                    <a:lnTo>
                      <a:pt x="224" y="1263"/>
                    </a:lnTo>
                    <a:lnTo>
                      <a:pt x="232" y="1231"/>
                    </a:lnTo>
                    <a:lnTo>
                      <a:pt x="232" y="1191"/>
                    </a:lnTo>
                    <a:lnTo>
                      <a:pt x="240" y="1159"/>
                    </a:lnTo>
                    <a:lnTo>
                      <a:pt x="248" y="1111"/>
                    </a:lnTo>
                    <a:lnTo>
                      <a:pt x="248" y="1071"/>
                    </a:lnTo>
                    <a:lnTo>
                      <a:pt x="256" y="1023"/>
                    </a:lnTo>
                    <a:lnTo>
                      <a:pt x="256" y="975"/>
                    </a:lnTo>
                    <a:lnTo>
                      <a:pt x="264" y="927"/>
                    </a:lnTo>
                    <a:lnTo>
                      <a:pt x="272" y="871"/>
                    </a:lnTo>
                    <a:lnTo>
                      <a:pt x="272" y="823"/>
                    </a:lnTo>
                    <a:lnTo>
                      <a:pt x="280" y="767"/>
                    </a:lnTo>
                    <a:lnTo>
                      <a:pt x="280" y="719"/>
                    </a:lnTo>
                    <a:lnTo>
                      <a:pt x="288" y="663"/>
                    </a:lnTo>
                    <a:lnTo>
                      <a:pt x="297" y="607"/>
                    </a:lnTo>
                    <a:lnTo>
                      <a:pt x="297" y="559"/>
                    </a:lnTo>
                    <a:lnTo>
                      <a:pt x="305" y="503"/>
                    </a:lnTo>
                    <a:lnTo>
                      <a:pt x="305" y="455"/>
                    </a:lnTo>
                    <a:lnTo>
                      <a:pt x="313" y="407"/>
                    </a:lnTo>
                    <a:lnTo>
                      <a:pt x="321" y="359"/>
                    </a:lnTo>
                    <a:lnTo>
                      <a:pt x="321" y="311"/>
                    </a:lnTo>
                    <a:lnTo>
                      <a:pt x="329" y="271"/>
                    </a:lnTo>
                    <a:lnTo>
                      <a:pt x="329" y="231"/>
                    </a:lnTo>
                    <a:lnTo>
                      <a:pt x="337" y="192"/>
                    </a:lnTo>
                    <a:lnTo>
                      <a:pt x="345" y="160"/>
                    </a:lnTo>
                    <a:lnTo>
                      <a:pt x="345" y="128"/>
                    </a:lnTo>
                    <a:lnTo>
                      <a:pt x="353" y="96"/>
                    </a:lnTo>
                    <a:lnTo>
                      <a:pt x="353" y="72"/>
                    </a:lnTo>
                    <a:lnTo>
                      <a:pt x="361" y="48"/>
                    </a:lnTo>
                    <a:lnTo>
                      <a:pt x="369" y="32"/>
                    </a:lnTo>
                    <a:lnTo>
                      <a:pt x="369" y="16"/>
                    </a:lnTo>
                    <a:lnTo>
                      <a:pt x="377" y="8"/>
                    </a:lnTo>
                    <a:lnTo>
                      <a:pt x="377" y="0"/>
                    </a:lnTo>
                    <a:lnTo>
                      <a:pt x="393" y="0"/>
                    </a:lnTo>
                    <a:lnTo>
                      <a:pt x="385" y="0"/>
                    </a:lnTo>
                    <a:lnTo>
                      <a:pt x="393" y="0"/>
                    </a:lnTo>
                    <a:lnTo>
                      <a:pt x="401" y="8"/>
                    </a:lnTo>
                    <a:lnTo>
                      <a:pt x="401" y="24"/>
                    </a:lnTo>
                    <a:lnTo>
                      <a:pt x="409" y="40"/>
                    </a:lnTo>
                    <a:lnTo>
                      <a:pt x="409" y="64"/>
                    </a:lnTo>
                    <a:lnTo>
                      <a:pt x="417" y="88"/>
                    </a:lnTo>
                    <a:lnTo>
                      <a:pt x="425" y="112"/>
                    </a:lnTo>
                    <a:lnTo>
                      <a:pt x="425" y="144"/>
                    </a:lnTo>
                    <a:lnTo>
                      <a:pt x="433" y="184"/>
                    </a:lnTo>
                    <a:lnTo>
                      <a:pt x="433" y="215"/>
                    </a:lnTo>
                    <a:lnTo>
                      <a:pt x="441" y="255"/>
                    </a:lnTo>
                    <a:lnTo>
                      <a:pt x="449" y="303"/>
                    </a:lnTo>
                    <a:lnTo>
                      <a:pt x="449" y="343"/>
                    </a:lnTo>
                    <a:lnTo>
                      <a:pt x="457" y="391"/>
                    </a:lnTo>
                    <a:lnTo>
                      <a:pt x="457" y="439"/>
                    </a:lnTo>
                    <a:lnTo>
                      <a:pt x="465" y="487"/>
                    </a:lnTo>
                    <a:lnTo>
                      <a:pt x="473" y="543"/>
                    </a:lnTo>
                    <a:lnTo>
                      <a:pt x="473" y="591"/>
                    </a:lnTo>
                    <a:lnTo>
                      <a:pt x="481" y="647"/>
                    </a:lnTo>
                    <a:lnTo>
                      <a:pt x="481" y="695"/>
                    </a:lnTo>
                    <a:lnTo>
                      <a:pt x="489" y="751"/>
                    </a:lnTo>
                    <a:lnTo>
                      <a:pt x="497" y="807"/>
                    </a:lnTo>
                    <a:lnTo>
                      <a:pt x="497" y="855"/>
                    </a:lnTo>
                    <a:lnTo>
                      <a:pt x="505" y="911"/>
                    </a:lnTo>
                    <a:lnTo>
                      <a:pt x="505" y="959"/>
                    </a:lnTo>
                    <a:lnTo>
                      <a:pt x="513" y="1007"/>
                    </a:lnTo>
                    <a:lnTo>
                      <a:pt x="521" y="1055"/>
                    </a:lnTo>
                    <a:lnTo>
                      <a:pt x="521" y="1095"/>
                    </a:lnTo>
                    <a:lnTo>
                      <a:pt x="529" y="1143"/>
                    </a:lnTo>
                    <a:lnTo>
                      <a:pt x="529" y="1183"/>
                    </a:lnTo>
                    <a:lnTo>
                      <a:pt x="537" y="1215"/>
                    </a:lnTo>
                    <a:lnTo>
                      <a:pt x="545" y="1255"/>
                    </a:lnTo>
                    <a:lnTo>
                      <a:pt x="545" y="1287"/>
                    </a:lnTo>
                    <a:lnTo>
                      <a:pt x="553" y="1311"/>
                    </a:lnTo>
                    <a:lnTo>
                      <a:pt x="553" y="1335"/>
                    </a:lnTo>
                    <a:lnTo>
                      <a:pt x="561" y="1359"/>
                    </a:lnTo>
                    <a:lnTo>
                      <a:pt x="561" y="1374"/>
                    </a:lnTo>
                    <a:lnTo>
                      <a:pt x="569" y="1390"/>
                    </a:lnTo>
                    <a:lnTo>
                      <a:pt x="577" y="1398"/>
                    </a:lnTo>
                    <a:lnTo>
                      <a:pt x="585" y="1406"/>
                    </a:lnTo>
                    <a:lnTo>
                      <a:pt x="585" y="1398"/>
                    </a:lnTo>
                    <a:lnTo>
                      <a:pt x="593" y="1390"/>
                    </a:lnTo>
                    <a:lnTo>
                      <a:pt x="601" y="1382"/>
                    </a:lnTo>
                    <a:lnTo>
                      <a:pt x="601" y="1366"/>
                    </a:lnTo>
                    <a:lnTo>
                      <a:pt x="609" y="1351"/>
                    </a:lnTo>
                    <a:lnTo>
                      <a:pt x="609" y="1327"/>
                    </a:lnTo>
                    <a:lnTo>
                      <a:pt x="617" y="1303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72" name="Freeform 8"/>
              <p:cNvSpPr>
                <a:spLocks/>
              </p:cNvSpPr>
              <p:nvPr/>
            </p:nvSpPr>
            <p:spPr bwMode="auto">
              <a:xfrm>
                <a:off x="3719" y="1358"/>
                <a:ext cx="616" cy="1414"/>
              </a:xfrm>
              <a:custGeom>
                <a:avLst/>
                <a:gdLst/>
                <a:ahLst/>
                <a:cxnLst>
                  <a:cxn ang="0">
                    <a:pos x="8" y="1247"/>
                  </a:cxn>
                  <a:cxn ang="0">
                    <a:pos x="24" y="1135"/>
                  </a:cxn>
                  <a:cxn ang="0">
                    <a:pos x="40" y="999"/>
                  </a:cxn>
                  <a:cxn ang="0">
                    <a:pos x="56" y="847"/>
                  </a:cxn>
                  <a:cxn ang="0">
                    <a:pos x="64" y="687"/>
                  </a:cxn>
                  <a:cxn ang="0">
                    <a:pos x="80" y="535"/>
                  </a:cxn>
                  <a:cxn ang="0">
                    <a:pos x="96" y="383"/>
                  </a:cxn>
                  <a:cxn ang="0">
                    <a:pos x="112" y="247"/>
                  </a:cxn>
                  <a:cxn ang="0">
                    <a:pos x="128" y="144"/>
                  </a:cxn>
                  <a:cxn ang="0">
                    <a:pos x="136" y="64"/>
                  </a:cxn>
                  <a:cxn ang="0">
                    <a:pos x="152" y="16"/>
                  </a:cxn>
                  <a:cxn ang="0">
                    <a:pos x="168" y="8"/>
                  </a:cxn>
                  <a:cxn ang="0">
                    <a:pos x="184" y="40"/>
                  </a:cxn>
                  <a:cxn ang="0">
                    <a:pos x="200" y="112"/>
                  </a:cxn>
                  <a:cxn ang="0">
                    <a:pos x="216" y="216"/>
                  </a:cxn>
                  <a:cxn ang="0">
                    <a:pos x="232" y="335"/>
                  </a:cxn>
                  <a:cxn ang="0">
                    <a:pos x="240" y="479"/>
                  </a:cxn>
                  <a:cxn ang="0">
                    <a:pos x="256" y="639"/>
                  </a:cxn>
                  <a:cxn ang="0">
                    <a:pos x="272" y="799"/>
                  </a:cxn>
                  <a:cxn ang="0">
                    <a:pos x="288" y="951"/>
                  </a:cxn>
                  <a:cxn ang="0">
                    <a:pos x="304" y="1095"/>
                  </a:cxn>
                  <a:cxn ang="0">
                    <a:pos x="312" y="1215"/>
                  </a:cxn>
                  <a:cxn ang="0">
                    <a:pos x="328" y="1311"/>
                  </a:cxn>
                  <a:cxn ang="0">
                    <a:pos x="344" y="1374"/>
                  </a:cxn>
                  <a:cxn ang="0">
                    <a:pos x="360" y="1406"/>
                  </a:cxn>
                  <a:cxn ang="0">
                    <a:pos x="376" y="1398"/>
                  </a:cxn>
                  <a:cxn ang="0">
                    <a:pos x="392" y="1343"/>
                  </a:cxn>
                  <a:cxn ang="0">
                    <a:pos x="408" y="1263"/>
                  </a:cxn>
                  <a:cxn ang="0">
                    <a:pos x="416" y="1151"/>
                  </a:cxn>
                  <a:cxn ang="0">
                    <a:pos x="432" y="1015"/>
                  </a:cxn>
                  <a:cxn ang="0">
                    <a:pos x="448" y="863"/>
                  </a:cxn>
                  <a:cxn ang="0">
                    <a:pos x="464" y="711"/>
                  </a:cxn>
                  <a:cxn ang="0">
                    <a:pos x="480" y="551"/>
                  </a:cxn>
                  <a:cxn ang="0">
                    <a:pos x="488" y="399"/>
                  </a:cxn>
                  <a:cxn ang="0">
                    <a:pos x="504" y="263"/>
                  </a:cxn>
                  <a:cxn ang="0">
                    <a:pos x="520" y="152"/>
                  </a:cxn>
                  <a:cxn ang="0">
                    <a:pos x="536" y="72"/>
                  </a:cxn>
                  <a:cxn ang="0">
                    <a:pos x="544" y="16"/>
                  </a:cxn>
                  <a:cxn ang="0">
                    <a:pos x="568" y="8"/>
                  </a:cxn>
                  <a:cxn ang="0">
                    <a:pos x="584" y="40"/>
                  </a:cxn>
                  <a:cxn ang="0">
                    <a:pos x="592" y="104"/>
                  </a:cxn>
                  <a:cxn ang="0">
                    <a:pos x="608" y="200"/>
                  </a:cxn>
                </a:cxnLst>
                <a:rect l="0" t="0" r="r" b="b"/>
                <a:pathLst>
                  <a:path w="616" h="1414">
                    <a:moveTo>
                      <a:pt x="0" y="1311"/>
                    </a:moveTo>
                    <a:lnTo>
                      <a:pt x="8" y="1279"/>
                    </a:lnTo>
                    <a:lnTo>
                      <a:pt x="8" y="1247"/>
                    </a:lnTo>
                    <a:lnTo>
                      <a:pt x="16" y="1215"/>
                    </a:lnTo>
                    <a:lnTo>
                      <a:pt x="16" y="1175"/>
                    </a:lnTo>
                    <a:lnTo>
                      <a:pt x="24" y="1135"/>
                    </a:lnTo>
                    <a:lnTo>
                      <a:pt x="32" y="1095"/>
                    </a:lnTo>
                    <a:lnTo>
                      <a:pt x="32" y="1047"/>
                    </a:lnTo>
                    <a:lnTo>
                      <a:pt x="40" y="999"/>
                    </a:lnTo>
                    <a:lnTo>
                      <a:pt x="40" y="951"/>
                    </a:lnTo>
                    <a:lnTo>
                      <a:pt x="48" y="903"/>
                    </a:lnTo>
                    <a:lnTo>
                      <a:pt x="56" y="847"/>
                    </a:lnTo>
                    <a:lnTo>
                      <a:pt x="56" y="799"/>
                    </a:lnTo>
                    <a:lnTo>
                      <a:pt x="64" y="743"/>
                    </a:lnTo>
                    <a:lnTo>
                      <a:pt x="64" y="687"/>
                    </a:lnTo>
                    <a:lnTo>
                      <a:pt x="72" y="639"/>
                    </a:lnTo>
                    <a:lnTo>
                      <a:pt x="80" y="583"/>
                    </a:lnTo>
                    <a:lnTo>
                      <a:pt x="80" y="535"/>
                    </a:lnTo>
                    <a:lnTo>
                      <a:pt x="88" y="479"/>
                    </a:lnTo>
                    <a:lnTo>
                      <a:pt x="88" y="431"/>
                    </a:lnTo>
                    <a:lnTo>
                      <a:pt x="96" y="383"/>
                    </a:lnTo>
                    <a:lnTo>
                      <a:pt x="104" y="335"/>
                    </a:lnTo>
                    <a:lnTo>
                      <a:pt x="104" y="295"/>
                    </a:lnTo>
                    <a:lnTo>
                      <a:pt x="112" y="247"/>
                    </a:lnTo>
                    <a:lnTo>
                      <a:pt x="112" y="216"/>
                    </a:lnTo>
                    <a:lnTo>
                      <a:pt x="120" y="176"/>
                    </a:lnTo>
                    <a:lnTo>
                      <a:pt x="128" y="144"/>
                    </a:lnTo>
                    <a:lnTo>
                      <a:pt x="128" y="112"/>
                    </a:lnTo>
                    <a:lnTo>
                      <a:pt x="136" y="88"/>
                    </a:lnTo>
                    <a:lnTo>
                      <a:pt x="136" y="64"/>
                    </a:lnTo>
                    <a:lnTo>
                      <a:pt x="144" y="40"/>
                    </a:lnTo>
                    <a:lnTo>
                      <a:pt x="144" y="24"/>
                    </a:lnTo>
                    <a:lnTo>
                      <a:pt x="152" y="16"/>
                    </a:lnTo>
                    <a:lnTo>
                      <a:pt x="168" y="0"/>
                    </a:lnTo>
                    <a:lnTo>
                      <a:pt x="160" y="0"/>
                    </a:lnTo>
                    <a:lnTo>
                      <a:pt x="168" y="8"/>
                    </a:lnTo>
                    <a:lnTo>
                      <a:pt x="176" y="16"/>
                    </a:lnTo>
                    <a:lnTo>
                      <a:pt x="184" y="24"/>
                    </a:lnTo>
                    <a:lnTo>
                      <a:pt x="184" y="40"/>
                    </a:lnTo>
                    <a:lnTo>
                      <a:pt x="192" y="64"/>
                    </a:lnTo>
                    <a:lnTo>
                      <a:pt x="192" y="88"/>
                    </a:lnTo>
                    <a:lnTo>
                      <a:pt x="200" y="112"/>
                    </a:lnTo>
                    <a:lnTo>
                      <a:pt x="208" y="144"/>
                    </a:lnTo>
                    <a:lnTo>
                      <a:pt x="208" y="176"/>
                    </a:lnTo>
                    <a:lnTo>
                      <a:pt x="216" y="216"/>
                    </a:lnTo>
                    <a:lnTo>
                      <a:pt x="216" y="247"/>
                    </a:lnTo>
                    <a:lnTo>
                      <a:pt x="224" y="295"/>
                    </a:lnTo>
                    <a:lnTo>
                      <a:pt x="232" y="335"/>
                    </a:lnTo>
                    <a:lnTo>
                      <a:pt x="232" y="383"/>
                    </a:lnTo>
                    <a:lnTo>
                      <a:pt x="240" y="431"/>
                    </a:lnTo>
                    <a:lnTo>
                      <a:pt x="240" y="479"/>
                    </a:lnTo>
                    <a:lnTo>
                      <a:pt x="248" y="535"/>
                    </a:lnTo>
                    <a:lnTo>
                      <a:pt x="256" y="583"/>
                    </a:lnTo>
                    <a:lnTo>
                      <a:pt x="256" y="639"/>
                    </a:lnTo>
                    <a:lnTo>
                      <a:pt x="264" y="687"/>
                    </a:lnTo>
                    <a:lnTo>
                      <a:pt x="264" y="743"/>
                    </a:lnTo>
                    <a:lnTo>
                      <a:pt x="272" y="799"/>
                    </a:lnTo>
                    <a:lnTo>
                      <a:pt x="280" y="847"/>
                    </a:lnTo>
                    <a:lnTo>
                      <a:pt x="280" y="903"/>
                    </a:lnTo>
                    <a:lnTo>
                      <a:pt x="288" y="951"/>
                    </a:lnTo>
                    <a:lnTo>
                      <a:pt x="288" y="999"/>
                    </a:lnTo>
                    <a:lnTo>
                      <a:pt x="296" y="1047"/>
                    </a:lnTo>
                    <a:lnTo>
                      <a:pt x="304" y="1095"/>
                    </a:lnTo>
                    <a:lnTo>
                      <a:pt x="304" y="1135"/>
                    </a:lnTo>
                    <a:lnTo>
                      <a:pt x="312" y="1175"/>
                    </a:lnTo>
                    <a:lnTo>
                      <a:pt x="312" y="1215"/>
                    </a:lnTo>
                    <a:lnTo>
                      <a:pt x="320" y="1247"/>
                    </a:lnTo>
                    <a:lnTo>
                      <a:pt x="320" y="1279"/>
                    </a:lnTo>
                    <a:lnTo>
                      <a:pt x="328" y="1311"/>
                    </a:lnTo>
                    <a:lnTo>
                      <a:pt x="336" y="1335"/>
                    </a:lnTo>
                    <a:lnTo>
                      <a:pt x="336" y="1359"/>
                    </a:lnTo>
                    <a:lnTo>
                      <a:pt x="344" y="1374"/>
                    </a:lnTo>
                    <a:lnTo>
                      <a:pt x="344" y="1390"/>
                    </a:lnTo>
                    <a:lnTo>
                      <a:pt x="352" y="1398"/>
                    </a:lnTo>
                    <a:lnTo>
                      <a:pt x="360" y="1406"/>
                    </a:lnTo>
                    <a:lnTo>
                      <a:pt x="360" y="1414"/>
                    </a:lnTo>
                    <a:lnTo>
                      <a:pt x="368" y="1406"/>
                    </a:lnTo>
                    <a:lnTo>
                      <a:pt x="376" y="1398"/>
                    </a:lnTo>
                    <a:lnTo>
                      <a:pt x="384" y="1382"/>
                    </a:lnTo>
                    <a:lnTo>
                      <a:pt x="384" y="1367"/>
                    </a:lnTo>
                    <a:lnTo>
                      <a:pt x="392" y="1343"/>
                    </a:lnTo>
                    <a:lnTo>
                      <a:pt x="392" y="1319"/>
                    </a:lnTo>
                    <a:lnTo>
                      <a:pt x="400" y="1295"/>
                    </a:lnTo>
                    <a:lnTo>
                      <a:pt x="408" y="1263"/>
                    </a:lnTo>
                    <a:lnTo>
                      <a:pt x="408" y="1223"/>
                    </a:lnTo>
                    <a:lnTo>
                      <a:pt x="416" y="1191"/>
                    </a:lnTo>
                    <a:lnTo>
                      <a:pt x="416" y="1151"/>
                    </a:lnTo>
                    <a:lnTo>
                      <a:pt x="424" y="1103"/>
                    </a:lnTo>
                    <a:lnTo>
                      <a:pt x="432" y="1063"/>
                    </a:lnTo>
                    <a:lnTo>
                      <a:pt x="432" y="1015"/>
                    </a:lnTo>
                    <a:lnTo>
                      <a:pt x="440" y="967"/>
                    </a:lnTo>
                    <a:lnTo>
                      <a:pt x="440" y="919"/>
                    </a:lnTo>
                    <a:lnTo>
                      <a:pt x="448" y="863"/>
                    </a:lnTo>
                    <a:lnTo>
                      <a:pt x="456" y="815"/>
                    </a:lnTo>
                    <a:lnTo>
                      <a:pt x="456" y="759"/>
                    </a:lnTo>
                    <a:lnTo>
                      <a:pt x="464" y="711"/>
                    </a:lnTo>
                    <a:lnTo>
                      <a:pt x="464" y="655"/>
                    </a:lnTo>
                    <a:lnTo>
                      <a:pt x="472" y="599"/>
                    </a:lnTo>
                    <a:lnTo>
                      <a:pt x="480" y="551"/>
                    </a:lnTo>
                    <a:lnTo>
                      <a:pt x="480" y="495"/>
                    </a:lnTo>
                    <a:lnTo>
                      <a:pt x="488" y="447"/>
                    </a:lnTo>
                    <a:lnTo>
                      <a:pt x="488" y="399"/>
                    </a:lnTo>
                    <a:lnTo>
                      <a:pt x="496" y="351"/>
                    </a:lnTo>
                    <a:lnTo>
                      <a:pt x="504" y="311"/>
                    </a:lnTo>
                    <a:lnTo>
                      <a:pt x="504" y="263"/>
                    </a:lnTo>
                    <a:lnTo>
                      <a:pt x="512" y="223"/>
                    </a:lnTo>
                    <a:lnTo>
                      <a:pt x="512" y="192"/>
                    </a:lnTo>
                    <a:lnTo>
                      <a:pt x="520" y="152"/>
                    </a:lnTo>
                    <a:lnTo>
                      <a:pt x="520" y="120"/>
                    </a:lnTo>
                    <a:lnTo>
                      <a:pt x="528" y="96"/>
                    </a:lnTo>
                    <a:lnTo>
                      <a:pt x="536" y="72"/>
                    </a:lnTo>
                    <a:lnTo>
                      <a:pt x="536" y="48"/>
                    </a:lnTo>
                    <a:lnTo>
                      <a:pt x="544" y="32"/>
                    </a:lnTo>
                    <a:lnTo>
                      <a:pt x="544" y="16"/>
                    </a:lnTo>
                    <a:lnTo>
                      <a:pt x="552" y="8"/>
                    </a:lnTo>
                    <a:lnTo>
                      <a:pt x="560" y="0"/>
                    </a:lnTo>
                    <a:lnTo>
                      <a:pt x="568" y="8"/>
                    </a:lnTo>
                    <a:lnTo>
                      <a:pt x="568" y="16"/>
                    </a:lnTo>
                    <a:lnTo>
                      <a:pt x="576" y="24"/>
                    </a:lnTo>
                    <a:lnTo>
                      <a:pt x="584" y="40"/>
                    </a:lnTo>
                    <a:lnTo>
                      <a:pt x="584" y="56"/>
                    </a:lnTo>
                    <a:lnTo>
                      <a:pt x="592" y="80"/>
                    </a:lnTo>
                    <a:lnTo>
                      <a:pt x="592" y="104"/>
                    </a:lnTo>
                    <a:lnTo>
                      <a:pt x="600" y="136"/>
                    </a:lnTo>
                    <a:lnTo>
                      <a:pt x="608" y="168"/>
                    </a:lnTo>
                    <a:lnTo>
                      <a:pt x="608" y="200"/>
                    </a:lnTo>
                    <a:lnTo>
                      <a:pt x="616" y="239"/>
                    </a:lnTo>
                    <a:lnTo>
                      <a:pt x="616" y="279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73" name="Freeform 9"/>
              <p:cNvSpPr>
                <a:spLocks/>
              </p:cNvSpPr>
              <p:nvPr/>
            </p:nvSpPr>
            <p:spPr bwMode="auto">
              <a:xfrm>
                <a:off x="4335" y="1366"/>
                <a:ext cx="625" cy="1406"/>
              </a:xfrm>
              <a:custGeom>
                <a:avLst/>
                <a:gdLst/>
                <a:ahLst/>
                <a:cxnLst>
                  <a:cxn ang="0">
                    <a:pos x="16" y="359"/>
                  </a:cxn>
                  <a:cxn ang="0">
                    <a:pos x="24" y="503"/>
                  </a:cxn>
                  <a:cxn ang="0">
                    <a:pos x="40" y="663"/>
                  </a:cxn>
                  <a:cxn ang="0">
                    <a:pos x="56" y="823"/>
                  </a:cxn>
                  <a:cxn ang="0">
                    <a:pos x="72" y="975"/>
                  </a:cxn>
                  <a:cxn ang="0">
                    <a:pos x="89" y="1111"/>
                  </a:cxn>
                  <a:cxn ang="0">
                    <a:pos x="97" y="1231"/>
                  </a:cxn>
                  <a:cxn ang="0">
                    <a:pos x="113" y="1319"/>
                  </a:cxn>
                  <a:cxn ang="0">
                    <a:pos x="129" y="1382"/>
                  </a:cxn>
                  <a:cxn ang="0">
                    <a:pos x="145" y="1406"/>
                  </a:cxn>
                  <a:cxn ang="0">
                    <a:pos x="161" y="1382"/>
                  </a:cxn>
                  <a:cxn ang="0">
                    <a:pos x="177" y="1319"/>
                  </a:cxn>
                  <a:cxn ang="0">
                    <a:pos x="193" y="1231"/>
                  </a:cxn>
                  <a:cxn ang="0">
                    <a:pos x="201" y="1111"/>
                  </a:cxn>
                  <a:cxn ang="0">
                    <a:pos x="217" y="975"/>
                  </a:cxn>
                  <a:cxn ang="0">
                    <a:pos x="233" y="823"/>
                  </a:cxn>
                  <a:cxn ang="0">
                    <a:pos x="249" y="663"/>
                  </a:cxn>
                  <a:cxn ang="0">
                    <a:pos x="265" y="503"/>
                  </a:cxn>
                  <a:cxn ang="0">
                    <a:pos x="273" y="359"/>
                  </a:cxn>
                  <a:cxn ang="0">
                    <a:pos x="289" y="231"/>
                  </a:cxn>
                  <a:cxn ang="0">
                    <a:pos x="305" y="128"/>
                  </a:cxn>
                  <a:cxn ang="0">
                    <a:pos x="321" y="48"/>
                  </a:cxn>
                  <a:cxn ang="0">
                    <a:pos x="329" y="8"/>
                  </a:cxn>
                  <a:cxn ang="0">
                    <a:pos x="353" y="8"/>
                  </a:cxn>
                  <a:cxn ang="0">
                    <a:pos x="369" y="64"/>
                  </a:cxn>
                  <a:cxn ang="0">
                    <a:pos x="385" y="144"/>
                  </a:cxn>
                  <a:cxn ang="0">
                    <a:pos x="401" y="255"/>
                  </a:cxn>
                  <a:cxn ang="0">
                    <a:pos x="417" y="391"/>
                  </a:cxn>
                  <a:cxn ang="0">
                    <a:pos x="425" y="543"/>
                  </a:cxn>
                  <a:cxn ang="0">
                    <a:pos x="441" y="703"/>
                  </a:cxn>
                  <a:cxn ang="0">
                    <a:pos x="457" y="855"/>
                  </a:cxn>
                  <a:cxn ang="0">
                    <a:pos x="473" y="1007"/>
                  </a:cxn>
                  <a:cxn ang="0">
                    <a:pos x="481" y="1143"/>
                  </a:cxn>
                  <a:cxn ang="0">
                    <a:pos x="497" y="1255"/>
                  </a:cxn>
                  <a:cxn ang="0">
                    <a:pos x="513" y="1335"/>
                  </a:cxn>
                  <a:cxn ang="0">
                    <a:pos x="537" y="1398"/>
                  </a:cxn>
                  <a:cxn ang="0">
                    <a:pos x="545" y="1406"/>
                  </a:cxn>
                  <a:cxn ang="0">
                    <a:pos x="553" y="1382"/>
                  </a:cxn>
                  <a:cxn ang="0">
                    <a:pos x="569" y="1327"/>
                  </a:cxn>
                  <a:cxn ang="0">
                    <a:pos x="585" y="1239"/>
                  </a:cxn>
                  <a:cxn ang="0">
                    <a:pos x="601" y="1127"/>
                  </a:cxn>
                  <a:cxn ang="0">
                    <a:pos x="617" y="991"/>
                  </a:cxn>
                </a:cxnLst>
                <a:rect l="0" t="0" r="r" b="b"/>
                <a:pathLst>
                  <a:path w="625" h="1406">
                    <a:moveTo>
                      <a:pt x="0" y="271"/>
                    </a:moveTo>
                    <a:lnTo>
                      <a:pt x="8" y="311"/>
                    </a:lnTo>
                    <a:lnTo>
                      <a:pt x="16" y="359"/>
                    </a:lnTo>
                    <a:lnTo>
                      <a:pt x="16" y="407"/>
                    </a:lnTo>
                    <a:lnTo>
                      <a:pt x="24" y="455"/>
                    </a:lnTo>
                    <a:lnTo>
                      <a:pt x="24" y="503"/>
                    </a:lnTo>
                    <a:lnTo>
                      <a:pt x="32" y="559"/>
                    </a:lnTo>
                    <a:lnTo>
                      <a:pt x="40" y="607"/>
                    </a:lnTo>
                    <a:lnTo>
                      <a:pt x="40" y="663"/>
                    </a:lnTo>
                    <a:lnTo>
                      <a:pt x="48" y="719"/>
                    </a:lnTo>
                    <a:lnTo>
                      <a:pt x="48" y="767"/>
                    </a:lnTo>
                    <a:lnTo>
                      <a:pt x="56" y="823"/>
                    </a:lnTo>
                    <a:lnTo>
                      <a:pt x="64" y="871"/>
                    </a:lnTo>
                    <a:lnTo>
                      <a:pt x="64" y="927"/>
                    </a:lnTo>
                    <a:lnTo>
                      <a:pt x="72" y="975"/>
                    </a:lnTo>
                    <a:lnTo>
                      <a:pt x="72" y="1023"/>
                    </a:lnTo>
                    <a:lnTo>
                      <a:pt x="80" y="1071"/>
                    </a:lnTo>
                    <a:lnTo>
                      <a:pt x="89" y="1111"/>
                    </a:lnTo>
                    <a:lnTo>
                      <a:pt x="89" y="1159"/>
                    </a:lnTo>
                    <a:lnTo>
                      <a:pt x="97" y="1191"/>
                    </a:lnTo>
                    <a:lnTo>
                      <a:pt x="97" y="1231"/>
                    </a:lnTo>
                    <a:lnTo>
                      <a:pt x="105" y="1263"/>
                    </a:lnTo>
                    <a:lnTo>
                      <a:pt x="105" y="1295"/>
                    </a:lnTo>
                    <a:lnTo>
                      <a:pt x="113" y="1319"/>
                    </a:lnTo>
                    <a:lnTo>
                      <a:pt x="121" y="1343"/>
                    </a:lnTo>
                    <a:lnTo>
                      <a:pt x="121" y="1366"/>
                    </a:lnTo>
                    <a:lnTo>
                      <a:pt x="129" y="1382"/>
                    </a:lnTo>
                    <a:lnTo>
                      <a:pt x="129" y="1390"/>
                    </a:lnTo>
                    <a:lnTo>
                      <a:pt x="137" y="1398"/>
                    </a:lnTo>
                    <a:lnTo>
                      <a:pt x="145" y="1406"/>
                    </a:lnTo>
                    <a:lnTo>
                      <a:pt x="153" y="1398"/>
                    </a:lnTo>
                    <a:lnTo>
                      <a:pt x="153" y="1390"/>
                    </a:lnTo>
                    <a:lnTo>
                      <a:pt x="161" y="1382"/>
                    </a:lnTo>
                    <a:lnTo>
                      <a:pt x="169" y="1366"/>
                    </a:lnTo>
                    <a:lnTo>
                      <a:pt x="169" y="1343"/>
                    </a:lnTo>
                    <a:lnTo>
                      <a:pt x="177" y="1319"/>
                    </a:lnTo>
                    <a:lnTo>
                      <a:pt x="177" y="1295"/>
                    </a:lnTo>
                    <a:lnTo>
                      <a:pt x="185" y="1263"/>
                    </a:lnTo>
                    <a:lnTo>
                      <a:pt x="193" y="1231"/>
                    </a:lnTo>
                    <a:lnTo>
                      <a:pt x="193" y="1191"/>
                    </a:lnTo>
                    <a:lnTo>
                      <a:pt x="201" y="1159"/>
                    </a:lnTo>
                    <a:lnTo>
                      <a:pt x="201" y="1111"/>
                    </a:lnTo>
                    <a:lnTo>
                      <a:pt x="209" y="1071"/>
                    </a:lnTo>
                    <a:lnTo>
                      <a:pt x="217" y="1023"/>
                    </a:lnTo>
                    <a:lnTo>
                      <a:pt x="217" y="975"/>
                    </a:lnTo>
                    <a:lnTo>
                      <a:pt x="225" y="927"/>
                    </a:lnTo>
                    <a:lnTo>
                      <a:pt x="225" y="871"/>
                    </a:lnTo>
                    <a:lnTo>
                      <a:pt x="233" y="823"/>
                    </a:lnTo>
                    <a:lnTo>
                      <a:pt x="241" y="767"/>
                    </a:lnTo>
                    <a:lnTo>
                      <a:pt x="241" y="719"/>
                    </a:lnTo>
                    <a:lnTo>
                      <a:pt x="249" y="663"/>
                    </a:lnTo>
                    <a:lnTo>
                      <a:pt x="249" y="607"/>
                    </a:lnTo>
                    <a:lnTo>
                      <a:pt x="257" y="559"/>
                    </a:lnTo>
                    <a:lnTo>
                      <a:pt x="265" y="503"/>
                    </a:lnTo>
                    <a:lnTo>
                      <a:pt x="265" y="455"/>
                    </a:lnTo>
                    <a:lnTo>
                      <a:pt x="273" y="407"/>
                    </a:lnTo>
                    <a:lnTo>
                      <a:pt x="273" y="359"/>
                    </a:lnTo>
                    <a:lnTo>
                      <a:pt x="281" y="311"/>
                    </a:lnTo>
                    <a:lnTo>
                      <a:pt x="281" y="271"/>
                    </a:lnTo>
                    <a:lnTo>
                      <a:pt x="289" y="231"/>
                    </a:lnTo>
                    <a:lnTo>
                      <a:pt x="297" y="192"/>
                    </a:lnTo>
                    <a:lnTo>
                      <a:pt x="297" y="160"/>
                    </a:lnTo>
                    <a:lnTo>
                      <a:pt x="305" y="128"/>
                    </a:lnTo>
                    <a:lnTo>
                      <a:pt x="305" y="96"/>
                    </a:lnTo>
                    <a:lnTo>
                      <a:pt x="313" y="72"/>
                    </a:lnTo>
                    <a:lnTo>
                      <a:pt x="321" y="48"/>
                    </a:lnTo>
                    <a:lnTo>
                      <a:pt x="321" y="32"/>
                    </a:lnTo>
                    <a:lnTo>
                      <a:pt x="329" y="16"/>
                    </a:lnTo>
                    <a:lnTo>
                      <a:pt x="329" y="8"/>
                    </a:lnTo>
                    <a:lnTo>
                      <a:pt x="337" y="0"/>
                    </a:lnTo>
                    <a:lnTo>
                      <a:pt x="353" y="0"/>
                    </a:lnTo>
                    <a:lnTo>
                      <a:pt x="353" y="8"/>
                    </a:lnTo>
                    <a:lnTo>
                      <a:pt x="361" y="24"/>
                    </a:lnTo>
                    <a:lnTo>
                      <a:pt x="369" y="40"/>
                    </a:lnTo>
                    <a:lnTo>
                      <a:pt x="369" y="64"/>
                    </a:lnTo>
                    <a:lnTo>
                      <a:pt x="377" y="88"/>
                    </a:lnTo>
                    <a:lnTo>
                      <a:pt x="377" y="112"/>
                    </a:lnTo>
                    <a:lnTo>
                      <a:pt x="385" y="144"/>
                    </a:lnTo>
                    <a:lnTo>
                      <a:pt x="393" y="184"/>
                    </a:lnTo>
                    <a:lnTo>
                      <a:pt x="393" y="215"/>
                    </a:lnTo>
                    <a:lnTo>
                      <a:pt x="401" y="255"/>
                    </a:lnTo>
                    <a:lnTo>
                      <a:pt x="401" y="303"/>
                    </a:lnTo>
                    <a:lnTo>
                      <a:pt x="409" y="343"/>
                    </a:lnTo>
                    <a:lnTo>
                      <a:pt x="417" y="391"/>
                    </a:lnTo>
                    <a:lnTo>
                      <a:pt x="417" y="439"/>
                    </a:lnTo>
                    <a:lnTo>
                      <a:pt x="425" y="487"/>
                    </a:lnTo>
                    <a:lnTo>
                      <a:pt x="425" y="543"/>
                    </a:lnTo>
                    <a:lnTo>
                      <a:pt x="433" y="591"/>
                    </a:lnTo>
                    <a:lnTo>
                      <a:pt x="441" y="647"/>
                    </a:lnTo>
                    <a:lnTo>
                      <a:pt x="441" y="703"/>
                    </a:lnTo>
                    <a:lnTo>
                      <a:pt x="449" y="751"/>
                    </a:lnTo>
                    <a:lnTo>
                      <a:pt x="449" y="807"/>
                    </a:lnTo>
                    <a:lnTo>
                      <a:pt x="457" y="855"/>
                    </a:lnTo>
                    <a:lnTo>
                      <a:pt x="465" y="911"/>
                    </a:lnTo>
                    <a:lnTo>
                      <a:pt x="465" y="959"/>
                    </a:lnTo>
                    <a:lnTo>
                      <a:pt x="473" y="1007"/>
                    </a:lnTo>
                    <a:lnTo>
                      <a:pt x="473" y="1055"/>
                    </a:lnTo>
                    <a:lnTo>
                      <a:pt x="481" y="1095"/>
                    </a:lnTo>
                    <a:lnTo>
                      <a:pt x="481" y="1143"/>
                    </a:lnTo>
                    <a:lnTo>
                      <a:pt x="489" y="1183"/>
                    </a:lnTo>
                    <a:lnTo>
                      <a:pt x="497" y="1215"/>
                    </a:lnTo>
                    <a:lnTo>
                      <a:pt x="497" y="1255"/>
                    </a:lnTo>
                    <a:lnTo>
                      <a:pt x="505" y="1287"/>
                    </a:lnTo>
                    <a:lnTo>
                      <a:pt x="505" y="1311"/>
                    </a:lnTo>
                    <a:lnTo>
                      <a:pt x="513" y="1335"/>
                    </a:lnTo>
                    <a:lnTo>
                      <a:pt x="521" y="1359"/>
                    </a:lnTo>
                    <a:lnTo>
                      <a:pt x="521" y="1374"/>
                    </a:lnTo>
                    <a:lnTo>
                      <a:pt x="537" y="1398"/>
                    </a:lnTo>
                    <a:lnTo>
                      <a:pt x="529" y="1398"/>
                    </a:lnTo>
                    <a:lnTo>
                      <a:pt x="537" y="1398"/>
                    </a:lnTo>
                    <a:lnTo>
                      <a:pt x="545" y="1406"/>
                    </a:lnTo>
                    <a:lnTo>
                      <a:pt x="545" y="1398"/>
                    </a:lnTo>
                    <a:lnTo>
                      <a:pt x="553" y="1390"/>
                    </a:lnTo>
                    <a:lnTo>
                      <a:pt x="553" y="1382"/>
                    </a:lnTo>
                    <a:lnTo>
                      <a:pt x="561" y="1366"/>
                    </a:lnTo>
                    <a:lnTo>
                      <a:pt x="569" y="1351"/>
                    </a:lnTo>
                    <a:lnTo>
                      <a:pt x="569" y="1327"/>
                    </a:lnTo>
                    <a:lnTo>
                      <a:pt x="577" y="1303"/>
                    </a:lnTo>
                    <a:lnTo>
                      <a:pt x="577" y="1271"/>
                    </a:lnTo>
                    <a:lnTo>
                      <a:pt x="585" y="1239"/>
                    </a:lnTo>
                    <a:lnTo>
                      <a:pt x="593" y="1207"/>
                    </a:lnTo>
                    <a:lnTo>
                      <a:pt x="593" y="1167"/>
                    </a:lnTo>
                    <a:lnTo>
                      <a:pt x="601" y="1127"/>
                    </a:lnTo>
                    <a:lnTo>
                      <a:pt x="601" y="1087"/>
                    </a:lnTo>
                    <a:lnTo>
                      <a:pt x="609" y="1039"/>
                    </a:lnTo>
                    <a:lnTo>
                      <a:pt x="617" y="991"/>
                    </a:lnTo>
                    <a:lnTo>
                      <a:pt x="617" y="943"/>
                    </a:lnTo>
                    <a:lnTo>
                      <a:pt x="625" y="895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74" name="Freeform 10"/>
              <p:cNvSpPr>
                <a:spLocks/>
              </p:cNvSpPr>
              <p:nvPr/>
            </p:nvSpPr>
            <p:spPr bwMode="auto">
              <a:xfrm>
                <a:off x="4960" y="1358"/>
                <a:ext cx="416" cy="1414"/>
              </a:xfrm>
              <a:custGeom>
                <a:avLst/>
                <a:gdLst/>
                <a:ahLst/>
                <a:cxnLst>
                  <a:cxn ang="0">
                    <a:pos x="0" y="847"/>
                  </a:cxn>
                  <a:cxn ang="0">
                    <a:pos x="16" y="743"/>
                  </a:cxn>
                  <a:cxn ang="0">
                    <a:pos x="24" y="639"/>
                  </a:cxn>
                  <a:cxn ang="0">
                    <a:pos x="32" y="535"/>
                  </a:cxn>
                  <a:cxn ang="0">
                    <a:pos x="40" y="431"/>
                  </a:cxn>
                  <a:cxn ang="0">
                    <a:pos x="48" y="335"/>
                  </a:cxn>
                  <a:cxn ang="0">
                    <a:pos x="56" y="247"/>
                  </a:cxn>
                  <a:cxn ang="0">
                    <a:pos x="72" y="176"/>
                  </a:cxn>
                  <a:cxn ang="0">
                    <a:pos x="80" y="112"/>
                  </a:cxn>
                  <a:cxn ang="0">
                    <a:pos x="88" y="64"/>
                  </a:cxn>
                  <a:cxn ang="0">
                    <a:pos x="96" y="24"/>
                  </a:cxn>
                  <a:cxn ang="0">
                    <a:pos x="104" y="8"/>
                  </a:cxn>
                  <a:cxn ang="0">
                    <a:pos x="120" y="8"/>
                  </a:cxn>
                  <a:cxn ang="0">
                    <a:pos x="128" y="24"/>
                  </a:cxn>
                  <a:cxn ang="0">
                    <a:pos x="144" y="64"/>
                  </a:cxn>
                  <a:cxn ang="0">
                    <a:pos x="152" y="112"/>
                  </a:cxn>
                  <a:cxn ang="0">
                    <a:pos x="160" y="176"/>
                  </a:cxn>
                  <a:cxn ang="0">
                    <a:pos x="168" y="247"/>
                  </a:cxn>
                  <a:cxn ang="0">
                    <a:pos x="176" y="335"/>
                  </a:cxn>
                  <a:cxn ang="0">
                    <a:pos x="192" y="431"/>
                  </a:cxn>
                  <a:cxn ang="0">
                    <a:pos x="200" y="535"/>
                  </a:cxn>
                  <a:cxn ang="0">
                    <a:pos x="208" y="639"/>
                  </a:cxn>
                  <a:cxn ang="0">
                    <a:pos x="216" y="743"/>
                  </a:cxn>
                  <a:cxn ang="0">
                    <a:pos x="224" y="847"/>
                  </a:cxn>
                  <a:cxn ang="0">
                    <a:pos x="232" y="951"/>
                  </a:cxn>
                  <a:cxn ang="0">
                    <a:pos x="248" y="1047"/>
                  </a:cxn>
                  <a:cxn ang="0">
                    <a:pos x="256" y="1135"/>
                  </a:cxn>
                  <a:cxn ang="0">
                    <a:pos x="264" y="1215"/>
                  </a:cxn>
                  <a:cxn ang="0">
                    <a:pos x="272" y="1279"/>
                  </a:cxn>
                  <a:cxn ang="0">
                    <a:pos x="280" y="1335"/>
                  </a:cxn>
                  <a:cxn ang="0">
                    <a:pos x="296" y="1374"/>
                  </a:cxn>
                  <a:cxn ang="0">
                    <a:pos x="304" y="1398"/>
                  </a:cxn>
                  <a:cxn ang="0">
                    <a:pos x="312" y="1414"/>
                  </a:cxn>
                  <a:cxn ang="0">
                    <a:pos x="328" y="1398"/>
                  </a:cxn>
                  <a:cxn ang="0">
                    <a:pos x="336" y="1367"/>
                  </a:cxn>
                  <a:cxn ang="0">
                    <a:pos x="344" y="1319"/>
                  </a:cxn>
                  <a:cxn ang="0">
                    <a:pos x="352" y="1263"/>
                  </a:cxn>
                  <a:cxn ang="0">
                    <a:pos x="368" y="1191"/>
                  </a:cxn>
                  <a:cxn ang="0">
                    <a:pos x="376" y="1103"/>
                  </a:cxn>
                  <a:cxn ang="0">
                    <a:pos x="384" y="1015"/>
                  </a:cxn>
                  <a:cxn ang="0">
                    <a:pos x="392" y="919"/>
                  </a:cxn>
                  <a:cxn ang="0">
                    <a:pos x="400" y="815"/>
                  </a:cxn>
                  <a:cxn ang="0">
                    <a:pos x="416" y="711"/>
                  </a:cxn>
                </a:cxnLst>
                <a:rect l="0" t="0" r="r" b="b"/>
                <a:pathLst>
                  <a:path w="416" h="1414">
                    <a:moveTo>
                      <a:pt x="0" y="903"/>
                    </a:moveTo>
                    <a:lnTo>
                      <a:pt x="0" y="847"/>
                    </a:lnTo>
                    <a:lnTo>
                      <a:pt x="8" y="799"/>
                    </a:lnTo>
                    <a:lnTo>
                      <a:pt x="16" y="743"/>
                    </a:lnTo>
                    <a:lnTo>
                      <a:pt x="16" y="687"/>
                    </a:lnTo>
                    <a:lnTo>
                      <a:pt x="24" y="639"/>
                    </a:lnTo>
                    <a:lnTo>
                      <a:pt x="24" y="583"/>
                    </a:lnTo>
                    <a:lnTo>
                      <a:pt x="32" y="535"/>
                    </a:lnTo>
                    <a:lnTo>
                      <a:pt x="32" y="479"/>
                    </a:lnTo>
                    <a:lnTo>
                      <a:pt x="40" y="431"/>
                    </a:lnTo>
                    <a:lnTo>
                      <a:pt x="48" y="383"/>
                    </a:lnTo>
                    <a:lnTo>
                      <a:pt x="48" y="335"/>
                    </a:lnTo>
                    <a:lnTo>
                      <a:pt x="56" y="295"/>
                    </a:lnTo>
                    <a:lnTo>
                      <a:pt x="56" y="247"/>
                    </a:lnTo>
                    <a:lnTo>
                      <a:pt x="64" y="216"/>
                    </a:lnTo>
                    <a:lnTo>
                      <a:pt x="72" y="176"/>
                    </a:lnTo>
                    <a:lnTo>
                      <a:pt x="72" y="144"/>
                    </a:lnTo>
                    <a:lnTo>
                      <a:pt x="80" y="112"/>
                    </a:lnTo>
                    <a:lnTo>
                      <a:pt x="80" y="88"/>
                    </a:lnTo>
                    <a:lnTo>
                      <a:pt x="88" y="64"/>
                    </a:lnTo>
                    <a:lnTo>
                      <a:pt x="96" y="40"/>
                    </a:lnTo>
                    <a:lnTo>
                      <a:pt x="96" y="24"/>
                    </a:lnTo>
                    <a:lnTo>
                      <a:pt x="104" y="16"/>
                    </a:lnTo>
                    <a:lnTo>
                      <a:pt x="104" y="8"/>
                    </a:lnTo>
                    <a:lnTo>
                      <a:pt x="112" y="0"/>
                    </a:lnTo>
                    <a:lnTo>
                      <a:pt x="120" y="8"/>
                    </a:lnTo>
                    <a:lnTo>
                      <a:pt x="128" y="16"/>
                    </a:lnTo>
                    <a:lnTo>
                      <a:pt x="128" y="24"/>
                    </a:lnTo>
                    <a:lnTo>
                      <a:pt x="136" y="40"/>
                    </a:lnTo>
                    <a:lnTo>
                      <a:pt x="144" y="64"/>
                    </a:lnTo>
                    <a:lnTo>
                      <a:pt x="144" y="88"/>
                    </a:lnTo>
                    <a:lnTo>
                      <a:pt x="152" y="112"/>
                    </a:lnTo>
                    <a:lnTo>
                      <a:pt x="152" y="144"/>
                    </a:lnTo>
                    <a:lnTo>
                      <a:pt x="160" y="176"/>
                    </a:lnTo>
                    <a:lnTo>
                      <a:pt x="168" y="216"/>
                    </a:lnTo>
                    <a:lnTo>
                      <a:pt x="168" y="247"/>
                    </a:lnTo>
                    <a:lnTo>
                      <a:pt x="176" y="295"/>
                    </a:lnTo>
                    <a:lnTo>
                      <a:pt x="176" y="335"/>
                    </a:lnTo>
                    <a:lnTo>
                      <a:pt x="184" y="383"/>
                    </a:lnTo>
                    <a:lnTo>
                      <a:pt x="192" y="431"/>
                    </a:lnTo>
                    <a:lnTo>
                      <a:pt x="192" y="479"/>
                    </a:lnTo>
                    <a:lnTo>
                      <a:pt x="200" y="535"/>
                    </a:lnTo>
                    <a:lnTo>
                      <a:pt x="200" y="583"/>
                    </a:lnTo>
                    <a:lnTo>
                      <a:pt x="208" y="639"/>
                    </a:lnTo>
                    <a:lnTo>
                      <a:pt x="216" y="687"/>
                    </a:lnTo>
                    <a:lnTo>
                      <a:pt x="216" y="743"/>
                    </a:lnTo>
                    <a:lnTo>
                      <a:pt x="224" y="799"/>
                    </a:lnTo>
                    <a:lnTo>
                      <a:pt x="224" y="847"/>
                    </a:lnTo>
                    <a:lnTo>
                      <a:pt x="232" y="903"/>
                    </a:lnTo>
                    <a:lnTo>
                      <a:pt x="232" y="951"/>
                    </a:lnTo>
                    <a:lnTo>
                      <a:pt x="240" y="999"/>
                    </a:lnTo>
                    <a:lnTo>
                      <a:pt x="248" y="1047"/>
                    </a:lnTo>
                    <a:lnTo>
                      <a:pt x="248" y="1095"/>
                    </a:lnTo>
                    <a:lnTo>
                      <a:pt x="256" y="1135"/>
                    </a:lnTo>
                    <a:lnTo>
                      <a:pt x="256" y="1175"/>
                    </a:lnTo>
                    <a:lnTo>
                      <a:pt x="264" y="1215"/>
                    </a:lnTo>
                    <a:lnTo>
                      <a:pt x="272" y="1247"/>
                    </a:lnTo>
                    <a:lnTo>
                      <a:pt x="272" y="1279"/>
                    </a:lnTo>
                    <a:lnTo>
                      <a:pt x="280" y="1311"/>
                    </a:lnTo>
                    <a:lnTo>
                      <a:pt x="280" y="1335"/>
                    </a:lnTo>
                    <a:lnTo>
                      <a:pt x="288" y="1359"/>
                    </a:lnTo>
                    <a:lnTo>
                      <a:pt x="296" y="1374"/>
                    </a:lnTo>
                    <a:lnTo>
                      <a:pt x="296" y="1390"/>
                    </a:lnTo>
                    <a:lnTo>
                      <a:pt x="304" y="1398"/>
                    </a:lnTo>
                    <a:lnTo>
                      <a:pt x="304" y="1406"/>
                    </a:lnTo>
                    <a:lnTo>
                      <a:pt x="312" y="1414"/>
                    </a:lnTo>
                    <a:lnTo>
                      <a:pt x="320" y="1406"/>
                    </a:lnTo>
                    <a:lnTo>
                      <a:pt x="328" y="1398"/>
                    </a:lnTo>
                    <a:lnTo>
                      <a:pt x="328" y="1382"/>
                    </a:lnTo>
                    <a:lnTo>
                      <a:pt x="336" y="1367"/>
                    </a:lnTo>
                    <a:lnTo>
                      <a:pt x="344" y="1343"/>
                    </a:lnTo>
                    <a:lnTo>
                      <a:pt x="344" y="1319"/>
                    </a:lnTo>
                    <a:lnTo>
                      <a:pt x="352" y="1295"/>
                    </a:lnTo>
                    <a:lnTo>
                      <a:pt x="352" y="1263"/>
                    </a:lnTo>
                    <a:lnTo>
                      <a:pt x="360" y="1223"/>
                    </a:lnTo>
                    <a:lnTo>
                      <a:pt x="368" y="1191"/>
                    </a:lnTo>
                    <a:lnTo>
                      <a:pt x="368" y="1151"/>
                    </a:lnTo>
                    <a:lnTo>
                      <a:pt x="376" y="1103"/>
                    </a:lnTo>
                    <a:lnTo>
                      <a:pt x="376" y="1063"/>
                    </a:lnTo>
                    <a:lnTo>
                      <a:pt x="384" y="1015"/>
                    </a:lnTo>
                    <a:lnTo>
                      <a:pt x="392" y="967"/>
                    </a:lnTo>
                    <a:lnTo>
                      <a:pt x="392" y="919"/>
                    </a:lnTo>
                    <a:lnTo>
                      <a:pt x="400" y="863"/>
                    </a:lnTo>
                    <a:lnTo>
                      <a:pt x="400" y="815"/>
                    </a:lnTo>
                    <a:lnTo>
                      <a:pt x="408" y="759"/>
                    </a:lnTo>
                    <a:lnTo>
                      <a:pt x="416" y="711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  <p:grpSp>
          <p:nvGrpSpPr>
            <p:cNvPr id="11275" name="Group 11"/>
            <p:cNvGrpSpPr>
              <a:grpSpLocks/>
            </p:cNvGrpSpPr>
            <p:nvPr/>
          </p:nvGrpSpPr>
          <p:grpSpPr bwMode="auto">
            <a:xfrm>
              <a:off x="409575" y="854075"/>
              <a:ext cx="2306638" cy="539750"/>
              <a:chOff x="612" y="1344"/>
              <a:chExt cx="4764" cy="1428"/>
            </a:xfrm>
          </p:grpSpPr>
          <p:sp>
            <p:nvSpPr>
              <p:cNvPr id="11276" name="Freeform 12"/>
              <p:cNvSpPr>
                <a:spLocks/>
              </p:cNvSpPr>
              <p:nvPr/>
            </p:nvSpPr>
            <p:spPr bwMode="auto">
              <a:xfrm>
                <a:off x="612" y="1344"/>
                <a:ext cx="704" cy="695"/>
              </a:xfrm>
              <a:custGeom>
                <a:avLst/>
                <a:gdLst/>
                <a:ahLst/>
                <a:cxnLst>
                  <a:cxn ang="0">
                    <a:pos x="8" y="671"/>
                  </a:cxn>
                  <a:cxn ang="0">
                    <a:pos x="24" y="631"/>
                  </a:cxn>
                  <a:cxn ang="0">
                    <a:pos x="40" y="591"/>
                  </a:cxn>
                  <a:cxn ang="0">
                    <a:pos x="56" y="551"/>
                  </a:cxn>
                  <a:cxn ang="0">
                    <a:pos x="64" y="511"/>
                  </a:cxn>
                  <a:cxn ang="0">
                    <a:pos x="80" y="471"/>
                  </a:cxn>
                  <a:cxn ang="0">
                    <a:pos x="96" y="439"/>
                  </a:cxn>
                  <a:cxn ang="0">
                    <a:pos x="112" y="399"/>
                  </a:cxn>
                  <a:cxn ang="0">
                    <a:pos x="128" y="367"/>
                  </a:cxn>
                  <a:cxn ang="0">
                    <a:pos x="136" y="327"/>
                  </a:cxn>
                  <a:cxn ang="0">
                    <a:pos x="152" y="295"/>
                  </a:cxn>
                  <a:cxn ang="0">
                    <a:pos x="168" y="263"/>
                  </a:cxn>
                  <a:cxn ang="0">
                    <a:pos x="184" y="231"/>
                  </a:cxn>
                  <a:cxn ang="0">
                    <a:pos x="192" y="208"/>
                  </a:cxn>
                  <a:cxn ang="0">
                    <a:pos x="208" y="176"/>
                  </a:cxn>
                  <a:cxn ang="0">
                    <a:pos x="224" y="152"/>
                  </a:cxn>
                  <a:cxn ang="0">
                    <a:pos x="240" y="128"/>
                  </a:cxn>
                  <a:cxn ang="0">
                    <a:pos x="256" y="104"/>
                  </a:cxn>
                  <a:cxn ang="0">
                    <a:pos x="272" y="80"/>
                  </a:cxn>
                  <a:cxn ang="0">
                    <a:pos x="288" y="56"/>
                  </a:cxn>
                  <a:cxn ang="0">
                    <a:pos x="312" y="40"/>
                  </a:cxn>
                  <a:cxn ang="0">
                    <a:pos x="336" y="16"/>
                  </a:cxn>
                  <a:cxn ang="0">
                    <a:pos x="360" y="8"/>
                  </a:cxn>
                  <a:cxn ang="0">
                    <a:pos x="384" y="0"/>
                  </a:cxn>
                  <a:cxn ang="0">
                    <a:pos x="408" y="8"/>
                  </a:cxn>
                  <a:cxn ang="0">
                    <a:pos x="432" y="16"/>
                  </a:cxn>
                  <a:cxn ang="0">
                    <a:pos x="456" y="24"/>
                  </a:cxn>
                  <a:cxn ang="0">
                    <a:pos x="480" y="48"/>
                  </a:cxn>
                  <a:cxn ang="0">
                    <a:pos x="504" y="72"/>
                  </a:cxn>
                  <a:cxn ang="0">
                    <a:pos x="528" y="96"/>
                  </a:cxn>
                  <a:cxn ang="0">
                    <a:pos x="536" y="120"/>
                  </a:cxn>
                  <a:cxn ang="0">
                    <a:pos x="552" y="144"/>
                  </a:cxn>
                  <a:cxn ang="0">
                    <a:pos x="568" y="168"/>
                  </a:cxn>
                  <a:cxn ang="0">
                    <a:pos x="584" y="192"/>
                  </a:cxn>
                  <a:cxn ang="0">
                    <a:pos x="592" y="216"/>
                  </a:cxn>
                  <a:cxn ang="0">
                    <a:pos x="608" y="247"/>
                  </a:cxn>
                  <a:cxn ang="0">
                    <a:pos x="624" y="279"/>
                  </a:cxn>
                  <a:cxn ang="0">
                    <a:pos x="640" y="311"/>
                  </a:cxn>
                  <a:cxn ang="0">
                    <a:pos x="656" y="343"/>
                  </a:cxn>
                  <a:cxn ang="0">
                    <a:pos x="664" y="383"/>
                  </a:cxn>
                  <a:cxn ang="0">
                    <a:pos x="680" y="415"/>
                  </a:cxn>
                  <a:cxn ang="0">
                    <a:pos x="696" y="455"/>
                  </a:cxn>
                </a:cxnLst>
                <a:rect l="0" t="0" r="r" b="b"/>
                <a:pathLst>
                  <a:path w="704" h="695">
                    <a:moveTo>
                      <a:pt x="0" y="695"/>
                    </a:moveTo>
                    <a:lnTo>
                      <a:pt x="8" y="679"/>
                    </a:lnTo>
                    <a:lnTo>
                      <a:pt x="8" y="671"/>
                    </a:lnTo>
                    <a:lnTo>
                      <a:pt x="16" y="655"/>
                    </a:lnTo>
                    <a:lnTo>
                      <a:pt x="16" y="639"/>
                    </a:lnTo>
                    <a:lnTo>
                      <a:pt x="24" y="631"/>
                    </a:lnTo>
                    <a:lnTo>
                      <a:pt x="32" y="615"/>
                    </a:lnTo>
                    <a:lnTo>
                      <a:pt x="32" y="599"/>
                    </a:lnTo>
                    <a:lnTo>
                      <a:pt x="40" y="591"/>
                    </a:lnTo>
                    <a:lnTo>
                      <a:pt x="40" y="575"/>
                    </a:lnTo>
                    <a:lnTo>
                      <a:pt x="48" y="559"/>
                    </a:lnTo>
                    <a:lnTo>
                      <a:pt x="56" y="551"/>
                    </a:lnTo>
                    <a:lnTo>
                      <a:pt x="56" y="535"/>
                    </a:lnTo>
                    <a:lnTo>
                      <a:pt x="64" y="527"/>
                    </a:lnTo>
                    <a:lnTo>
                      <a:pt x="64" y="511"/>
                    </a:lnTo>
                    <a:lnTo>
                      <a:pt x="72" y="495"/>
                    </a:lnTo>
                    <a:lnTo>
                      <a:pt x="80" y="487"/>
                    </a:lnTo>
                    <a:lnTo>
                      <a:pt x="80" y="471"/>
                    </a:lnTo>
                    <a:lnTo>
                      <a:pt x="88" y="463"/>
                    </a:lnTo>
                    <a:lnTo>
                      <a:pt x="88" y="447"/>
                    </a:lnTo>
                    <a:lnTo>
                      <a:pt x="96" y="439"/>
                    </a:lnTo>
                    <a:lnTo>
                      <a:pt x="104" y="423"/>
                    </a:lnTo>
                    <a:lnTo>
                      <a:pt x="104" y="407"/>
                    </a:lnTo>
                    <a:lnTo>
                      <a:pt x="112" y="399"/>
                    </a:lnTo>
                    <a:lnTo>
                      <a:pt x="112" y="383"/>
                    </a:lnTo>
                    <a:lnTo>
                      <a:pt x="120" y="375"/>
                    </a:lnTo>
                    <a:lnTo>
                      <a:pt x="128" y="367"/>
                    </a:lnTo>
                    <a:lnTo>
                      <a:pt x="128" y="351"/>
                    </a:lnTo>
                    <a:lnTo>
                      <a:pt x="136" y="343"/>
                    </a:lnTo>
                    <a:lnTo>
                      <a:pt x="136" y="327"/>
                    </a:lnTo>
                    <a:lnTo>
                      <a:pt x="144" y="319"/>
                    </a:lnTo>
                    <a:lnTo>
                      <a:pt x="152" y="311"/>
                    </a:lnTo>
                    <a:lnTo>
                      <a:pt x="152" y="295"/>
                    </a:lnTo>
                    <a:lnTo>
                      <a:pt x="160" y="287"/>
                    </a:lnTo>
                    <a:lnTo>
                      <a:pt x="160" y="271"/>
                    </a:lnTo>
                    <a:lnTo>
                      <a:pt x="168" y="263"/>
                    </a:lnTo>
                    <a:lnTo>
                      <a:pt x="176" y="255"/>
                    </a:lnTo>
                    <a:lnTo>
                      <a:pt x="176" y="247"/>
                    </a:lnTo>
                    <a:lnTo>
                      <a:pt x="184" y="231"/>
                    </a:lnTo>
                    <a:lnTo>
                      <a:pt x="184" y="223"/>
                    </a:lnTo>
                    <a:lnTo>
                      <a:pt x="192" y="216"/>
                    </a:lnTo>
                    <a:lnTo>
                      <a:pt x="192" y="208"/>
                    </a:lnTo>
                    <a:lnTo>
                      <a:pt x="200" y="200"/>
                    </a:lnTo>
                    <a:lnTo>
                      <a:pt x="208" y="192"/>
                    </a:lnTo>
                    <a:lnTo>
                      <a:pt x="208" y="176"/>
                    </a:lnTo>
                    <a:lnTo>
                      <a:pt x="216" y="168"/>
                    </a:lnTo>
                    <a:lnTo>
                      <a:pt x="216" y="160"/>
                    </a:lnTo>
                    <a:lnTo>
                      <a:pt x="224" y="152"/>
                    </a:lnTo>
                    <a:lnTo>
                      <a:pt x="232" y="144"/>
                    </a:lnTo>
                    <a:lnTo>
                      <a:pt x="232" y="136"/>
                    </a:lnTo>
                    <a:lnTo>
                      <a:pt x="240" y="128"/>
                    </a:lnTo>
                    <a:lnTo>
                      <a:pt x="240" y="120"/>
                    </a:lnTo>
                    <a:lnTo>
                      <a:pt x="248" y="112"/>
                    </a:lnTo>
                    <a:lnTo>
                      <a:pt x="256" y="104"/>
                    </a:lnTo>
                    <a:lnTo>
                      <a:pt x="264" y="96"/>
                    </a:lnTo>
                    <a:lnTo>
                      <a:pt x="264" y="88"/>
                    </a:lnTo>
                    <a:lnTo>
                      <a:pt x="272" y="80"/>
                    </a:lnTo>
                    <a:lnTo>
                      <a:pt x="280" y="72"/>
                    </a:lnTo>
                    <a:lnTo>
                      <a:pt x="296" y="56"/>
                    </a:lnTo>
                    <a:lnTo>
                      <a:pt x="288" y="56"/>
                    </a:lnTo>
                    <a:lnTo>
                      <a:pt x="296" y="56"/>
                    </a:lnTo>
                    <a:lnTo>
                      <a:pt x="304" y="48"/>
                    </a:lnTo>
                    <a:lnTo>
                      <a:pt x="312" y="40"/>
                    </a:lnTo>
                    <a:lnTo>
                      <a:pt x="320" y="32"/>
                    </a:lnTo>
                    <a:lnTo>
                      <a:pt x="328" y="24"/>
                    </a:lnTo>
                    <a:lnTo>
                      <a:pt x="336" y="16"/>
                    </a:lnTo>
                    <a:lnTo>
                      <a:pt x="344" y="16"/>
                    </a:lnTo>
                    <a:lnTo>
                      <a:pt x="352" y="8"/>
                    </a:lnTo>
                    <a:lnTo>
                      <a:pt x="360" y="8"/>
                    </a:lnTo>
                    <a:lnTo>
                      <a:pt x="368" y="8"/>
                    </a:lnTo>
                    <a:lnTo>
                      <a:pt x="376" y="8"/>
                    </a:lnTo>
                    <a:lnTo>
                      <a:pt x="384" y="0"/>
                    </a:lnTo>
                    <a:lnTo>
                      <a:pt x="392" y="0"/>
                    </a:lnTo>
                    <a:lnTo>
                      <a:pt x="400" y="0"/>
                    </a:lnTo>
                    <a:lnTo>
                      <a:pt x="408" y="8"/>
                    </a:lnTo>
                    <a:lnTo>
                      <a:pt x="416" y="8"/>
                    </a:lnTo>
                    <a:lnTo>
                      <a:pt x="424" y="8"/>
                    </a:lnTo>
                    <a:lnTo>
                      <a:pt x="432" y="16"/>
                    </a:lnTo>
                    <a:lnTo>
                      <a:pt x="440" y="16"/>
                    </a:lnTo>
                    <a:lnTo>
                      <a:pt x="448" y="16"/>
                    </a:lnTo>
                    <a:lnTo>
                      <a:pt x="456" y="24"/>
                    </a:lnTo>
                    <a:lnTo>
                      <a:pt x="464" y="32"/>
                    </a:lnTo>
                    <a:lnTo>
                      <a:pt x="472" y="40"/>
                    </a:lnTo>
                    <a:lnTo>
                      <a:pt x="480" y="48"/>
                    </a:lnTo>
                    <a:lnTo>
                      <a:pt x="488" y="56"/>
                    </a:lnTo>
                    <a:lnTo>
                      <a:pt x="496" y="64"/>
                    </a:lnTo>
                    <a:lnTo>
                      <a:pt x="504" y="72"/>
                    </a:lnTo>
                    <a:lnTo>
                      <a:pt x="512" y="80"/>
                    </a:lnTo>
                    <a:lnTo>
                      <a:pt x="520" y="88"/>
                    </a:lnTo>
                    <a:lnTo>
                      <a:pt x="528" y="96"/>
                    </a:lnTo>
                    <a:lnTo>
                      <a:pt x="528" y="104"/>
                    </a:lnTo>
                    <a:lnTo>
                      <a:pt x="536" y="112"/>
                    </a:lnTo>
                    <a:lnTo>
                      <a:pt x="536" y="120"/>
                    </a:lnTo>
                    <a:lnTo>
                      <a:pt x="544" y="128"/>
                    </a:lnTo>
                    <a:lnTo>
                      <a:pt x="552" y="136"/>
                    </a:lnTo>
                    <a:lnTo>
                      <a:pt x="552" y="144"/>
                    </a:lnTo>
                    <a:lnTo>
                      <a:pt x="560" y="152"/>
                    </a:lnTo>
                    <a:lnTo>
                      <a:pt x="560" y="160"/>
                    </a:lnTo>
                    <a:lnTo>
                      <a:pt x="568" y="168"/>
                    </a:lnTo>
                    <a:lnTo>
                      <a:pt x="568" y="176"/>
                    </a:lnTo>
                    <a:lnTo>
                      <a:pt x="576" y="184"/>
                    </a:lnTo>
                    <a:lnTo>
                      <a:pt x="584" y="192"/>
                    </a:lnTo>
                    <a:lnTo>
                      <a:pt x="584" y="200"/>
                    </a:lnTo>
                    <a:lnTo>
                      <a:pt x="592" y="208"/>
                    </a:lnTo>
                    <a:lnTo>
                      <a:pt x="592" y="216"/>
                    </a:lnTo>
                    <a:lnTo>
                      <a:pt x="600" y="231"/>
                    </a:lnTo>
                    <a:lnTo>
                      <a:pt x="608" y="239"/>
                    </a:lnTo>
                    <a:lnTo>
                      <a:pt x="608" y="247"/>
                    </a:lnTo>
                    <a:lnTo>
                      <a:pt x="616" y="255"/>
                    </a:lnTo>
                    <a:lnTo>
                      <a:pt x="616" y="271"/>
                    </a:lnTo>
                    <a:lnTo>
                      <a:pt x="624" y="279"/>
                    </a:lnTo>
                    <a:lnTo>
                      <a:pt x="632" y="287"/>
                    </a:lnTo>
                    <a:lnTo>
                      <a:pt x="632" y="303"/>
                    </a:lnTo>
                    <a:lnTo>
                      <a:pt x="640" y="311"/>
                    </a:lnTo>
                    <a:lnTo>
                      <a:pt x="640" y="319"/>
                    </a:lnTo>
                    <a:lnTo>
                      <a:pt x="648" y="335"/>
                    </a:lnTo>
                    <a:lnTo>
                      <a:pt x="656" y="343"/>
                    </a:lnTo>
                    <a:lnTo>
                      <a:pt x="656" y="359"/>
                    </a:lnTo>
                    <a:lnTo>
                      <a:pt x="664" y="367"/>
                    </a:lnTo>
                    <a:lnTo>
                      <a:pt x="664" y="383"/>
                    </a:lnTo>
                    <a:lnTo>
                      <a:pt x="672" y="391"/>
                    </a:lnTo>
                    <a:lnTo>
                      <a:pt x="680" y="399"/>
                    </a:lnTo>
                    <a:lnTo>
                      <a:pt x="680" y="415"/>
                    </a:lnTo>
                    <a:lnTo>
                      <a:pt x="688" y="431"/>
                    </a:lnTo>
                    <a:lnTo>
                      <a:pt x="688" y="439"/>
                    </a:lnTo>
                    <a:lnTo>
                      <a:pt x="696" y="455"/>
                    </a:lnTo>
                    <a:lnTo>
                      <a:pt x="704" y="463"/>
                    </a:lnTo>
                    <a:lnTo>
                      <a:pt x="704" y="479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77" name="Freeform 13"/>
              <p:cNvSpPr>
                <a:spLocks/>
              </p:cNvSpPr>
              <p:nvPr/>
            </p:nvSpPr>
            <p:spPr bwMode="auto">
              <a:xfrm>
                <a:off x="1316" y="1837"/>
                <a:ext cx="705" cy="935"/>
              </a:xfrm>
              <a:custGeom>
                <a:avLst/>
                <a:gdLst/>
                <a:ahLst/>
                <a:cxnLst>
                  <a:cxn ang="0">
                    <a:pos x="8" y="24"/>
                  </a:cxn>
                  <a:cxn ang="0">
                    <a:pos x="24" y="64"/>
                  </a:cxn>
                  <a:cxn ang="0">
                    <a:pos x="41" y="104"/>
                  </a:cxn>
                  <a:cxn ang="0">
                    <a:pos x="57" y="136"/>
                  </a:cxn>
                  <a:cxn ang="0">
                    <a:pos x="65" y="176"/>
                  </a:cxn>
                  <a:cxn ang="0">
                    <a:pos x="81" y="216"/>
                  </a:cxn>
                  <a:cxn ang="0">
                    <a:pos x="97" y="256"/>
                  </a:cxn>
                  <a:cxn ang="0">
                    <a:pos x="113" y="296"/>
                  </a:cxn>
                  <a:cxn ang="0">
                    <a:pos x="129" y="336"/>
                  </a:cxn>
                  <a:cxn ang="0">
                    <a:pos x="137" y="376"/>
                  </a:cxn>
                  <a:cxn ang="0">
                    <a:pos x="153" y="416"/>
                  </a:cxn>
                  <a:cxn ang="0">
                    <a:pos x="169" y="456"/>
                  </a:cxn>
                  <a:cxn ang="0">
                    <a:pos x="185" y="488"/>
                  </a:cxn>
                  <a:cxn ang="0">
                    <a:pos x="201" y="528"/>
                  </a:cxn>
                  <a:cxn ang="0">
                    <a:pos x="209" y="560"/>
                  </a:cxn>
                  <a:cxn ang="0">
                    <a:pos x="225" y="600"/>
                  </a:cxn>
                  <a:cxn ang="0">
                    <a:pos x="241" y="632"/>
                  </a:cxn>
                  <a:cxn ang="0">
                    <a:pos x="257" y="664"/>
                  </a:cxn>
                  <a:cxn ang="0">
                    <a:pos x="265" y="696"/>
                  </a:cxn>
                  <a:cxn ang="0">
                    <a:pos x="281" y="720"/>
                  </a:cxn>
                  <a:cxn ang="0">
                    <a:pos x="297" y="752"/>
                  </a:cxn>
                  <a:cxn ang="0">
                    <a:pos x="313" y="776"/>
                  </a:cxn>
                  <a:cxn ang="0">
                    <a:pos x="329" y="800"/>
                  </a:cxn>
                  <a:cxn ang="0">
                    <a:pos x="337" y="824"/>
                  </a:cxn>
                  <a:cxn ang="0">
                    <a:pos x="361" y="848"/>
                  </a:cxn>
                  <a:cxn ang="0">
                    <a:pos x="377" y="872"/>
                  </a:cxn>
                  <a:cxn ang="0">
                    <a:pos x="401" y="895"/>
                  </a:cxn>
                  <a:cxn ang="0">
                    <a:pos x="425" y="911"/>
                  </a:cxn>
                  <a:cxn ang="0">
                    <a:pos x="449" y="927"/>
                  </a:cxn>
                  <a:cxn ang="0">
                    <a:pos x="473" y="935"/>
                  </a:cxn>
                  <a:cxn ang="0">
                    <a:pos x="497" y="927"/>
                  </a:cxn>
                  <a:cxn ang="0">
                    <a:pos x="521" y="927"/>
                  </a:cxn>
                  <a:cxn ang="0">
                    <a:pos x="545" y="911"/>
                  </a:cxn>
                  <a:cxn ang="0">
                    <a:pos x="569" y="895"/>
                  </a:cxn>
                  <a:cxn ang="0">
                    <a:pos x="593" y="864"/>
                  </a:cxn>
                  <a:cxn ang="0">
                    <a:pos x="609" y="840"/>
                  </a:cxn>
                  <a:cxn ang="0">
                    <a:pos x="625" y="824"/>
                  </a:cxn>
                  <a:cxn ang="0">
                    <a:pos x="641" y="800"/>
                  </a:cxn>
                  <a:cxn ang="0">
                    <a:pos x="657" y="776"/>
                  </a:cxn>
                  <a:cxn ang="0">
                    <a:pos x="665" y="752"/>
                  </a:cxn>
                  <a:cxn ang="0">
                    <a:pos x="681" y="720"/>
                  </a:cxn>
                  <a:cxn ang="0">
                    <a:pos x="697" y="696"/>
                  </a:cxn>
                </a:cxnLst>
                <a:rect l="0" t="0" r="r" b="b"/>
                <a:pathLst>
                  <a:path w="705" h="935">
                    <a:moveTo>
                      <a:pt x="0" y="0"/>
                    </a:moveTo>
                    <a:lnTo>
                      <a:pt x="8" y="8"/>
                    </a:lnTo>
                    <a:lnTo>
                      <a:pt x="8" y="24"/>
                    </a:lnTo>
                    <a:lnTo>
                      <a:pt x="16" y="32"/>
                    </a:lnTo>
                    <a:lnTo>
                      <a:pt x="24" y="48"/>
                    </a:lnTo>
                    <a:lnTo>
                      <a:pt x="24" y="64"/>
                    </a:lnTo>
                    <a:lnTo>
                      <a:pt x="33" y="72"/>
                    </a:lnTo>
                    <a:lnTo>
                      <a:pt x="33" y="88"/>
                    </a:lnTo>
                    <a:lnTo>
                      <a:pt x="41" y="104"/>
                    </a:lnTo>
                    <a:lnTo>
                      <a:pt x="49" y="112"/>
                    </a:lnTo>
                    <a:lnTo>
                      <a:pt x="49" y="128"/>
                    </a:lnTo>
                    <a:lnTo>
                      <a:pt x="57" y="136"/>
                    </a:lnTo>
                    <a:lnTo>
                      <a:pt x="57" y="152"/>
                    </a:lnTo>
                    <a:lnTo>
                      <a:pt x="65" y="168"/>
                    </a:lnTo>
                    <a:lnTo>
                      <a:pt x="65" y="176"/>
                    </a:lnTo>
                    <a:lnTo>
                      <a:pt x="73" y="192"/>
                    </a:lnTo>
                    <a:lnTo>
                      <a:pt x="81" y="208"/>
                    </a:lnTo>
                    <a:lnTo>
                      <a:pt x="81" y="216"/>
                    </a:lnTo>
                    <a:lnTo>
                      <a:pt x="89" y="232"/>
                    </a:lnTo>
                    <a:lnTo>
                      <a:pt x="89" y="248"/>
                    </a:lnTo>
                    <a:lnTo>
                      <a:pt x="97" y="256"/>
                    </a:lnTo>
                    <a:lnTo>
                      <a:pt x="105" y="272"/>
                    </a:lnTo>
                    <a:lnTo>
                      <a:pt x="105" y="288"/>
                    </a:lnTo>
                    <a:lnTo>
                      <a:pt x="113" y="296"/>
                    </a:lnTo>
                    <a:lnTo>
                      <a:pt x="113" y="312"/>
                    </a:lnTo>
                    <a:lnTo>
                      <a:pt x="121" y="328"/>
                    </a:lnTo>
                    <a:lnTo>
                      <a:pt x="129" y="336"/>
                    </a:lnTo>
                    <a:lnTo>
                      <a:pt x="129" y="352"/>
                    </a:lnTo>
                    <a:lnTo>
                      <a:pt x="137" y="368"/>
                    </a:lnTo>
                    <a:lnTo>
                      <a:pt x="137" y="376"/>
                    </a:lnTo>
                    <a:lnTo>
                      <a:pt x="145" y="392"/>
                    </a:lnTo>
                    <a:lnTo>
                      <a:pt x="153" y="400"/>
                    </a:lnTo>
                    <a:lnTo>
                      <a:pt x="153" y="416"/>
                    </a:lnTo>
                    <a:lnTo>
                      <a:pt x="161" y="432"/>
                    </a:lnTo>
                    <a:lnTo>
                      <a:pt x="161" y="440"/>
                    </a:lnTo>
                    <a:lnTo>
                      <a:pt x="169" y="456"/>
                    </a:lnTo>
                    <a:lnTo>
                      <a:pt x="177" y="464"/>
                    </a:lnTo>
                    <a:lnTo>
                      <a:pt x="177" y="480"/>
                    </a:lnTo>
                    <a:lnTo>
                      <a:pt x="185" y="488"/>
                    </a:lnTo>
                    <a:lnTo>
                      <a:pt x="185" y="504"/>
                    </a:lnTo>
                    <a:lnTo>
                      <a:pt x="193" y="520"/>
                    </a:lnTo>
                    <a:lnTo>
                      <a:pt x="201" y="528"/>
                    </a:lnTo>
                    <a:lnTo>
                      <a:pt x="201" y="544"/>
                    </a:lnTo>
                    <a:lnTo>
                      <a:pt x="209" y="552"/>
                    </a:lnTo>
                    <a:lnTo>
                      <a:pt x="209" y="560"/>
                    </a:lnTo>
                    <a:lnTo>
                      <a:pt x="217" y="576"/>
                    </a:lnTo>
                    <a:lnTo>
                      <a:pt x="225" y="584"/>
                    </a:lnTo>
                    <a:lnTo>
                      <a:pt x="225" y="600"/>
                    </a:lnTo>
                    <a:lnTo>
                      <a:pt x="233" y="608"/>
                    </a:lnTo>
                    <a:lnTo>
                      <a:pt x="233" y="624"/>
                    </a:lnTo>
                    <a:lnTo>
                      <a:pt x="241" y="632"/>
                    </a:lnTo>
                    <a:lnTo>
                      <a:pt x="249" y="640"/>
                    </a:lnTo>
                    <a:lnTo>
                      <a:pt x="249" y="656"/>
                    </a:lnTo>
                    <a:lnTo>
                      <a:pt x="257" y="664"/>
                    </a:lnTo>
                    <a:lnTo>
                      <a:pt x="257" y="672"/>
                    </a:lnTo>
                    <a:lnTo>
                      <a:pt x="265" y="688"/>
                    </a:lnTo>
                    <a:lnTo>
                      <a:pt x="265" y="696"/>
                    </a:lnTo>
                    <a:lnTo>
                      <a:pt x="273" y="704"/>
                    </a:lnTo>
                    <a:lnTo>
                      <a:pt x="281" y="712"/>
                    </a:lnTo>
                    <a:lnTo>
                      <a:pt x="281" y="720"/>
                    </a:lnTo>
                    <a:lnTo>
                      <a:pt x="289" y="736"/>
                    </a:lnTo>
                    <a:lnTo>
                      <a:pt x="289" y="744"/>
                    </a:lnTo>
                    <a:lnTo>
                      <a:pt x="297" y="752"/>
                    </a:lnTo>
                    <a:lnTo>
                      <a:pt x="305" y="760"/>
                    </a:lnTo>
                    <a:lnTo>
                      <a:pt x="305" y="768"/>
                    </a:lnTo>
                    <a:lnTo>
                      <a:pt x="313" y="776"/>
                    </a:lnTo>
                    <a:lnTo>
                      <a:pt x="313" y="784"/>
                    </a:lnTo>
                    <a:lnTo>
                      <a:pt x="321" y="792"/>
                    </a:lnTo>
                    <a:lnTo>
                      <a:pt x="329" y="800"/>
                    </a:lnTo>
                    <a:lnTo>
                      <a:pt x="329" y="808"/>
                    </a:lnTo>
                    <a:lnTo>
                      <a:pt x="337" y="816"/>
                    </a:lnTo>
                    <a:lnTo>
                      <a:pt x="337" y="824"/>
                    </a:lnTo>
                    <a:lnTo>
                      <a:pt x="345" y="832"/>
                    </a:lnTo>
                    <a:lnTo>
                      <a:pt x="353" y="840"/>
                    </a:lnTo>
                    <a:lnTo>
                      <a:pt x="361" y="848"/>
                    </a:lnTo>
                    <a:lnTo>
                      <a:pt x="361" y="856"/>
                    </a:lnTo>
                    <a:lnTo>
                      <a:pt x="369" y="864"/>
                    </a:lnTo>
                    <a:lnTo>
                      <a:pt x="377" y="872"/>
                    </a:lnTo>
                    <a:lnTo>
                      <a:pt x="385" y="880"/>
                    </a:lnTo>
                    <a:lnTo>
                      <a:pt x="393" y="888"/>
                    </a:lnTo>
                    <a:lnTo>
                      <a:pt x="401" y="895"/>
                    </a:lnTo>
                    <a:lnTo>
                      <a:pt x="409" y="903"/>
                    </a:lnTo>
                    <a:lnTo>
                      <a:pt x="417" y="911"/>
                    </a:lnTo>
                    <a:lnTo>
                      <a:pt x="425" y="911"/>
                    </a:lnTo>
                    <a:lnTo>
                      <a:pt x="433" y="919"/>
                    </a:lnTo>
                    <a:lnTo>
                      <a:pt x="441" y="927"/>
                    </a:lnTo>
                    <a:lnTo>
                      <a:pt x="449" y="927"/>
                    </a:lnTo>
                    <a:lnTo>
                      <a:pt x="457" y="927"/>
                    </a:lnTo>
                    <a:lnTo>
                      <a:pt x="465" y="927"/>
                    </a:lnTo>
                    <a:lnTo>
                      <a:pt x="473" y="935"/>
                    </a:lnTo>
                    <a:lnTo>
                      <a:pt x="481" y="935"/>
                    </a:lnTo>
                    <a:lnTo>
                      <a:pt x="489" y="935"/>
                    </a:lnTo>
                    <a:lnTo>
                      <a:pt x="497" y="927"/>
                    </a:lnTo>
                    <a:lnTo>
                      <a:pt x="505" y="927"/>
                    </a:lnTo>
                    <a:lnTo>
                      <a:pt x="513" y="927"/>
                    </a:lnTo>
                    <a:lnTo>
                      <a:pt x="521" y="927"/>
                    </a:lnTo>
                    <a:lnTo>
                      <a:pt x="529" y="919"/>
                    </a:lnTo>
                    <a:lnTo>
                      <a:pt x="537" y="911"/>
                    </a:lnTo>
                    <a:lnTo>
                      <a:pt x="545" y="911"/>
                    </a:lnTo>
                    <a:lnTo>
                      <a:pt x="553" y="903"/>
                    </a:lnTo>
                    <a:lnTo>
                      <a:pt x="561" y="895"/>
                    </a:lnTo>
                    <a:lnTo>
                      <a:pt x="569" y="895"/>
                    </a:lnTo>
                    <a:lnTo>
                      <a:pt x="585" y="880"/>
                    </a:lnTo>
                    <a:lnTo>
                      <a:pt x="585" y="872"/>
                    </a:lnTo>
                    <a:lnTo>
                      <a:pt x="593" y="864"/>
                    </a:lnTo>
                    <a:lnTo>
                      <a:pt x="601" y="856"/>
                    </a:lnTo>
                    <a:lnTo>
                      <a:pt x="617" y="840"/>
                    </a:lnTo>
                    <a:lnTo>
                      <a:pt x="609" y="840"/>
                    </a:lnTo>
                    <a:lnTo>
                      <a:pt x="617" y="840"/>
                    </a:lnTo>
                    <a:lnTo>
                      <a:pt x="625" y="832"/>
                    </a:lnTo>
                    <a:lnTo>
                      <a:pt x="625" y="824"/>
                    </a:lnTo>
                    <a:lnTo>
                      <a:pt x="633" y="816"/>
                    </a:lnTo>
                    <a:lnTo>
                      <a:pt x="633" y="808"/>
                    </a:lnTo>
                    <a:lnTo>
                      <a:pt x="641" y="800"/>
                    </a:lnTo>
                    <a:lnTo>
                      <a:pt x="641" y="792"/>
                    </a:lnTo>
                    <a:lnTo>
                      <a:pt x="649" y="784"/>
                    </a:lnTo>
                    <a:lnTo>
                      <a:pt x="657" y="776"/>
                    </a:lnTo>
                    <a:lnTo>
                      <a:pt x="657" y="768"/>
                    </a:lnTo>
                    <a:lnTo>
                      <a:pt x="665" y="760"/>
                    </a:lnTo>
                    <a:lnTo>
                      <a:pt x="665" y="752"/>
                    </a:lnTo>
                    <a:lnTo>
                      <a:pt x="673" y="744"/>
                    </a:lnTo>
                    <a:lnTo>
                      <a:pt x="681" y="736"/>
                    </a:lnTo>
                    <a:lnTo>
                      <a:pt x="681" y="720"/>
                    </a:lnTo>
                    <a:lnTo>
                      <a:pt x="689" y="712"/>
                    </a:lnTo>
                    <a:lnTo>
                      <a:pt x="689" y="704"/>
                    </a:lnTo>
                    <a:lnTo>
                      <a:pt x="697" y="696"/>
                    </a:lnTo>
                    <a:lnTo>
                      <a:pt x="705" y="688"/>
                    </a:lnTo>
                    <a:lnTo>
                      <a:pt x="705" y="672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78" name="Freeform 14"/>
              <p:cNvSpPr>
                <a:spLocks/>
              </p:cNvSpPr>
              <p:nvPr/>
            </p:nvSpPr>
            <p:spPr bwMode="auto">
              <a:xfrm>
                <a:off x="2021" y="1358"/>
                <a:ext cx="713" cy="1151"/>
              </a:xfrm>
              <a:custGeom>
                <a:avLst/>
                <a:gdLst/>
                <a:ahLst/>
                <a:cxnLst>
                  <a:cxn ang="0">
                    <a:pos x="8" y="1135"/>
                  </a:cxn>
                  <a:cxn ang="0">
                    <a:pos x="24" y="1103"/>
                  </a:cxn>
                  <a:cxn ang="0">
                    <a:pos x="40" y="1063"/>
                  </a:cxn>
                  <a:cxn ang="0">
                    <a:pos x="56" y="1031"/>
                  </a:cxn>
                  <a:cxn ang="0">
                    <a:pos x="72" y="999"/>
                  </a:cxn>
                  <a:cxn ang="0">
                    <a:pos x="80" y="959"/>
                  </a:cxn>
                  <a:cxn ang="0">
                    <a:pos x="96" y="919"/>
                  </a:cxn>
                  <a:cxn ang="0">
                    <a:pos x="112" y="879"/>
                  </a:cxn>
                  <a:cxn ang="0">
                    <a:pos x="128" y="847"/>
                  </a:cxn>
                  <a:cxn ang="0">
                    <a:pos x="136" y="807"/>
                  </a:cxn>
                  <a:cxn ang="0">
                    <a:pos x="152" y="767"/>
                  </a:cxn>
                  <a:cxn ang="0">
                    <a:pos x="168" y="727"/>
                  </a:cxn>
                  <a:cxn ang="0">
                    <a:pos x="184" y="687"/>
                  </a:cxn>
                  <a:cxn ang="0">
                    <a:pos x="200" y="647"/>
                  </a:cxn>
                  <a:cxn ang="0">
                    <a:pos x="208" y="607"/>
                  </a:cxn>
                  <a:cxn ang="0">
                    <a:pos x="224" y="567"/>
                  </a:cxn>
                  <a:cxn ang="0">
                    <a:pos x="240" y="527"/>
                  </a:cxn>
                  <a:cxn ang="0">
                    <a:pos x="256" y="487"/>
                  </a:cxn>
                  <a:cxn ang="0">
                    <a:pos x="272" y="455"/>
                  </a:cxn>
                  <a:cxn ang="0">
                    <a:pos x="280" y="415"/>
                  </a:cxn>
                  <a:cxn ang="0">
                    <a:pos x="296" y="383"/>
                  </a:cxn>
                  <a:cxn ang="0">
                    <a:pos x="312" y="343"/>
                  </a:cxn>
                  <a:cxn ang="0">
                    <a:pos x="328" y="311"/>
                  </a:cxn>
                  <a:cxn ang="0">
                    <a:pos x="336" y="279"/>
                  </a:cxn>
                  <a:cxn ang="0">
                    <a:pos x="353" y="247"/>
                  </a:cxn>
                  <a:cxn ang="0">
                    <a:pos x="369" y="216"/>
                  </a:cxn>
                  <a:cxn ang="0">
                    <a:pos x="385" y="192"/>
                  </a:cxn>
                  <a:cxn ang="0">
                    <a:pos x="401" y="168"/>
                  </a:cxn>
                  <a:cxn ang="0">
                    <a:pos x="409" y="144"/>
                  </a:cxn>
                  <a:cxn ang="0">
                    <a:pos x="425" y="120"/>
                  </a:cxn>
                  <a:cxn ang="0">
                    <a:pos x="441" y="96"/>
                  </a:cxn>
                  <a:cxn ang="0">
                    <a:pos x="465" y="64"/>
                  </a:cxn>
                  <a:cxn ang="0">
                    <a:pos x="489" y="40"/>
                  </a:cxn>
                  <a:cxn ang="0">
                    <a:pos x="513" y="16"/>
                  </a:cxn>
                  <a:cxn ang="0">
                    <a:pos x="537" y="8"/>
                  </a:cxn>
                  <a:cxn ang="0">
                    <a:pos x="561" y="0"/>
                  </a:cxn>
                  <a:cxn ang="0">
                    <a:pos x="585" y="8"/>
                  </a:cxn>
                  <a:cxn ang="0">
                    <a:pos x="609" y="8"/>
                  </a:cxn>
                  <a:cxn ang="0">
                    <a:pos x="633" y="24"/>
                  </a:cxn>
                  <a:cxn ang="0">
                    <a:pos x="657" y="48"/>
                  </a:cxn>
                  <a:cxn ang="0">
                    <a:pos x="689" y="72"/>
                  </a:cxn>
                  <a:cxn ang="0">
                    <a:pos x="705" y="96"/>
                  </a:cxn>
                </a:cxnLst>
                <a:rect l="0" t="0" r="r" b="b"/>
                <a:pathLst>
                  <a:path w="713" h="1151">
                    <a:moveTo>
                      <a:pt x="0" y="1151"/>
                    </a:moveTo>
                    <a:lnTo>
                      <a:pt x="8" y="1143"/>
                    </a:lnTo>
                    <a:lnTo>
                      <a:pt x="8" y="1135"/>
                    </a:lnTo>
                    <a:lnTo>
                      <a:pt x="16" y="1119"/>
                    </a:lnTo>
                    <a:lnTo>
                      <a:pt x="24" y="1111"/>
                    </a:lnTo>
                    <a:lnTo>
                      <a:pt x="24" y="1103"/>
                    </a:lnTo>
                    <a:lnTo>
                      <a:pt x="32" y="1087"/>
                    </a:lnTo>
                    <a:lnTo>
                      <a:pt x="32" y="1079"/>
                    </a:lnTo>
                    <a:lnTo>
                      <a:pt x="40" y="1063"/>
                    </a:lnTo>
                    <a:lnTo>
                      <a:pt x="48" y="1055"/>
                    </a:lnTo>
                    <a:lnTo>
                      <a:pt x="48" y="1039"/>
                    </a:lnTo>
                    <a:lnTo>
                      <a:pt x="56" y="1031"/>
                    </a:lnTo>
                    <a:lnTo>
                      <a:pt x="56" y="1023"/>
                    </a:lnTo>
                    <a:lnTo>
                      <a:pt x="64" y="1007"/>
                    </a:lnTo>
                    <a:lnTo>
                      <a:pt x="72" y="999"/>
                    </a:lnTo>
                    <a:lnTo>
                      <a:pt x="72" y="983"/>
                    </a:lnTo>
                    <a:lnTo>
                      <a:pt x="80" y="967"/>
                    </a:lnTo>
                    <a:lnTo>
                      <a:pt x="80" y="959"/>
                    </a:lnTo>
                    <a:lnTo>
                      <a:pt x="88" y="943"/>
                    </a:lnTo>
                    <a:lnTo>
                      <a:pt x="96" y="935"/>
                    </a:lnTo>
                    <a:lnTo>
                      <a:pt x="96" y="919"/>
                    </a:lnTo>
                    <a:lnTo>
                      <a:pt x="104" y="911"/>
                    </a:lnTo>
                    <a:lnTo>
                      <a:pt x="104" y="895"/>
                    </a:lnTo>
                    <a:lnTo>
                      <a:pt x="112" y="879"/>
                    </a:lnTo>
                    <a:lnTo>
                      <a:pt x="112" y="871"/>
                    </a:lnTo>
                    <a:lnTo>
                      <a:pt x="120" y="855"/>
                    </a:lnTo>
                    <a:lnTo>
                      <a:pt x="128" y="847"/>
                    </a:lnTo>
                    <a:lnTo>
                      <a:pt x="128" y="831"/>
                    </a:lnTo>
                    <a:lnTo>
                      <a:pt x="136" y="815"/>
                    </a:lnTo>
                    <a:lnTo>
                      <a:pt x="136" y="807"/>
                    </a:lnTo>
                    <a:lnTo>
                      <a:pt x="144" y="791"/>
                    </a:lnTo>
                    <a:lnTo>
                      <a:pt x="152" y="775"/>
                    </a:lnTo>
                    <a:lnTo>
                      <a:pt x="152" y="767"/>
                    </a:lnTo>
                    <a:lnTo>
                      <a:pt x="160" y="751"/>
                    </a:lnTo>
                    <a:lnTo>
                      <a:pt x="160" y="735"/>
                    </a:lnTo>
                    <a:lnTo>
                      <a:pt x="168" y="727"/>
                    </a:lnTo>
                    <a:lnTo>
                      <a:pt x="176" y="711"/>
                    </a:lnTo>
                    <a:lnTo>
                      <a:pt x="176" y="695"/>
                    </a:lnTo>
                    <a:lnTo>
                      <a:pt x="184" y="687"/>
                    </a:lnTo>
                    <a:lnTo>
                      <a:pt x="184" y="671"/>
                    </a:lnTo>
                    <a:lnTo>
                      <a:pt x="192" y="655"/>
                    </a:lnTo>
                    <a:lnTo>
                      <a:pt x="200" y="647"/>
                    </a:lnTo>
                    <a:lnTo>
                      <a:pt x="200" y="631"/>
                    </a:lnTo>
                    <a:lnTo>
                      <a:pt x="208" y="615"/>
                    </a:lnTo>
                    <a:lnTo>
                      <a:pt x="208" y="607"/>
                    </a:lnTo>
                    <a:lnTo>
                      <a:pt x="216" y="591"/>
                    </a:lnTo>
                    <a:lnTo>
                      <a:pt x="224" y="583"/>
                    </a:lnTo>
                    <a:lnTo>
                      <a:pt x="224" y="567"/>
                    </a:lnTo>
                    <a:lnTo>
                      <a:pt x="232" y="551"/>
                    </a:lnTo>
                    <a:lnTo>
                      <a:pt x="232" y="543"/>
                    </a:lnTo>
                    <a:lnTo>
                      <a:pt x="240" y="527"/>
                    </a:lnTo>
                    <a:lnTo>
                      <a:pt x="248" y="511"/>
                    </a:lnTo>
                    <a:lnTo>
                      <a:pt x="248" y="503"/>
                    </a:lnTo>
                    <a:lnTo>
                      <a:pt x="256" y="487"/>
                    </a:lnTo>
                    <a:lnTo>
                      <a:pt x="256" y="479"/>
                    </a:lnTo>
                    <a:lnTo>
                      <a:pt x="264" y="463"/>
                    </a:lnTo>
                    <a:lnTo>
                      <a:pt x="272" y="455"/>
                    </a:lnTo>
                    <a:lnTo>
                      <a:pt x="272" y="439"/>
                    </a:lnTo>
                    <a:lnTo>
                      <a:pt x="280" y="431"/>
                    </a:lnTo>
                    <a:lnTo>
                      <a:pt x="280" y="415"/>
                    </a:lnTo>
                    <a:lnTo>
                      <a:pt x="288" y="399"/>
                    </a:lnTo>
                    <a:lnTo>
                      <a:pt x="296" y="391"/>
                    </a:lnTo>
                    <a:lnTo>
                      <a:pt x="296" y="383"/>
                    </a:lnTo>
                    <a:lnTo>
                      <a:pt x="304" y="367"/>
                    </a:lnTo>
                    <a:lnTo>
                      <a:pt x="304" y="359"/>
                    </a:lnTo>
                    <a:lnTo>
                      <a:pt x="312" y="343"/>
                    </a:lnTo>
                    <a:lnTo>
                      <a:pt x="312" y="335"/>
                    </a:lnTo>
                    <a:lnTo>
                      <a:pt x="320" y="319"/>
                    </a:lnTo>
                    <a:lnTo>
                      <a:pt x="328" y="311"/>
                    </a:lnTo>
                    <a:lnTo>
                      <a:pt x="328" y="303"/>
                    </a:lnTo>
                    <a:lnTo>
                      <a:pt x="336" y="287"/>
                    </a:lnTo>
                    <a:lnTo>
                      <a:pt x="336" y="279"/>
                    </a:lnTo>
                    <a:lnTo>
                      <a:pt x="344" y="271"/>
                    </a:lnTo>
                    <a:lnTo>
                      <a:pt x="353" y="255"/>
                    </a:lnTo>
                    <a:lnTo>
                      <a:pt x="353" y="247"/>
                    </a:lnTo>
                    <a:lnTo>
                      <a:pt x="361" y="239"/>
                    </a:lnTo>
                    <a:lnTo>
                      <a:pt x="361" y="231"/>
                    </a:lnTo>
                    <a:lnTo>
                      <a:pt x="369" y="216"/>
                    </a:lnTo>
                    <a:lnTo>
                      <a:pt x="377" y="208"/>
                    </a:lnTo>
                    <a:lnTo>
                      <a:pt x="377" y="200"/>
                    </a:lnTo>
                    <a:lnTo>
                      <a:pt x="385" y="192"/>
                    </a:lnTo>
                    <a:lnTo>
                      <a:pt x="385" y="184"/>
                    </a:lnTo>
                    <a:lnTo>
                      <a:pt x="393" y="176"/>
                    </a:lnTo>
                    <a:lnTo>
                      <a:pt x="401" y="168"/>
                    </a:lnTo>
                    <a:lnTo>
                      <a:pt x="401" y="160"/>
                    </a:lnTo>
                    <a:lnTo>
                      <a:pt x="409" y="152"/>
                    </a:lnTo>
                    <a:lnTo>
                      <a:pt x="409" y="144"/>
                    </a:lnTo>
                    <a:lnTo>
                      <a:pt x="417" y="136"/>
                    </a:lnTo>
                    <a:lnTo>
                      <a:pt x="425" y="128"/>
                    </a:lnTo>
                    <a:lnTo>
                      <a:pt x="425" y="120"/>
                    </a:lnTo>
                    <a:lnTo>
                      <a:pt x="433" y="112"/>
                    </a:lnTo>
                    <a:lnTo>
                      <a:pt x="433" y="104"/>
                    </a:lnTo>
                    <a:lnTo>
                      <a:pt x="441" y="96"/>
                    </a:lnTo>
                    <a:lnTo>
                      <a:pt x="457" y="80"/>
                    </a:lnTo>
                    <a:lnTo>
                      <a:pt x="457" y="72"/>
                    </a:lnTo>
                    <a:lnTo>
                      <a:pt x="465" y="64"/>
                    </a:lnTo>
                    <a:lnTo>
                      <a:pt x="473" y="56"/>
                    </a:lnTo>
                    <a:lnTo>
                      <a:pt x="481" y="48"/>
                    </a:lnTo>
                    <a:lnTo>
                      <a:pt x="489" y="40"/>
                    </a:lnTo>
                    <a:lnTo>
                      <a:pt x="497" y="32"/>
                    </a:lnTo>
                    <a:lnTo>
                      <a:pt x="505" y="24"/>
                    </a:lnTo>
                    <a:lnTo>
                      <a:pt x="513" y="16"/>
                    </a:lnTo>
                    <a:lnTo>
                      <a:pt x="521" y="16"/>
                    </a:lnTo>
                    <a:lnTo>
                      <a:pt x="529" y="16"/>
                    </a:lnTo>
                    <a:lnTo>
                      <a:pt x="537" y="8"/>
                    </a:lnTo>
                    <a:lnTo>
                      <a:pt x="545" y="8"/>
                    </a:lnTo>
                    <a:lnTo>
                      <a:pt x="553" y="8"/>
                    </a:lnTo>
                    <a:lnTo>
                      <a:pt x="561" y="0"/>
                    </a:lnTo>
                    <a:lnTo>
                      <a:pt x="569" y="0"/>
                    </a:lnTo>
                    <a:lnTo>
                      <a:pt x="577" y="0"/>
                    </a:lnTo>
                    <a:lnTo>
                      <a:pt x="585" y="8"/>
                    </a:lnTo>
                    <a:lnTo>
                      <a:pt x="593" y="8"/>
                    </a:lnTo>
                    <a:lnTo>
                      <a:pt x="601" y="8"/>
                    </a:lnTo>
                    <a:lnTo>
                      <a:pt x="609" y="8"/>
                    </a:lnTo>
                    <a:lnTo>
                      <a:pt x="617" y="16"/>
                    </a:lnTo>
                    <a:lnTo>
                      <a:pt x="625" y="16"/>
                    </a:lnTo>
                    <a:lnTo>
                      <a:pt x="633" y="24"/>
                    </a:lnTo>
                    <a:lnTo>
                      <a:pt x="641" y="32"/>
                    </a:lnTo>
                    <a:lnTo>
                      <a:pt x="649" y="40"/>
                    </a:lnTo>
                    <a:lnTo>
                      <a:pt x="657" y="48"/>
                    </a:lnTo>
                    <a:lnTo>
                      <a:pt x="665" y="48"/>
                    </a:lnTo>
                    <a:lnTo>
                      <a:pt x="673" y="56"/>
                    </a:lnTo>
                    <a:lnTo>
                      <a:pt x="689" y="72"/>
                    </a:lnTo>
                    <a:lnTo>
                      <a:pt x="689" y="80"/>
                    </a:lnTo>
                    <a:lnTo>
                      <a:pt x="697" y="88"/>
                    </a:lnTo>
                    <a:lnTo>
                      <a:pt x="705" y="96"/>
                    </a:lnTo>
                    <a:lnTo>
                      <a:pt x="705" y="104"/>
                    </a:lnTo>
                    <a:lnTo>
                      <a:pt x="713" y="112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79" name="Freeform 15"/>
              <p:cNvSpPr>
                <a:spLocks/>
              </p:cNvSpPr>
              <p:nvPr/>
            </p:nvSpPr>
            <p:spPr bwMode="auto">
              <a:xfrm>
                <a:off x="2734" y="1470"/>
                <a:ext cx="673" cy="1302"/>
              </a:xfrm>
              <a:custGeom>
                <a:avLst/>
                <a:gdLst/>
                <a:ahLst/>
                <a:cxnLst>
                  <a:cxn ang="0">
                    <a:pos x="16" y="16"/>
                  </a:cxn>
                  <a:cxn ang="0">
                    <a:pos x="24" y="40"/>
                  </a:cxn>
                  <a:cxn ang="0">
                    <a:pos x="40" y="64"/>
                  </a:cxn>
                  <a:cxn ang="0">
                    <a:pos x="56" y="96"/>
                  </a:cxn>
                  <a:cxn ang="0">
                    <a:pos x="72" y="119"/>
                  </a:cxn>
                  <a:cxn ang="0">
                    <a:pos x="88" y="151"/>
                  </a:cxn>
                  <a:cxn ang="0">
                    <a:pos x="96" y="183"/>
                  </a:cxn>
                  <a:cxn ang="0">
                    <a:pos x="112" y="215"/>
                  </a:cxn>
                  <a:cxn ang="0">
                    <a:pos x="128" y="255"/>
                  </a:cxn>
                  <a:cxn ang="0">
                    <a:pos x="144" y="287"/>
                  </a:cxn>
                  <a:cxn ang="0">
                    <a:pos x="160" y="327"/>
                  </a:cxn>
                  <a:cxn ang="0">
                    <a:pos x="168" y="359"/>
                  </a:cxn>
                  <a:cxn ang="0">
                    <a:pos x="184" y="399"/>
                  </a:cxn>
                  <a:cxn ang="0">
                    <a:pos x="200" y="439"/>
                  </a:cxn>
                  <a:cxn ang="0">
                    <a:pos x="216" y="479"/>
                  </a:cxn>
                  <a:cxn ang="0">
                    <a:pos x="224" y="519"/>
                  </a:cxn>
                  <a:cxn ang="0">
                    <a:pos x="240" y="559"/>
                  </a:cxn>
                  <a:cxn ang="0">
                    <a:pos x="256" y="591"/>
                  </a:cxn>
                  <a:cxn ang="0">
                    <a:pos x="272" y="631"/>
                  </a:cxn>
                  <a:cxn ang="0">
                    <a:pos x="288" y="671"/>
                  </a:cxn>
                  <a:cxn ang="0">
                    <a:pos x="296" y="711"/>
                  </a:cxn>
                  <a:cxn ang="0">
                    <a:pos x="312" y="751"/>
                  </a:cxn>
                  <a:cxn ang="0">
                    <a:pos x="328" y="791"/>
                  </a:cxn>
                  <a:cxn ang="0">
                    <a:pos x="344" y="831"/>
                  </a:cxn>
                  <a:cxn ang="0">
                    <a:pos x="352" y="863"/>
                  </a:cxn>
                  <a:cxn ang="0">
                    <a:pos x="368" y="903"/>
                  </a:cxn>
                  <a:cxn ang="0">
                    <a:pos x="384" y="935"/>
                  </a:cxn>
                  <a:cxn ang="0">
                    <a:pos x="400" y="975"/>
                  </a:cxn>
                  <a:cxn ang="0">
                    <a:pos x="416" y="1007"/>
                  </a:cxn>
                  <a:cxn ang="0">
                    <a:pos x="424" y="1039"/>
                  </a:cxn>
                  <a:cxn ang="0">
                    <a:pos x="440" y="1071"/>
                  </a:cxn>
                  <a:cxn ang="0">
                    <a:pos x="456" y="1095"/>
                  </a:cxn>
                  <a:cxn ang="0">
                    <a:pos x="472" y="1127"/>
                  </a:cxn>
                  <a:cxn ang="0">
                    <a:pos x="488" y="1151"/>
                  </a:cxn>
                  <a:cxn ang="0">
                    <a:pos x="496" y="1175"/>
                  </a:cxn>
                  <a:cxn ang="0">
                    <a:pos x="520" y="1199"/>
                  </a:cxn>
                  <a:cxn ang="0">
                    <a:pos x="544" y="1231"/>
                  </a:cxn>
                  <a:cxn ang="0">
                    <a:pos x="560" y="1255"/>
                  </a:cxn>
                  <a:cxn ang="0">
                    <a:pos x="584" y="1270"/>
                  </a:cxn>
                  <a:cxn ang="0">
                    <a:pos x="608" y="1286"/>
                  </a:cxn>
                  <a:cxn ang="0">
                    <a:pos x="632" y="1294"/>
                  </a:cxn>
                  <a:cxn ang="0">
                    <a:pos x="656" y="1302"/>
                  </a:cxn>
                </a:cxnLst>
                <a:rect l="0" t="0" r="r" b="b"/>
                <a:pathLst>
                  <a:path w="673" h="1302">
                    <a:moveTo>
                      <a:pt x="0" y="0"/>
                    </a:moveTo>
                    <a:lnTo>
                      <a:pt x="8" y="8"/>
                    </a:lnTo>
                    <a:lnTo>
                      <a:pt x="16" y="16"/>
                    </a:lnTo>
                    <a:lnTo>
                      <a:pt x="16" y="24"/>
                    </a:lnTo>
                    <a:lnTo>
                      <a:pt x="24" y="32"/>
                    </a:lnTo>
                    <a:lnTo>
                      <a:pt x="24" y="40"/>
                    </a:lnTo>
                    <a:lnTo>
                      <a:pt x="32" y="48"/>
                    </a:lnTo>
                    <a:lnTo>
                      <a:pt x="40" y="56"/>
                    </a:lnTo>
                    <a:lnTo>
                      <a:pt x="40" y="64"/>
                    </a:lnTo>
                    <a:lnTo>
                      <a:pt x="48" y="80"/>
                    </a:lnTo>
                    <a:lnTo>
                      <a:pt x="48" y="88"/>
                    </a:lnTo>
                    <a:lnTo>
                      <a:pt x="56" y="96"/>
                    </a:lnTo>
                    <a:lnTo>
                      <a:pt x="64" y="104"/>
                    </a:lnTo>
                    <a:lnTo>
                      <a:pt x="64" y="111"/>
                    </a:lnTo>
                    <a:lnTo>
                      <a:pt x="72" y="119"/>
                    </a:lnTo>
                    <a:lnTo>
                      <a:pt x="72" y="135"/>
                    </a:lnTo>
                    <a:lnTo>
                      <a:pt x="80" y="143"/>
                    </a:lnTo>
                    <a:lnTo>
                      <a:pt x="88" y="151"/>
                    </a:lnTo>
                    <a:lnTo>
                      <a:pt x="88" y="159"/>
                    </a:lnTo>
                    <a:lnTo>
                      <a:pt x="96" y="175"/>
                    </a:lnTo>
                    <a:lnTo>
                      <a:pt x="96" y="183"/>
                    </a:lnTo>
                    <a:lnTo>
                      <a:pt x="104" y="199"/>
                    </a:lnTo>
                    <a:lnTo>
                      <a:pt x="112" y="207"/>
                    </a:lnTo>
                    <a:lnTo>
                      <a:pt x="112" y="215"/>
                    </a:lnTo>
                    <a:lnTo>
                      <a:pt x="120" y="231"/>
                    </a:lnTo>
                    <a:lnTo>
                      <a:pt x="120" y="239"/>
                    </a:lnTo>
                    <a:lnTo>
                      <a:pt x="128" y="255"/>
                    </a:lnTo>
                    <a:lnTo>
                      <a:pt x="136" y="263"/>
                    </a:lnTo>
                    <a:lnTo>
                      <a:pt x="136" y="271"/>
                    </a:lnTo>
                    <a:lnTo>
                      <a:pt x="144" y="287"/>
                    </a:lnTo>
                    <a:lnTo>
                      <a:pt x="144" y="295"/>
                    </a:lnTo>
                    <a:lnTo>
                      <a:pt x="152" y="311"/>
                    </a:lnTo>
                    <a:lnTo>
                      <a:pt x="160" y="327"/>
                    </a:lnTo>
                    <a:lnTo>
                      <a:pt x="160" y="335"/>
                    </a:lnTo>
                    <a:lnTo>
                      <a:pt x="168" y="351"/>
                    </a:lnTo>
                    <a:lnTo>
                      <a:pt x="168" y="359"/>
                    </a:lnTo>
                    <a:lnTo>
                      <a:pt x="176" y="375"/>
                    </a:lnTo>
                    <a:lnTo>
                      <a:pt x="176" y="383"/>
                    </a:lnTo>
                    <a:lnTo>
                      <a:pt x="184" y="399"/>
                    </a:lnTo>
                    <a:lnTo>
                      <a:pt x="192" y="415"/>
                    </a:lnTo>
                    <a:lnTo>
                      <a:pt x="192" y="423"/>
                    </a:lnTo>
                    <a:lnTo>
                      <a:pt x="200" y="439"/>
                    </a:lnTo>
                    <a:lnTo>
                      <a:pt x="200" y="447"/>
                    </a:lnTo>
                    <a:lnTo>
                      <a:pt x="208" y="463"/>
                    </a:lnTo>
                    <a:lnTo>
                      <a:pt x="216" y="479"/>
                    </a:lnTo>
                    <a:lnTo>
                      <a:pt x="216" y="487"/>
                    </a:lnTo>
                    <a:lnTo>
                      <a:pt x="224" y="503"/>
                    </a:lnTo>
                    <a:lnTo>
                      <a:pt x="224" y="519"/>
                    </a:lnTo>
                    <a:lnTo>
                      <a:pt x="232" y="527"/>
                    </a:lnTo>
                    <a:lnTo>
                      <a:pt x="240" y="543"/>
                    </a:lnTo>
                    <a:lnTo>
                      <a:pt x="240" y="559"/>
                    </a:lnTo>
                    <a:lnTo>
                      <a:pt x="248" y="567"/>
                    </a:lnTo>
                    <a:lnTo>
                      <a:pt x="248" y="583"/>
                    </a:lnTo>
                    <a:lnTo>
                      <a:pt x="256" y="591"/>
                    </a:lnTo>
                    <a:lnTo>
                      <a:pt x="264" y="607"/>
                    </a:lnTo>
                    <a:lnTo>
                      <a:pt x="264" y="623"/>
                    </a:lnTo>
                    <a:lnTo>
                      <a:pt x="272" y="631"/>
                    </a:lnTo>
                    <a:lnTo>
                      <a:pt x="272" y="647"/>
                    </a:lnTo>
                    <a:lnTo>
                      <a:pt x="280" y="663"/>
                    </a:lnTo>
                    <a:lnTo>
                      <a:pt x="288" y="671"/>
                    </a:lnTo>
                    <a:lnTo>
                      <a:pt x="288" y="687"/>
                    </a:lnTo>
                    <a:lnTo>
                      <a:pt x="296" y="703"/>
                    </a:lnTo>
                    <a:lnTo>
                      <a:pt x="296" y="711"/>
                    </a:lnTo>
                    <a:lnTo>
                      <a:pt x="304" y="727"/>
                    </a:lnTo>
                    <a:lnTo>
                      <a:pt x="312" y="743"/>
                    </a:lnTo>
                    <a:lnTo>
                      <a:pt x="312" y="751"/>
                    </a:lnTo>
                    <a:lnTo>
                      <a:pt x="320" y="767"/>
                    </a:lnTo>
                    <a:lnTo>
                      <a:pt x="320" y="775"/>
                    </a:lnTo>
                    <a:lnTo>
                      <a:pt x="328" y="791"/>
                    </a:lnTo>
                    <a:lnTo>
                      <a:pt x="336" y="807"/>
                    </a:lnTo>
                    <a:lnTo>
                      <a:pt x="336" y="815"/>
                    </a:lnTo>
                    <a:lnTo>
                      <a:pt x="344" y="831"/>
                    </a:lnTo>
                    <a:lnTo>
                      <a:pt x="344" y="839"/>
                    </a:lnTo>
                    <a:lnTo>
                      <a:pt x="352" y="855"/>
                    </a:lnTo>
                    <a:lnTo>
                      <a:pt x="352" y="863"/>
                    </a:lnTo>
                    <a:lnTo>
                      <a:pt x="360" y="879"/>
                    </a:lnTo>
                    <a:lnTo>
                      <a:pt x="368" y="895"/>
                    </a:lnTo>
                    <a:lnTo>
                      <a:pt x="368" y="903"/>
                    </a:lnTo>
                    <a:lnTo>
                      <a:pt x="376" y="919"/>
                    </a:lnTo>
                    <a:lnTo>
                      <a:pt x="376" y="927"/>
                    </a:lnTo>
                    <a:lnTo>
                      <a:pt x="384" y="935"/>
                    </a:lnTo>
                    <a:lnTo>
                      <a:pt x="392" y="951"/>
                    </a:lnTo>
                    <a:lnTo>
                      <a:pt x="392" y="959"/>
                    </a:lnTo>
                    <a:lnTo>
                      <a:pt x="400" y="975"/>
                    </a:lnTo>
                    <a:lnTo>
                      <a:pt x="400" y="983"/>
                    </a:lnTo>
                    <a:lnTo>
                      <a:pt x="408" y="991"/>
                    </a:lnTo>
                    <a:lnTo>
                      <a:pt x="416" y="1007"/>
                    </a:lnTo>
                    <a:lnTo>
                      <a:pt x="416" y="1015"/>
                    </a:lnTo>
                    <a:lnTo>
                      <a:pt x="424" y="1031"/>
                    </a:lnTo>
                    <a:lnTo>
                      <a:pt x="424" y="1039"/>
                    </a:lnTo>
                    <a:lnTo>
                      <a:pt x="432" y="1047"/>
                    </a:lnTo>
                    <a:lnTo>
                      <a:pt x="440" y="1055"/>
                    </a:lnTo>
                    <a:lnTo>
                      <a:pt x="440" y="1071"/>
                    </a:lnTo>
                    <a:lnTo>
                      <a:pt x="448" y="1079"/>
                    </a:lnTo>
                    <a:lnTo>
                      <a:pt x="448" y="1087"/>
                    </a:lnTo>
                    <a:lnTo>
                      <a:pt x="456" y="1095"/>
                    </a:lnTo>
                    <a:lnTo>
                      <a:pt x="464" y="1103"/>
                    </a:lnTo>
                    <a:lnTo>
                      <a:pt x="464" y="1111"/>
                    </a:lnTo>
                    <a:lnTo>
                      <a:pt x="472" y="1127"/>
                    </a:lnTo>
                    <a:lnTo>
                      <a:pt x="472" y="1135"/>
                    </a:lnTo>
                    <a:lnTo>
                      <a:pt x="480" y="1143"/>
                    </a:lnTo>
                    <a:lnTo>
                      <a:pt x="488" y="1151"/>
                    </a:lnTo>
                    <a:lnTo>
                      <a:pt x="488" y="1159"/>
                    </a:lnTo>
                    <a:lnTo>
                      <a:pt x="496" y="1167"/>
                    </a:lnTo>
                    <a:lnTo>
                      <a:pt x="496" y="1175"/>
                    </a:lnTo>
                    <a:lnTo>
                      <a:pt x="504" y="1183"/>
                    </a:lnTo>
                    <a:lnTo>
                      <a:pt x="512" y="1191"/>
                    </a:lnTo>
                    <a:lnTo>
                      <a:pt x="520" y="1199"/>
                    </a:lnTo>
                    <a:lnTo>
                      <a:pt x="520" y="1207"/>
                    </a:lnTo>
                    <a:lnTo>
                      <a:pt x="528" y="1215"/>
                    </a:lnTo>
                    <a:lnTo>
                      <a:pt x="544" y="1231"/>
                    </a:lnTo>
                    <a:lnTo>
                      <a:pt x="544" y="1239"/>
                    </a:lnTo>
                    <a:lnTo>
                      <a:pt x="552" y="1247"/>
                    </a:lnTo>
                    <a:lnTo>
                      <a:pt x="560" y="1255"/>
                    </a:lnTo>
                    <a:lnTo>
                      <a:pt x="568" y="1262"/>
                    </a:lnTo>
                    <a:lnTo>
                      <a:pt x="576" y="1270"/>
                    </a:lnTo>
                    <a:lnTo>
                      <a:pt x="584" y="1270"/>
                    </a:lnTo>
                    <a:lnTo>
                      <a:pt x="592" y="1278"/>
                    </a:lnTo>
                    <a:lnTo>
                      <a:pt x="600" y="1286"/>
                    </a:lnTo>
                    <a:lnTo>
                      <a:pt x="608" y="1286"/>
                    </a:lnTo>
                    <a:lnTo>
                      <a:pt x="616" y="1294"/>
                    </a:lnTo>
                    <a:lnTo>
                      <a:pt x="624" y="1294"/>
                    </a:lnTo>
                    <a:lnTo>
                      <a:pt x="632" y="1294"/>
                    </a:lnTo>
                    <a:lnTo>
                      <a:pt x="640" y="1302"/>
                    </a:lnTo>
                    <a:lnTo>
                      <a:pt x="648" y="1302"/>
                    </a:lnTo>
                    <a:lnTo>
                      <a:pt x="656" y="1302"/>
                    </a:lnTo>
                    <a:lnTo>
                      <a:pt x="665" y="1302"/>
                    </a:lnTo>
                    <a:lnTo>
                      <a:pt x="673" y="1294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80" name="Freeform 16"/>
              <p:cNvSpPr>
                <a:spLocks/>
              </p:cNvSpPr>
              <p:nvPr/>
            </p:nvSpPr>
            <p:spPr bwMode="auto">
              <a:xfrm>
                <a:off x="3407" y="1446"/>
                <a:ext cx="648" cy="1318"/>
              </a:xfrm>
              <a:custGeom>
                <a:avLst/>
                <a:gdLst/>
                <a:ahLst/>
                <a:cxnLst>
                  <a:cxn ang="0">
                    <a:pos x="16" y="1318"/>
                  </a:cxn>
                  <a:cxn ang="0">
                    <a:pos x="40" y="1302"/>
                  </a:cxn>
                  <a:cxn ang="0">
                    <a:pos x="64" y="1286"/>
                  </a:cxn>
                  <a:cxn ang="0">
                    <a:pos x="80" y="1263"/>
                  </a:cxn>
                  <a:cxn ang="0">
                    <a:pos x="104" y="1239"/>
                  </a:cxn>
                  <a:cxn ang="0">
                    <a:pos x="120" y="1215"/>
                  </a:cxn>
                  <a:cxn ang="0">
                    <a:pos x="136" y="1191"/>
                  </a:cxn>
                  <a:cxn ang="0">
                    <a:pos x="152" y="1167"/>
                  </a:cxn>
                  <a:cxn ang="0">
                    <a:pos x="168" y="1143"/>
                  </a:cxn>
                  <a:cxn ang="0">
                    <a:pos x="176" y="1119"/>
                  </a:cxn>
                  <a:cxn ang="0">
                    <a:pos x="192" y="1087"/>
                  </a:cxn>
                  <a:cxn ang="0">
                    <a:pos x="208" y="1055"/>
                  </a:cxn>
                  <a:cxn ang="0">
                    <a:pos x="224" y="1023"/>
                  </a:cxn>
                  <a:cxn ang="0">
                    <a:pos x="240" y="991"/>
                  </a:cxn>
                  <a:cxn ang="0">
                    <a:pos x="248" y="959"/>
                  </a:cxn>
                  <a:cxn ang="0">
                    <a:pos x="264" y="927"/>
                  </a:cxn>
                  <a:cxn ang="0">
                    <a:pos x="280" y="887"/>
                  </a:cxn>
                  <a:cxn ang="0">
                    <a:pos x="296" y="847"/>
                  </a:cxn>
                  <a:cxn ang="0">
                    <a:pos x="304" y="815"/>
                  </a:cxn>
                  <a:cxn ang="0">
                    <a:pos x="320" y="775"/>
                  </a:cxn>
                  <a:cxn ang="0">
                    <a:pos x="336" y="735"/>
                  </a:cxn>
                  <a:cxn ang="0">
                    <a:pos x="352" y="695"/>
                  </a:cxn>
                  <a:cxn ang="0">
                    <a:pos x="368" y="655"/>
                  </a:cxn>
                  <a:cxn ang="0">
                    <a:pos x="376" y="615"/>
                  </a:cxn>
                  <a:cxn ang="0">
                    <a:pos x="392" y="575"/>
                  </a:cxn>
                  <a:cxn ang="0">
                    <a:pos x="408" y="535"/>
                  </a:cxn>
                  <a:cxn ang="0">
                    <a:pos x="424" y="495"/>
                  </a:cxn>
                  <a:cxn ang="0">
                    <a:pos x="440" y="455"/>
                  </a:cxn>
                  <a:cxn ang="0">
                    <a:pos x="448" y="415"/>
                  </a:cxn>
                  <a:cxn ang="0">
                    <a:pos x="464" y="383"/>
                  </a:cxn>
                  <a:cxn ang="0">
                    <a:pos x="480" y="343"/>
                  </a:cxn>
                  <a:cxn ang="0">
                    <a:pos x="496" y="303"/>
                  </a:cxn>
                  <a:cxn ang="0">
                    <a:pos x="504" y="271"/>
                  </a:cxn>
                  <a:cxn ang="0">
                    <a:pos x="520" y="239"/>
                  </a:cxn>
                  <a:cxn ang="0">
                    <a:pos x="536" y="207"/>
                  </a:cxn>
                  <a:cxn ang="0">
                    <a:pos x="552" y="175"/>
                  </a:cxn>
                  <a:cxn ang="0">
                    <a:pos x="568" y="143"/>
                  </a:cxn>
                  <a:cxn ang="0">
                    <a:pos x="576" y="112"/>
                  </a:cxn>
                  <a:cxn ang="0">
                    <a:pos x="592" y="88"/>
                  </a:cxn>
                  <a:cxn ang="0">
                    <a:pos x="608" y="64"/>
                  </a:cxn>
                  <a:cxn ang="0">
                    <a:pos x="624" y="40"/>
                  </a:cxn>
                  <a:cxn ang="0">
                    <a:pos x="632" y="16"/>
                  </a:cxn>
                </a:cxnLst>
                <a:rect l="0" t="0" r="r" b="b"/>
                <a:pathLst>
                  <a:path w="648" h="1318">
                    <a:moveTo>
                      <a:pt x="0" y="1318"/>
                    </a:moveTo>
                    <a:lnTo>
                      <a:pt x="8" y="1318"/>
                    </a:lnTo>
                    <a:lnTo>
                      <a:pt x="16" y="1318"/>
                    </a:lnTo>
                    <a:lnTo>
                      <a:pt x="24" y="1310"/>
                    </a:lnTo>
                    <a:lnTo>
                      <a:pt x="32" y="1310"/>
                    </a:lnTo>
                    <a:lnTo>
                      <a:pt x="40" y="1302"/>
                    </a:lnTo>
                    <a:lnTo>
                      <a:pt x="48" y="1294"/>
                    </a:lnTo>
                    <a:lnTo>
                      <a:pt x="56" y="1294"/>
                    </a:lnTo>
                    <a:lnTo>
                      <a:pt x="64" y="1286"/>
                    </a:lnTo>
                    <a:lnTo>
                      <a:pt x="72" y="1279"/>
                    </a:lnTo>
                    <a:lnTo>
                      <a:pt x="88" y="1263"/>
                    </a:lnTo>
                    <a:lnTo>
                      <a:pt x="80" y="1263"/>
                    </a:lnTo>
                    <a:lnTo>
                      <a:pt x="88" y="1263"/>
                    </a:lnTo>
                    <a:lnTo>
                      <a:pt x="104" y="1247"/>
                    </a:lnTo>
                    <a:lnTo>
                      <a:pt x="104" y="1239"/>
                    </a:lnTo>
                    <a:lnTo>
                      <a:pt x="112" y="1231"/>
                    </a:lnTo>
                    <a:lnTo>
                      <a:pt x="120" y="1223"/>
                    </a:lnTo>
                    <a:lnTo>
                      <a:pt x="120" y="1215"/>
                    </a:lnTo>
                    <a:lnTo>
                      <a:pt x="128" y="1207"/>
                    </a:lnTo>
                    <a:lnTo>
                      <a:pt x="128" y="1199"/>
                    </a:lnTo>
                    <a:lnTo>
                      <a:pt x="136" y="1191"/>
                    </a:lnTo>
                    <a:lnTo>
                      <a:pt x="144" y="1183"/>
                    </a:lnTo>
                    <a:lnTo>
                      <a:pt x="144" y="1175"/>
                    </a:lnTo>
                    <a:lnTo>
                      <a:pt x="152" y="1167"/>
                    </a:lnTo>
                    <a:lnTo>
                      <a:pt x="152" y="1159"/>
                    </a:lnTo>
                    <a:lnTo>
                      <a:pt x="160" y="1151"/>
                    </a:lnTo>
                    <a:lnTo>
                      <a:pt x="168" y="1143"/>
                    </a:lnTo>
                    <a:lnTo>
                      <a:pt x="168" y="1135"/>
                    </a:lnTo>
                    <a:lnTo>
                      <a:pt x="176" y="1127"/>
                    </a:lnTo>
                    <a:lnTo>
                      <a:pt x="176" y="1119"/>
                    </a:lnTo>
                    <a:lnTo>
                      <a:pt x="184" y="1111"/>
                    </a:lnTo>
                    <a:lnTo>
                      <a:pt x="192" y="1095"/>
                    </a:lnTo>
                    <a:lnTo>
                      <a:pt x="192" y="1087"/>
                    </a:lnTo>
                    <a:lnTo>
                      <a:pt x="200" y="1079"/>
                    </a:lnTo>
                    <a:lnTo>
                      <a:pt x="200" y="1071"/>
                    </a:lnTo>
                    <a:lnTo>
                      <a:pt x="208" y="1055"/>
                    </a:lnTo>
                    <a:lnTo>
                      <a:pt x="216" y="1047"/>
                    </a:lnTo>
                    <a:lnTo>
                      <a:pt x="216" y="1039"/>
                    </a:lnTo>
                    <a:lnTo>
                      <a:pt x="224" y="1023"/>
                    </a:lnTo>
                    <a:lnTo>
                      <a:pt x="224" y="1015"/>
                    </a:lnTo>
                    <a:lnTo>
                      <a:pt x="232" y="1007"/>
                    </a:lnTo>
                    <a:lnTo>
                      <a:pt x="240" y="991"/>
                    </a:lnTo>
                    <a:lnTo>
                      <a:pt x="240" y="983"/>
                    </a:lnTo>
                    <a:lnTo>
                      <a:pt x="248" y="967"/>
                    </a:lnTo>
                    <a:lnTo>
                      <a:pt x="248" y="959"/>
                    </a:lnTo>
                    <a:lnTo>
                      <a:pt x="256" y="943"/>
                    </a:lnTo>
                    <a:lnTo>
                      <a:pt x="256" y="935"/>
                    </a:lnTo>
                    <a:lnTo>
                      <a:pt x="264" y="927"/>
                    </a:lnTo>
                    <a:lnTo>
                      <a:pt x="272" y="911"/>
                    </a:lnTo>
                    <a:lnTo>
                      <a:pt x="272" y="895"/>
                    </a:lnTo>
                    <a:lnTo>
                      <a:pt x="280" y="887"/>
                    </a:lnTo>
                    <a:lnTo>
                      <a:pt x="280" y="871"/>
                    </a:lnTo>
                    <a:lnTo>
                      <a:pt x="288" y="863"/>
                    </a:lnTo>
                    <a:lnTo>
                      <a:pt x="296" y="847"/>
                    </a:lnTo>
                    <a:lnTo>
                      <a:pt x="296" y="839"/>
                    </a:lnTo>
                    <a:lnTo>
                      <a:pt x="304" y="823"/>
                    </a:lnTo>
                    <a:lnTo>
                      <a:pt x="304" y="815"/>
                    </a:lnTo>
                    <a:lnTo>
                      <a:pt x="312" y="799"/>
                    </a:lnTo>
                    <a:lnTo>
                      <a:pt x="320" y="783"/>
                    </a:lnTo>
                    <a:lnTo>
                      <a:pt x="320" y="775"/>
                    </a:lnTo>
                    <a:lnTo>
                      <a:pt x="328" y="759"/>
                    </a:lnTo>
                    <a:lnTo>
                      <a:pt x="328" y="743"/>
                    </a:lnTo>
                    <a:lnTo>
                      <a:pt x="336" y="735"/>
                    </a:lnTo>
                    <a:lnTo>
                      <a:pt x="344" y="719"/>
                    </a:lnTo>
                    <a:lnTo>
                      <a:pt x="344" y="711"/>
                    </a:lnTo>
                    <a:lnTo>
                      <a:pt x="352" y="695"/>
                    </a:lnTo>
                    <a:lnTo>
                      <a:pt x="352" y="679"/>
                    </a:lnTo>
                    <a:lnTo>
                      <a:pt x="360" y="671"/>
                    </a:lnTo>
                    <a:lnTo>
                      <a:pt x="368" y="655"/>
                    </a:lnTo>
                    <a:lnTo>
                      <a:pt x="368" y="639"/>
                    </a:lnTo>
                    <a:lnTo>
                      <a:pt x="376" y="631"/>
                    </a:lnTo>
                    <a:lnTo>
                      <a:pt x="376" y="615"/>
                    </a:lnTo>
                    <a:lnTo>
                      <a:pt x="384" y="599"/>
                    </a:lnTo>
                    <a:lnTo>
                      <a:pt x="392" y="591"/>
                    </a:lnTo>
                    <a:lnTo>
                      <a:pt x="392" y="575"/>
                    </a:lnTo>
                    <a:lnTo>
                      <a:pt x="400" y="559"/>
                    </a:lnTo>
                    <a:lnTo>
                      <a:pt x="400" y="551"/>
                    </a:lnTo>
                    <a:lnTo>
                      <a:pt x="408" y="535"/>
                    </a:lnTo>
                    <a:lnTo>
                      <a:pt x="416" y="519"/>
                    </a:lnTo>
                    <a:lnTo>
                      <a:pt x="416" y="511"/>
                    </a:lnTo>
                    <a:lnTo>
                      <a:pt x="424" y="495"/>
                    </a:lnTo>
                    <a:lnTo>
                      <a:pt x="424" y="479"/>
                    </a:lnTo>
                    <a:lnTo>
                      <a:pt x="432" y="471"/>
                    </a:lnTo>
                    <a:lnTo>
                      <a:pt x="440" y="455"/>
                    </a:lnTo>
                    <a:lnTo>
                      <a:pt x="440" y="447"/>
                    </a:lnTo>
                    <a:lnTo>
                      <a:pt x="448" y="431"/>
                    </a:lnTo>
                    <a:lnTo>
                      <a:pt x="448" y="415"/>
                    </a:lnTo>
                    <a:lnTo>
                      <a:pt x="456" y="407"/>
                    </a:lnTo>
                    <a:lnTo>
                      <a:pt x="456" y="391"/>
                    </a:lnTo>
                    <a:lnTo>
                      <a:pt x="464" y="383"/>
                    </a:lnTo>
                    <a:lnTo>
                      <a:pt x="472" y="367"/>
                    </a:lnTo>
                    <a:lnTo>
                      <a:pt x="472" y="359"/>
                    </a:lnTo>
                    <a:lnTo>
                      <a:pt x="480" y="343"/>
                    </a:lnTo>
                    <a:lnTo>
                      <a:pt x="480" y="327"/>
                    </a:lnTo>
                    <a:lnTo>
                      <a:pt x="488" y="319"/>
                    </a:lnTo>
                    <a:lnTo>
                      <a:pt x="496" y="303"/>
                    </a:lnTo>
                    <a:lnTo>
                      <a:pt x="496" y="295"/>
                    </a:lnTo>
                    <a:lnTo>
                      <a:pt x="504" y="287"/>
                    </a:lnTo>
                    <a:lnTo>
                      <a:pt x="504" y="271"/>
                    </a:lnTo>
                    <a:lnTo>
                      <a:pt x="512" y="263"/>
                    </a:lnTo>
                    <a:lnTo>
                      <a:pt x="520" y="247"/>
                    </a:lnTo>
                    <a:lnTo>
                      <a:pt x="520" y="239"/>
                    </a:lnTo>
                    <a:lnTo>
                      <a:pt x="528" y="223"/>
                    </a:lnTo>
                    <a:lnTo>
                      <a:pt x="528" y="215"/>
                    </a:lnTo>
                    <a:lnTo>
                      <a:pt x="536" y="207"/>
                    </a:lnTo>
                    <a:lnTo>
                      <a:pt x="544" y="191"/>
                    </a:lnTo>
                    <a:lnTo>
                      <a:pt x="544" y="183"/>
                    </a:lnTo>
                    <a:lnTo>
                      <a:pt x="552" y="175"/>
                    </a:lnTo>
                    <a:lnTo>
                      <a:pt x="552" y="159"/>
                    </a:lnTo>
                    <a:lnTo>
                      <a:pt x="560" y="151"/>
                    </a:lnTo>
                    <a:lnTo>
                      <a:pt x="568" y="143"/>
                    </a:lnTo>
                    <a:lnTo>
                      <a:pt x="568" y="135"/>
                    </a:lnTo>
                    <a:lnTo>
                      <a:pt x="576" y="128"/>
                    </a:lnTo>
                    <a:lnTo>
                      <a:pt x="576" y="112"/>
                    </a:lnTo>
                    <a:lnTo>
                      <a:pt x="584" y="104"/>
                    </a:lnTo>
                    <a:lnTo>
                      <a:pt x="592" y="96"/>
                    </a:lnTo>
                    <a:lnTo>
                      <a:pt x="592" y="88"/>
                    </a:lnTo>
                    <a:lnTo>
                      <a:pt x="600" y="80"/>
                    </a:lnTo>
                    <a:lnTo>
                      <a:pt x="600" y="72"/>
                    </a:lnTo>
                    <a:lnTo>
                      <a:pt x="608" y="64"/>
                    </a:lnTo>
                    <a:lnTo>
                      <a:pt x="616" y="56"/>
                    </a:lnTo>
                    <a:lnTo>
                      <a:pt x="616" y="48"/>
                    </a:lnTo>
                    <a:lnTo>
                      <a:pt x="624" y="40"/>
                    </a:lnTo>
                    <a:lnTo>
                      <a:pt x="624" y="32"/>
                    </a:lnTo>
                    <a:lnTo>
                      <a:pt x="632" y="24"/>
                    </a:lnTo>
                    <a:lnTo>
                      <a:pt x="632" y="16"/>
                    </a:lnTo>
                    <a:lnTo>
                      <a:pt x="640" y="8"/>
                    </a:lnTo>
                    <a:lnTo>
                      <a:pt x="648" y="0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81" name="Freeform 17"/>
              <p:cNvSpPr>
                <a:spLocks/>
              </p:cNvSpPr>
              <p:nvPr/>
            </p:nvSpPr>
            <p:spPr bwMode="auto">
              <a:xfrm>
                <a:off x="4055" y="1358"/>
                <a:ext cx="697" cy="1159"/>
              </a:xfrm>
              <a:custGeom>
                <a:avLst/>
                <a:gdLst/>
                <a:ahLst/>
                <a:cxnLst>
                  <a:cxn ang="0">
                    <a:pos x="8" y="72"/>
                  </a:cxn>
                  <a:cxn ang="0">
                    <a:pos x="32" y="48"/>
                  </a:cxn>
                  <a:cxn ang="0">
                    <a:pos x="56" y="24"/>
                  </a:cxn>
                  <a:cxn ang="0">
                    <a:pos x="80" y="16"/>
                  </a:cxn>
                  <a:cxn ang="0">
                    <a:pos x="104" y="8"/>
                  </a:cxn>
                  <a:cxn ang="0">
                    <a:pos x="128" y="0"/>
                  </a:cxn>
                  <a:cxn ang="0">
                    <a:pos x="152" y="8"/>
                  </a:cxn>
                  <a:cxn ang="0">
                    <a:pos x="176" y="16"/>
                  </a:cxn>
                  <a:cxn ang="0">
                    <a:pos x="200" y="32"/>
                  </a:cxn>
                  <a:cxn ang="0">
                    <a:pos x="224" y="56"/>
                  </a:cxn>
                  <a:cxn ang="0">
                    <a:pos x="240" y="72"/>
                  </a:cxn>
                  <a:cxn ang="0">
                    <a:pos x="256" y="96"/>
                  </a:cxn>
                  <a:cxn ang="0">
                    <a:pos x="272" y="120"/>
                  </a:cxn>
                  <a:cxn ang="0">
                    <a:pos x="288" y="144"/>
                  </a:cxn>
                  <a:cxn ang="0">
                    <a:pos x="304" y="168"/>
                  </a:cxn>
                  <a:cxn ang="0">
                    <a:pos x="320" y="192"/>
                  </a:cxn>
                  <a:cxn ang="0">
                    <a:pos x="328" y="223"/>
                  </a:cxn>
                  <a:cxn ang="0">
                    <a:pos x="344" y="247"/>
                  </a:cxn>
                  <a:cxn ang="0">
                    <a:pos x="360" y="279"/>
                  </a:cxn>
                  <a:cxn ang="0">
                    <a:pos x="377" y="311"/>
                  </a:cxn>
                  <a:cxn ang="0">
                    <a:pos x="385" y="351"/>
                  </a:cxn>
                  <a:cxn ang="0">
                    <a:pos x="401" y="383"/>
                  </a:cxn>
                  <a:cxn ang="0">
                    <a:pos x="417" y="415"/>
                  </a:cxn>
                  <a:cxn ang="0">
                    <a:pos x="433" y="455"/>
                  </a:cxn>
                  <a:cxn ang="0">
                    <a:pos x="449" y="495"/>
                  </a:cxn>
                  <a:cxn ang="0">
                    <a:pos x="457" y="535"/>
                  </a:cxn>
                  <a:cxn ang="0">
                    <a:pos x="473" y="567"/>
                  </a:cxn>
                  <a:cxn ang="0">
                    <a:pos x="489" y="607"/>
                  </a:cxn>
                  <a:cxn ang="0">
                    <a:pos x="505" y="647"/>
                  </a:cxn>
                  <a:cxn ang="0">
                    <a:pos x="521" y="687"/>
                  </a:cxn>
                  <a:cxn ang="0">
                    <a:pos x="529" y="727"/>
                  </a:cxn>
                  <a:cxn ang="0">
                    <a:pos x="545" y="767"/>
                  </a:cxn>
                  <a:cxn ang="0">
                    <a:pos x="561" y="807"/>
                  </a:cxn>
                  <a:cxn ang="0">
                    <a:pos x="577" y="847"/>
                  </a:cxn>
                  <a:cxn ang="0">
                    <a:pos x="585" y="887"/>
                  </a:cxn>
                  <a:cxn ang="0">
                    <a:pos x="601" y="927"/>
                  </a:cxn>
                  <a:cxn ang="0">
                    <a:pos x="617" y="959"/>
                  </a:cxn>
                  <a:cxn ang="0">
                    <a:pos x="633" y="999"/>
                  </a:cxn>
                  <a:cxn ang="0">
                    <a:pos x="649" y="1031"/>
                  </a:cxn>
                  <a:cxn ang="0">
                    <a:pos x="657" y="1071"/>
                  </a:cxn>
                  <a:cxn ang="0">
                    <a:pos x="673" y="1103"/>
                  </a:cxn>
                  <a:cxn ang="0">
                    <a:pos x="689" y="1135"/>
                  </a:cxn>
                </a:cxnLst>
                <a:rect l="0" t="0" r="r" b="b"/>
                <a:pathLst>
                  <a:path w="697" h="1159">
                    <a:moveTo>
                      <a:pt x="0" y="88"/>
                    </a:moveTo>
                    <a:lnTo>
                      <a:pt x="16" y="72"/>
                    </a:lnTo>
                    <a:lnTo>
                      <a:pt x="8" y="72"/>
                    </a:lnTo>
                    <a:lnTo>
                      <a:pt x="16" y="72"/>
                    </a:lnTo>
                    <a:lnTo>
                      <a:pt x="32" y="56"/>
                    </a:lnTo>
                    <a:lnTo>
                      <a:pt x="32" y="48"/>
                    </a:lnTo>
                    <a:lnTo>
                      <a:pt x="40" y="40"/>
                    </a:lnTo>
                    <a:lnTo>
                      <a:pt x="48" y="32"/>
                    </a:lnTo>
                    <a:lnTo>
                      <a:pt x="56" y="24"/>
                    </a:lnTo>
                    <a:lnTo>
                      <a:pt x="64" y="24"/>
                    </a:lnTo>
                    <a:lnTo>
                      <a:pt x="72" y="16"/>
                    </a:lnTo>
                    <a:lnTo>
                      <a:pt x="80" y="16"/>
                    </a:lnTo>
                    <a:lnTo>
                      <a:pt x="88" y="8"/>
                    </a:lnTo>
                    <a:lnTo>
                      <a:pt x="96" y="8"/>
                    </a:lnTo>
                    <a:lnTo>
                      <a:pt x="104" y="8"/>
                    </a:lnTo>
                    <a:lnTo>
                      <a:pt x="112" y="8"/>
                    </a:lnTo>
                    <a:lnTo>
                      <a:pt x="120" y="0"/>
                    </a:lnTo>
                    <a:lnTo>
                      <a:pt x="128" y="0"/>
                    </a:lnTo>
                    <a:lnTo>
                      <a:pt x="136" y="0"/>
                    </a:lnTo>
                    <a:lnTo>
                      <a:pt x="144" y="8"/>
                    </a:lnTo>
                    <a:lnTo>
                      <a:pt x="152" y="8"/>
                    </a:lnTo>
                    <a:lnTo>
                      <a:pt x="160" y="8"/>
                    </a:lnTo>
                    <a:lnTo>
                      <a:pt x="168" y="16"/>
                    </a:lnTo>
                    <a:lnTo>
                      <a:pt x="176" y="16"/>
                    </a:lnTo>
                    <a:lnTo>
                      <a:pt x="184" y="24"/>
                    </a:lnTo>
                    <a:lnTo>
                      <a:pt x="192" y="24"/>
                    </a:lnTo>
                    <a:lnTo>
                      <a:pt x="200" y="32"/>
                    </a:lnTo>
                    <a:lnTo>
                      <a:pt x="208" y="40"/>
                    </a:lnTo>
                    <a:lnTo>
                      <a:pt x="216" y="48"/>
                    </a:lnTo>
                    <a:lnTo>
                      <a:pt x="224" y="56"/>
                    </a:lnTo>
                    <a:lnTo>
                      <a:pt x="240" y="72"/>
                    </a:lnTo>
                    <a:lnTo>
                      <a:pt x="232" y="72"/>
                    </a:lnTo>
                    <a:lnTo>
                      <a:pt x="240" y="72"/>
                    </a:lnTo>
                    <a:lnTo>
                      <a:pt x="248" y="80"/>
                    </a:lnTo>
                    <a:lnTo>
                      <a:pt x="248" y="88"/>
                    </a:lnTo>
                    <a:lnTo>
                      <a:pt x="256" y="96"/>
                    </a:lnTo>
                    <a:lnTo>
                      <a:pt x="264" y="104"/>
                    </a:lnTo>
                    <a:lnTo>
                      <a:pt x="272" y="112"/>
                    </a:lnTo>
                    <a:lnTo>
                      <a:pt x="272" y="120"/>
                    </a:lnTo>
                    <a:lnTo>
                      <a:pt x="280" y="128"/>
                    </a:lnTo>
                    <a:lnTo>
                      <a:pt x="280" y="136"/>
                    </a:lnTo>
                    <a:lnTo>
                      <a:pt x="288" y="144"/>
                    </a:lnTo>
                    <a:lnTo>
                      <a:pt x="296" y="152"/>
                    </a:lnTo>
                    <a:lnTo>
                      <a:pt x="296" y="160"/>
                    </a:lnTo>
                    <a:lnTo>
                      <a:pt x="304" y="168"/>
                    </a:lnTo>
                    <a:lnTo>
                      <a:pt x="304" y="176"/>
                    </a:lnTo>
                    <a:lnTo>
                      <a:pt x="312" y="184"/>
                    </a:lnTo>
                    <a:lnTo>
                      <a:pt x="320" y="192"/>
                    </a:lnTo>
                    <a:lnTo>
                      <a:pt x="320" y="200"/>
                    </a:lnTo>
                    <a:lnTo>
                      <a:pt x="328" y="216"/>
                    </a:lnTo>
                    <a:lnTo>
                      <a:pt x="328" y="223"/>
                    </a:lnTo>
                    <a:lnTo>
                      <a:pt x="336" y="231"/>
                    </a:lnTo>
                    <a:lnTo>
                      <a:pt x="344" y="239"/>
                    </a:lnTo>
                    <a:lnTo>
                      <a:pt x="344" y="247"/>
                    </a:lnTo>
                    <a:lnTo>
                      <a:pt x="352" y="263"/>
                    </a:lnTo>
                    <a:lnTo>
                      <a:pt x="352" y="271"/>
                    </a:lnTo>
                    <a:lnTo>
                      <a:pt x="360" y="279"/>
                    </a:lnTo>
                    <a:lnTo>
                      <a:pt x="369" y="295"/>
                    </a:lnTo>
                    <a:lnTo>
                      <a:pt x="369" y="303"/>
                    </a:lnTo>
                    <a:lnTo>
                      <a:pt x="377" y="311"/>
                    </a:lnTo>
                    <a:lnTo>
                      <a:pt x="377" y="327"/>
                    </a:lnTo>
                    <a:lnTo>
                      <a:pt x="385" y="335"/>
                    </a:lnTo>
                    <a:lnTo>
                      <a:pt x="385" y="351"/>
                    </a:lnTo>
                    <a:lnTo>
                      <a:pt x="393" y="359"/>
                    </a:lnTo>
                    <a:lnTo>
                      <a:pt x="401" y="375"/>
                    </a:lnTo>
                    <a:lnTo>
                      <a:pt x="401" y="383"/>
                    </a:lnTo>
                    <a:lnTo>
                      <a:pt x="409" y="391"/>
                    </a:lnTo>
                    <a:lnTo>
                      <a:pt x="409" y="407"/>
                    </a:lnTo>
                    <a:lnTo>
                      <a:pt x="417" y="415"/>
                    </a:lnTo>
                    <a:lnTo>
                      <a:pt x="425" y="431"/>
                    </a:lnTo>
                    <a:lnTo>
                      <a:pt x="425" y="447"/>
                    </a:lnTo>
                    <a:lnTo>
                      <a:pt x="433" y="455"/>
                    </a:lnTo>
                    <a:lnTo>
                      <a:pt x="433" y="471"/>
                    </a:lnTo>
                    <a:lnTo>
                      <a:pt x="441" y="479"/>
                    </a:lnTo>
                    <a:lnTo>
                      <a:pt x="449" y="495"/>
                    </a:lnTo>
                    <a:lnTo>
                      <a:pt x="449" y="503"/>
                    </a:lnTo>
                    <a:lnTo>
                      <a:pt x="457" y="519"/>
                    </a:lnTo>
                    <a:lnTo>
                      <a:pt x="457" y="535"/>
                    </a:lnTo>
                    <a:lnTo>
                      <a:pt x="465" y="543"/>
                    </a:lnTo>
                    <a:lnTo>
                      <a:pt x="473" y="559"/>
                    </a:lnTo>
                    <a:lnTo>
                      <a:pt x="473" y="567"/>
                    </a:lnTo>
                    <a:lnTo>
                      <a:pt x="481" y="583"/>
                    </a:lnTo>
                    <a:lnTo>
                      <a:pt x="481" y="599"/>
                    </a:lnTo>
                    <a:lnTo>
                      <a:pt x="489" y="607"/>
                    </a:lnTo>
                    <a:lnTo>
                      <a:pt x="497" y="623"/>
                    </a:lnTo>
                    <a:lnTo>
                      <a:pt x="497" y="639"/>
                    </a:lnTo>
                    <a:lnTo>
                      <a:pt x="505" y="647"/>
                    </a:lnTo>
                    <a:lnTo>
                      <a:pt x="505" y="663"/>
                    </a:lnTo>
                    <a:lnTo>
                      <a:pt x="513" y="679"/>
                    </a:lnTo>
                    <a:lnTo>
                      <a:pt x="521" y="687"/>
                    </a:lnTo>
                    <a:lnTo>
                      <a:pt x="521" y="703"/>
                    </a:lnTo>
                    <a:lnTo>
                      <a:pt x="529" y="719"/>
                    </a:lnTo>
                    <a:lnTo>
                      <a:pt x="529" y="727"/>
                    </a:lnTo>
                    <a:lnTo>
                      <a:pt x="537" y="743"/>
                    </a:lnTo>
                    <a:lnTo>
                      <a:pt x="545" y="759"/>
                    </a:lnTo>
                    <a:lnTo>
                      <a:pt x="545" y="767"/>
                    </a:lnTo>
                    <a:lnTo>
                      <a:pt x="553" y="783"/>
                    </a:lnTo>
                    <a:lnTo>
                      <a:pt x="553" y="799"/>
                    </a:lnTo>
                    <a:lnTo>
                      <a:pt x="561" y="807"/>
                    </a:lnTo>
                    <a:lnTo>
                      <a:pt x="561" y="823"/>
                    </a:lnTo>
                    <a:lnTo>
                      <a:pt x="569" y="831"/>
                    </a:lnTo>
                    <a:lnTo>
                      <a:pt x="577" y="847"/>
                    </a:lnTo>
                    <a:lnTo>
                      <a:pt x="577" y="863"/>
                    </a:lnTo>
                    <a:lnTo>
                      <a:pt x="585" y="871"/>
                    </a:lnTo>
                    <a:lnTo>
                      <a:pt x="585" y="887"/>
                    </a:lnTo>
                    <a:lnTo>
                      <a:pt x="593" y="903"/>
                    </a:lnTo>
                    <a:lnTo>
                      <a:pt x="601" y="911"/>
                    </a:lnTo>
                    <a:lnTo>
                      <a:pt x="601" y="927"/>
                    </a:lnTo>
                    <a:lnTo>
                      <a:pt x="609" y="935"/>
                    </a:lnTo>
                    <a:lnTo>
                      <a:pt x="609" y="951"/>
                    </a:lnTo>
                    <a:lnTo>
                      <a:pt x="617" y="959"/>
                    </a:lnTo>
                    <a:lnTo>
                      <a:pt x="625" y="975"/>
                    </a:lnTo>
                    <a:lnTo>
                      <a:pt x="625" y="983"/>
                    </a:lnTo>
                    <a:lnTo>
                      <a:pt x="633" y="999"/>
                    </a:lnTo>
                    <a:lnTo>
                      <a:pt x="633" y="1015"/>
                    </a:lnTo>
                    <a:lnTo>
                      <a:pt x="641" y="1023"/>
                    </a:lnTo>
                    <a:lnTo>
                      <a:pt x="649" y="1031"/>
                    </a:lnTo>
                    <a:lnTo>
                      <a:pt x="649" y="1047"/>
                    </a:lnTo>
                    <a:lnTo>
                      <a:pt x="657" y="1055"/>
                    </a:lnTo>
                    <a:lnTo>
                      <a:pt x="657" y="1071"/>
                    </a:lnTo>
                    <a:lnTo>
                      <a:pt x="665" y="1079"/>
                    </a:lnTo>
                    <a:lnTo>
                      <a:pt x="673" y="1095"/>
                    </a:lnTo>
                    <a:lnTo>
                      <a:pt x="673" y="1103"/>
                    </a:lnTo>
                    <a:lnTo>
                      <a:pt x="681" y="1111"/>
                    </a:lnTo>
                    <a:lnTo>
                      <a:pt x="681" y="1127"/>
                    </a:lnTo>
                    <a:lnTo>
                      <a:pt x="689" y="1135"/>
                    </a:lnTo>
                    <a:lnTo>
                      <a:pt x="697" y="1143"/>
                    </a:lnTo>
                    <a:lnTo>
                      <a:pt x="697" y="1159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82" name="Freeform 18"/>
              <p:cNvSpPr>
                <a:spLocks/>
              </p:cNvSpPr>
              <p:nvPr/>
            </p:nvSpPr>
            <p:spPr bwMode="auto">
              <a:xfrm>
                <a:off x="4752" y="2069"/>
                <a:ext cx="624" cy="703"/>
              </a:xfrm>
              <a:custGeom>
                <a:avLst/>
                <a:gdLst/>
                <a:ahLst/>
                <a:cxnLst>
                  <a:cxn ang="0">
                    <a:pos x="8" y="456"/>
                  </a:cxn>
                  <a:cxn ang="0">
                    <a:pos x="16" y="472"/>
                  </a:cxn>
                  <a:cxn ang="0">
                    <a:pos x="24" y="496"/>
                  </a:cxn>
                  <a:cxn ang="0">
                    <a:pos x="32" y="512"/>
                  </a:cxn>
                  <a:cxn ang="0">
                    <a:pos x="48" y="528"/>
                  </a:cxn>
                  <a:cxn ang="0">
                    <a:pos x="56" y="544"/>
                  </a:cxn>
                  <a:cxn ang="0">
                    <a:pos x="64" y="560"/>
                  </a:cxn>
                  <a:cxn ang="0">
                    <a:pos x="72" y="576"/>
                  </a:cxn>
                  <a:cxn ang="0">
                    <a:pos x="80" y="592"/>
                  </a:cxn>
                  <a:cxn ang="0">
                    <a:pos x="88" y="608"/>
                  </a:cxn>
                  <a:cxn ang="0">
                    <a:pos x="104" y="624"/>
                  </a:cxn>
                  <a:cxn ang="0">
                    <a:pos x="112" y="640"/>
                  </a:cxn>
                  <a:cxn ang="0">
                    <a:pos x="136" y="656"/>
                  </a:cxn>
                  <a:cxn ang="0">
                    <a:pos x="144" y="663"/>
                  </a:cxn>
                  <a:cxn ang="0">
                    <a:pos x="160" y="679"/>
                  </a:cxn>
                  <a:cxn ang="0">
                    <a:pos x="176" y="687"/>
                  </a:cxn>
                  <a:cxn ang="0">
                    <a:pos x="192" y="695"/>
                  </a:cxn>
                  <a:cxn ang="0">
                    <a:pos x="208" y="703"/>
                  </a:cxn>
                  <a:cxn ang="0">
                    <a:pos x="224" y="703"/>
                  </a:cxn>
                  <a:cxn ang="0">
                    <a:pos x="240" y="695"/>
                  </a:cxn>
                  <a:cxn ang="0">
                    <a:pos x="256" y="695"/>
                  </a:cxn>
                  <a:cxn ang="0">
                    <a:pos x="272" y="687"/>
                  </a:cxn>
                  <a:cxn ang="0">
                    <a:pos x="288" y="671"/>
                  </a:cxn>
                  <a:cxn ang="0">
                    <a:pos x="304" y="663"/>
                  </a:cxn>
                  <a:cxn ang="0">
                    <a:pos x="320" y="648"/>
                  </a:cxn>
                  <a:cxn ang="0">
                    <a:pos x="336" y="632"/>
                  </a:cxn>
                  <a:cxn ang="0">
                    <a:pos x="352" y="616"/>
                  </a:cxn>
                  <a:cxn ang="0">
                    <a:pos x="368" y="592"/>
                  </a:cxn>
                  <a:cxn ang="0">
                    <a:pos x="368" y="592"/>
                  </a:cxn>
                  <a:cxn ang="0">
                    <a:pos x="376" y="576"/>
                  </a:cxn>
                  <a:cxn ang="0">
                    <a:pos x="384" y="560"/>
                  </a:cxn>
                  <a:cxn ang="0">
                    <a:pos x="400" y="544"/>
                  </a:cxn>
                  <a:cxn ang="0">
                    <a:pos x="408" y="528"/>
                  </a:cxn>
                  <a:cxn ang="0">
                    <a:pos x="416" y="504"/>
                  </a:cxn>
                  <a:cxn ang="0">
                    <a:pos x="424" y="488"/>
                  </a:cxn>
                  <a:cxn ang="0">
                    <a:pos x="432" y="472"/>
                  </a:cxn>
                  <a:cxn ang="0">
                    <a:pos x="440" y="448"/>
                  </a:cxn>
                  <a:cxn ang="0">
                    <a:pos x="456" y="432"/>
                  </a:cxn>
                  <a:cxn ang="0">
                    <a:pos x="464" y="408"/>
                  </a:cxn>
                  <a:cxn ang="0">
                    <a:pos x="472" y="384"/>
                  </a:cxn>
                  <a:cxn ang="0">
                    <a:pos x="480" y="360"/>
                  </a:cxn>
                  <a:cxn ang="0">
                    <a:pos x="488" y="336"/>
                  </a:cxn>
                  <a:cxn ang="0">
                    <a:pos x="504" y="320"/>
                  </a:cxn>
                  <a:cxn ang="0">
                    <a:pos x="512" y="296"/>
                  </a:cxn>
                  <a:cxn ang="0">
                    <a:pos x="520" y="264"/>
                  </a:cxn>
                  <a:cxn ang="0">
                    <a:pos x="528" y="240"/>
                  </a:cxn>
                  <a:cxn ang="0">
                    <a:pos x="536" y="216"/>
                  </a:cxn>
                  <a:cxn ang="0">
                    <a:pos x="552" y="192"/>
                  </a:cxn>
                  <a:cxn ang="0">
                    <a:pos x="560" y="168"/>
                  </a:cxn>
                  <a:cxn ang="0">
                    <a:pos x="568" y="144"/>
                  </a:cxn>
                  <a:cxn ang="0">
                    <a:pos x="576" y="112"/>
                  </a:cxn>
                  <a:cxn ang="0">
                    <a:pos x="584" y="88"/>
                  </a:cxn>
                  <a:cxn ang="0">
                    <a:pos x="600" y="64"/>
                  </a:cxn>
                  <a:cxn ang="0">
                    <a:pos x="608" y="32"/>
                  </a:cxn>
                  <a:cxn ang="0">
                    <a:pos x="616" y="8"/>
                  </a:cxn>
                </a:cxnLst>
                <a:rect l="0" t="0" r="r" b="b"/>
                <a:pathLst>
                  <a:path w="624" h="703">
                    <a:moveTo>
                      <a:pt x="0" y="448"/>
                    </a:moveTo>
                    <a:lnTo>
                      <a:pt x="8" y="456"/>
                    </a:lnTo>
                    <a:lnTo>
                      <a:pt x="8" y="464"/>
                    </a:lnTo>
                    <a:lnTo>
                      <a:pt x="16" y="472"/>
                    </a:lnTo>
                    <a:lnTo>
                      <a:pt x="24" y="488"/>
                    </a:lnTo>
                    <a:lnTo>
                      <a:pt x="24" y="496"/>
                    </a:lnTo>
                    <a:lnTo>
                      <a:pt x="32" y="504"/>
                    </a:lnTo>
                    <a:lnTo>
                      <a:pt x="32" y="512"/>
                    </a:lnTo>
                    <a:lnTo>
                      <a:pt x="40" y="520"/>
                    </a:lnTo>
                    <a:lnTo>
                      <a:pt x="48" y="528"/>
                    </a:lnTo>
                    <a:lnTo>
                      <a:pt x="48" y="536"/>
                    </a:lnTo>
                    <a:lnTo>
                      <a:pt x="56" y="544"/>
                    </a:lnTo>
                    <a:lnTo>
                      <a:pt x="56" y="552"/>
                    </a:lnTo>
                    <a:lnTo>
                      <a:pt x="64" y="560"/>
                    </a:lnTo>
                    <a:lnTo>
                      <a:pt x="64" y="568"/>
                    </a:lnTo>
                    <a:lnTo>
                      <a:pt x="72" y="576"/>
                    </a:lnTo>
                    <a:lnTo>
                      <a:pt x="80" y="584"/>
                    </a:lnTo>
                    <a:lnTo>
                      <a:pt x="80" y="592"/>
                    </a:lnTo>
                    <a:lnTo>
                      <a:pt x="88" y="600"/>
                    </a:lnTo>
                    <a:lnTo>
                      <a:pt x="88" y="608"/>
                    </a:lnTo>
                    <a:lnTo>
                      <a:pt x="96" y="616"/>
                    </a:lnTo>
                    <a:lnTo>
                      <a:pt x="104" y="624"/>
                    </a:lnTo>
                    <a:lnTo>
                      <a:pt x="120" y="640"/>
                    </a:lnTo>
                    <a:lnTo>
                      <a:pt x="112" y="640"/>
                    </a:lnTo>
                    <a:lnTo>
                      <a:pt x="120" y="640"/>
                    </a:lnTo>
                    <a:lnTo>
                      <a:pt x="136" y="656"/>
                    </a:lnTo>
                    <a:lnTo>
                      <a:pt x="136" y="663"/>
                    </a:lnTo>
                    <a:lnTo>
                      <a:pt x="144" y="663"/>
                    </a:lnTo>
                    <a:lnTo>
                      <a:pt x="152" y="671"/>
                    </a:lnTo>
                    <a:lnTo>
                      <a:pt x="160" y="679"/>
                    </a:lnTo>
                    <a:lnTo>
                      <a:pt x="168" y="687"/>
                    </a:lnTo>
                    <a:lnTo>
                      <a:pt x="176" y="687"/>
                    </a:lnTo>
                    <a:lnTo>
                      <a:pt x="184" y="695"/>
                    </a:lnTo>
                    <a:lnTo>
                      <a:pt x="192" y="695"/>
                    </a:lnTo>
                    <a:lnTo>
                      <a:pt x="200" y="695"/>
                    </a:lnTo>
                    <a:lnTo>
                      <a:pt x="208" y="703"/>
                    </a:lnTo>
                    <a:lnTo>
                      <a:pt x="216" y="703"/>
                    </a:lnTo>
                    <a:lnTo>
                      <a:pt x="224" y="703"/>
                    </a:lnTo>
                    <a:lnTo>
                      <a:pt x="232" y="703"/>
                    </a:lnTo>
                    <a:lnTo>
                      <a:pt x="240" y="695"/>
                    </a:lnTo>
                    <a:lnTo>
                      <a:pt x="248" y="695"/>
                    </a:lnTo>
                    <a:lnTo>
                      <a:pt x="256" y="695"/>
                    </a:lnTo>
                    <a:lnTo>
                      <a:pt x="264" y="687"/>
                    </a:lnTo>
                    <a:lnTo>
                      <a:pt x="272" y="687"/>
                    </a:lnTo>
                    <a:lnTo>
                      <a:pt x="280" y="679"/>
                    </a:lnTo>
                    <a:lnTo>
                      <a:pt x="288" y="671"/>
                    </a:lnTo>
                    <a:lnTo>
                      <a:pt x="296" y="671"/>
                    </a:lnTo>
                    <a:lnTo>
                      <a:pt x="304" y="663"/>
                    </a:lnTo>
                    <a:lnTo>
                      <a:pt x="312" y="656"/>
                    </a:lnTo>
                    <a:lnTo>
                      <a:pt x="320" y="648"/>
                    </a:lnTo>
                    <a:lnTo>
                      <a:pt x="328" y="640"/>
                    </a:lnTo>
                    <a:lnTo>
                      <a:pt x="336" y="632"/>
                    </a:lnTo>
                    <a:lnTo>
                      <a:pt x="344" y="624"/>
                    </a:lnTo>
                    <a:lnTo>
                      <a:pt x="352" y="616"/>
                    </a:lnTo>
                    <a:lnTo>
                      <a:pt x="352" y="608"/>
                    </a:lnTo>
                    <a:lnTo>
                      <a:pt x="368" y="592"/>
                    </a:lnTo>
                    <a:lnTo>
                      <a:pt x="360" y="592"/>
                    </a:lnTo>
                    <a:lnTo>
                      <a:pt x="368" y="592"/>
                    </a:lnTo>
                    <a:lnTo>
                      <a:pt x="376" y="584"/>
                    </a:lnTo>
                    <a:lnTo>
                      <a:pt x="376" y="576"/>
                    </a:lnTo>
                    <a:lnTo>
                      <a:pt x="384" y="568"/>
                    </a:lnTo>
                    <a:lnTo>
                      <a:pt x="384" y="560"/>
                    </a:lnTo>
                    <a:lnTo>
                      <a:pt x="392" y="552"/>
                    </a:lnTo>
                    <a:lnTo>
                      <a:pt x="400" y="544"/>
                    </a:lnTo>
                    <a:lnTo>
                      <a:pt x="400" y="536"/>
                    </a:lnTo>
                    <a:lnTo>
                      <a:pt x="408" y="528"/>
                    </a:lnTo>
                    <a:lnTo>
                      <a:pt x="408" y="512"/>
                    </a:lnTo>
                    <a:lnTo>
                      <a:pt x="416" y="504"/>
                    </a:lnTo>
                    <a:lnTo>
                      <a:pt x="424" y="496"/>
                    </a:lnTo>
                    <a:lnTo>
                      <a:pt x="424" y="488"/>
                    </a:lnTo>
                    <a:lnTo>
                      <a:pt x="432" y="480"/>
                    </a:lnTo>
                    <a:lnTo>
                      <a:pt x="432" y="472"/>
                    </a:lnTo>
                    <a:lnTo>
                      <a:pt x="440" y="456"/>
                    </a:lnTo>
                    <a:lnTo>
                      <a:pt x="440" y="448"/>
                    </a:lnTo>
                    <a:lnTo>
                      <a:pt x="448" y="440"/>
                    </a:lnTo>
                    <a:lnTo>
                      <a:pt x="456" y="432"/>
                    </a:lnTo>
                    <a:lnTo>
                      <a:pt x="456" y="416"/>
                    </a:lnTo>
                    <a:lnTo>
                      <a:pt x="464" y="408"/>
                    </a:lnTo>
                    <a:lnTo>
                      <a:pt x="464" y="392"/>
                    </a:lnTo>
                    <a:lnTo>
                      <a:pt x="472" y="384"/>
                    </a:lnTo>
                    <a:lnTo>
                      <a:pt x="480" y="376"/>
                    </a:lnTo>
                    <a:lnTo>
                      <a:pt x="480" y="360"/>
                    </a:lnTo>
                    <a:lnTo>
                      <a:pt x="488" y="352"/>
                    </a:lnTo>
                    <a:lnTo>
                      <a:pt x="488" y="336"/>
                    </a:lnTo>
                    <a:lnTo>
                      <a:pt x="496" y="328"/>
                    </a:lnTo>
                    <a:lnTo>
                      <a:pt x="504" y="320"/>
                    </a:lnTo>
                    <a:lnTo>
                      <a:pt x="504" y="304"/>
                    </a:lnTo>
                    <a:lnTo>
                      <a:pt x="512" y="296"/>
                    </a:lnTo>
                    <a:lnTo>
                      <a:pt x="512" y="280"/>
                    </a:lnTo>
                    <a:lnTo>
                      <a:pt x="520" y="264"/>
                    </a:lnTo>
                    <a:lnTo>
                      <a:pt x="528" y="256"/>
                    </a:lnTo>
                    <a:lnTo>
                      <a:pt x="528" y="240"/>
                    </a:lnTo>
                    <a:lnTo>
                      <a:pt x="536" y="232"/>
                    </a:lnTo>
                    <a:lnTo>
                      <a:pt x="536" y="216"/>
                    </a:lnTo>
                    <a:lnTo>
                      <a:pt x="544" y="208"/>
                    </a:lnTo>
                    <a:lnTo>
                      <a:pt x="552" y="192"/>
                    </a:lnTo>
                    <a:lnTo>
                      <a:pt x="552" y="176"/>
                    </a:lnTo>
                    <a:lnTo>
                      <a:pt x="560" y="168"/>
                    </a:lnTo>
                    <a:lnTo>
                      <a:pt x="560" y="152"/>
                    </a:lnTo>
                    <a:lnTo>
                      <a:pt x="568" y="144"/>
                    </a:lnTo>
                    <a:lnTo>
                      <a:pt x="576" y="128"/>
                    </a:lnTo>
                    <a:lnTo>
                      <a:pt x="576" y="112"/>
                    </a:lnTo>
                    <a:lnTo>
                      <a:pt x="584" y="104"/>
                    </a:lnTo>
                    <a:lnTo>
                      <a:pt x="584" y="88"/>
                    </a:lnTo>
                    <a:lnTo>
                      <a:pt x="592" y="72"/>
                    </a:lnTo>
                    <a:lnTo>
                      <a:pt x="600" y="64"/>
                    </a:lnTo>
                    <a:lnTo>
                      <a:pt x="600" y="48"/>
                    </a:lnTo>
                    <a:lnTo>
                      <a:pt x="608" y="32"/>
                    </a:lnTo>
                    <a:lnTo>
                      <a:pt x="608" y="24"/>
                    </a:lnTo>
                    <a:lnTo>
                      <a:pt x="616" y="8"/>
                    </a:lnTo>
                    <a:lnTo>
                      <a:pt x="624" y="0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  <p:grpSp>
          <p:nvGrpSpPr>
            <p:cNvPr id="11283" name="Group 19"/>
            <p:cNvGrpSpPr>
              <a:grpSpLocks/>
            </p:cNvGrpSpPr>
            <p:nvPr/>
          </p:nvGrpSpPr>
          <p:grpSpPr bwMode="auto">
            <a:xfrm>
              <a:off x="411163" y="3978275"/>
              <a:ext cx="2305050" cy="779463"/>
              <a:chOff x="597" y="654"/>
              <a:chExt cx="4764" cy="2822"/>
            </a:xfrm>
          </p:grpSpPr>
          <p:sp>
            <p:nvSpPr>
              <p:cNvPr id="11284" name="Freeform 20"/>
              <p:cNvSpPr>
                <a:spLocks/>
              </p:cNvSpPr>
              <p:nvPr/>
            </p:nvSpPr>
            <p:spPr bwMode="auto">
              <a:xfrm>
                <a:off x="597" y="654"/>
                <a:ext cx="616" cy="2822"/>
              </a:xfrm>
              <a:custGeom>
                <a:avLst/>
                <a:gdLst/>
                <a:ahLst/>
                <a:cxnLst>
                  <a:cxn ang="0">
                    <a:pos x="8" y="1175"/>
                  </a:cxn>
                  <a:cxn ang="0">
                    <a:pos x="24" y="943"/>
                  </a:cxn>
                  <a:cxn ang="0">
                    <a:pos x="40" y="728"/>
                  </a:cxn>
                  <a:cxn ang="0">
                    <a:pos x="56" y="528"/>
                  </a:cxn>
                  <a:cxn ang="0">
                    <a:pos x="64" y="352"/>
                  </a:cxn>
                  <a:cxn ang="0">
                    <a:pos x="80" y="216"/>
                  </a:cxn>
                  <a:cxn ang="0">
                    <a:pos x="96" y="104"/>
                  </a:cxn>
                  <a:cxn ang="0">
                    <a:pos x="112" y="32"/>
                  </a:cxn>
                  <a:cxn ang="0">
                    <a:pos x="128" y="0"/>
                  </a:cxn>
                  <a:cxn ang="0">
                    <a:pos x="144" y="24"/>
                  </a:cxn>
                  <a:cxn ang="0">
                    <a:pos x="160" y="88"/>
                  </a:cxn>
                  <a:cxn ang="0">
                    <a:pos x="176" y="192"/>
                  </a:cxn>
                  <a:cxn ang="0">
                    <a:pos x="184" y="328"/>
                  </a:cxn>
                  <a:cxn ang="0">
                    <a:pos x="200" y="496"/>
                  </a:cxn>
                  <a:cxn ang="0">
                    <a:pos x="216" y="688"/>
                  </a:cxn>
                  <a:cxn ang="0">
                    <a:pos x="232" y="904"/>
                  </a:cxn>
                  <a:cxn ang="0">
                    <a:pos x="240" y="1127"/>
                  </a:cxn>
                  <a:cxn ang="0">
                    <a:pos x="256" y="1367"/>
                  </a:cxn>
                  <a:cxn ang="0">
                    <a:pos x="272" y="1607"/>
                  </a:cxn>
                  <a:cxn ang="0">
                    <a:pos x="288" y="1839"/>
                  </a:cxn>
                  <a:cxn ang="0">
                    <a:pos x="304" y="2063"/>
                  </a:cxn>
                  <a:cxn ang="0">
                    <a:pos x="312" y="2262"/>
                  </a:cxn>
                  <a:cxn ang="0">
                    <a:pos x="328" y="2438"/>
                  </a:cxn>
                  <a:cxn ang="0">
                    <a:pos x="344" y="2590"/>
                  </a:cxn>
                  <a:cxn ang="0">
                    <a:pos x="360" y="2702"/>
                  </a:cxn>
                  <a:cxn ang="0">
                    <a:pos x="376" y="2774"/>
                  </a:cxn>
                  <a:cxn ang="0">
                    <a:pos x="384" y="2814"/>
                  </a:cxn>
                  <a:cxn ang="0">
                    <a:pos x="408" y="2806"/>
                  </a:cxn>
                  <a:cxn ang="0">
                    <a:pos x="416" y="2750"/>
                  </a:cxn>
                  <a:cxn ang="0">
                    <a:pos x="432" y="2654"/>
                  </a:cxn>
                  <a:cxn ang="0">
                    <a:pos x="448" y="2526"/>
                  </a:cxn>
                  <a:cxn ang="0">
                    <a:pos x="464" y="2366"/>
                  </a:cxn>
                  <a:cxn ang="0">
                    <a:pos x="480" y="2174"/>
                  </a:cxn>
                  <a:cxn ang="0">
                    <a:pos x="488" y="1959"/>
                  </a:cxn>
                  <a:cxn ang="0">
                    <a:pos x="504" y="1735"/>
                  </a:cxn>
                  <a:cxn ang="0">
                    <a:pos x="520" y="1503"/>
                  </a:cxn>
                  <a:cxn ang="0">
                    <a:pos x="536" y="1263"/>
                  </a:cxn>
                  <a:cxn ang="0">
                    <a:pos x="552" y="1023"/>
                  </a:cxn>
                  <a:cxn ang="0">
                    <a:pos x="560" y="800"/>
                  </a:cxn>
                  <a:cxn ang="0">
                    <a:pos x="576" y="600"/>
                  </a:cxn>
                  <a:cxn ang="0">
                    <a:pos x="592" y="416"/>
                  </a:cxn>
                  <a:cxn ang="0">
                    <a:pos x="608" y="264"/>
                  </a:cxn>
                </a:cxnLst>
                <a:rect l="0" t="0" r="r" b="b"/>
                <a:pathLst>
                  <a:path w="616" h="2822">
                    <a:moveTo>
                      <a:pt x="0" y="1335"/>
                    </a:moveTo>
                    <a:lnTo>
                      <a:pt x="8" y="1255"/>
                    </a:lnTo>
                    <a:lnTo>
                      <a:pt x="8" y="1175"/>
                    </a:lnTo>
                    <a:lnTo>
                      <a:pt x="16" y="1095"/>
                    </a:lnTo>
                    <a:lnTo>
                      <a:pt x="16" y="1015"/>
                    </a:lnTo>
                    <a:lnTo>
                      <a:pt x="24" y="943"/>
                    </a:lnTo>
                    <a:lnTo>
                      <a:pt x="32" y="872"/>
                    </a:lnTo>
                    <a:lnTo>
                      <a:pt x="32" y="792"/>
                    </a:lnTo>
                    <a:lnTo>
                      <a:pt x="40" y="728"/>
                    </a:lnTo>
                    <a:lnTo>
                      <a:pt x="40" y="656"/>
                    </a:lnTo>
                    <a:lnTo>
                      <a:pt x="48" y="592"/>
                    </a:lnTo>
                    <a:lnTo>
                      <a:pt x="56" y="528"/>
                    </a:lnTo>
                    <a:lnTo>
                      <a:pt x="56" y="464"/>
                    </a:lnTo>
                    <a:lnTo>
                      <a:pt x="64" y="408"/>
                    </a:lnTo>
                    <a:lnTo>
                      <a:pt x="64" y="352"/>
                    </a:lnTo>
                    <a:lnTo>
                      <a:pt x="72" y="304"/>
                    </a:lnTo>
                    <a:lnTo>
                      <a:pt x="80" y="256"/>
                    </a:lnTo>
                    <a:lnTo>
                      <a:pt x="80" y="216"/>
                    </a:lnTo>
                    <a:lnTo>
                      <a:pt x="88" y="176"/>
                    </a:lnTo>
                    <a:lnTo>
                      <a:pt x="88" y="136"/>
                    </a:lnTo>
                    <a:lnTo>
                      <a:pt x="96" y="104"/>
                    </a:lnTo>
                    <a:lnTo>
                      <a:pt x="104" y="80"/>
                    </a:lnTo>
                    <a:lnTo>
                      <a:pt x="104" y="56"/>
                    </a:lnTo>
                    <a:lnTo>
                      <a:pt x="112" y="32"/>
                    </a:lnTo>
                    <a:lnTo>
                      <a:pt x="112" y="16"/>
                    </a:lnTo>
                    <a:lnTo>
                      <a:pt x="120" y="8"/>
                    </a:lnTo>
                    <a:lnTo>
                      <a:pt x="128" y="0"/>
                    </a:lnTo>
                    <a:lnTo>
                      <a:pt x="136" y="8"/>
                    </a:lnTo>
                    <a:lnTo>
                      <a:pt x="136" y="16"/>
                    </a:lnTo>
                    <a:lnTo>
                      <a:pt x="144" y="24"/>
                    </a:lnTo>
                    <a:lnTo>
                      <a:pt x="152" y="40"/>
                    </a:lnTo>
                    <a:lnTo>
                      <a:pt x="152" y="64"/>
                    </a:lnTo>
                    <a:lnTo>
                      <a:pt x="160" y="88"/>
                    </a:lnTo>
                    <a:lnTo>
                      <a:pt x="160" y="120"/>
                    </a:lnTo>
                    <a:lnTo>
                      <a:pt x="168" y="152"/>
                    </a:lnTo>
                    <a:lnTo>
                      <a:pt x="176" y="192"/>
                    </a:lnTo>
                    <a:lnTo>
                      <a:pt x="176" y="232"/>
                    </a:lnTo>
                    <a:lnTo>
                      <a:pt x="184" y="280"/>
                    </a:lnTo>
                    <a:lnTo>
                      <a:pt x="184" y="328"/>
                    </a:lnTo>
                    <a:lnTo>
                      <a:pt x="192" y="376"/>
                    </a:lnTo>
                    <a:lnTo>
                      <a:pt x="192" y="432"/>
                    </a:lnTo>
                    <a:lnTo>
                      <a:pt x="200" y="496"/>
                    </a:lnTo>
                    <a:lnTo>
                      <a:pt x="208" y="552"/>
                    </a:lnTo>
                    <a:lnTo>
                      <a:pt x="208" y="616"/>
                    </a:lnTo>
                    <a:lnTo>
                      <a:pt x="216" y="688"/>
                    </a:lnTo>
                    <a:lnTo>
                      <a:pt x="216" y="760"/>
                    </a:lnTo>
                    <a:lnTo>
                      <a:pt x="224" y="824"/>
                    </a:lnTo>
                    <a:lnTo>
                      <a:pt x="232" y="904"/>
                    </a:lnTo>
                    <a:lnTo>
                      <a:pt x="232" y="975"/>
                    </a:lnTo>
                    <a:lnTo>
                      <a:pt x="240" y="1055"/>
                    </a:lnTo>
                    <a:lnTo>
                      <a:pt x="240" y="1127"/>
                    </a:lnTo>
                    <a:lnTo>
                      <a:pt x="248" y="1207"/>
                    </a:lnTo>
                    <a:lnTo>
                      <a:pt x="256" y="1287"/>
                    </a:lnTo>
                    <a:lnTo>
                      <a:pt x="256" y="1367"/>
                    </a:lnTo>
                    <a:lnTo>
                      <a:pt x="264" y="1447"/>
                    </a:lnTo>
                    <a:lnTo>
                      <a:pt x="264" y="1527"/>
                    </a:lnTo>
                    <a:lnTo>
                      <a:pt x="272" y="1607"/>
                    </a:lnTo>
                    <a:lnTo>
                      <a:pt x="280" y="1687"/>
                    </a:lnTo>
                    <a:lnTo>
                      <a:pt x="280" y="1759"/>
                    </a:lnTo>
                    <a:lnTo>
                      <a:pt x="288" y="1839"/>
                    </a:lnTo>
                    <a:lnTo>
                      <a:pt x="288" y="1911"/>
                    </a:lnTo>
                    <a:lnTo>
                      <a:pt x="296" y="1991"/>
                    </a:lnTo>
                    <a:lnTo>
                      <a:pt x="304" y="2063"/>
                    </a:lnTo>
                    <a:lnTo>
                      <a:pt x="304" y="2126"/>
                    </a:lnTo>
                    <a:lnTo>
                      <a:pt x="312" y="2198"/>
                    </a:lnTo>
                    <a:lnTo>
                      <a:pt x="312" y="2262"/>
                    </a:lnTo>
                    <a:lnTo>
                      <a:pt x="320" y="2326"/>
                    </a:lnTo>
                    <a:lnTo>
                      <a:pt x="328" y="2382"/>
                    </a:lnTo>
                    <a:lnTo>
                      <a:pt x="328" y="2438"/>
                    </a:lnTo>
                    <a:lnTo>
                      <a:pt x="336" y="2494"/>
                    </a:lnTo>
                    <a:lnTo>
                      <a:pt x="336" y="2542"/>
                    </a:lnTo>
                    <a:lnTo>
                      <a:pt x="344" y="2590"/>
                    </a:lnTo>
                    <a:lnTo>
                      <a:pt x="352" y="2630"/>
                    </a:lnTo>
                    <a:lnTo>
                      <a:pt x="352" y="2670"/>
                    </a:lnTo>
                    <a:lnTo>
                      <a:pt x="360" y="2702"/>
                    </a:lnTo>
                    <a:lnTo>
                      <a:pt x="360" y="2734"/>
                    </a:lnTo>
                    <a:lnTo>
                      <a:pt x="368" y="2758"/>
                    </a:lnTo>
                    <a:lnTo>
                      <a:pt x="376" y="2774"/>
                    </a:lnTo>
                    <a:lnTo>
                      <a:pt x="376" y="2798"/>
                    </a:lnTo>
                    <a:lnTo>
                      <a:pt x="384" y="2806"/>
                    </a:lnTo>
                    <a:lnTo>
                      <a:pt x="384" y="2814"/>
                    </a:lnTo>
                    <a:lnTo>
                      <a:pt x="392" y="2822"/>
                    </a:lnTo>
                    <a:lnTo>
                      <a:pt x="400" y="2814"/>
                    </a:lnTo>
                    <a:lnTo>
                      <a:pt x="408" y="2806"/>
                    </a:lnTo>
                    <a:lnTo>
                      <a:pt x="408" y="2790"/>
                    </a:lnTo>
                    <a:lnTo>
                      <a:pt x="416" y="2774"/>
                    </a:lnTo>
                    <a:lnTo>
                      <a:pt x="416" y="2750"/>
                    </a:lnTo>
                    <a:lnTo>
                      <a:pt x="424" y="2718"/>
                    </a:lnTo>
                    <a:lnTo>
                      <a:pt x="432" y="2686"/>
                    </a:lnTo>
                    <a:lnTo>
                      <a:pt x="432" y="2654"/>
                    </a:lnTo>
                    <a:lnTo>
                      <a:pt x="440" y="2614"/>
                    </a:lnTo>
                    <a:lnTo>
                      <a:pt x="440" y="2574"/>
                    </a:lnTo>
                    <a:lnTo>
                      <a:pt x="448" y="2526"/>
                    </a:lnTo>
                    <a:lnTo>
                      <a:pt x="456" y="2470"/>
                    </a:lnTo>
                    <a:lnTo>
                      <a:pt x="456" y="2422"/>
                    </a:lnTo>
                    <a:lnTo>
                      <a:pt x="464" y="2366"/>
                    </a:lnTo>
                    <a:lnTo>
                      <a:pt x="464" y="2302"/>
                    </a:lnTo>
                    <a:lnTo>
                      <a:pt x="472" y="2238"/>
                    </a:lnTo>
                    <a:lnTo>
                      <a:pt x="480" y="2174"/>
                    </a:lnTo>
                    <a:lnTo>
                      <a:pt x="480" y="2102"/>
                    </a:lnTo>
                    <a:lnTo>
                      <a:pt x="488" y="2039"/>
                    </a:lnTo>
                    <a:lnTo>
                      <a:pt x="488" y="1959"/>
                    </a:lnTo>
                    <a:lnTo>
                      <a:pt x="496" y="1887"/>
                    </a:lnTo>
                    <a:lnTo>
                      <a:pt x="504" y="1815"/>
                    </a:lnTo>
                    <a:lnTo>
                      <a:pt x="504" y="1735"/>
                    </a:lnTo>
                    <a:lnTo>
                      <a:pt x="512" y="1655"/>
                    </a:lnTo>
                    <a:lnTo>
                      <a:pt x="512" y="1575"/>
                    </a:lnTo>
                    <a:lnTo>
                      <a:pt x="520" y="1503"/>
                    </a:lnTo>
                    <a:lnTo>
                      <a:pt x="528" y="1423"/>
                    </a:lnTo>
                    <a:lnTo>
                      <a:pt x="528" y="1343"/>
                    </a:lnTo>
                    <a:lnTo>
                      <a:pt x="536" y="1263"/>
                    </a:lnTo>
                    <a:lnTo>
                      <a:pt x="536" y="1183"/>
                    </a:lnTo>
                    <a:lnTo>
                      <a:pt x="544" y="1103"/>
                    </a:lnTo>
                    <a:lnTo>
                      <a:pt x="552" y="1023"/>
                    </a:lnTo>
                    <a:lnTo>
                      <a:pt x="552" y="951"/>
                    </a:lnTo>
                    <a:lnTo>
                      <a:pt x="560" y="880"/>
                    </a:lnTo>
                    <a:lnTo>
                      <a:pt x="560" y="800"/>
                    </a:lnTo>
                    <a:lnTo>
                      <a:pt x="568" y="736"/>
                    </a:lnTo>
                    <a:lnTo>
                      <a:pt x="568" y="664"/>
                    </a:lnTo>
                    <a:lnTo>
                      <a:pt x="576" y="600"/>
                    </a:lnTo>
                    <a:lnTo>
                      <a:pt x="584" y="536"/>
                    </a:lnTo>
                    <a:lnTo>
                      <a:pt x="584" y="472"/>
                    </a:lnTo>
                    <a:lnTo>
                      <a:pt x="592" y="416"/>
                    </a:lnTo>
                    <a:lnTo>
                      <a:pt x="592" y="360"/>
                    </a:lnTo>
                    <a:lnTo>
                      <a:pt x="600" y="312"/>
                    </a:lnTo>
                    <a:lnTo>
                      <a:pt x="608" y="264"/>
                    </a:lnTo>
                    <a:lnTo>
                      <a:pt x="608" y="216"/>
                    </a:lnTo>
                    <a:lnTo>
                      <a:pt x="616" y="176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85" name="Freeform 21"/>
              <p:cNvSpPr>
                <a:spLocks/>
              </p:cNvSpPr>
              <p:nvPr/>
            </p:nvSpPr>
            <p:spPr bwMode="auto">
              <a:xfrm>
                <a:off x="1213" y="654"/>
                <a:ext cx="625" cy="2822"/>
              </a:xfrm>
              <a:custGeom>
                <a:avLst/>
                <a:gdLst/>
                <a:ahLst/>
                <a:cxnLst>
                  <a:cxn ang="0">
                    <a:pos x="8" y="104"/>
                  </a:cxn>
                  <a:cxn ang="0">
                    <a:pos x="24" y="32"/>
                  </a:cxn>
                  <a:cxn ang="0">
                    <a:pos x="40" y="0"/>
                  </a:cxn>
                  <a:cxn ang="0">
                    <a:pos x="56" y="24"/>
                  </a:cxn>
                  <a:cxn ang="0">
                    <a:pos x="72" y="88"/>
                  </a:cxn>
                  <a:cxn ang="0">
                    <a:pos x="88" y="184"/>
                  </a:cxn>
                  <a:cxn ang="0">
                    <a:pos x="96" y="320"/>
                  </a:cxn>
                  <a:cxn ang="0">
                    <a:pos x="112" y="488"/>
                  </a:cxn>
                  <a:cxn ang="0">
                    <a:pos x="129" y="680"/>
                  </a:cxn>
                  <a:cxn ang="0">
                    <a:pos x="145" y="896"/>
                  </a:cxn>
                  <a:cxn ang="0">
                    <a:pos x="153" y="1119"/>
                  </a:cxn>
                  <a:cxn ang="0">
                    <a:pos x="169" y="1359"/>
                  </a:cxn>
                  <a:cxn ang="0">
                    <a:pos x="185" y="1599"/>
                  </a:cxn>
                  <a:cxn ang="0">
                    <a:pos x="201" y="1831"/>
                  </a:cxn>
                  <a:cxn ang="0">
                    <a:pos x="217" y="2055"/>
                  </a:cxn>
                  <a:cxn ang="0">
                    <a:pos x="225" y="2254"/>
                  </a:cxn>
                  <a:cxn ang="0">
                    <a:pos x="241" y="2430"/>
                  </a:cxn>
                  <a:cxn ang="0">
                    <a:pos x="257" y="2582"/>
                  </a:cxn>
                  <a:cxn ang="0">
                    <a:pos x="273" y="2694"/>
                  </a:cxn>
                  <a:cxn ang="0">
                    <a:pos x="289" y="2774"/>
                  </a:cxn>
                  <a:cxn ang="0">
                    <a:pos x="297" y="2814"/>
                  </a:cxn>
                  <a:cxn ang="0">
                    <a:pos x="321" y="2806"/>
                  </a:cxn>
                  <a:cxn ang="0">
                    <a:pos x="337" y="2750"/>
                  </a:cxn>
                  <a:cxn ang="0">
                    <a:pos x="345" y="2662"/>
                  </a:cxn>
                  <a:cxn ang="0">
                    <a:pos x="361" y="2526"/>
                  </a:cxn>
                  <a:cxn ang="0">
                    <a:pos x="377" y="2366"/>
                  </a:cxn>
                  <a:cxn ang="0">
                    <a:pos x="393" y="2182"/>
                  </a:cxn>
                  <a:cxn ang="0">
                    <a:pos x="401" y="1967"/>
                  </a:cxn>
                  <a:cxn ang="0">
                    <a:pos x="417" y="1743"/>
                  </a:cxn>
                  <a:cxn ang="0">
                    <a:pos x="433" y="1511"/>
                  </a:cxn>
                  <a:cxn ang="0">
                    <a:pos x="449" y="1271"/>
                  </a:cxn>
                  <a:cxn ang="0">
                    <a:pos x="465" y="1031"/>
                  </a:cxn>
                  <a:cxn ang="0">
                    <a:pos x="473" y="808"/>
                  </a:cxn>
                  <a:cxn ang="0">
                    <a:pos x="489" y="608"/>
                  </a:cxn>
                  <a:cxn ang="0">
                    <a:pos x="505" y="424"/>
                  </a:cxn>
                  <a:cxn ang="0">
                    <a:pos x="521" y="264"/>
                  </a:cxn>
                  <a:cxn ang="0">
                    <a:pos x="529" y="144"/>
                  </a:cxn>
                  <a:cxn ang="0">
                    <a:pos x="545" y="56"/>
                  </a:cxn>
                  <a:cxn ang="0">
                    <a:pos x="561" y="8"/>
                  </a:cxn>
                  <a:cxn ang="0">
                    <a:pos x="585" y="24"/>
                  </a:cxn>
                  <a:cxn ang="0">
                    <a:pos x="601" y="80"/>
                  </a:cxn>
                  <a:cxn ang="0">
                    <a:pos x="617" y="184"/>
                  </a:cxn>
                </a:cxnLst>
                <a:rect l="0" t="0" r="r" b="b"/>
                <a:pathLst>
                  <a:path w="625" h="2822">
                    <a:moveTo>
                      <a:pt x="0" y="176"/>
                    </a:moveTo>
                    <a:lnTo>
                      <a:pt x="0" y="136"/>
                    </a:lnTo>
                    <a:lnTo>
                      <a:pt x="8" y="104"/>
                    </a:lnTo>
                    <a:lnTo>
                      <a:pt x="16" y="80"/>
                    </a:lnTo>
                    <a:lnTo>
                      <a:pt x="16" y="56"/>
                    </a:lnTo>
                    <a:lnTo>
                      <a:pt x="24" y="32"/>
                    </a:lnTo>
                    <a:lnTo>
                      <a:pt x="24" y="24"/>
                    </a:lnTo>
                    <a:lnTo>
                      <a:pt x="32" y="8"/>
                    </a:lnTo>
                    <a:lnTo>
                      <a:pt x="40" y="0"/>
                    </a:lnTo>
                    <a:lnTo>
                      <a:pt x="48" y="8"/>
                    </a:lnTo>
                    <a:lnTo>
                      <a:pt x="48" y="16"/>
                    </a:lnTo>
                    <a:lnTo>
                      <a:pt x="56" y="24"/>
                    </a:lnTo>
                    <a:lnTo>
                      <a:pt x="64" y="40"/>
                    </a:lnTo>
                    <a:lnTo>
                      <a:pt x="64" y="64"/>
                    </a:lnTo>
                    <a:lnTo>
                      <a:pt x="72" y="88"/>
                    </a:lnTo>
                    <a:lnTo>
                      <a:pt x="72" y="112"/>
                    </a:lnTo>
                    <a:lnTo>
                      <a:pt x="80" y="144"/>
                    </a:lnTo>
                    <a:lnTo>
                      <a:pt x="88" y="184"/>
                    </a:lnTo>
                    <a:lnTo>
                      <a:pt x="88" y="224"/>
                    </a:lnTo>
                    <a:lnTo>
                      <a:pt x="96" y="272"/>
                    </a:lnTo>
                    <a:lnTo>
                      <a:pt x="96" y="320"/>
                    </a:lnTo>
                    <a:lnTo>
                      <a:pt x="104" y="376"/>
                    </a:lnTo>
                    <a:lnTo>
                      <a:pt x="112" y="424"/>
                    </a:lnTo>
                    <a:lnTo>
                      <a:pt x="112" y="488"/>
                    </a:lnTo>
                    <a:lnTo>
                      <a:pt x="121" y="544"/>
                    </a:lnTo>
                    <a:lnTo>
                      <a:pt x="121" y="616"/>
                    </a:lnTo>
                    <a:lnTo>
                      <a:pt x="129" y="680"/>
                    </a:lnTo>
                    <a:lnTo>
                      <a:pt x="137" y="752"/>
                    </a:lnTo>
                    <a:lnTo>
                      <a:pt x="137" y="816"/>
                    </a:lnTo>
                    <a:lnTo>
                      <a:pt x="145" y="896"/>
                    </a:lnTo>
                    <a:lnTo>
                      <a:pt x="145" y="967"/>
                    </a:lnTo>
                    <a:lnTo>
                      <a:pt x="153" y="1047"/>
                    </a:lnTo>
                    <a:lnTo>
                      <a:pt x="153" y="1119"/>
                    </a:lnTo>
                    <a:lnTo>
                      <a:pt x="161" y="1199"/>
                    </a:lnTo>
                    <a:lnTo>
                      <a:pt x="169" y="1279"/>
                    </a:lnTo>
                    <a:lnTo>
                      <a:pt x="169" y="1359"/>
                    </a:lnTo>
                    <a:lnTo>
                      <a:pt x="177" y="1439"/>
                    </a:lnTo>
                    <a:lnTo>
                      <a:pt x="177" y="1519"/>
                    </a:lnTo>
                    <a:lnTo>
                      <a:pt x="185" y="1599"/>
                    </a:lnTo>
                    <a:lnTo>
                      <a:pt x="193" y="1679"/>
                    </a:lnTo>
                    <a:lnTo>
                      <a:pt x="193" y="1751"/>
                    </a:lnTo>
                    <a:lnTo>
                      <a:pt x="201" y="1831"/>
                    </a:lnTo>
                    <a:lnTo>
                      <a:pt x="201" y="1903"/>
                    </a:lnTo>
                    <a:lnTo>
                      <a:pt x="209" y="1983"/>
                    </a:lnTo>
                    <a:lnTo>
                      <a:pt x="217" y="2055"/>
                    </a:lnTo>
                    <a:lnTo>
                      <a:pt x="217" y="2118"/>
                    </a:lnTo>
                    <a:lnTo>
                      <a:pt x="225" y="2190"/>
                    </a:lnTo>
                    <a:lnTo>
                      <a:pt x="225" y="2254"/>
                    </a:lnTo>
                    <a:lnTo>
                      <a:pt x="233" y="2318"/>
                    </a:lnTo>
                    <a:lnTo>
                      <a:pt x="241" y="2374"/>
                    </a:lnTo>
                    <a:lnTo>
                      <a:pt x="241" y="2430"/>
                    </a:lnTo>
                    <a:lnTo>
                      <a:pt x="249" y="2486"/>
                    </a:lnTo>
                    <a:lnTo>
                      <a:pt x="249" y="2534"/>
                    </a:lnTo>
                    <a:lnTo>
                      <a:pt x="257" y="2582"/>
                    </a:lnTo>
                    <a:lnTo>
                      <a:pt x="265" y="2622"/>
                    </a:lnTo>
                    <a:lnTo>
                      <a:pt x="265" y="2662"/>
                    </a:lnTo>
                    <a:lnTo>
                      <a:pt x="273" y="2694"/>
                    </a:lnTo>
                    <a:lnTo>
                      <a:pt x="273" y="2726"/>
                    </a:lnTo>
                    <a:lnTo>
                      <a:pt x="281" y="2750"/>
                    </a:lnTo>
                    <a:lnTo>
                      <a:pt x="289" y="2774"/>
                    </a:lnTo>
                    <a:lnTo>
                      <a:pt x="289" y="2790"/>
                    </a:lnTo>
                    <a:lnTo>
                      <a:pt x="297" y="2806"/>
                    </a:lnTo>
                    <a:lnTo>
                      <a:pt x="297" y="2814"/>
                    </a:lnTo>
                    <a:lnTo>
                      <a:pt x="305" y="2822"/>
                    </a:lnTo>
                    <a:lnTo>
                      <a:pt x="313" y="2814"/>
                    </a:lnTo>
                    <a:lnTo>
                      <a:pt x="321" y="2806"/>
                    </a:lnTo>
                    <a:lnTo>
                      <a:pt x="321" y="2790"/>
                    </a:lnTo>
                    <a:lnTo>
                      <a:pt x="329" y="2774"/>
                    </a:lnTo>
                    <a:lnTo>
                      <a:pt x="337" y="2750"/>
                    </a:lnTo>
                    <a:lnTo>
                      <a:pt x="337" y="2726"/>
                    </a:lnTo>
                    <a:lnTo>
                      <a:pt x="345" y="2694"/>
                    </a:lnTo>
                    <a:lnTo>
                      <a:pt x="345" y="2662"/>
                    </a:lnTo>
                    <a:lnTo>
                      <a:pt x="353" y="2622"/>
                    </a:lnTo>
                    <a:lnTo>
                      <a:pt x="353" y="2574"/>
                    </a:lnTo>
                    <a:lnTo>
                      <a:pt x="361" y="2526"/>
                    </a:lnTo>
                    <a:lnTo>
                      <a:pt x="369" y="2478"/>
                    </a:lnTo>
                    <a:lnTo>
                      <a:pt x="369" y="2422"/>
                    </a:lnTo>
                    <a:lnTo>
                      <a:pt x="377" y="2366"/>
                    </a:lnTo>
                    <a:lnTo>
                      <a:pt x="377" y="2310"/>
                    </a:lnTo>
                    <a:lnTo>
                      <a:pt x="385" y="2246"/>
                    </a:lnTo>
                    <a:lnTo>
                      <a:pt x="393" y="2182"/>
                    </a:lnTo>
                    <a:lnTo>
                      <a:pt x="393" y="2110"/>
                    </a:lnTo>
                    <a:lnTo>
                      <a:pt x="401" y="2047"/>
                    </a:lnTo>
                    <a:lnTo>
                      <a:pt x="401" y="1967"/>
                    </a:lnTo>
                    <a:lnTo>
                      <a:pt x="409" y="1895"/>
                    </a:lnTo>
                    <a:lnTo>
                      <a:pt x="417" y="1823"/>
                    </a:lnTo>
                    <a:lnTo>
                      <a:pt x="417" y="1743"/>
                    </a:lnTo>
                    <a:lnTo>
                      <a:pt x="425" y="1663"/>
                    </a:lnTo>
                    <a:lnTo>
                      <a:pt x="425" y="1591"/>
                    </a:lnTo>
                    <a:lnTo>
                      <a:pt x="433" y="1511"/>
                    </a:lnTo>
                    <a:lnTo>
                      <a:pt x="441" y="1431"/>
                    </a:lnTo>
                    <a:lnTo>
                      <a:pt x="441" y="1351"/>
                    </a:lnTo>
                    <a:lnTo>
                      <a:pt x="449" y="1271"/>
                    </a:lnTo>
                    <a:lnTo>
                      <a:pt x="449" y="1191"/>
                    </a:lnTo>
                    <a:lnTo>
                      <a:pt x="457" y="1111"/>
                    </a:lnTo>
                    <a:lnTo>
                      <a:pt x="465" y="1031"/>
                    </a:lnTo>
                    <a:lnTo>
                      <a:pt x="465" y="959"/>
                    </a:lnTo>
                    <a:lnTo>
                      <a:pt x="473" y="888"/>
                    </a:lnTo>
                    <a:lnTo>
                      <a:pt x="473" y="808"/>
                    </a:lnTo>
                    <a:lnTo>
                      <a:pt x="481" y="744"/>
                    </a:lnTo>
                    <a:lnTo>
                      <a:pt x="489" y="672"/>
                    </a:lnTo>
                    <a:lnTo>
                      <a:pt x="489" y="608"/>
                    </a:lnTo>
                    <a:lnTo>
                      <a:pt x="497" y="544"/>
                    </a:lnTo>
                    <a:lnTo>
                      <a:pt x="497" y="480"/>
                    </a:lnTo>
                    <a:lnTo>
                      <a:pt x="505" y="424"/>
                    </a:lnTo>
                    <a:lnTo>
                      <a:pt x="513" y="368"/>
                    </a:lnTo>
                    <a:lnTo>
                      <a:pt x="513" y="312"/>
                    </a:lnTo>
                    <a:lnTo>
                      <a:pt x="521" y="264"/>
                    </a:lnTo>
                    <a:lnTo>
                      <a:pt x="521" y="224"/>
                    </a:lnTo>
                    <a:lnTo>
                      <a:pt x="529" y="184"/>
                    </a:lnTo>
                    <a:lnTo>
                      <a:pt x="529" y="144"/>
                    </a:lnTo>
                    <a:lnTo>
                      <a:pt x="537" y="112"/>
                    </a:lnTo>
                    <a:lnTo>
                      <a:pt x="545" y="80"/>
                    </a:lnTo>
                    <a:lnTo>
                      <a:pt x="545" y="56"/>
                    </a:lnTo>
                    <a:lnTo>
                      <a:pt x="553" y="40"/>
                    </a:lnTo>
                    <a:lnTo>
                      <a:pt x="553" y="24"/>
                    </a:lnTo>
                    <a:lnTo>
                      <a:pt x="561" y="8"/>
                    </a:lnTo>
                    <a:lnTo>
                      <a:pt x="569" y="0"/>
                    </a:lnTo>
                    <a:lnTo>
                      <a:pt x="577" y="8"/>
                    </a:lnTo>
                    <a:lnTo>
                      <a:pt x="585" y="24"/>
                    </a:lnTo>
                    <a:lnTo>
                      <a:pt x="593" y="40"/>
                    </a:lnTo>
                    <a:lnTo>
                      <a:pt x="593" y="56"/>
                    </a:lnTo>
                    <a:lnTo>
                      <a:pt x="601" y="80"/>
                    </a:lnTo>
                    <a:lnTo>
                      <a:pt x="601" y="112"/>
                    </a:lnTo>
                    <a:lnTo>
                      <a:pt x="609" y="144"/>
                    </a:lnTo>
                    <a:lnTo>
                      <a:pt x="617" y="184"/>
                    </a:lnTo>
                    <a:lnTo>
                      <a:pt x="617" y="224"/>
                    </a:lnTo>
                    <a:lnTo>
                      <a:pt x="625" y="264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86" name="Freeform 22"/>
              <p:cNvSpPr>
                <a:spLocks/>
              </p:cNvSpPr>
              <p:nvPr/>
            </p:nvSpPr>
            <p:spPr bwMode="auto">
              <a:xfrm>
                <a:off x="1838" y="654"/>
                <a:ext cx="617" cy="2822"/>
              </a:xfrm>
              <a:custGeom>
                <a:avLst/>
                <a:gdLst/>
                <a:ahLst/>
                <a:cxnLst>
                  <a:cxn ang="0">
                    <a:pos x="8" y="368"/>
                  </a:cxn>
                  <a:cxn ang="0">
                    <a:pos x="24" y="544"/>
                  </a:cxn>
                  <a:cxn ang="0">
                    <a:pos x="40" y="744"/>
                  </a:cxn>
                  <a:cxn ang="0">
                    <a:pos x="48" y="959"/>
                  </a:cxn>
                  <a:cxn ang="0">
                    <a:pos x="64" y="1191"/>
                  </a:cxn>
                  <a:cxn ang="0">
                    <a:pos x="80" y="1431"/>
                  </a:cxn>
                  <a:cxn ang="0">
                    <a:pos x="96" y="1663"/>
                  </a:cxn>
                  <a:cxn ang="0">
                    <a:pos x="104" y="1895"/>
                  </a:cxn>
                  <a:cxn ang="0">
                    <a:pos x="120" y="2110"/>
                  </a:cxn>
                  <a:cxn ang="0">
                    <a:pos x="136" y="2310"/>
                  </a:cxn>
                  <a:cxn ang="0">
                    <a:pos x="152" y="2478"/>
                  </a:cxn>
                  <a:cxn ang="0">
                    <a:pos x="168" y="2622"/>
                  </a:cxn>
                  <a:cxn ang="0">
                    <a:pos x="176" y="2726"/>
                  </a:cxn>
                  <a:cxn ang="0">
                    <a:pos x="192" y="2790"/>
                  </a:cxn>
                  <a:cxn ang="0">
                    <a:pos x="208" y="2822"/>
                  </a:cxn>
                  <a:cxn ang="0">
                    <a:pos x="224" y="2790"/>
                  </a:cxn>
                  <a:cxn ang="0">
                    <a:pos x="240" y="2726"/>
                  </a:cxn>
                  <a:cxn ang="0">
                    <a:pos x="256" y="2622"/>
                  </a:cxn>
                  <a:cxn ang="0">
                    <a:pos x="272" y="2486"/>
                  </a:cxn>
                  <a:cxn ang="0">
                    <a:pos x="280" y="2318"/>
                  </a:cxn>
                  <a:cxn ang="0">
                    <a:pos x="296" y="2118"/>
                  </a:cxn>
                  <a:cxn ang="0">
                    <a:pos x="312" y="1903"/>
                  </a:cxn>
                  <a:cxn ang="0">
                    <a:pos x="328" y="1679"/>
                  </a:cxn>
                  <a:cxn ang="0">
                    <a:pos x="344" y="1439"/>
                  </a:cxn>
                  <a:cxn ang="0">
                    <a:pos x="352" y="1199"/>
                  </a:cxn>
                  <a:cxn ang="0">
                    <a:pos x="368" y="967"/>
                  </a:cxn>
                  <a:cxn ang="0">
                    <a:pos x="384" y="752"/>
                  </a:cxn>
                  <a:cxn ang="0">
                    <a:pos x="400" y="544"/>
                  </a:cxn>
                  <a:cxn ang="0">
                    <a:pos x="416" y="376"/>
                  </a:cxn>
                  <a:cxn ang="0">
                    <a:pos x="424" y="224"/>
                  </a:cxn>
                  <a:cxn ang="0">
                    <a:pos x="440" y="112"/>
                  </a:cxn>
                  <a:cxn ang="0">
                    <a:pos x="456" y="40"/>
                  </a:cxn>
                  <a:cxn ang="0">
                    <a:pos x="480" y="0"/>
                  </a:cxn>
                  <a:cxn ang="0">
                    <a:pos x="488" y="24"/>
                  </a:cxn>
                  <a:cxn ang="0">
                    <a:pos x="504" y="80"/>
                  </a:cxn>
                  <a:cxn ang="0">
                    <a:pos x="521" y="176"/>
                  </a:cxn>
                  <a:cxn ang="0">
                    <a:pos x="529" y="312"/>
                  </a:cxn>
                  <a:cxn ang="0">
                    <a:pos x="545" y="472"/>
                  </a:cxn>
                  <a:cxn ang="0">
                    <a:pos x="561" y="664"/>
                  </a:cxn>
                  <a:cxn ang="0">
                    <a:pos x="577" y="880"/>
                  </a:cxn>
                  <a:cxn ang="0">
                    <a:pos x="593" y="1103"/>
                  </a:cxn>
                  <a:cxn ang="0">
                    <a:pos x="601" y="1343"/>
                  </a:cxn>
                </a:cxnLst>
                <a:rect l="0" t="0" r="r" b="b"/>
                <a:pathLst>
                  <a:path w="617" h="2822">
                    <a:moveTo>
                      <a:pt x="0" y="264"/>
                    </a:moveTo>
                    <a:lnTo>
                      <a:pt x="0" y="312"/>
                    </a:lnTo>
                    <a:lnTo>
                      <a:pt x="8" y="368"/>
                    </a:lnTo>
                    <a:lnTo>
                      <a:pt x="16" y="424"/>
                    </a:lnTo>
                    <a:lnTo>
                      <a:pt x="16" y="480"/>
                    </a:lnTo>
                    <a:lnTo>
                      <a:pt x="24" y="544"/>
                    </a:lnTo>
                    <a:lnTo>
                      <a:pt x="24" y="608"/>
                    </a:lnTo>
                    <a:lnTo>
                      <a:pt x="32" y="672"/>
                    </a:lnTo>
                    <a:lnTo>
                      <a:pt x="40" y="744"/>
                    </a:lnTo>
                    <a:lnTo>
                      <a:pt x="40" y="808"/>
                    </a:lnTo>
                    <a:lnTo>
                      <a:pt x="48" y="888"/>
                    </a:lnTo>
                    <a:lnTo>
                      <a:pt x="48" y="959"/>
                    </a:lnTo>
                    <a:lnTo>
                      <a:pt x="56" y="1031"/>
                    </a:lnTo>
                    <a:lnTo>
                      <a:pt x="64" y="1111"/>
                    </a:lnTo>
                    <a:lnTo>
                      <a:pt x="64" y="1191"/>
                    </a:lnTo>
                    <a:lnTo>
                      <a:pt x="72" y="1271"/>
                    </a:lnTo>
                    <a:lnTo>
                      <a:pt x="72" y="1351"/>
                    </a:lnTo>
                    <a:lnTo>
                      <a:pt x="80" y="1431"/>
                    </a:lnTo>
                    <a:lnTo>
                      <a:pt x="88" y="1511"/>
                    </a:lnTo>
                    <a:lnTo>
                      <a:pt x="88" y="1591"/>
                    </a:lnTo>
                    <a:lnTo>
                      <a:pt x="96" y="1663"/>
                    </a:lnTo>
                    <a:lnTo>
                      <a:pt x="96" y="1743"/>
                    </a:lnTo>
                    <a:lnTo>
                      <a:pt x="104" y="1823"/>
                    </a:lnTo>
                    <a:lnTo>
                      <a:pt x="104" y="1895"/>
                    </a:lnTo>
                    <a:lnTo>
                      <a:pt x="112" y="1967"/>
                    </a:lnTo>
                    <a:lnTo>
                      <a:pt x="120" y="2047"/>
                    </a:lnTo>
                    <a:lnTo>
                      <a:pt x="120" y="2110"/>
                    </a:lnTo>
                    <a:lnTo>
                      <a:pt x="128" y="2182"/>
                    </a:lnTo>
                    <a:lnTo>
                      <a:pt x="128" y="2246"/>
                    </a:lnTo>
                    <a:lnTo>
                      <a:pt x="136" y="2310"/>
                    </a:lnTo>
                    <a:lnTo>
                      <a:pt x="144" y="2366"/>
                    </a:lnTo>
                    <a:lnTo>
                      <a:pt x="144" y="2422"/>
                    </a:lnTo>
                    <a:lnTo>
                      <a:pt x="152" y="2478"/>
                    </a:lnTo>
                    <a:lnTo>
                      <a:pt x="152" y="2526"/>
                    </a:lnTo>
                    <a:lnTo>
                      <a:pt x="160" y="2574"/>
                    </a:lnTo>
                    <a:lnTo>
                      <a:pt x="168" y="2622"/>
                    </a:lnTo>
                    <a:lnTo>
                      <a:pt x="168" y="2662"/>
                    </a:lnTo>
                    <a:lnTo>
                      <a:pt x="176" y="2694"/>
                    </a:lnTo>
                    <a:lnTo>
                      <a:pt x="176" y="2726"/>
                    </a:lnTo>
                    <a:lnTo>
                      <a:pt x="184" y="2750"/>
                    </a:lnTo>
                    <a:lnTo>
                      <a:pt x="192" y="2774"/>
                    </a:lnTo>
                    <a:lnTo>
                      <a:pt x="192" y="2790"/>
                    </a:lnTo>
                    <a:lnTo>
                      <a:pt x="200" y="2806"/>
                    </a:lnTo>
                    <a:lnTo>
                      <a:pt x="200" y="2814"/>
                    </a:lnTo>
                    <a:lnTo>
                      <a:pt x="208" y="2822"/>
                    </a:lnTo>
                    <a:lnTo>
                      <a:pt x="216" y="2814"/>
                    </a:lnTo>
                    <a:lnTo>
                      <a:pt x="224" y="2806"/>
                    </a:lnTo>
                    <a:lnTo>
                      <a:pt x="224" y="2790"/>
                    </a:lnTo>
                    <a:lnTo>
                      <a:pt x="232" y="2774"/>
                    </a:lnTo>
                    <a:lnTo>
                      <a:pt x="240" y="2750"/>
                    </a:lnTo>
                    <a:lnTo>
                      <a:pt x="240" y="2726"/>
                    </a:lnTo>
                    <a:lnTo>
                      <a:pt x="248" y="2694"/>
                    </a:lnTo>
                    <a:lnTo>
                      <a:pt x="248" y="2662"/>
                    </a:lnTo>
                    <a:lnTo>
                      <a:pt x="256" y="2622"/>
                    </a:lnTo>
                    <a:lnTo>
                      <a:pt x="264" y="2582"/>
                    </a:lnTo>
                    <a:lnTo>
                      <a:pt x="264" y="2534"/>
                    </a:lnTo>
                    <a:lnTo>
                      <a:pt x="272" y="2486"/>
                    </a:lnTo>
                    <a:lnTo>
                      <a:pt x="272" y="2430"/>
                    </a:lnTo>
                    <a:lnTo>
                      <a:pt x="280" y="2374"/>
                    </a:lnTo>
                    <a:lnTo>
                      <a:pt x="280" y="2318"/>
                    </a:lnTo>
                    <a:lnTo>
                      <a:pt x="288" y="2254"/>
                    </a:lnTo>
                    <a:lnTo>
                      <a:pt x="296" y="2190"/>
                    </a:lnTo>
                    <a:lnTo>
                      <a:pt x="296" y="2118"/>
                    </a:lnTo>
                    <a:lnTo>
                      <a:pt x="304" y="2055"/>
                    </a:lnTo>
                    <a:lnTo>
                      <a:pt x="304" y="1983"/>
                    </a:lnTo>
                    <a:lnTo>
                      <a:pt x="312" y="1903"/>
                    </a:lnTo>
                    <a:lnTo>
                      <a:pt x="320" y="1831"/>
                    </a:lnTo>
                    <a:lnTo>
                      <a:pt x="320" y="1751"/>
                    </a:lnTo>
                    <a:lnTo>
                      <a:pt x="328" y="1679"/>
                    </a:lnTo>
                    <a:lnTo>
                      <a:pt x="328" y="1599"/>
                    </a:lnTo>
                    <a:lnTo>
                      <a:pt x="336" y="1519"/>
                    </a:lnTo>
                    <a:lnTo>
                      <a:pt x="344" y="1439"/>
                    </a:lnTo>
                    <a:lnTo>
                      <a:pt x="344" y="1359"/>
                    </a:lnTo>
                    <a:lnTo>
                      <a:pt x="352" y="1279"/>
                    </a:lnTo>
                    <a:lnTo>
                      <a:pt x="352" y="1199"/>
                    </a:lnTo>
                    <a:lnTo>
                      <a:pt x="360" y="1119"/>
                    </a:lnTo>
                    <a:lnTo>
                      <a:pt x="368" y="1047"/>
                    </a:lnTo>
                    <a:lnTo>
                      <a:pt x="368" y="967"/>
                    </a:lnTo>
                    <a:lnTo>
                      <a:pt x="376" y="896"/>
                    </a:lnTo>
                    <a:lnTo>
                      <a:pt x="376" y="816"/>
                    </a:lnTo>
                    <a:lnTo>
                      <a:pt x="384" y="752"/>
                    </a:lnTo>
                    <a:lnTo>
                      <a:pt x="392" y="680"/>
                    </a:lnTo>
                    <a:lnTo>
                      <a:pt x="392" y="616"/>
                    </a:lnTo>
                    <a:lnTo>
                      <a:pt x="400" y="544"/>
                    </a:lnTo>
                    <a:lnTo>
                      <a:pt x="400" y="488"/>
                    </a:lnTo>
                    <a:lnTo>
                      <a:pt x="408" y="424"/>
                    </a:lnTo>
                    <a:lnTo>
                      <a:pt x="416" y="376"/>
                    </a:lnTo>
                    <a:lnTo>
                      <a:pt x="416" y="320"/>
                    </a:lnTo>
                    <a:lnTo>
                      <a:pt x="424" y="272"/>
                    </a:lnTo>
                    <a:lnTo>
                      <a:pt x="424" y="224"/>
                    </a:lnTo>
                    <a:lnTo>
                      <a:pt x="432" y="184"/>
                    </a:lnTo>
                    <a:lnTo>
                      <a:pt x="440" y="144"/>
                    </a:lnTo>
                    <a:lnTo>
                      <a:pt x="440" y="112"/>
                    </a:lnTo>
                    <a:lnTo>
                      <a:pt x="448" y="88"/>
                    </a:lnTo>
                    <a:lnTo>
                      <a:pt x="448" y="64"/>
                    </a:lnTo>
                    <a:lnTo>
                      <a:pt x="456" y="40"/>
                    </a:lnTo>
                    <a:lnTo>
                      <a:pt x="464" y="24"/>
                    </a:lnTo>
                    <a:lnTo>
                      <a:pt x="464" y="16"/>
                    </a:lnTo>
                    <a:lnTo>
                      <a:pt x="480" y="0"/>
                    </a:lnTo>
                    <a:lnTo>
                      <a:pt x="472" y="0"/>
                    </a:lnTo>
                    <a:lnTo>
                      <a:pt x="480" y="8"/>
                    </a:lnTo>
                    <a:lnTo>
                      <a:pt x="488" y="24"/>
                    </a:lnTo>
                    <a:lnTo>
                      <a:pt x="496" y="32"/>
                    </a:lnTo>
                    <a:lnTo>
                      <a:pt x="496" y="56"/>
                    </a:lnTo>
                    <a:lnTo>
                      <a:pt x="504" y="80"/>
                    </a:lnTo>
                    <a:lnTo>
                      <a:pt x="504" y="104"/>
                    </a:lnTo>
                    <a:lnTo>
                      <a:pt x="512" y="136"/>
                    </a:lnTo>
                    <a:lnTo>
                      <a:pt x="521" y="176"/>
                    </a:lnTo>
                    <a:lnTo>
                      <a:pt x="521" y="216"/>
                    </a:lnTo>
                    <a:lnTo>
                      <a:pt x="529" y="264"/>
                    </a:lnTo>
                    <a:lnTo>
                      <a:pt x="529" y="312"/>
                    </a:lnTo>
                    <a:lnTo>
                      <a:pt x="537" y="360"/>
                    </a:lnTo>
                    <a:lnTo>
                      <a:pt x="545" y="416"/>
                    </a:lnTo>
                    <a:lnTo>
                      <a:pt x="545" y="472"/>
                    </a:lnTo>
                    <a:lnTo>
                      <a:pt x="553" y="536"/>
                    </a:lnTo>
                    <a:lnTo>
                      <a:pt x="553" y="600"/>
                    </a:lnTo>
                    <a:lnTo>
                      <a:pt x="561" y="664"/>
                    </a:lnTo>
                    <a:lnTo>
                      <a:pt x="569" y="736"/>
                    </a:lnTo>
                    <a:lnTo>
                      <a:pt x="569" y="800"/>
                    </a:lnTo>
                    <a:lnTo>
                      <a:pt x="577" y="880"/>
                    </a:lnTo>
                    <a:lnTo>
                      <a:pt x="577" y="951"/>
                    </a:lnTo>
                    <a:lnTo>
                      <a:pt x="585" y="1023"/>
                    </a:lnTo>
                    <a:lnTo>
                      <a:pt x="593" y="1103"/>
                    </a:lnTo>
                    <a:lnTo>
                      <a:pt x="593" y="1183"/>
                    </a:lnTo>
                    <a:lnTo>
                      <a:pt x="601" y="1263"/>
                    </a:lnTo>
                    <a:lnTo>
                      <a:pt x="601" y="1343"/>
                    </a:lnTo>
                    <a:lnTo>
                      <a:pt x="609" y="1423"/>
                    </a:lnTo>
                    <a:lnTo>
                      <a:pt x="617" y="1503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87" name="Freeform 23"/>
              <p:cNvSpPr>
                <a:spLocks/>
              </p:cNvSpPr>
              <p:nvPr/>
            </p:nvSpPr>
            <p:spPr bwMode="auto">
              <a:xfrm>
                <a:off x="2455" y="654"/>
                <a:ext cx="608" cy="2822"/>
              </a:xfrm>
              <a:custGeom>
                <a:avLst/>
                <a:gdLst/>
                <a:ahLst/>
                <a:cxnLst>
                  <a:cxn ang="0">
                    <a:pos x="8" y="1655"/>
                  </a:cxn>
                  <a:cxn ang="0">
                    <a:pos x="24" y="1887"/>
                  </a:cxn>
                  <a:cxn ang="0">
                    <a:pos x="32" y="2102"/>
                  </a:cxn>
                  <a:cxn ang="0">
                    <a:pos x="48" y="2302"/>
                  </a:cxn>
                  <a:cxn ang="0">
                    <a:pos x="64" y="2470"/>
                  </a:cxn>
                  <a:cxn ang="0">
                    <a:pos x="80" y="2614"/>
                  </a:cxn>
                  <a:cxn ang="0">
                    <a:pos x="88" y="2718"/>
                  </a:cxn>
                  <a:cxn ang="0">
                    <a:pos x="104" y="2790"/>
                  </a:cxn>
                  <a:cxn ang="0">
                    <a:pos x="120" y="2822"/>
                  </a:cxn>
                  <a:cxn ang="0">
                    <a:pos x="136" y="2798"/>
                  </a:cxn>
                  <a:cxn ang="0">
                    <a:pos x="152" y="2734"/>
                  </a:cxn>
                  <a:cxn ang="0">
                    <a:pos x="168" y="2630"/>
                  </a:cxn>
                  <a:cxn ang="0">
                    <a:pos x="184" y="2494"/>
                  </a:cxn>
                  <a:cxn ang="0">
                    <a:pos x="200" y="2326"/>
                  </a:cxn>
                  <a:cxn ang="0">
                    <a:pos x="208" y="2126"/>
                  </a:cxn>
                  <a:cxn ang="0">
                    <a:pos x="224" y="1911"/>
                  </a:cxn>
                  <a:cxn ang="0">
                    <a:pos x="240" y="1687"/>
                  </a:cxn>
                  <a:cxn ang="0">
                    <a:pos x="256" y="1447"/>
                  </a:cxn>
                  <a:cxn ang="0">
                    <a:pos x="264" y="1207"/>
                  </a:cxn>
                  <a:cxn ang="0">
                    <a:pos x="280" y="975"/>
                  </a:cxn>
                  <a:cxn ang="0">
                    <a:pos x="296" y="760"/>
                  </a:cxn>
                  <a:cxn ang="0">
                    <a:pos x="312" y="552"/>
                  </a:cxn>
                  <a:cxn ang="0">
                    <a:pos x="328" y="376"/>
                  </a:cxn>
                  <a:cxn ang="0">
                    <a:pos x="336" y="232"/>
                  </a:cxn>
                  <a:cxn ang="0">
                    <a:pos x="352" y="120"/>
                  </a:cxn>
                  <a:cxn ang="0">
                    <a:pos x="368" y="40"/>
                  </a:cxn>
                  <a:cxn ang="0">
                    <a:pos x="392" y="0"/>
                  </a:cxn>
                  <a:cxn ang="0">
                    <a:pos x="400" y="8"/>
                  </a:cxn>
                  <a:cxn ang="0">
                    <a:pos x="408" y="56"/>
                  </a:cxn>
                  <a:cxn ang="0">
                    <a:pos x="424" y="136"/>
                  </a:cxn>
                  <a:cxn ang="0">
                    <a:pos x="440" y="256"/>
                  </a:cxn>
                  <a:cxn ang="0">
                    <a:pos x="456" y="408"/>
                  </a:cxn>
                  <a:cxn ang="0">
                    <a:pos x="464" y="592"/>
                  </a:cxn>
                  <a:cxn ang="0">
                    <a:pos x="480" y="792"/>
                  </a:cxn>
                  <a:cxn ang="0">
                    <a:pos x="496" y="1015"/>
                  </a:cxn>
                  <a:cxn ang="0">
                    <a:pos x="512" y="1255"/>
                  </a:cxn>
                  <a:cxn ang="0">
                    <a:pos x="528" y="1487"/>
                  </a:cxn>
                  <a:cxn ang="0">
                    <a:pos x="536" y="1727"/>
                  </a:cxn>
                  <a:cxn ang="0">
                    <a:pos x="552" y="1951"/>
                  </a:cxn>
                  <a:cxn ang="0">
                    <a:pos x="568" y="2166"/>
                  </a:cxn>
                  <a:cxn ang="0">
                    <a:pos x="584" y="2358"/>
                  </a:cxn>
                  <a:cxn ang="0">
                    <a:pos x="600" y="2518"/>
                  </a:cxn>
                </a:cxnLst>
                <a:rect l="0" t="0" r="r" b="b"/>
                <a:pathLst>
                  <a:path w="608" h="2822">
                    <a:moveTo>
                      <a:pt x="0" y="1503"/>
                    </a:moveTo>
                    <a:lnTo>
                      <a:pt x="0" y="1575"/>
                    </a:lnTo>
                    <a:lnTo>
                      <a:pt x="8" y="1655"/>
                    </a:lnTo>
                    <a:lnTo>
                      <a:pt x="8" y="1735"/>
                    </a:lnTo>
                    <a:lnTo>
                      <a:pt x="16" y="1815"/>
                    </a:lnTo>
                    <a:lnTo>
                      <a:pt x="24" y="1887"/>
                    </a:lnTo>
                    <a:lnTo>
                      <a:pt x="24" y="1959"/>
                    </a:lnTo>
                    <a:lnTo>
                      <a:pt x="32" y="2039"/>
                    </a:lnTo>
                    <a:lnTo>
                      <a:pt x="32" y="2102"/>
                    </a:lnTo>
                    <a:lnTo>
                      <a:pt x="40" y="2174"/>
                    </a:lnTo>
                    <a:lnTo>
                      <a:pt x="48" y="2238"/>
                    </a:lnTo>
                    <a:lnTo>
                      <a:pt x="48" y="2302"/>
                    </a:lnTo>
                    <a:lnTo>
                      <a:pt x="56" y="2366"/>
                    </a:lnTo>
                    <a:lnTo>
                      <a:pt x="56" y="2422"/>
                    </a:lnTo>
                    <a:lnTo>
                      <a:pt x="64" y="2470"/>
                    </a:lnTo>
                    <a:lnTo>
                      <a:pt x="64" y="2526"/>
                    </a:lnTo>
                    <a:lnTo>
                      <a:pt x="72" y="2574"/>
                    </a:lnTo>
                    <a:lnTo>
                      <a:pt x="80" y="2614"/>
                    </a:lnTo>
                    <a:lnTo>
                      <a:pt x="80" y="2654"/>
                    </a:lnTo>
                    <a:lnTo>
                      <a:pt x="88" y="2686"/>
                    </a:lnTo>
                    <a:lnTo>
                      <a:pt x="88" y="2718"/>
                    </a:lnTo>
                    <a:lnTo>
                      <a:pt x="96" y="2750"/>
                    </a:lnTo>
                    <a:lnTo>
                      <a:pt x="104" y="2774"/>
                    </a:lnTo>
                    <a:lnTo>
                      <a:pt x="104" y="2790"/>
                    </a:lnTo>
                    <a:lnTo>
                      <a:pt x="112" y="2806"/>
                    </a:lnTo>
                    <a:lnTo>
                      <a:pt x="112" y="2814"/>
                    </a:lnTo>
                    <a:lnTo>
                      <a:pt x="120" y="2822"/>
                    </a:lnTo>
                    <a:lnTo>
                      <a:pt x="128" y="2814"/>
                    </a:lnTo>
                    <a:lnTo>
                      <a:pt x="136" y="2806"/>
                    </a:lnTo>
                    <a:lnTo>
                      <a:pt x="136" y="2798"/>
                    </a:lnTo>
                    <a:lnTo>
                      <a:pt x="144" y="2774"/>
                    </a:lnTo>
                    <a:lnTo>
                      <a:pt x="152" y="2758"/>
                    </a:lnTo>
                    <a:lnTo>
                      <a:pt x="152" y="2734"/>
                    </a:lnTo>
                    <a:lnTo>
                      <a:pt x="160" y="2702"/>
                    </a:lnTo>
                    <a:lnTo>
                      <a:pt x="160" y="2670"/>
                    </a:lnTo>
                    <a:lnTo>
                      <a:pt x="168" y="2630"/>
                    </a:lnTo>
                    <a:lnTo>
                      <a:pt x="176" y="2590"/>
                    </a:lnTo>
                    <a:lnTo>
                      <a:pt x="176" y="2542"/>
                    </a:lnTo>
                    <a:lnTo>
                      <a:pt x="184" y="2494"/>
                    </a:lnTo>
                    <a:lnTo>
                      <a:pt x="184" y="2438"/>
                    </a:lnTo>
                    <a:lnTo>
                      <a:pt x="192" y="2382"/>
                    </a:lnTo>
                    <a:lnTo>
                      <a:pt x="200" y="2326"/>
                    </a:lnTo>
                    <a:lnTo>
                      <a:pt x="200" y="2262"/>
                    </a:lnTo>
                    <a:lnTo>
                      <a:pt x="208" y="2198"/>
                    </a:lnTo>
                    <a:lnTo>
                      <a:pt x="208" y="2126"/>
                    </a:lnTo>
                    <a:lnTo>
                      <a:pt x="216" y="2063"/>
                    </a:lnTo>
                    <a:lnTo>
                      <a:pt x="224" y="1991"/>
                    </a:lnTo>
                    <a:lnTo>
                      <a:pt x="224" y="1911"/>
                    </a:lnTo>
                    <a:lnTo>
                      <a:pt x="232" y="1839"/>
                    </a:lnTo>
                    <a:lnTo>
                      <a:pt x="232" y="1759"/>
                    </a:lnTo>
                    <a:lnTo>
                      <a:pt x="240" y="1687"/>
                    </a:lnTo>
                    <a:lnTo>
                      <a:pt x="240" y="1607"/>
                    </a:lnTo>
                    <a:lnTo>
                      <a:pt x="248" y="1527"/>
                    </a:lnTo>
                    <a:lnTo>
                      <a:pt x="256" y="1447"/>
                    </a:lnTo>
                    <a:lnTo>
                      <a:pt x="256" y="1367"/>
                    </a:lnTo>
                    <a:lnTo>
                      <a:pt x="264" y="1287"/>
                    </a:lnTo>
                    <a:lnTo>
                      <a:pt x="264" y="1207"/>
                    </a:lnTo>
                    <a:lnTo>
                      <a:pt x="272" y="1127"/>
                    </a:lnTo>
                    <a:lnTo>
                      <a:pt x="280" y="1055"/>
                    </a:lnTo>
                    <a:lnTo>
                      <a:pt x="280" y="975"/>
                    </a:lnTo>
                    <a:lnTo>
                      <a:pt x="288" y="904"/>
                    </a:lnTo>
                    <a:lnTo>
                      <a:pt x="288" y="824"/>
                    </a:lnTo>
                    <a:lnTo>
                      <a:pt x="296" y="760"/>
                    </a:lnTo>
                    <a:lnTo>
                      <a:pt x="304" y="688"/>
                    </a:lnTo>
                    <a:lnTo>
                      <a:pt x="304" y="616"/>
                    </a:lnTo>
                    <a:lnTo>
                      <a:pt x="312" y="552"/>
                    </a:lnTo>
                    <a:lnTo>
                      <a:pt x="312" y="496"/>
                    </a:lnTo>
                    <a:lnTo>
                      <a:pt x="320" y="432"/>
                    </a:lnTo>
                    <a:lnTo>
                      <a:pt x="328" y="376"/>
                    </a:lnTo>
                    <a:lnTo>
                      <a:pt x="328" y="328"/>
                    </a:lnTo>
                    <a:lnTo>
                      <a:pt x="336" y="280"/>
                    </a:lnTo>
                    <a:lnTo>
                      <a:pt x="336" y="232"/>
                    </a:lnTo>
                    <a:lnTo>
                      <a:pt x="344" y="192"/>
                    </a:lnTo>
                    <a:lnTo>
                      <a:pt x="352" y="152"/>
                    </a:lnTo>
                    <a:lnTo>
                      <a:pt x="352" y="120"/>
                    </a:lnTo>
                    <a:lnTo>
                      <a:pt x="360" y="88"/>
                    </a:lnTo>
                    <a:lnTo>
                      <a:pt x="360" y="64"/>
                    </a:lnTo>
                    <a:lnTo>
                      <a:pt x="368" y="40"/>
                    </a:lnTo>
                    <a:lnTo>
                      <a:pt x="376" y="24"/>
                    </a:lnTo>
                    <a:lnTo>
                      <a:pt x="376" y="16"/>
                    </a:lnTo>
                    <a:lnTo>
                      <a:pt x="392" y="0"/>
                    </a:lnTo>
                    <a:lnTo>
                      <a:pt x="384" y="0"/>
                    </a:lnTo>
                    <a:lnTo>
                      <a:pt x="392" y="0"/>
                    </a:lnTo>
                    <a:lnTo>
                      <a:pt x="400" y="8"/>
                    </a:lnTo>
                    <a:lnTo>
                      <a:pt x="400" y="16"/>
                    </a:lnTo>
                    <a:lnTo>
                      <a:pt x="408" y="32"/>
                    </a:lnTo>
                    <a:lnTo>
                      <a:pt x="408" y="56"/>
                    </a:lnTo>
                    <a:lnTo>
                      <a:pt x="416" y="80"/>
                    </a:lnTo>
                    <a:lnTo>
                      <a:pt x="424" y="104"/>
                    </a:lnTo>
                    <a:lnTo>
                      <a:pt x="424" y="136"/>
                    </a:lnTo>
                    <a:lnTo>
                      <a:pt x="432" y="176"/>
                    </a:lnTo>
                    <a:lnTo>
                      <a:pt x="432" y="216"/>
                    </a:lnTo>
                    <a:lnTo>
                      <a:pt x="440" y="256"/>
                    </a:lnTo>
                    <a:lnTo>
                      <a:pt x="440" y="304"/>
                    </a:lnTo>
                    <a:lnTo>
                      <a:pt x="448" y="352"/>
                    </a:lnTo>
                    <a:lnTo>
                      <a:pt x="456" y="408"/>
                    </a:lnTo>
                    <a:lnTo>
                      <a:pt x="456" y="464"/>
                    </a:lnTo>
                    <a:lnTo>
                      <a:pt x="464" y="528"/>
                    </a:lnTo>
                    <a:lnTo>
                      <a:pt x="464" y="592"/>
                    </a:lnTo>
                    <a:lnTo>
                      <a:pt x="472" y="656"/>
                    </a:lnTo>
                    <a:lnTo>
                      <a:pt x="480" y="728"/>
                    </a:lnTo>
                    <a:lnTo>
                      <a:pt x="480" y="792"/>
                    </a:lnTo>
                    <a:lnTo>
                      <a:pt x="488" y="872"/>
                    </a:lnTo>
                    <a:lnTo>
                      <a:pt x="488" y="943"/>
                    </a:lnTo>
                    <a:lnTo>
                      <a:pt x="496" y="1015"/>
                    </a:lnTo>
                    <a:lnTo>
                      <a:pt x="504" y="1095"/>
                    </a:lnTo>
                    <a:lnTo>
                      <a:pt x="504" y="1175"/>
                    </a:lnTo>
                    <a:lnTo>
                      <a:pt x="512" y="1255"/>
                    </a:lnTo>
                    <a:lnTo>
                      <a:pt x="512" y="1335"/>
                    </a:lnTo>
                    <a:lnTo>
                      <a:pt x="520" y="1407"/>
                    </a:lnTo>
                    <a:lnTo>
                      <a:pt x="528" y="1487"/>
                    </a:lnTo>
                    <a:lnTo>
                      <a:pt x="528" y="1567"/>
                    </a:lnTo>
                    <a:lnTo>
                      <a:pt x="536" y="1647"/>
                    </a:lnTo>
                    <a:lnTo>
                      <a:pt x="536" y="1727"/>
                    </a:lnTo>
                    <a:lnTo>
                      <a:pt x="544" y="1807"/>
                    </a:lnTo>
                    <a:lnTo>
                      <a:pt x="552" y="1879"/>
                    </a:lnTo>
                    <a:lnTo>
                      <a:pt x="552" y="1951"/>
                    </a:lnTo>
                    <a:lnTo>
                      <a:pt x="560" y="2031"/>
                    </a:lnTo>
                    <a:lnTo>
                      <a:pt x="560" y="2094"/>
                    </a:lnTo>
                    <a:lnTo>
                      <a:pt x="568" y="2166"/>
                    </a:lnTo>
                    <a:lnTo>
                      <a:pt x="576" y="2230"/>
                    </a:lnTo>
                    <a:lnTo>
                      <a:pt x="576" y="2294"/>
                    </a:lnTo>
                    <a:lnTo>
                      <a:pt x="584" y="2358"/>
                    </a:lnTo>
                    <a:lnTo>
                      <a:pt x="584" y="2414"/>
                    </a:lnTo>
                    <a:lnTo>
                      <a:pt x="592" y="2470"/>
                    </a:lnTo>
                    <a:lnTo>
                      <a:pt x="600" y="2518"/>
                    </a:lnTo>
                    <a:lnTo>
                      <a:pt x="600" y="2566"/>
                    </a:lnTo>
                    <a:lnTo>
                      <a:pt x="608" y="2606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88" name="Freeform 24"/>
              <p:cNvSpPr>
                <a:spLocks/>
              </p:cNvSpPr>
              <p:nvPr/>
            </p:nvSpPr>
            <p:spPr bwMode="auto">
              <a:xfrm>
                <a:off x="3063" y="654"/>
                <a:ext cx="609" cy="2822"/>
              </a:xfrm>
              <a:custGeom>
                <a:avLst/>
                <a:gdLst/>
                <a:ahLst/>
                <a:cxnLst>
                  <a:cxn ang="0">
                    <a:pos x="8" y="2686"/>
                  </a:cxn>
                  <a:cxn ang="0">
                    <a:pos x="24" y="2766"/>
                  </a:cxn>
                  <a:cxn ang="0">
                    <a:pos x="32" y="2814"/>
                  </a:cxn>
                  <a:cxn ang="0">
                    <a:pos x="56" y="2806"/>
                  </a:cxn>
                  <a:cxn ang="0">
                    <a:pos x="72" y="2758"/>
                  </a:cxn>
                  <a:cxn ang="0">
                    <a:pos x="80" y="2670"/>
                  </a:cxn>
                  <a:cxn ang="0">
                    <a:pos x="96" y="2542"/>
                  </a:cxn>
                  <a:cxn ang="0">
                    <a:pos x="112" y="2390"/>
                  </a:cxn>
                  <a:cxn ang="0">
                    <a:pos x="128" y="2206"/>
                  </a:cxn>
                  <a:cxn ang="0">
                    <a:pos x="144" y="1999"/>
                  </a:cxn>
                  <a:cxn ang="0">
                    <a:pos x="152" y="1767"/>
                  </a:cxn>
                  <a:cxn ang="0">
                    <a:pos x="168" y="1535"/>
                  </a:cxn>
                  <a:cxn ang="0">
                    <a:pos x="184" y="1295"/>
                  </a:cxn>
                  <a:cxn ang="0">
                    <a:pos x="200" y="1063"/>
                  </a:cxn>
                  <a:cxn ang="0">
                    <a:pos x="208" y="832"/>
                  </a:cxn>
                  <a:cxn ang="0">
                    <a:pos x="224" y="624"/>
                  </a:cxn>
                  <a:cxn ang="0">
                    <a:pos x="240" y="440"/>
                  </a:cxn>
                  <a:cxn ang="0">
                    <a:pos x="256" y="280"/>
                  </a:cxn>
                  <a:cxn ang="0">
                    <a:pos x="272" y="152"/>
                  </a:cxn>
                  <a:cxn ang="0">
                    <a:pos x="280" y="64"/>
                  </a:cxn>
                  <a:cxn ang="0">
                    <a:pos x="296" y="16"/>
                  </a:cxn>
                  <a:cxn ang="0">
                    <a:pos x="312" y="0"/>
                  </a:cxn>
                  <a:cxn ang="0">
                    <a:pos x="329" y="32"/>
                  </a:cxn>
                  <a:cxn ang="0">
                    <a:pos x="345" y="104"/>
                  </a:cxn>
                  <a:cxn ang="0">
                    <a:pos x="353" y="208"/>
                  </a:cxn>
                  <a:cxn ang="0">
                    <a:pos x="369" y="352"/>
                  </a:cxn>
                  <a:cxn ang="0">
                    <a:pos x="385" y="520"/>
                  </a:cxn>
                  <a:cxn ang="0">
                    <a:pos x="401" y="720"/>
                  </a:cxn>
                  <a:cxn ang="0">
                    <a:pos x="409" y="935"/>
                  </a:cxn>
                  <a:cxn ang="0">
                    <a:pos x="425" y="1167"/>
                  </a:cxn>
                  <a:cxn ang="0">
                    <a:pos x="441" y="1399"/>
                  </a:cxn>
                  <a:cxn ang="0">
                    <a:pos x="457" y="1639"/>
                  </a:cxn>
                  <a:cxn ang="0">
                    <a:pos x="473" y="1871"/>
                  </a:cxn>
                  <a:cxn ang="0">
                    <a:pos x="481" y="2086"/>
                  </a:cxn>
                  <a:cxn ang="0">
                    <a:pos x="497" y="2286"/>
                  </a:cxn>
                  <a:cxn ang="0">
                    <a:pos x="513" y="2462"/>
                  </a:cxn>
                  <a:cxn ang="0">
                    <a:pos x="529" y="2606"/>
                  </a:cxn>
                  <a:cxn ang="0">
                    <a:pos x="545" y="2718"/>
                  </a:cxn>
                  <a:cxn ang="0">
                    <a:pos x="553" y="2790"/>
                  </a:cxn>
                  <a:cxn ang="0">
                    <a:pos x="569" y="2822"/>
                  </a:cxn>
                  <a:cxn ang="0">
                    <a:pos x="585" y="2798"/>
                  </a:cxn>
                  <a:cxn ang="0">
                    <a:pos x="601" y="2734"/>
                  </a:cxn>
                </a:cxnLst>
                <a:rect l="0" t="0" r="r" b="b"/>
                <a:pathLst>
                  <a:path w="609" h="2822">
                    <a:moveTo>
                      <a:pt x="0" y="2606"/>
                    </a:moveTo>
                    <a:lnTo>
                      <a:pt x="0" y="2646"/>
                    </a:lnTo>
                    <a:lnTo>
                      <a:pt x="8" y="2686"/>
                    </a:lnTo>
                    <a:lnTo>
                      <a:pt x="8" y="2718"/>
                    </a:lnTo>
                    <a:lnTo>
                      <a:pt x="16" y="2742"/>
                    </a:lnTo>
                    <a:lnTo>
                      <a:pt x="24" y="2766"/>
                    </a:lnTo>
                    <a:lnTo>
                      <a:pt x="24" y="2790"/>
                    </a:lnTo>
                    <a:lnTo>
                      <a:pt x="32" y="2806"/>
                    </a:lnTo>
                    <a:lnTo>
                      <a:pt x="32" y="2814"/>
                    </a:lnTo>
                    <a:lnTo>
                      <a:pt x="40" y="2822"/>
                    </a:lnTo>
                    <a:lnTo>
                      <a:pt x="48" y="2814"/>
                    </a:lnTo>
                    <a:lnTo>
                      <a:pt x="56" y="2806"/>
                    </a:lnTo>
                    <a:lnTo>
                      <a:pt x="56" y="2798"/>
                    </a:lnTo>
                    <a:lnTo>
                      <a:pt x="64" y="2782"/>
                    </a:lnTo>
                    <a:lnTo>
                      <a:pt x="72" y="2758"/>
                    </a:lnTo>
                    <a:lnTo>
                      <a:pt x="72" y="2734"/>
                    </a:lnTo>
                    <a:lnTo>
                      <a:pt x="80" y="2702"/>
                    </a:lnTo>
                    <a:lnTo>
                      <a:pt x="80" y="2670"/>
                    </a:lnTo>
                    <a:lnTo>
                      <a:pt x="88" y="2630"/>
                    </a:lnTo>
                    <a:lnTo>
                      <a:pt x="96" y="2590"/>
                    </a:lnTo>
                    <a:lnTo>
                      <a:pt x="96" y="2542"/>
                    </a:lnTo>
                    <a:lnTo>
                      <a:pt x="104" y="2494"/>
                    </a:lnTo>
                    <a:lnTo>
                      <a:pt x="104" y="2446"/>
                    </a:lnTo>
                    <a:lnTo>
                      <a:pt x="112" y="2390"/>
                    </a:lnTo>
                    <a:lnTo>
                      <a:pt x="120" y="2326"/>
                    </a:lnTo>
                    <a:lnTo>
                      <a:pt x="120" y="2270"/>
                    </a:lnTo>
                    <a:lnTo>
                      <a:pt x="128" y="2206"/>
                    </a:lnTo>
                    <a:lnTo>
                      <a:pt x="128" y="2134"/>
                    </a:lnTo>
                    <a:lnTo>
                      <a:pt x="136" y="2063"/>
                    </a:lnTo>
                    <a:lnTo>
                      <a:pt x="144" y="1999"/>
                    </a:lnTo>
                    <a:lnTo>
                      <a:pt x="144" y="1919"/>
                    </a:lnTo>
                    <a:lnTo>
                      <a:pt x="152" y="1847"/>
                    </a:lnTo>
                    <a:lnTo>
                      <a:pt x="152" y="1767"/>
                    </a:lnTo>
                    <a:lnTo>
                      <a:pt x="160" y="1695"/>
                    </a:lnTo>
                    <a:lnTo>
                      <a:pt x="168" y="1615"/>
                    </a:lnTo>
                    <a:lnTo>
                      <a:pt x="168" y="1535"/>
                    </a:lnTo>
                    <a:lnTo>
                      <a:pt x="176" y="1455"/>
                    </a:lnTo>
                    <a:lnTo>
                      <a:pt x="176" y="1375"/>
                    </a:lnTo>
                    <a:lnTo>
                      <a:pt x="184" y="1295"/>
                    </a:lnTo>
                    <a:lnTo>
                      <a:pt x="192" y="1215"/>
                    </a:lnTo>
                    <a:lnTo>
                      <a:pt x="192" y="1135"/>
                    </a:lnTo>
                    <a:lnTo>
                      <a:pt x="200" y="1063"/>
                    </a:lnTo>
                    <a:lnTo>
                      <a:pt x="200" y="983"/>
                    </a:lnTo>
                    <a:lnTo>
                      <a:pt x="208" y="912"/>
                    </a:lnTo>
                    <a:lnTo>
                      <a:pt x="208" y="832"/>
                    </a:lnTo>
                    <a:lnTo>
                      <a:pt x="216" y="760"/>
                    </a:lnTo>
                    <a:lnTo>
                      <a:pt x="224" y="696"/>
                    </a:lnTo>
                    <a:lnTo>
                      <a:pt x="224" y="624"/>
                    </a:lnTo>
                    <a:lnTo>
                      <a:pt x="232" y="560"/>
                    </a:lnTo>
                    <a:lnTo>
                      <a:pt x="232" y="496"/>
                    </a:lnTo>
                    <a:lnTo>
                      <a:pt x="240" y="440"/>
                    </a:lnTo>
                    <a:lnTo>
                      <a:pt x="248" y="384"/>
                    </a:lnTo>
                    <a:lnTo>
                      <a:pt x="248" y="328"/>
                    </a:lnTo>
                    <a:lnTo>
                      <a:pt x="256" y="280"/>
                    </a:lnTo>
                    <a:lnTo>
                      <a:pt x="256" y="232"/>
                    </a:lnTo>
                    <a:lnTo>
                      <a:pt x="264" y="192"/>
                    </a:lnTo>
                    <a:lnTo>
                      <a:pt x="272" y="152"/>
                    </a:lnTo>
                    <a:lnTo>
                      <a:pt x="272" y="120"/>
                    </a:lnTo>
                    <a:lnTo>
                      <a:pt x="280" y="88"/>
                    </a:lnTo>
                    <a:lnTo>
                      <a:pt x="280" y="64"/>
                    </a:lnTo>
                    <a:lnTo>
                      <a:pt x="288" y="48"/>
                    </a:lnTo>
                    <a:lnTo>
                      <a:pt x="296" y="24"/>
                    </a:lnTo>
                    <a:lnTo>
                      <a:pt x="296" y="16"/>
                    </a:lnTo>
                    <a:lnTo>
                      <a:pt x="312" y="0"/>
                    </a:lnTo>
                    <a:lnTo>
                      <a:pt x="304" y="0"/>
                    </a:lnTo>
                    <a:lnTo>
                      <a:pt x="312" y="0"/>
                    </a:lnTo>
                    <a:lnTo>
                      <a:pt x="321" y="8"/>
                    </a:lnTo>
                    <a:lnTo>
                      <a:pt x="321" y="16"/>
                    </a:lnTo>
                    <a:lnTo>
                      <a:pt x="329" y="32"/>
                    </a:lnTo>
                    <a:lnTo>
                      <a:pt x="329" y="48"/>
                    </a:lnTo>
                    <a:lnTo>
                      <a:pt x="337" y="72"/>
                    </a:lnTo>
                    <a:lnTo>
                      <a:pt x="345" y="104"/>
                    </a:lnTo>
                    <a:lnTo>
                      <a:pt x="345" y="136"/>
                    </a:lnTo>
                    <a:lnTo>
                      <a:pt x="353" y="168"/>
                    </a:lnTo>
                    <a:lnTo>
                      <a:pt x="353" y="208"/>
                    </a:lnTo>
                    <a:lnTo>
                      <a:pt x="361" y="248"/>
                    </a:lnTo>
                    <a:lnTo>
                      <a:pt x="369" y="296"/>
                    </a:lnTo>
                    <a:lnTo>
                      <a:pt x="369" y="352"/>
                    </a:lnTo>
                    <a:lnTo>
                      <a:pt x="377" y="400"/>
                    </a:lnTo>
                    <a:lnTo>
                      <a:pt x="377" y="456"/>
                    </a:lnTo>
                    <a:lnTo>
                      <a:pt x="385" y="520"/>
                    </a:lnTo>
                    <a:lnTo>
                      <a:pt x="393" y="584"/>
                    </a:lnTo>
                    <a:lnTo>
                      <a:pt x="393" y="648"/>
                    </a:lnTo>
                    <a:lnTo>
                      <a:pt x="401" y="720"/>
                    </a:lnTo>
                    <a:lnTo>
                      <a:pt x="401" y="784"/>
                    </a:lnTo>
                    <a:lnTo>
                      <a:pt x="409" y="864"/>
                    </a:lnTo>
                    <a:lnTo>
                      <a:pt x="409" y="935"/>
                    </a:lnTo>
                    <a:lnTo>
                      <a:pt x="417" y="1007"/>
                    </a:lnTo>
                    <a:lnTo>
                      <a:pt x="425" y="1087"/>
                    </a:lnTo>
                    <a:lnTo>
                      <a:pt x="425" y="1167"/>
                    </a:lnTo>
                    <a:lnTo>
                      <a:pt x="433" y="1247"/>
                    </a:lnTo>
                    <a:lnTo>
                      <a:pt x="433" y="1319"/>
                    </a:lnTo>
                    <a:lnTo>
                      <a:pt x="441" y="1399"/>
                    </a:lnTo>
                    <a:lnTo>
                      <a:pt x="449" y="1479"/>
                    </a:lnTo>
                    <a:lnTo>
                      <a:pt x="449" y="1559"/>
                    </a:lnTo>
                    <a:lnTo>
                      <a:pt x="457" y="1639"/>
                    </a:lnTo>
                    <a:lnTo>
                      <a:pt x="457" y="1719"/>
                    </a:lnTo>
                    <a:lnTo>
                      <a:pt x="465" y="1799"/>
                    </a:lnTo>
                    <a:lnTo>
                      <a:pt x="473" y="1871"/>
                    </a:lnTo>
                    <a:lnTo>
                      <a:pt x="473" y="1943"/>
                    </a:lnTo>
                    <a:lnTo>
                      <a:pt x="481" y="2023"/>
                    </a:lnTo>
                    <a:lnTo>
                      <a:pt x="481" y="2086"/>
                    </a:lnTo>
                    <a:lnTo>
                      <a:pt x="489" y="2158"/>
                    </a:lnTo>
                    <a:lnTo>
                      <a:pt x="497" y="2222"/>
                    </a:lnTo>
                    <a:lnTo>
                      <a:pt x="497" y="2286"/>
                    </a:lnTo>
                    <a:lnTo>
                      <a:pt x="505" y="2350"/>
                    </a:lnTo>
                    <a:lnTo>
                      <a:pt x="505" y="2406"/>
                    </a:lnTo>
                    <a:lnTo>
                      <a:pt x="513" y="2462"/>
                    </a:lnTo>
                    <a:lnTo>
                      <a:pt x="521" y="2510"/>
                    </a:lnTo>
                    <a:lnTo>
                      <a:pt x="521" y="2558"/>
                    </a:lnTo>
                    <a:lnTo>
                      <a:pt x="529" y="2606"/>
                    </a:lnTo>
                    <a:lnTo>
                      <a:pt x="529" y="2646"/>
                    </a:lnTo>
                    <a:lnTo>
                      <a:pt x="537" y="2686"/>
                    </a:lnTo>
                    <a:lnTo>
                      <a:pt x="545" y="2718"/>
                    </a:lnTo>
                    <a:lnTo>
                      <a:pt x="545" y="2742"/>
                    </a:lnTo>
                    <a:lnTo>
                      <a:pt x="553" y="2766"/>
                    </a:lnTo>
                    <a:lnTo>
                      <a:pt x="553" y="2790"/>
                    </a:lnTo>
                    <a:lnTo>
                      <a:pt x="561" y="2798"/>
                    </a:lnTo>
                    <a:lnTo>
                      <a:pt x="577" y="2822"/>
                    </a:lnTo>
                    <a:lnTo>
                      <a:pt x="569" y="2822"/>
                    </a:lnTo>
                    <a:lnTo>
                      <a:pt x="577" y="2814"/>
                    </a:lnTo>
                    <a:lnTo>
                      <a:pt x="585" y="2806"/>
                    </a:lnTo>
                    <a:lnTo>
                      <a:pt x="585" y="2798"/>
                    </a:lnTo>
                    <a:lnTo>
                      <a:pt x="593" y="2782"/>
                    </a:lnTo>
                    <a:lnTo>
                      <a:pt x="601" y="2758"/>
                    </a:lnTo>
                    <a:lnTo>
                      <a:pt x="601" y="2734"/>
                    </a:lnTo>
                    <a:lnTo>
                      <a:pt x="609" y="2710"/>
                    </a:lnTo>
                    <a:lnTo>
                      <a:pt x="609" y="2678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89" name="Freeform 25"/>
              <p:cNvSpPr>
                <a:spLocks/>
              </p:cNvSpPr>
              <p:nvPr/>
            </p:nvSpPr>
            <p:spPr bwMode="auto">
              <a:xfrm>
                <a:off x="3672" y="654"/>
                <a:ext cx="616" cy="2814"/>
              </a:xfrm>
              <a:custGeom>
                <a:avLst/>
                <a:gdLst/>
                <a:ahLst/>
                <a:cxnLst>
                  <a:cxn ang="0">
                    <a:pos x="16" y="2598"/>
                  </a:cxn>
                  <a:cxn ang="0">
                    <a:pos x="24" y="2446"/>
                  </a:cxn>
                  <a:cxn ang="0">
                    <a:pos x="40" y="2278"/>
                  </a:cxn>
                  <a:cxn ang="0">
                    <a:pos x="56" y="2071"/>
                  </a:cxn>
                  <a:cxn ang="0">
                    <a:pos x="72" y="1855"/>
                  </a:cxn>
                  <a:cxn ang="0">
                    <a:pos x="88" y="1623"/>
                  </a:cxn>
                  <a:cxn ang="0">
                    <a:pos x="96" y="1383"/>
                  </a:cxn>
                  <a:cxn ang="0">
                    <a:pos x="112" y="1143"/>
                  </a:cxn>
                  <a:cxn ang="0">
                    <a:pos x="128" y="920"/>
                  </a:cxn>
                  <a:cxn ang="0">
                    <a:pos x="144" y="704"/>
                  </a:cxn>
                  <a:cxn ang="0">
                    <a:pos x="160" y="504"/>
                  </a:cxn>
                  <a:cxn ang="0">
                    <a:pos x="168" y="336"/>
                  </a:cxn>
                  <a:cxn ang="0">
                    <a:pos x="184" y="200"/>
                  </a:cxn>
                  <a:cxn ang="0">
                    <a:pos x="200" y="96"/>
                  </a:cxn>
                  <a:cxn ang="0">
                    <a:pos x="216" y="32"/>
                  </a:cxn>
                  <a:cxn ang="0">
                    <a:pos x="224" y="0"/>
                  </a:cxn>
                  <a:cxn ang="0">
                    <a:pos x="240" y="16"/>
                  </a:cxn>
                  <a:cxn ang="0">
                    <a:pos x="256" y="72"/>
                  </a:cxn>
                  <a:cxn ang="0">
                    <a:pos x="272" y="160"/>
                  </a:cxn>
                  <a:cxn ang="0">
                    <a:pos x="288" y="296"/>
                  </a:cxn>
                  <a:cxn ang="0">
                    <a:pos x="296" y="456"/>
                  </a:cxn>
                  <a:cxn ang="0">
                    <a:pos x="312" y="640"/>
                  </a:cxn>
                  <a:cxn ang="0">
                    <a:pos x="328" y="856"/>
                  </a:cxn>
                  <a:cxn ang="0">
                    <a:pos x="344" y="1079"/>
                  </a:cxn>
                  <a:cxn ang="0">
                    <a:pos x="352" y="1311"/>
                  </a:cxn>
                  <a:cxn ang="0">
                    <a:pos x="368" y="1551"/>
                  </a:cxn>
                  <a:cxn ang="0">
                    <a:pos x="384" y="1791"/>
                  </a:cxn>
                  <a:cxn ang="0">
                    <a:pos x="400" y="2015"/>
                  </a:cxn>
                  <a:cxn ang="0">
                    <a:pos x="416" y="2214"/>
                  </a:cxn>
                  <a:cxn ang="0">
                    <a:pos x="424" y="2398"/>
                  </a:cxn>
                  <a:cxn ang="0">
                    <a:pos x="440" y="2558"/>
                  </a:cxn>
                  <a:cxn ang="0">
                    <a:pos x="456" y="2678"/>
                  </a:cxn>
                  <a:cxn ang="0">
                    <a:pos x="472" y="2766"/>
                  </a:cxn>
                  <a:cxn ang="0">
                    <a:pos x="488" y="2814"/>
                  </a:cxn>
                  <a:cxn ang="0">
                    <a:pos x="504" y="2814"/>
                  </a:cxn>
                  <a:cxn ang="0">
                    <a:pos x="520" y="2766"/>
                  </a:cxn>
                  <a:cxn ang="0">
                    <a:pos x="536" y="2678"/>
                  </a:cxn>
                  <a:cxn ang="0">
                    <a:pos x="544" y="2558"/>
                  </a:cxn>
                  <a:cxn ang="0">
                    <a:pos x="560" y="2398"/>
                  </a:cxn>
                  <a:cxn ang="0">
                    <a:pos x="576" y="2214"/>
                  </a:cxn>
                  <a:cxn ang="0">
                    <a:pos x="592" y="2015"/>
                  </a:cxn>
                  <a:cxn ang="0">
                    <a:pos x="600" y="1791"/>
                  </a:cxn>
                </a:cxnLst>
                <a:rect l="0" t="0" r="r" b="b"/>
                <a:pathLst>
                  <a:path w="616" h="2814">
                    <a:moveTo>
                      <a:pt x="0" y="2678"/>
                    </a:moveTo>
                    <a:lnTo>
                      <a:pt x="8" y="2638"/>
                    </a:lnTo>
                    <a:lnTo>
                      <a:pt x="16" y="2598"/>
                    </a:lnTo>
                    <a:lnTo>
                      <a:pt x="16" y="2550"/>
                    </a:lnTo>
                    <a:lnTo>
                      <a:pt x="24" y="2502"/>
                    </a:lnTo>
                    <a:lnTo>
                      <a:pt x="24" y="2446"/>
                    </a:lnTo>
                    <a:lnTo>
                      <a:pt x="32" y="2398"/>
                    </a:lnTo>
                    <a:lnTo>
                      <a:pt x="40" y="2334"/>
                    </a:lnTo>
                    <a:lnTo>
                      <a:pt x="40" y="2278"/>
                    </a:lnTo>
                    <a:lnTo>
                      <a:pt x="48" y="2206"/>
                    </a:lnTo>
                    <a:lnTo>
                      <a:pt x="48" y="2142"/>
                    </a:lnTo>
                    <a:lnTo>
                      <a:pt x="56" y="2071"/>
                    </a:lnTo>
                    <a:lnTo>
                      <a:pt x="64" y="2007"/>
                    </a:lnTo>
                    <a:lnTo>
                      <a:pt x="64" y="1927"/>
                    </a:lnTo>
                    <a:lnTo>
                      <a:pt x="72" y="1855"/>
                    </a:lnTo>
                    <a:lnTo>
                      <a:pt x="72" y="1775"/>
                    </a:lnTo>
                    <a:lnTo>
                      <a:pt x="80" y="1703"/>
                    </a:lnTo>
                    <a:lnTo>
                      <a:pt x="88" y="1623"/>
                    </a:lnTo>
                    <a:lnTo>
                      <a:pt x="88" y="1543"/>
                    </a:lnTo>
                    <a:lnTo>
                      <a:pt x="96" y="1463"/>
                    </a:lnTo>
                    <a:lnTo>
                      <a:pt x="96" y="1383"/>
                    </a:lnTo>
                    <a:lnTo>
                      <a:pt x="104" y="1303"/>
                    </a:lnTo>
                    <a:lnTo>
                      <a:pt x="112" y="1223"/>
                    </a:lnTo>
                    <a:lnTo>
                      <a:pt x="112" y="1143"/>
                    </a:lnTo>
                    <a:lnTo>
                      <a:pt x="120" y="1071"/>
                    </a:lnTo>
                    <a:lnTo>
                      <a:pt x="120" y="991"/>
                    </a:lnTo>
                    <a:lnTo>
                      <a:pt x="128" y="920"/>
                    </a:lnTo>
                    <a:lnTo>
                      <a:pt x="136" y="840"/>
                    </a:lnTo>
                    <a:lnTo>
                      <a:pt x="136" y="768"/>
                    </a:lnTo>
                    <a:lnTo>
                      <a:pt x="144" y="704"/>
                    </a:lnTo>
                    <a:lnTo>
                      <a:pt x="144" y="632"/>
                    </a:lnTo>
                    <a:lnTo>
                      <a:pt x="152" y="568"/>
                    </a:lnTo>
                    <a:lnTo>
                      <a:pt x="160" y="504"/>
                    </a:lnTo>
                    <a:lnTo>
                      <a:pt x="160" y="448"/>
                    </a:lnTo>
                    <a:lnTo>
                      <a:pt x="168" y="392"/>
                    </a:lnTo>
                    <a:lnTo>
                      <a:pt x="168" y="336"/>
                    </a:lnTo>
                    <a:lnTo>
                      <a:pt x="176" y="288"/>
                    </a:lnTo>
                    <a:lnTo>
                      <a:pt x="176" y="240"/>
                    </a:lnTo>
                    <a:lnTo>
                      <a:pt x="184" y="200"/>
                    </a:lnTo>
                    <a:lnTo>
                      <a:pt x="192" y="160"/>
                    </a:lnTo>
                    <a:lnTo>
                      <a:pt x="192" y="128"/>
                    </a:lnTo>
                    <a:lnTo>
                      <a:pt x="200" y="96"/>
                    </a:lnTo>
                    <a:lnTo>
                      <a:pt x="200" y="72"/>
                    </a:lnTo>
                    <a:lnTo>
                      <a:pt x="208" y="48"/>
                    </a:lnTo>
                    <a:lnTo>
                      <a:pt x="216" y="32"/>
                    </a:lnTo>
                    <a:lnTo>
                      <a:pt x="216" y="16"/>
                    </a:lnTo>
                    <a:lnTo>
                      <a:pt x="232" y="0"/>
                    </a:lnTo>
                    <a:lnTo>
                      <a:pt x="224" y="0"/>
                    </a:lnTo>
                    <a:lnTo>
                      <a:pt x="232" y="0"/>
                    </a:lnTo>
                    <a:lnTo>
                      <a:pt x="240" y="8"/>
                    </a:lnTo>
                    <a:lnTo>
                      <a:pt x="240" y="16"/>
                    </a:lnTo>
                    <a:lnTo>
                      <a:pt x="248" y="32"/>
                    </a:lnTo>
                    <a:lnTo>
                      <a:pt x="248" y="48"/>
                    </a:lnTo>
                    <a:lnTo>
                      <a:pt x="256" y="72"/>
                    </a:lnTo>
                    <a:lnTo>
                      <a:pt x="264" y="96"/>
                    </a:lnTo>
                    <a:lnTo>
                      <a:pt x="264" y="128"/>
                    </a:lnTo>
                    <a:lnTo>
                      <a:pt x="272" y="160"/>
                    </a:lnTo>
                    <a:lnTo>
                      <a:pt x="272" y="200"/>
                    </a:lnTo>
                    <a:lnTo>
                      <a:pt x="280" y="248"/>
                    </a:lnTo>
                    <a:lnTo>
                      <a:pt x="288" y="296"/>
                    </a:lnTo>
                    <a:lnTo>
                      <a:pt x="288" y="344"/>
                    </a:lnTo>
                    <a:lnTo>
                      <a:pt x="296" y="400"/>
                    </a:lnTo>
                    <a:lnTo>
                      <a:pt x="296" y="456"/>
                    </a:lnTo>
                    <a:lnTo>
                      <a:pt x="304" y="512"/>
                    </a:lnTo>
                    <a:lnTo>
                      <a:pt x="312" y="576"/>
                    </a:lnTo>
                    <a:lnTo>
                      <a:pt x="312" y="640"/>
                    </a:lnTo>
                    <a:lnTo>
                      <a:pt x="320" y="712"/>
                    </a:lnTo>
                    <a:lnTo>
                      <a:pt x="320" y="776"/>
                    </a:lnTo>
                    <a:lnTo>
                      <a:pt x="328" y="856"/>
                    </a:lnTo>
                    <a:lnTo>
                      <a:pt x="336" y="927"/>
                    </a:lnTo>
                    <a:lnTo>
                      <a:pt x="336" y="999"/>
                    </a:lnTo>
                    <a:lnTo>
                      <a:pt x="344" y="1079"/>
                    </a:lnTo>
                    <a:lnTo>
                      <a:pt x="344" y="1159"/>
                    </a:lnTo>
                    <a:lnTo>
                      <a:pt x="352" y="1231"/>
                    </a:lnTo>
                    <a:lnTo>
                      <a:pt x="352" y="1311"/>
                    </a:lnTo>
                    <a:lnTo>
                      <a:pt x="360" y="1391"/>
                    </a:lnTo>
                    <a:lnTo>
                      <a:pt x="368" y="1471"/>
                    </a:lnTo>
                    <a:lnTo>
                      <a:pt x="368" y="1551"/>
                    </a:lnTo>
                    <a:lnTo>
                      <a:pt x="376" y="1631"/>
                    </a:lnTo>
                    <a:lnTo>
                      <a:pt x="376" y="1711"/>
                    </a:lnTo>
                    <a:lnTo>
                      <a:pt x="384" y="1791"/>
                    </a:lnTo>
                    <a:lnTo>
                      <a:pt x="392" y="1863"/>
                    </a:lnTo>
                    <a:lnTo>
                      <a:pt x="392" y="1935"/>
                    </a:lnTo>
                    <a:lnTo>
                      <a:pt x="400" y="2015"/>
                    </a:lnTo>
                    <a:lnTo>
                      <a:pt x="400" y="2078"/>
                    </a:lnTo>
                    <a:lnTo>
                      <a:pt x="408" y="2150"/>
                    </a:lnTo>
                    <a:lnTo>
                      <a:pt x="416" y="2214"/>
                    </a:lnTo>
                    <a:lnTo>
                      <a:pt x="416" y="2278"/>
                    </a:lnTo>
                    <a:lnTo>
                      <a:pt x="424" y="2342"/>
                    </a:lnTo>
                    <a:lnTo>
                      <a:pt x="424" y="2398"/>
                    </a:lnTo>
                    <a:lnTo>
                      <a:pt x="432" y="2454"/>
                    </a:lnTo>
                    <a:lnTo>
                      <a:pt x="440" y="2510"/>
                    </a:lnTo>
                    <a:lnTo>
                      <a:pt x="440" y="2558"/>
                    </a:lnTo>
                    <a:lnTo>
                      <a:pt x="448" y="2598"/>
                    </a:lnTo>
                    <a:lnTo>
                      <a:pt x="448" y="2638"/>
                    </a:lnTo>
                    <a:lnTo>
                      <a:pt x="456" y="2678"/>
                    </a:lnTo>
                    <a:lnTo>
                      <a:pt x="464" y="2710"/>
                    </a:lnTo>
                    <a:lnTo>
                      <a:pt x="464" y="2742"/>
                    </a:lnTo>
                    <a:lnTo>
                      <a:pt x="472" y="2766"/>
                    </a:lnTo>
                    <a:lnTo>
                      <a:pt x="472" y="2782"/>
                    </a:lnTo>
                    <a:lnTo>
                      <a:pt x="480" y="2798"/>
                    </a:lnTo>
                    <a:lnTo>
                      <a:pt x="488" y="2814"/>
                    </a:lnTo>
                    <a:lnTo>
                      <a:pt x="504" y="2814"/>
                    </a:lnTo>
                    <a:lnTo>
                      <a:pt x="496" y="2814"/>
                    </a:lnTo>
                    <a:lnTo>
                      <a:pt x="504" y="2814"/>
                    </a:lnTo>
                    <a:lnTo>
                      <a:pt x="512" y="2798"/>
                    </a:lnTo>
                    <a:lnTo>
                      <a:pt x="512" y="2782"/>
                    </a:lnTo>
                    <a:lnTo>
                      <a:pt x="520" y="2766"/>
                    </a:lnTo>
                    <a:lnTo>
                      <a:pt x="520" y="2742"/>
                    </a:lnTo>
                    <a:lnTo>
                      <a:pt x="528" y="2710"/>
                    </a:lnTo>
                    <a:lnTo>
                      <a:pt x="536" y="2678"/>
                    </a:lnTo>
                    <a:lnTo>
                      <a:pt x="536" y="2638"/>
                    </a:lnTo>
                    <a:lnTo>
                      <a:pt x="544" y="2598"/>
                    </a:lnTo>
                    <a:lnTo>
                      <a:pt x="544" y="2558"/>
                    </a:lnTo>
                    <a:lnTo>
                      <a:pt x="552" y="2510"/>
                    </a:lnTo>
                    <a:lnTo>
                      <a:pt x="552" y="2454"/>
                    </a:lnTo>
                    <a:lnTo>
                      <a:pt x="560" y="2398"/>
                    </a:lnTo>
                    <a:lnTo>
                      <a:pt x="568" y="2342"/>
                    </a:lnTo>
                    <a:lnTo>
                      <a:pt x="568" y="2278"/>
                    </a:lnTo>
                    <a:lnTo>
                      <a:pt x="576" y="2214"/>
                    </a:lnTo>
                    <a:lnTo>
                      <a:pt x="576" y="2150"/>
                    </a:lnTo>
                    <a:lnTo>
                      <a:pt x="584" y="2078"/>
                    </a:lnTo>
                    <a:lnTo>
                      <a:pt x="592" y="2015"/>
                    </a:lnTo>
                    <a:lnTo>
                      <a:pt x="592" y="1935"/>
                    </a:lnTo>
                    <a:lnTo>
                      <a:pt x="600" y="1863"/>
                    </a:lnTo>
                    <a:lnTo>
                      <a:pt x="600" y="1791"/>
                    </a:lnTo>
                    <a:lnTo>
                      <a:pt x="608" y="1711"/>
                    </a:lnTo>
                    <a:lnTo>
                      <a:pt x="616" y="1631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90" name="Freeform 26"/>
              <p:cNvSpPr>
                <a:spLocks/>
              </p:cNvSpPr>
              <p:nvPr/>
            </p:nvSpPr>
            <p:spPr bwMode="auto">
              <a:xfrm>
                <a:off x="4288" y="654"/>
                <a:ext cx="609" cy="2822"/>
              </a:xfrm>
              <a:custGeom>
                <a:avLst/>
                <a:gdLst/>
                <a:ahLst/>
                <a:cxnLst>
                  <a:cxn ang="0">
                    <a:pos x="8" y="1471"/>
                  </a:cxn>
                  <a:cxn ang="0">
                    <a:pos x="24" y="1231"/>
                  </a:cxn>
                  <a:cxn ang="0">
                    <a:pos x="32" y="999"/>
                  </a:cxn>
                  <a:cxn ang="0">
                    <a:pos x="48" y="776"/>
                  </a:cxn>
                  <a:cxn ang="0">
                    <a:pos x="64" y="576"/>
                  </a:cxn>
                  <a:cxn ang="0">
                    <a:pos x="80" y="400"/>
                  </a:cxn>
                  <a:cxn ang="0">
                    <a:pos x="96" y="248"/>
                  </a:cxn>
                  <a:cxn ang="0">
                    <a:pos x="104" y="128"/>
                  </a:cxn>
                  <a:cxn ang="0">
                    <a:pos x="121" y="48"/>
                  </a:cxn>
                  <a:cxn ang="0">
                    <a:pos x="145" y="0"/>
                  </a:cxn>
                  <a:cxn ang="0">
                    <a:pos x="153" y="8"/>
                  </a:cxn>
                  <a:cxn ang="0">
                    <a:pos x="161" y="48"/>
                  </a:cxn>
                  <a:cxn ang="0">
                    <a:pos x="177" y="128"/>
                  </a:cxn>
                  <a:cxn ang="0">
                    <a:pos x="193" y="240"/>
                  </a:cxn>
                  <a:cxn ang="0">
                    <a:pos x="209" y="392"/>
                  </a:cxn>
                  <a:cxn ang="0">
                    <a:pos x="225" y="568"/>
                  </a:cxn>
                  <a:cxn ang="0">
                    <a:pos x="233" y="768"/>
                  </a:cxn>
                  <a:cxn ang="0">
                    <a:pos x="249" y="991"/>
                  </a:cxn>
                  <a:cxn ang="0">
                    <a:pos x="265" y="1223"/>
                  </a:cxn>
                  <a:cxn ang="0">
                    <a:pos x="281" y="1463"/>
                  </a:cxn>
                  <a:cxn ang="0">
                    <a:pos x="297" y="1703"/>
                  </a:cxn>
                  <a:cxn ang="0">
                    <a:pos x="305" y="1927"/>
                  </a:cxn>
                  <a:cxn ang="0">
                    <a:pos x="321" y="2142"/>
                  </a:cxn>
                  <a:cxn ang="0">
                    <a:pos x="337" y="2334"/>
                  </a:cxn>
                  <a:cxn ang="0">
                    <a:pos x="353" y="2502"/>
                  </a:cxn>
                  <a:cxn ang="0">
                    <a:pos x="361" y="2638"/>
                  </a:cxn>
                  <a:cxn ang="0">
                    <a:pos x="377" y="2734"/>
                  </a:cxn>
                  <a:cxn ang="0">
                    <a:pos x="393" y="2798"/>
                  </a:cxn>
                  <a:cxn ang="0">
                    <a:pos x="409" y="2822"/>
                  </a:cxn>
                  <a:cxn ang="0">
                    <a:pos x="425" y="2790"/>
                  </a:cxn>
                  <a:cxn ang="0">
                    <a:pos x="441" y="2718"/>
                  </a:cxn>
                  <a:cxn ang="0">
                    <a:pos x="457" y="2606"/>
                  </a:cxn>
                  <a:cxn ang="0">
                    <a:pos x="473" y="2462"/>
                  </a:cxn>
                  <a:cxn ang="0">
                    <a:pos x="481" y="2286"/>
                  </a:cxn>
                  <a:cxn ang="0">
                    <a:pos x="497" y="2086"/>
                  </a:cxn>
                  <a:cxn ang="0">
                    <a:pos x="513" y="1871"/>
                  </a:cxn>
                  <a:cxn ang="0">
                    <a:pos x="529" y="1639"/>
                  </a:cxn>
                  <a:cxn ang="0">
                    <a:pos x="537" y="1399"/>
                  </a:cxn>
                  <a:cxn ang="0">
                    <a:pos x="553" y="1167"/>
                  </a:cxn>
                  <a:cxn ang="0">
                    <a:pos x="569" y="935"/>
                  </a:cxn>
                  <a:cxn ang="0">
                    <a:pos x="585" y="720"/>
                  </a:cxn>
                  <a:cxn ang="0">
                    <a:pos x="601" y="520"/>
                  </a:cxn>
                </a:cxnLst>
                <a:rect l="0" t="0" r="r" b="b"/>
                <a:pathLst>
                  <a:path w="609" h="2822">
                    <a:moveTo>
                      <a:pt x="0" y="1631"/>
                    </a:moveTo>
                    <a:lnTo>
                      <a:pt x="0" y="1551"/>
                    </a:lnTo>
                    <a:lnTo>
                      <a:pt x="8" y="1471"/>
                    </a:lnTo>
                    <a:lnTo>
                      <a:pt x="8" y="1391"/>
                    </a:lnTo>
                    <a:lnTo>
                      <a:pt x="16" y="1311"/>
                    </a:lnTo>
                    <a:lnTo>
                      <a:pt x="24" y="1231"/>
                    </a:lnTo>
                    <a:lnTo>
                      <a:pt x="24" y="1159"/>
                    </a:lnTo>
                    <a:lnTo>
                      <a:pt x="32" y="1079"/>
                    </a:lnTo>
                    <a:lnTo>
                      <a:pt x="32" y="999"/>
                    </a:lnTo>
                    <a:lnTo>
                      <a:pt x="40" y="927"/>
                    </a:lnTo>
                    <a:lnTo>
                      <a:pt x="48" y="856"/>
                    </a:lnTo>
                    <a:lnTo>
                      <a:pt x="48" y="776"/>
                    </a:lnTo>
                    <a:lnTo>
                      <a:pt x="56" y="712"/>
                    </a:lnTo>
                    <a:lnTo>
                      <a:pt x="56" y="640"/>
                    </a:lnTo>
                    <a:lnTo>
                      <a:pt x="64" y="576"/>
                    </a:lnTo>
                    <a:lnTo>
                      <a:pt x="72" y="512"/>
                    </a:lnTo>
                    <a:lnTo>
                      <a:pt x="72" y="456"/>
                    </a:lnTo>
                    <a:lnTo>
                      <a:pt x="80" y="400"/>
                    </a:lnTo>
                    <a:lnTo>
                      <a:pt x="80" y="344"/>
                    </a:lnTo>
                    <a:lnTo>
                      <a:pt x="88" y="296"/>
                    </a:lnTo>
                    <a:lnTo>
                      <a:pt x="96" y="248"/>
                    </a:lnTo>
                    <a:lnTo>
                      <a:pt x="96" y="200"/>
                    </a:lnTo>
                    <a:lnTo>
                      <a:pt x="104" y="160"/>
                    </a:lnTo>
                    <a:lnTo>
                      <a:pt x="104" y="128"/>
                    </a:lnTo>
                    <a:lnTo>
                      <a:pt x="112" y="96"/>
                    </a:lnTo>
                    <a:lnTo>
                      <a:pt x="121" y="72"/>
                    </a:lnTo>
                    <a:lnTo>
                      <a:pt x="121" y="48"/>
                    </a:lnTo>
                    <a:lnTo>
                      <a:pt x="129" y="32"/>
                    </a:lnTo>
                    <a:lnTo>
                      <a:pt x="129" y="16"/>
                    </a:lnTo>
                    <a:lnTo>
                      <a:pt x="145" y="0"/>
                    </a:lnTo>
                    <a:lnTo>
                      <a:pt x="137" y="0"/>
                    </a:lnTo>
                    <a:lnTo>
                      <a:pt x="145" y="0"/>
                    </a:lnTo>
                    <a:lnTo>
                      <a:pt x="153" y="8"/>
                    </a:lnTo>
                    <a:lnTo>
                      <a:pt x="153" y="16"/>
                    </a:lnTo>
                    <a:lnTo>
                      <a:pt x="161" y="32"/>
                    </a:lnTo>
                    <a:lnTo>
                      <a:pt x="161" y="48"/>
                    </a:lnTo>
                    <a:lnTo>
                      <a:pt x="169" y="72"/>
                    </a:lnTo>
                    <a:lnTo>
                      <a:pt x="177" y="96"/>
                    </a:lnTo>
                    <a:lnTo>
                      <a:pt x="177" y="128"/>
                    </a:lnTo>
                    <a:lnTo>
                      <a:pt x="185" y="160"/>
                    </a:lnTo>
                    <a:lnTo>
                      <a:pt x="185" y="200"/>
                    </a:lnTo>
                    <a:lnTo>
                      <a:pt x="193" y="240"/>
                    </a:lnTo>
                    <a:lnTo>
                      <a:pt x="201" y="288"/>
                    </a:lnTo>
                    <a:lnTo>
                      <a:pt x="201" y="336"/>
                    </a:lnTo>
                    <a:lnTo>
                      <a:pt x="209" y="392"/>
                    </a:lnTo>
                    <a:lnTo>
                      <a:pt x="209" y="448"/>
                    </a:lnTo>
                    <a:lnTo>
                      <a:pt x="217" y="504"/>
                    </a:lnTo>
                    <a:lnTo>
                      <a:pt x="225" y="568"/>
                    </a:lnTo>
                    <a:lnTo>
                      <a:pt x="225" y="632"/>
                    </a:lnTo>
                    <a:lnTo>
                      <a:pt x="233" y="704"/>
                    </a:lnTo>
                    <a:lnTo>
                      <a:pt x="233" y="768"/>
                    </a:lnTo>
                    <a:lnTo>
                      <a:pt x="241" y="840"/>
                    </a:lnTo>
                    <a:lnTo>
                      <a:pt x="249" y="920"/>
                    </a:lnTo>
                    <a:lnTo>
                      <a:pt x="249" y="991"/>
                    </a:lnTo>
                    <a:lnTo>
                      <a:pt x="257" y="1071"/>
                    </a:lnTo>
                    <a:lnTo>
                      <a:pt x="257" y="1143"/>
                    </a:lnTo>
                    <a:lnTo>
                      <a:pt x="265" y="1223"/>
                    </a:lnTo>
                    <a:lnTo>
                      <a:pt x="273" y="1303"/>
                    </a:lnTo>
                    <a:lnTo>
                      <a:pt x="273" y="1383"/>
                    </a:lnTo>
                    <a:lnTo>
                      <a:pt x="281" y="1463"/>
                    </a:lnTo>
                    <a:lnTo>
                      <a:pt x="281" y="1543"/>
                    </a:lnTo>
                    <a:lnTo>
                      <a:pt x="289" y="1623"/>
                    </a:lnTo>
                    <a:lnTo>
                      <a:pt x="297" y="1703"/>
                    </a:lnTo>
                    <a:lnTo>
                      <a:pt x="297" y="1775"/>
                    </a:lnTo>
                    <a:lnTo>
                      <a:pt x="305" y="1855"/>
                    </a:lnTo>
                    <a:lnTo>
                      <a:pt x="305" y="1927"/>
                    </a:lnTo>
                    <a:lnTo>
                      <a:pt x="313" y="2007"/>
                    </a:lnTo>
                    <a:lnTo>
                      <a:pt x="313" y="2071"/>
                    </a:lnTo>
                    <a:lnTo>
                      <a:pt x="321" y="2142"/>
                    </a:lnTo>
                    <a:lnTo>
                      <a:pt x="329" y="2206"/>
                    </a:lnTo>
                    <a:lnTo>
                      <a:pt x="329" y="2278"/>
                    </a:lnTo>
                    <a:lnTo>
                      <a:pt x="337" y="2334"/>
                    </a:lnTo>
                    <a:lnTo>
                      <a:pt x="337" y="2398"/>
                    </a:lnTo>
                    <a:lnTo>
                      <a:pt x="345" y="2446"/>
                    </a:lnTo>
                    <a:lnTo>
                      <a:pt x="353" y="2502"/>
                    </a:lnTo>
                    <a:lnTo>
                      <a:pt x="353" y="2550"/>
                    </a:lnTo>
                    <a:lnTo>
                      <a:pt x="361" y="2598"/>
                    </a:lnTo>
                    <a:lnTo>
                      <a:pt x="361" y="2638"/>
                    </a:lnTo>
                    <a:lnTo>
                      <a:pt x="369" y="2678"/>
                    </a:lnTo>
                    <a:lnTo>
                      <a:pt x="377" y="2710"/>
                    </a:lnTo>
                    <a:lnTo>
                      <a:pt x="377" y="2734"/>
                    </a:lnTo>
                    <a:lnTo>
                      <a:pt x="385" y="2758"/>
                    </a:lnTo>
                    <a:lnTo>
                      <a:pt x="385" y="2782"/>
                    </a:lnTo>
                    <a:lnTo>
                      <a:pt x="393" y="2798"/>
                    </a:lnTo>
                    <a:lnTo>
                      <a:pt x="401" y="2806"/>
                    </a:lnTo>
                    <a:lnTo>
                      <a:pt x="401" y="2814"/>
                    </a:lnTo>
                    <a:lnTo>
                      <a:pt x="409" y="2822"/>
                    </a:lnTo>
                    <a:lnTo>
                      <a:pt x="417" y="2814"/>
                    </a:lnTo>
                    <a:lnTo>
                      <a:pt x="425" y="2798"/>
                    </a:lnTo>
                    <a:lnTo>
                      <a:pt x="425" y="2790"/>
                    </a:lnTo>
                    <a:lnTo>
                      <a:pt x="433" y="2766"/>
                    </a:lnTo>
                    <a:lnTo>
                      <a:pt x="433" y="2742"/>
                    </a:lnTo>
                    <a:lnTo>
                      <a:pt x="441" y="2718"/>
                    </a:lnTo>
                    <a:lnTo>
                      <a:pt x="449" y="2686"/>
                    </a:lnTo>
                    <a:lnTo>
                      <a:pt x="449" y="2646"/>
                    </a:lnTo>
                    <a:lnTo>
                      <a:pt x="457" y="2606"/>
                    </a:lnTo>
                    <a:lnTo>
                      <a:pt x="457" y="2558"/>
                    </a:lnTo>
                    <a:lnTo>
                      <a:pt x="465" y="2510"/>
                    </a:lnTo>
                    <a:lnTo>
                      <a:pt x="473" y="2462"/>
                    </a:lnTo>
                    <a:lnTo>
                      <a:pt x="473" y="2406"/>
                    </a:lnTo>
                    <a:lnTo>
                      <a:pt x="481" y="2350"/>
                    </a:lnTo>
                    <a:lnTo>
                      <a:pt x="481" y="2286"/>
                    </a:lnTo>
                    <a:lnTo>
                      <a:pt x="489" y="2222"/>
                    </a:lnTo>
                    <a:lnTo>
                      <a:pt x="497" y="2158"/>
                    </a:lnTo>
                    <a:lnTo>
                      <a:pt x="497" y="2086"/>
                    </a:lnTo>
                    <a:lnTo>
                      <a:pt x="505" y="2023"/>
                    </a:lnTo>
                    <a:lnTo>
                      <a:pt x="505" y="1943"/>
                    </a:lnTo>
                    <a:lnTo>
                      <a:pt x="513" y="1871"/>
                    </a:lnTo>
                    <a:lnTo>
                      <a:pt x="513" y="1799"/>
                    </a:lnTo>
                    <a:lnTo>
                      <a:pt x="521" y="1719"/>
                    </a:lnTo>
                    <a:lnTo>
                      <a:pt x="529" y="1639"/>
                    </a:lnTo>
                    <a:lnTo>
                      <a:pt x="529" y="1559"/>
                    </a:lnTo>
                    <a:lnTo>
                      <a:pt x="537" y="1479"/>
                    </a:lnTo>
                    <a:lnTo>
                      <a:pt x="537" y="1399"/>
                    </a:lnTo>
                    <a:lnTo>
                      <a:pt x="545" y="1319"/>
                    </a:lnTo>
                    <a:lnTo>
                      <a:pt x="553" y="1247"/>
                    </a:lnTo>
                    <a:lnTo>
                      <a:pt x="553" y="1167"/>
                    </a:lnTo>
                    <a:lnTo>
                      <a:pt x="561" y="1087"/>
                    </a:lnTo>
                    <a:lnTo>
                      <a:pt x="561" y="1007"/>
                    </a:lnTo>
                    <a:lnTo>
                      <a:pt x="569" y="935"/>
                    </a:lnTo>
                    <a:lnTo>
                      <a:pt x="577" y="864"/>
                    </a:lnTo>
                    <a:lnTo>
                      <a:pt x="577" y="784"/>
                    </a:lnTo>
                    <a:lnTo>
                      <a:pt x="585" y="720"/>
                    </a:lnTo>
                    <a:lnTo>
                      <a:pt x="585" y="648"/>
                    </a:lnTo>
                    <a:lnTo>
                      <a:pt x="593" y="584"/>
                    </a:lnTo>
                    <a:lnTo>
                      <a:pt x="601" y="520"/>
                    </a:lnTo>
                    <a:lnTo>
                      <a:pt x="601" y="456"/>
                    </a:lnTo>
                    <a:lnTo>
                      <a:pt x="609" y="400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91" name="Freeform 27"/>
              <p:cNvSpPr>
                <a:spLocks/>
              </p:cNvSpPr>
              <p:nvPr/>
            </p:nvSpPr>
            <p:spPr bwMode="auto">
              <a:xfrm>
                <a:off x="4897" y="654"/>
                <a:ext cx="464" cy="2822"/>
              </a:xfrm>
              <a:custGeom>
                <a:avLst/>
                <a:gdLst/>
                <a:ahLst/>
                <a:cxnLst>
                  <a:cxn ang="0">
                    <a:pos x="0" y="352"/>
                  </a:cxn>
                  <a:cxn ang="0">
                    <a:pos x="16" y="248"/>
                  </a:cxn>
                  <a:cxn ang="0">
                    <a:pos x="24" y="168"/>
                  </a:cxn>
                  <a:cxn ang="0">
                    <a:pos x="32" y="104"/>
                  </a:cxn>
                  <a:cxn ang="0">
                    <a:pos x="40" y="48"/>
                  </a:cxn>
                  <a:cxn ang="0">
                    <a:pos x="48" y="16"/>
                  </a:cxn>
                  <a:cxn ang="0">
                    <a:pos x="64" y="0"/>
                  </a:cxn>
                  <a:cxn ang="0">
                    <a:pos x="72" y="16"/>
                  </a:cxn>
                  <a:cxn ang="0">
                    <a:pos x="80" y="48"/>
                  </a:cxn>
                  <a:cxn ang="0">
                    <a:pos x="96" y="88"/>
                  </a:cxn>
                  <a:cxn ang="0">
                    <a:pos x="104" y="152"/>
                  </a:cxn>
                  <a:cxn ang="0">
                    <a:pos x="112" y="232"/>
                  </a:cxn>
                  <a:cxn ang="0">
                    <a:pos x="120" y="328"/>
                  </a:cxn>
                  <a:cxn ang="0">
                    <a:pos x="128" y="440"/>
                  </a:cxn>
                  <a:cxn ang="0">
                    <a:pos x="144" y="560"/>
                  </a:cxn>
                  <a:cxn ang="0">
                    <a:pos x="152" y="696"/>
                  </a:cxn>
                  <a:cxn ang="0">
                    <a:pos x="160" y="832"/>
                  </a:cxn>
                  <a:cxn ang="0">
                    <a:pos x="168" y="983"/>
                  </a:cxn>
                  <a:cxn ang="0">
                    <a:pos x="176" y="1135"/>
                  </a:cxn>
                  <a:cxn ang="0">
                    <a:pos x="192" y="1295"/>
                  </a:cxn>
                  <a:cxn ang="0">
                    <a:pos x="200" y="1455"/>
                  </a:cxn>
                  <a:cxn ang="0">
                    <a:pos x="208" y="1615"/>
                  </a:cxn>
                  <a:cxn ang="0">
                    <a:pos x="216" y="1767"/>
                  </a:cxn>
                  <a:cxn ang="0">
                    <a:pos x="224" y="1919"/>
                  </a:cxn>
                  <a:cxn ang="0">
                    <a:pos x="240" y="2063"/>
                  </a:cxn>
                  <a:cxn ang="0">
                    <a:pos x="248" y="2206"/>
                  </a:cxn>
                  <a:cxn ang="0">
                    <a:pos x="256" y="2326"/>
                  </a:cxn>
                  <a:cxn ang="0">
                    <a:pos x="264" y="2446"/>
                  </a:cxn>
                  <a:cxn ang="0">
                    <a:pos x="272" y="2542"/>
                  </a:cxn>
                  <a:cxn ang="0">
                    <a:pos x="280" y="2630"/>
                  </a:cxn>
                  <a:cxn ang="0">
                    <a:pos x="296" y="2702"/>
                  </a:cxn>
                  <a:cxn ang="0">
                    <a:pos x="304" y="2758"/>
                  </a:cxn>
                  <a:cxn ang="0">
                    <a:pos x="312" y="2798"/>
                  </a:cxn>
                  <a:cxn ang="0">
                    <a:pos x="320" y="2814"/>
                  </a:cxn>
                  <a:cxn ang="0">
                    <a:pos x="336" y="2814"/>
                  </a:cxn>
                  <a:cxn ang="0">
                    <a:pos x="344" y="2790"/>
                  </a:cxn>
                  <a:cxn ang="0">
                    <a:pos x="352" y="2742"/>
                  </a:cxn>
                  <a:cxn ang="0">
                    <a:pos x="368" y="2686"/>
                  </a:cxn>
                  <a:cxn ang="0">
                    <a:pos x="376" y="2606"/>
                  </a:cxn>
                  <a:cxn ang="0">
                    <a:pos x="384" y="2518"/>
                  </a:cxn>
                  <a:cxn ang="0">
                    <a:pos x="392" y="2414"/>
                  </a:cxn>
                  <a:cxn ang="0">
                    <a:pos x="400" y="2294"/>
                  </a:cxn>
                  <a:cxn ang="0">
                    <a:pos x="416" y="2166"/>
                  </a:cxn>
                  <a:cxn ang="0">
                    <a:pos x="424" y="2031"/>
                  </a:cxn>
                  <a:cxn ang="0">
                    <a:pos x="432" y="1879"/>
                  </a:cxn>
                  <a:cxn ang="0">
                    <a:pos x="440" y="1727"/>
                  </a:cxn>
                  <a:cxn ang="0">
                    <a:pos x="448" y="1567"/>
                  </a:cxn>
                  <a:cxn ang="0">
                    <a:pos x="464" y="1415"/>
                  </a:cxn>
                </a:cxnLst>
                <a:rect l="0" t="0" r="r" b="b"/>
                <a:pathLst>
                  <a:path w="464" h="2822">
                    <a:moveTo>
                      <a:pt x="0" y="400"/>
                    </a:moveTo>
                    <a:lnTo>
                      <a:pt x="0" y="352"/>
                    </a:lnTo>
                    <a:lnTo>
                      <a:pt x="8" y="296"/>
                    </a:lnTo>
                    <a:lnTo>
                      <a:pt x="16" y="248"/>
                    </a:lnTo>
                    <a:lnTo>
                      <a:pt x="16" y="208"/>
                    </a:lnTo>
                    <a:lnTo>
                      <a:pt x="24" y="168"/>
                    </a:lnTo>
                    <a:lnTo>
                      <a:pt x="24" y="136"/>
                    </a:lnTo>
                    <a:lnTo>
                      <a:pt x="32" y="104"/>
                    </a:lnTo>
                    <a:lnTo>
                      <a:pt x="40" y="72"/>
                    </a:lnTo>
                    <a:lnTo>
                      <a:pt x="40" y="48"/>
                    </a:lnTo>
                    <a:lnTo>
                      <a:pt x="48" y="32"/>
                    </a:lnTo>
                    <a:lnTo>
                      <a:pt x="48" y="16"/>
                    </a:lnTo>
                    <a:lnTo>
                      <a:pt x="56" y="8"/>
                    </a:lnTo>
                    <a:lnTo>
                      <a:pt x="64" y="0"/>
                    </a:lnTo>
                    <a:lnTo>
                      <a:pt x="72" y="8"/>
                    </a:lnTo>
                    <a:lnTo>
                      <a:pt x="72" y="16"/>
                    </a:lnTo>
                    <a:lnTo>
                      <a:pt x="80" y="24"/>
                    </a:lnTo>
                    <a:lnTo>
                      <a:pt x="80" y="48"/>
                    </a:lnTo>
                    <a:lnTo>
                      <a:pt x="88" y="64"/>
                    </a:lnTo>
                    <a:lnTo>
                      <a:pt x="96" y="88"/>
                    </a:lnTo>
                    <a:lnTo>
                      <a:pt x="96" y="120"/>
                    </a:lnTo>
                    <a:lnTo>
                      <a:pt x="104" y="152"/>
                    </a:lnTo>
                    <a:lnTo>
                      <a:pt x="104" y="192"/>
                    </a:lnTo>
                    <a:lnTo>
                      <a:pt x="112" y="232"/>
                    </a:lnTo>
                    <a:lnTo>
                      <a:pt x="120" y="280"/>
                    </a:lnTo>
                    <a:lnTo>
                      <a:pt x="120" y="328"/>
                    </a:lnTo>
                    <a:lnTo>
                      <a:pt x="128" y="384"/>
                    </a:lnTo>
                    <a:lnTo>
                      <a:pt x="128" y="440"/>
                    </a:lnTo>
                    <a:lnTo>
                      <a:pt x="136" y="496"/>
                    </a:lnTo>
                    <a:lnTo>
                      <a:pt x="144" y="560"/>
                    </a:lnTo>
                    <a:lnTo>
                      <a:pt x="144" y="624"/>
                    </a:lnTo>
                    <a:lnTo>
                      <a:pt x="152" y="696"/>
                    </a:lnTo>
                    <a:lnTo>
                      <a:pt x="152" y="760"/>
                    </a:lnTo>
                    <a:lnTo>
                      <a:pt x="160" y="832"/>
                    </a:lnTo>
                    <a:lnTo>
                      <a:pt x="168" y="912"/>
                    </a:lnTo>
                    <a:lnTo>
                      <a:pt x="168" y="983"/>
                    </a:lnTo>
                    <a:lnTo>
                      <a:pt x="176" y="1063"/>
                    </a:lnTo>
                    <a:lnTo>
                      <a:pt x="176" y="1135"/>
                    </a:lnTo>
                    <a:lnTo>
                      <a:pt x="184" y="1215"/>
                    </a:lnTo>
                    <a:lnTo>
                      <a:pt x="192" y="1295"/>
                    </a:lnTo>
                    <a:lnTo>
                      <a:pt x="192" y="1375"/>
                    </a:lnTo>
                    <a:lnTo>
                      <a:pt x="200" y="1455"/>
                    </a:lnTo>
                    <a:lnTo>
                      <a:pt x="200" y="1535"/>
                    </a:lnTo>
                    <a:lnTo>
                      <a:pt x="208" y="1615"/>
                    </a:lnTo>
                    <a:lnTo>
                      <a:pt x="216" y="1695"/>
                    </a:lnTo>
                    <a:lnTo>
                      <a:pt x="216" y="1767"/>
                    </a:lnTo>
                    <a:lnTo>
                      <a:pt x="224" y="1847"/>
                    </a:lnTo>
                    <a:lnTo>
                      <a:pt x="224" y="1919"/>
                    </a:lnTo>
                    <a:lnTo>
                      <a:pt x="232" y="1999"/>
                    </a:lnTo>
                    <a:lnTo>
                      <a:pt x="240" y="2063"/>
                    </a:lnTo>
                    <a:lnTo>
                      <a:pt x="240" y="2134"/>
                    </a:lnTo>
                    <a:lnTo>
                      <a:pt x="248" y="2206"/>
                    </a:lnTo>
                    <a:lnTo>
                      <a:pt x="248" y="2270"/>
                    </a:lnTo>
                    <a:lnTo>
                      <a:pt x="256" y="2326"/>
                    </a:lnTo>
                    <a:lnTo>
                      <a:pt x="264" y="2390"/>
                    </a:lnTo>
                    <a:lnTo>
                      <a:pt x="264" y="2446"/>
                    </a:lnTo>
                    <a:lnTo>
                      <a:pt x="272" y="2494"/>
                    </a:lnTo>
                    <a:lnTo>
                      <a:pt x="272" y="2542"/>
                    </a:lnTo>
                    <a:lnTo>
                      <a:pt x="280" y="2590"/>
                    </a:lnTo>
                    <a:lnTo>
                      <a:pt x="280" y="2630"/>
                    </a:lnTo>
                    <a:lnTo>
                      <a:pt x="288" y="2670"/>
                    </a:lnTo>
                    <a:lnTo>
                      <a:pt x="296" y="2702"/>
                    </a:lnTo>
                    <a:lnTo>
                      <a:pt x="296" y="2734"/>
                    </a:lnTo>
                    <a:lnTo>
                      <a:pt x="304" y="2758"/>
                    </a:lnTo>
                    <a:lnTo>
                      <a:pt x="304" y="2782"/>
                    </a:lnTo>
                    <a:lnTo>
                      <a:pt x="312" y="2798"/>
                    </a:lnTo>
                    <a:lnTo>
                      <a:pt x="320" y="2806"/>
                    </a:lnTo>
                    <a:lnTo>
                      <a:pt x="320" y="2814"/>
                    </a:lnTo>
                    <a:lnTo>
                      <a:pt x="328" y="2822"/>
                    </a:lnTo>
                    <a:lnTo>
                      <a:pt x="336" y="2814"/>
                    </a:lnTo>
                    <a:lnTo>
                      <a:pt x="344" y="2806"/>
                    </a:lnTo>
                    <a:lnTo>
                      <a:pt x="344" y="2790"/>
                    </a:lnTo>
                    <a:lnTo>
                      <a:pt x="352" y="2766"/>
                    </a:lnTo>
                    <a:lnTo>
                      <a:pt x="352" y="2742"/>
                    </a:lnTo>
                    <a:lnTo>
                      <a:pt x="360" y="2718"/>
                    </a:lnTo>
                    <a:lnTo>
                      <a:pt x="368" y="2686"/>
                    </a:lnTo>
                    <a:lnTo>
                      <a:pt x="368" y="2646"/>
                    </a:lnTo>
                    <a:lnTo>
                      <a:pt x="376" y="2606"/>
                    </a:lnTo>
                    <a:lnTo>
                      <a:pt x="376" y="2566"/>
                    </a:lnTo>
                    <a:lnTo>
                      <a:pt x="384" y="2518"/>
                    </a:lnTo>
                    <a:lnTo>
                      <a:pt x="392" y="2470"/>
                    </a:lnTo>
                    <a:lnTo>
                      <a:pt x="392" y="2414"/>
                    </a:lnTo>
                    <a:lnTo>
                      <a:pt x="400" y="2358"/>
                    </a:lnTo>
                    <a:lnTo>
                      <a:pt x="400" y="2294"/>
                    </a:lnTo>
                    <a:lnTo>
                      <a:pt x="408" y="2230"/>
                    </a:lnTo>
                    <a:lnTo>
                      <a:pt x="416" y="2166"/>
                    </a:lnTo>
                    <a:lnTo>
                      <a:pt x="416" y="2094"/>
                    </a:lnTo>
                    <a:lnTo>
                      <a:pt x="424" y="2031"/>
                    </a:lnTo>
                    <a:lnTo>
                      <a:pt x="424" y="1951"/>
                    </a:lnTo>
                    <a:lnTo>
                      <a:pt x="432" y="1879"/>
                    </a:lnTo>
                    <a:lnTo>
                      <a:pt x="440" y="1807"/>
                    </a:lnTo>
                    <a:lnTo>
                      <a:pt x="440" y="1727"/>
                    </a:lnTo>
                    <a:lnTo>
                      <a:pt x="448" y="1647"/>
                    </a:lnTo>
                    <a:lnTo>
                      <a:pt x="448" y="1567"/>
                    </a:lnTo>
                    <a:lnTo>
                      <a:pt x="456" y="1487"/>
                    </a:lnTo>
                    <a:lnTo>
                      <a:pt x="464" y="1415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  <p:grpSp>
          <p:nvGrpSpPr>
            <p:cNvPr id="11292" name="Group 28"/>
            <p:cNvGrpSpPr>
              <a:grpSpLocks/>
            </p:cNvGrpSpPr>
            <p:nvPr/>
          </p:nvGrpSpPr>
          <p:grpSpPr bwMode="auto">
            <a:xfrm>
              <a:off x="411163" y="2341563"/>
              <a:ext cx="2305050" cy="754062"/>
              <a:chOff x="597" y="191"/>
              <a:chExt cx="4764" cy="3756"/>
            </a:xfrm>
          </p:grpSpPr>
          <p:sp>
            <p:nvSpPr>
              <p:cNvPr id="11293" name="Freeform 29"/>
              <p:cNvSpPr>
                <a:spLocks/>
              </p:cNvSpPr>
              <p:nvPr/>
            </p:nvSpPr>
            <p:spPr bwMode="auto">
              <a:xfrm>
                <a:off x="597" y="191"/>
                <a:ext cx="616" cy="3748"/>
              </a:xfrm>
              <a:custGeom>
                <a:avLst/>
                <a:gdLst/>
                <a:ahLst/>
                <a:cxnLst>
                  <a:cxn ang="0">
                    <a:pos x="8" y="1662"/>
                  </a:cxn>
                  <a:cxn ang="0">
                    <a:pos x="24" y="1454"/>
                  </a:cxn>
                  <a:cxn ang="0">
                    <a:pos x="40" y="1247"/>
                  </a:cxn>
                  <a:cxn ang="0">
                    <a:pos x="56" y="1055"/>
                  </a:cxn>
                  <a:cxn ang="0">
                    <a:pos x="64" y="871"/>
                  </a:cxn>
                  <a:cxn ang="0">
                    <a:pos x="80" y="695"/>
                  </a:cxn>
                  <a:cxn ang="0">
                    <a:pos x="96" y="535"/>
                  </a:cxn>
                  <a:cxn ang="0">
                    <a:pos x="112" y="399"/>
                  </a:cxn>
                  <a:cxn ang="0">
                    <a:pos x="128" y="279"/>
                  </a:cxn>
                  <a:cxn ang="0">
                    <a:pos x="136" y="176"/>
                  </a:cxn>
                  <a:cxn ang="0">
                    <a:pos x="152" y="96"/>
                  </a:cxn>
                  <a:cxn ang="0">
                    <a:pos x="168" y="40"/>
                  </a:cxn>
                  <a:cxn ang="0">
                    <a:pos x="192" y="0"/>
                  </a:cxn>
                  <a:cxn ang="0">
                    <a:pos x="200" y="0"/>
                  </a:cxn>
                  <a:cxn ang="0">
                    <a:pos x="216" y="32"/>
                  </a:cxn>
                  <a:cxn ang="0">
                    <a:pos x="232" y="88"/>
                  </a:cxn>
                  <a:cxn ang="0">
                    <a:pos x="248" y="168"/>
                  </a:cxn>
                  <a:cxn ang="0">
                    <a:pos x="264" y="263"/>
                  </a:cxn>
                  <a:cxn ang="0">
                    <a:pos x="280" y="383"/>
                  </a:cxn>
                  <a:cxn ang="0">
                    <a:pos x="288" y="519"/>
                  </a:cxn>
                  <a:cxn ang="0">
                    <a:pos x="304" y="679"/>
                  </a:cxn>
                  <a:cxn ang="0">
                    <a:pos x="320" y="847"/>
                  </a:cxn>
                  <a:cxn ang="0">
                    <a:pos x="336" y="1031"/>
                  </a:cxn>
                  <a:cxn ang="0">
                    <a:pos x="352" y="1231"/>
                  </a:cxn>
                  <a:cxn ang="0">
                    <a:pos x="360" y="1430"/>
                  </a:cxn>
                  <a:cxn ang="0">
                    <a:pos x="376" y="1638"/>
                  </a:cxn>
                  <a:cxn ang="0">
                    <a:pos x="392" y="1854"/>
                  </a:cxn>
                  <a:cxn ang="0">
                    <a:pos x="408" y="2062"/>
                  </a:cxn>
                  <a:cxn ang="0">
                    <a:pos x="416" y="2270"/>
                  </a:cxn>
                  <a:cxn ang="0">
                    <a:pos x="432" y="2478"/>
                  </a:cxn>
                  <a:cxn ang="0">
                    <a:pos x="448" y="2677"/>
                  </a:cxn>
                  <a:cxn ang="0">
                    <a:pos x="464" y="2861"/>
                  </a:cxn>
                  <a:cxn ang="0">
                    <a:pos x="480" y="3037"/>
                  </a:cxn>
                  <a:cxn ang="0">
                    <a:pos x="488" y="3197"/>
                  </a:cxn>
                  <a:cxn ang="0">
                    <a:pos x="504" y="3333"/>
                  </a:cxn>
                  <a:cxn ang="0">
                    <a:pos x="520" y="3461"/>
                  </a:cxn>
                  <a:cxn ang="0">
                    <a:pos x="536" y="3565"/>
                  </a:cxn>
                  <a:cxn ang="0">
                    <a:pos x="552" y="3645"/>
                  </a:cxn>
                  <a:cxn ang="0">
                    <a:pos x="560" y="3708"/>
                  </a:cxn>
                  <a:cxn ang="0">
                    <a:pos x="576" y="3740"/>
                  </a:cxn>
                  <a:cxn ang="0">
                    <a:pos x="592" y="3748"/>
                  </a:cxn>
                  <a:cxn ang="0">
                    <a:pos x="608" y="3732"/>
                  </a:cxn>
                </a:cxnLst>
                <a:rect l="0" t="0" r="r" b="b"/>
                <a:pathLst>
                  <a:path w="616" h="3748">
                    <a:moveTo>
                      <a:pt x="0" y="1806"/>
                    </a:moveTo>
                    <a:lnTo>
                      <a:pt x="8" y="1734"/>
                    </a:lnTo>
                    <a:lnTo>
                      <a:pt x="8" y="1662"/>
                    </a:lnTo>
                    <a:lnTo>
                      <a:pt x="16" y="1590"/>
                    </a:lnTo>
                    <a:lnTo>
                      <a:pt x="16" y="1518"/>
                    </a:lnTo>
                    <a:lnTo>
                      <a:pt x="24" y="1454"/>
                    </a:lnTo>
                    <a:lnTo>
                      <a:pt x="32" y="1383"/>
                    </a:lnTo>
                    <a:lnTo>
                      <a:pt x="32" y="1319"/>
                    </a:lnTo>
                    <a:lnTo>
                      <a:pt x="40" y="1247"/>
                    </a:lnTo>
                    <a:lnTo>
                      <a:pt x="40" y="1183"/>
                    </a:lnTo>
                    <a:lnTo>
                      <a:pt x="48" y="1119"/>
                    </a:lnTo>
                    <a:lnTo>
                      <a:pt x="56" y="1055"/>
                    </a:lnTo>
                    <a:lnTo>
                      <a:pt x="56" y="991"/>
                    </a:lnTo>
                    <a:lnTo>
                      <a:pt x="64" y="927"/>
                    </a:lnTo>
                    <a:lnTo>
                      <a:pt x="64" y="871"/>
                    </a:lnTo>
                    <a:lnTo>
                      <a:pt x="72" y="807"/>
                    </a:lnTo>
                    <a:lnTo>
                      <a:pt x="80" y="751"/>
                    </a:lnTo>
                    <a:lnTo>
                      <a:pt x="80" y="695"/>
                    </a:lnTo>
                    <a:lnTo>
                      <a:pt x="88" y="639"/>
                    </a:lnTo>
                    <a:lnTo>
                      <a:pt x="88" y="591"/>
                    </a:lnTo>
                    <a:lnTo>
                      <a:pt x="96" y="535"/>
                    </a:lnTo>
                    <a:lnTo>
                      <a:pt x="104" y="487"/>
                    </a:lnTo>
                    <a:lnTo>
                      <a:pt x="104" y="439"/>
                    </a:lnTo>
                    <a:lnTo>
                      <a:pt x="112" y="399"/>
                    </a:lnTo>
                    <a:lnTo>
                      <a:pt x="112" y="351"/>
                    </a:lnTo>
                    <a:lnTo>
                      <a:pt x="120" y="311"/>
                    </a:lnTo>
                    <a:lnTo>
                      <a:pt x="128" y="279"/>
                    </a:lnTo>
                    <a:lnTo>
                      <a:pt x="128" y="239"/>
                    </a:lnTo>
                    <a:lnTo>
                      <a:pt x="136" y="208"/>
                    </a:lnTo>
                    <a:lnTo>
                      <a:pt x="136" y="176"/>
                    </a:lnTo>
                    <a:lnTo>
                      <a:pt x="144" y="144"/>
                    </a:lnTo>
                    <a:lnTo>
                      <a:pt x="152" y="120"/>
                    </a:lnTo>
                    <a:lnTo>
                      <a:pt x="152" y="96"/>
                    </a:lnTo>
                    <a:lnTo>
                      <a:pt x="160" y="72"/>
                    </a:lnTo>
                    <a:lnTo>
                      <a:pt x="160" y="56"/>
                    </a:lnTo>
                    <a:lnTo>
                      <a:pt x="168" y="40"/>
                    </a:lnTo>
                    <a:lnTo>
                      <a:pt x="176" y="24"/>
                    </a:lnTo>
                    <a:lnTo>
                      <a:pt x="176" y="16"/>
                    </a:lnTo>
                    <a:lnTo>
                      <a:pt x="192" y="0"/>
                    </a:lnTo>
                    <a:lnTo>
                      <a:pt x="184" y="0"/>
                    </a:lnTo>
                    <a:lnTo>
                      <a:pt x="192" y="0"/>
                    </a:lnTo>
                    <a:lnTo>
                      <a:pt x="200" y="0"/>
                    </a:lnTo>
                    <a:lnTo>
                      <a:pt x="208" y="8"/>
                    </a:lnTo>
                    <a:lnTo>
                      <a:pt x="216" y="24"/>
                    </a:lnTo>
                    <a:lnTo>
                      <a:pt x="216" y="32"/>
                    </a:lnTo>
                    <a:lnTo>
                      <a:pt x="224" y="48"/>
                    </a:lnTo>
                    <a:lnTo>
                      <a:pt x="232" y="64"/>
                    </a:lnTo>
                    <a:lnTo>
                      <a:pt x="232" y="88"/>
                    </a:lnTo>
                    <a:lnTo>
                      <a:pt x="240" y="112"/>
                    </a:lnTo>
                    <a:lnTo>
                      <a:pt x="240" y="136"/>
                    </a:lnTo>
                    <a:lnTo>
                      <a:pt x="248" y="168"/>
                    </a:lnTo>
                    <a:lnTo>
                      <a:pt x="256" y="192"/>
                    </a:lnTo>
                    <a:lnTo>
                      <a:pt x="256" y="232"/>
                    </a:lnTo>
                    <a:lnTo>
                      <a:pt x="264" y="263"/>
                    </a:lnTo>
                    <a:lnTo>
                      <a:pt x="264" y="303"/>
                    </a:lnTo>
                    <a:lnTo>
                      <a:pt x="272" y="343"/>
                    </a:lnTo>
                    <a:lnTo>
                      <a:pt x="280" y="383"/>
                    </a:lnTo>
                    <a:lnTo>
                      <a:pt x="280" y="423"/>
                    </a:lnTo>
                    <a:lnTo>
                      <a:pt x="288" y="471"/>
                    </a:lnTo>
                    <a:lnTo>
                      <a:pt x="288" y="519"/>
                    </a:lnTo>
                    <a:lnTo>
                      <a:pt x="296" y="567"/>
                    </a:lnTo>
                    <a:lnTo>
                      <a:pt x="304" y="623"/>
                    </a:lnTo>
                    <a:lnTo>
                      <a:pt x="304" y="679"/>
                    </a:lnTo>
                    <a:lnTo>
                      <a:pt x="312" y="735"/>
                    </a:lnTo>
                    <a:lnTo>
                      <a:pt x="312" y="791"/>
                    </a:lnTo>
                    <a:lnTo>
                      <a:pt x="320" y="847"/>
                    </a:lnTo>
                    <a:lnTo>
                      <a:pt x="328" y="911"/>
                    </a:lnTo>
                    <a:lnTo>
                      <a:pt x="328" y="967"/>
                    </a:lnTo>
                    <a:lnTo>
                      <a:pt x="336" y="1031"/>
                    </a:lnTo>
                    <a:lnTo>
                      <a:pt x="336" y="1095"/>
                    </a:lnTo>
                    <a:lnTo>
                      <a:pt x="344" y="1159"/>
                    </a:lnTo>
                    <a:lnTo>
                      <a:pt x="352" y="1231"/>
                    </a:lnTo>
                    <a:lnTo>
                      <a:pt x="352" y="1295"/>
                    </a:lnTo>
                    <a:lnTo>
                      <a:pt x="360" y="1359"/>
                    </a:lnTo>
                    <a:lnTo>
                      <a:pt x="360" y="1430"/>
                    </a:lnTo>
                    <a:lnTo>
                      <a:pt x="368" y="1502"/>
                    </a:lnTo>
                    <a:lnTo>
                      <a:pt x="376" y="1566"/>
                    </a:lnTo>
                    <a:lnTo>
                      <a:pt x="376" y="1638"/>
                    </a:lnTo>
                    <a:lnTo>
                      <a:pt x="384" y="1710"/>
                    </a:lnTo>
                    <a:lnTo>
                      <a:pt x="384" y="1782"/>
                    </a:lnTo>
                    <a:lnTo>
                      <a:pt x="392" y="1854"/>
                    </a:lnTo>
                    <a:lnTo>
                      <a:pt x="392" y="1918"/>
                    </a:lnTo>
                    <a:lnTo>
                      <a:pt x="400" y="1990"/>
                    </a:lnTo>
                    <a:lnTo>
                      <a:pt x="408" y="2062"/>
                    </a:lnTo>
                    <a:lnTo>
                      <a:pt x="408" y="2134"/>
                    </a:lnTo>
                    <a:lnTo>
                      <a:pt x="416" y="2206"/>
                    </a:lnTo>
                    <a:lnTo>
                      <a:pt x="416" y="2270"/>
                    </a:lnTo>
                    <a:lnTo>
                      <a:pt x="424" y="2342"/>
                    </a:lnTo>
                    <a:lnTo>
                      <a:pt x="432" y="2406"/>
                    </a:lnTo>
                    <a:lnTo>
                      <a:pt x="432" y="2478"/>
                    </a:lnTo>
                    <a:lnTo>
                      <a:pt x="440" y="2541"/>
                    </a:lnTo>
                    <a:lnTo>
                      <a:pt x="440" y="2605"/>
                    </a:lnTo>
                    <a:lnTo>
                      <a:pt x="448" y="2677"/>
                    </a:lnTo>
                    <a:lnTo>
                      <a:pt x="456" y="2741"/>
                    </a:lnTo>
                    <a:lnTo>
                      <a:pt x="456" y="2797"/>
                    </a:lnTo>
                    <a:lnTo>
                      <a:pt x="464" y="2861"/>
                    </a:lnTo>
                    <a:lnTo>
                      <a:pt x="464" y="2917"/>
                    </a:lnTo>
                    <a:lnTo>
                      <a:pt x="472" y="2981"/>
                    </a:lnTo>
                    <a:lnTo>
                      <a:pt x="480" y="3037"/>
                    </a:lnTo>
                    <a:lnTo>
                      <a:pt x="480" y="3093"/>
                    </a:lnTo>
                    <a:lnTo>
                      <a:pt x="488" y="3141"/>
                    </a:lnTo>
                    <a:lnTo>
                      <a:pt x="488" y="3197"/>
                    </a:lnTo>
                    <a:lnTo>
                      <a:pt x="496" y="3245"/>
                    </a:lnTo>
                    <a:lnTo>
                      <a:pt x="504" y="3293"/>
                    </a:lnTo>
                    <a:lnTo>
                      <a:pt x="504" y="3333"/>
                    </a:lnTo>
                    <a:lnTo>
                      <a:pt x="512" y="3381"/>
                    </a:lnTo>
                    <a:lnTo>
                      <a:pt x="512" y="3421"/>
                    </a:lnTo>
                    <a:lnTo>
                      <a:pt x="520" y="3461"/>
                    </a:lnTo>
                    <a:lnTo>
                      <a:pt x="528" y="3501"/>
                    </a:lnTo>
                    <a:lnTo>
                      <a:pt x="528" y="3533"/>
                    </a:lnTo>
                    <a:lnTo>
                      <a:pt x="536" y="3565"/>
                    </a:lnTo>
                    <a:lnTo>
                      <a:pt x="536" y="3597"/>
                    </a:lnTo>
                    <a:lnTo>
                      <a:pt x="544" y="3621"/>
                    </a:lnTo>
                    <a:lnTo>
                      <a:pt x="552" y="3645"/>
                    </a:lnTo>
                    <a:lnTo>
                      <a:pt x="552" y="3669"/>
                    </a:lnTo>
                    <a:lnTo>
                      <a:pt x="560" y="3685"/>
                    </a:lnTo>
                    <a:lnTo>
                      <a:pt x="560" y="3708"/>
                    </a:lnTo>
                    <a:lnTo>
                      <a:pt x="568" y="3716"/>
                    </a:lnTo>
                    <a:lnTo>
                      <a:pt x="568" y="3732"/>
                    </a:lnTo>
                    <a:lnTo>
                      <a:pt x="576" y="3740"/>
                    </a:lnTo>
                    <a:lnTo>
                      <a:pt x="584" y="3748"/>
                    </a:lnTo>
                    <a:lnTo>
                      <a:pt x="600" y="3748"/>
                    </a:lnTo>
                    <a:lnTo>
                      <a:pt x="592" y="3748"/>
                    </a:lnTo>
                    <a:lnTo>
                      <a:pt x="600" y="3748"/>
                    </a:lnTo>
                    <a:lnTo>
                      <a:pt x="608" y="3740"/>
                    </a:lnTo>
                    <a:lnTo>
                      <a:pt x="608" y="3732"/>
                    </a:lnTo>
                    <a:lnTo>
                      <a:pt x="616" y="3716"/>
                    </a:lnTo>
                    <a:lnTo>
                      <a:pt x="616" y="3708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94" name="Freeform 30"/>
              <p:cNvSpPr>
                <a:spLocks/>
              </p:cNvSpPr>
              <p:nvPr/>
            </p:nvSpPr>
            <p:spPr bwMode="auto">
              <a:xfrm>
                <a:off x="1213" y="191"/>
                <a:ext cx="617" cy="3708"/>
              </a:xfrm>
              <a:custGeom>
                <a:avLst/>
                <a:gdLst/>
                <a:ahLst/>
                <a:cxnLst>
                  <a:cxn ang="0">
                    <a:pos x="16" y="3669"/>
                  </a:cxn>
                  <a:cxn ang="0">
                    <a:pos x="24" y="3597"/>
                  </a:cxn>
                  <a:cxn ang="0">
                    <a:pos x="40" y="3501"/>
                  </a:cxn>
                  <a:cxn ang="0">
                    <a:pos x="56" y="3381"/>
                  </a:cxn>
                  <a:cxn ang="0">
                    <a:pos x="72" y="3245"/>
                  </a:cxn>
                  <a:cxn ang="0">
                    <a:pos x="88" y="3093"/>
                  </a:cxn>
                  <a:cxn ang="0">
                    <a:pos x="96" y="2917"/>
                  </a:cxn>
                  <a:cxn ang="0">
                    <a:pos x="112" y="2741"/>
                  </a:cxn>
                  <a:cxn ang="0">
                    <a:pos x="129" y="2541"/>
                  </a:cxn>
                  <a:cxn ang="0">
                    <a:pos x="145" y="2342"/>
                  </a:cxn>
                  <a:cxn ang="0">
                    <a:pos x="153" y="2134"/>
                  </a:cxn>
                  <a:cxn ang="0">
                    <a:pos x="169" y="1918"/>
                  </a:cxn>
                  <a:cxn ang="0">
                    <a:pos x="185" y="1710"/>
                  </a:cxn>
                  <a:cxn ang="0">
                    <a:pos x="201" y="1502"/>
                  </a:cxn>
                  <a:cxn ang="0">
                    <a:pos x="217" y="1295"/>
                  </a:cxn>
                  <a:cxn ang="0">
                    <a:pos x="225" y="1095"/>
                  </a:cxn>
                  <a:cxn ang="0">
                    <a:pos x="241" y="911"/>
                  </a:cxn>
                  <a:cxn ang="0">
                    <a:pos x="257" y="735"/>
                  </a:cxn>
                  <a:cxn ang="0">
                    <a:pos x="273" y="567"/>
                  </a:cxn>
                  <a:cxn ang="0">
                    <a:pos x="289" y="423"/>
                  </a:cxn>
                  <a:cxn ang="0">
                    <a:pos x="297" y="303"/>
                  </a:cxn>
                  <a:cxn ang="0">
                    <a:pos x="313" y="192"/>
                  </a:cxn>
                  <a:cxn ang="0">
                    <a:pos x="329" y="112"/>
                  </a:cxn>
                  <a:cxn ang="0">
                    <a:pos x="345" y="48"/>
                  </a:cxn>
                  <a:cxn ang="0">
                    <a:pos x="353" y="8"/>
                  </a:cxn>
                  <a:cxn ang="0">
                    <a:pos x="377" y="0"/>
                  </a:cxn>
                  <a:cxn ang="0">
                    <a:pos x="393" y="24"/>
                  </a:cxn>
                  <a:cxn ang="0">
                    <a:pos x="409" y="72"/>
                  </a:cxn>
                  <a:cxn ang="0">
                    <a:pos x="425" y="144"/>
                  </a:cxn>
                  <a:cxn ang="0">
                    <a:pos x="441" y="239"/>
                  </a:cxn>
                  <a:cxn ang="0">
                    <a:pos x="449" y="351"/>
                  </a:cxn>
                  <a:cxn ang="0">
                    <a:pos x="465" y="487"/>
                  </a:cxn>
                  <a:cxn ang="0">
                    <a:pos x="481" y="639"/>
                  </a:cxn>
                  <a:cxn ang="0">
                    <a:pos x="497" y="807"/>
                  </a:cxn>
                  <a:cxn ang="0">
                    <a:pos x="513" y="991"/>
                  </a:cxn>
                  <a:cxn ang="0">
                    <a:pos x="521" y="1183"/>
                  </a:cxn>
                  <a:cxn ang="0">
                    <a:pos x="537" y="1383"/>
                  </a:cxn>
                  <a:cxn ang="0">
                    <a:pos x="553" y="1590"/>
                  </a:cxn>
                  <a:cxn ang="0">
                    <a:pos x="569" y="1806"/>
                  </a:cxn>
                  <a:cxn ang="0">
                    <a:pos x="577" y="2014"/>
                  </a:cxn>
                  <a:cxn ang="0">
                    <a:pos x="593" y="2230"/>
                  </a:cxn>
                  <a:cxn ang="0">
                    <a:pos x="609" y="2430"/>
                  </a:cxn>
                </a:cxnLst>
                <a:rect l="0" t="0" r="r" b="b"/>
                <a:pathLst>
                  <a:path w="617" h="3708">
                    <a:moveTo>
                      <a:pt x="0" y="3708"/>
                    </a:moveTo>
                    <a:lnTo>
                      <a:pt x="8" y="3685"/>
                    </a:lnTo>
                    <a:lnTo>
                      <a:pt x="16" y="3669"/>
                    </a:lnTo>
                    <a:lnTo>
                      <a:pt x="16" y="3645"/>
                    </a:lnTo>
                    <a:lnTo>
                      <a:pt x="24" y="3621"/>
                    </a:lnTo>
                    <a:lnTo>
                      <a:pt x="24" y="3597"/>
                    </a:lnTo>
                    <a:lnTo>
                      <a:pt x="32" y="3565"/>
                    </a:lnTo>
                    <a:lnTo>
                      <a:pt x="40" y="3533"/>
                    </a:lnTo>
                    <a:lnTo>
                      <a:pt x="40" y="3501"/>
                    </a:lnTo>
                    <a:lnTo>
                      <a:pt x="48" y="3461"/>
                    </a:lnTo>
                    <a:lnTo>
                      <a:pt x="48" y="3421"/>
                    </a:lnTo>
                    <a:lnTo>
                      <a:pt x="56" y="3381"/>
                    </a:lnTo>
                    <a:lnTo>
                      <a:pt x="64" y="3333"/>
                    </a:lnTo>
                    <a:lnTo>
                      <a:pt x="64" y="3293"/>
                    </a:lnTo>
                    <a:lnTo>
                      <a:pt x="72" y="3245"/>
                    </a:lnTo>
                    <a:lnTo>
                      <a:pt x="72" y="3197"/>
                    </a:lnTo>
                    <a:lnTo>
                      <a:pt x="80" y="3141"/>
                    </a:lnTo>
                    <a:lnTo>
                      <a:pt x="88" y="3093"/>
                    </a:lnTo>
                    <a:lnTo>
                      <a:pt x="88" y="3037"/>
                    </a:lnTo>
                    <a:lnTo>
                      <a:pt x="96" y="2981"/>
                    </a:lnTo>
                    <a:lnTo>
                      <a:pt x="96" y="2917"/>
                    </a:lnTo>
                    <a:lnTo>
                      <a:pt x="104" y="2861"/>
                    </a:lnTo>
                    <a:lnTo>
                      <a:pt x="112" y="2797"/>
                    </a:lnTo>
                    <a:lnTo>
                      <a:pt x="112" y="2741"/>
                    </a:lnTo>
                    <a:lnTo>
                      <a:pt x="121" y="2677"/>
                    </a:lnTo>
                    <a:lnTo>
                      <a:pt x="121" y="2605"/>
                    </a:lnTo>
                    <a:lnTo>
                      <a:pt x="129" y="2541"/>
                    </a:lnTo>
                    <a:lnTo>
                      <a:pt x="137" y="2478"/>
                    </a:lnTo>
                    <a:lnTo>
                      <a:pt x="137" y="2406"/>
                    </a:lnTo>
                    <a:lnTo>
                      <a:pt x="145" y="2342"/>
                    </a:lnTo>
                    <a:lnTo>
                      <a:pt x="145" y="2270"/>
                    </a:lnTo>
                    <a:lnTo>
                      <a:pt x="153" y="2206"/>
                    </a:lnTo>
                    <a:lnTo>
                      <a:pt x="153" y="2134"/>
                    </a:lnTo>
                    <a:lnTo>
                      <a:pt x="161" y="2062"/>
                    </a:lnTo>
                    <a:lnTo>
                      <a:pt x="169" y="1990"/>
                    </a:lnTo>
                    <a:lnTo>
                      <a:pt x="169" y="1918"/>
                    </a:lnTo>
                    <a:lnTo>
                      <a:pt x="177" y="1854"/>
                    </a:lnTo>
                    <a:lnTo>
                      <a:pt x="177" y="1782"/>
                    </a:lnTo>
                    <a:lnTo>
                      <a:pt x="185" y="1710"/>
                    </a:lnTo>
                    <a:lnTo>
                      <a:pt x="193" y="1638"/>
                    </a:lnTo>
                    <a:lnTo>
                      <a:pt x="193" y="1566"/>
                    </a:lnTo>
                    <a:lnTo>
                      <a:pt x="201" y="1502"/>
                    </a:lnTo>
                    <a:lnTo>
                      <a:pt x="201" y="1430"/>
                    </a:lnTo>
                    <a:lnTo>
                      <a:pt x="209" y="1359"/>
                    </a:lnTo>
                    <a:lnTo>
                      <a:pt x="217" y="1295"/>
                    </a:lnTo>
                    <a:lnTo>
                      <a:pt x="217" y="1231"/>
                    </a:lnTo>
                    <a:lnTo>
                      <a:pt x="225" y="1159"/>
                    </a:lnTo>
                    <a:lnTo>
                      <a:pt x="225" y="1095"/>
                    </a:lnTo>
                    <a:lnTo>
                      <a:pt x="233" y="1031"/>
                    </a:lnTo>
                    <a:lnTo>
                      <a:pt x="241" y="967"/>
                    </a:lnTo>
                    <a:lnTo>
                      <a:pt x="241" y="911"/>
                    </a:lnTo>
                    <a:lnTo>
                      <a:pt x="249" y="847"/>
                    </a:lnTo>
                    <a:lnTo>
                      <a:pt x="249" y="791"/>
                    </a:lnTo>
                    <a:lnTo>
                      <a:pt x="257" y="735"/>
                    </a:lnTo>
                    <a:lnTo>
                      <a:pt x="265" y="679"/>
                    </a:lnTo>
                    <a:lnTo>
                      <a:pt x="265" y="623"/>
                    </a:lnTo>
                    <a:lnTo>
                      <a:pt x="273" y="567"/>
                    </a:lnTo>
                    <a:lnTo>
                      <a:pt x="273" y="519"/>
                    </a:lnTo>
                    <a:lnTo>
                      <a:pt x="281" y="471"/>
                    </a:lnTo>
                    <a:lnTo>
                      <a:pt x="289" y="423"/>
                    </a:lnTo>
                    <a:lnTo>
                      <a:pt x="289" y="383"/>
                    </a:lnTo>
                    <a:lnTo>
                      <a:pt x="297" y="343"/>
                    </a:lnTo>
                    <a:lnTo>
                      <a:pt x="297" y="303"/>
                    </a:lnTo>
                    <a:lnTo>
                      <a:pt x="305" y="263"/>
                    </a:lnTo>
                    <a:lnTo>
                      <a:pt x="313" y="232"/>
                    </a:lnTo>
                    <a:lnTo>
                      <a:pt x="313" y="192"/>
                    </a:lnTo>
                    <a:lnTo>
                      <a:pt x="321" y="168"/>
                    </a:lnTo>
                    <a:lnTo>
                      <a:pt x="321" y="136"/>
                    </a:lnTo>
                    <a:lnTo>
                      <a:pt x="329" y="112"/>
                    </a:lnTo>
                    <a:lnTo>
                      <a:pt x="337" y="88"/>
                    </a:lnTo>
                    <a:lnTo>
                      <a:pt x="337" y="64"/>
                    </a:lnTo>
                    <a:lnTo>
                      <a:pt x="345" y="48"/>
                    </a:lnTo>
                    <a:lnTo>
                      <a:pt x="345" y="32"/>
                    </a:lnTo>
                    <a:lnTo>
                      <a:pt x="353" y="24"/>
                    </a:lnTo>
                    <a:lnTo>
                      <a:pt x="353" y="8"/>
                    </a:lnTo>
                    <a:lnTo>
                      <a:pt x="361" y="0"/>
                    </a:lnTo>
                    <a:lnTo>
                      <a:pt x="369" y="0"/>
                    </a:lnTo>
                    <a:lnTo>
                      <a:pt x="377" y="0"/>
                    </a:lnTo>
                    <a:lnTo>
                      <a:pt x="385" y="8"/>
                    </a:lnTo>
                    <a:lnTo>
                      <a:pt x="393" y="16"/>
                    </a:lnTo>
                    <a:lnTo>
                      <a:pt x="393" y="24"/>
                    </a:lnTo>
                    <a:lnTo>
                      <a:pt x="401" y="40"/>
                    </a:lnTo>
                    <a:lnTo>
                      <a:pt x="401" y="56"/>
                    </a:lnTo>
                    <a:lnTo>
                      <a:pt x="409" y="72"/>
                    </a:lnTo>
                    <a:lnTo>
                      <a:pt x="417" y="96"/>
                    </a:lnTo>
                    <a:lnTo>
                      <a:pt x="417" y="120"/>
                    </a:lnTo>
                    <a:lnTo>
                      <a:pt x="425" y="144"/>
                    </a:lnTo>
                    <a:lnTo>
                      <a:pt x="425" y="176"/>
                    </a:lnTo>
                    <a:lnTo>
                      <a:pt x="433" y="208"/>
                    </a:lnTo>
                    <a:lnTo>
                      <a:pt x="441" y="239"/>
                    </a:lnTo>
                    <a:lnTo>
                      <a:pt x="441" y="279"/>
                    </a:lnTo>
                    <a:lnTo>
                      <a:pt x="449" y="311"/>
                    </a:lnTo>
                    <a:lnTo>
                      <a:pt x="449" y="351"/>
                    </a:lnTo>
                    <a:lnTo>
                      <a:pt x="457" y="399"/>
                    </a:lnTo>
                    <a:lnTo>
                      <a:pt x="465" y="439"/>
                    </a:lnTo>
                    <a:lnTo>
                      <a:pt x="465" y="487"/>
                    </a:lnTo>
                    <a:lnTo>
                      <a:pt x="473" y="535"/>
                    </a:lnTo>
                    <a:lnTo>
                      <a:pt x="473" y="591"/>
                    </a:lnTo>
                    <a:lnTo>
                      <a:pt x="481" y="639"/>
                    </a:lnTo>
                    <a:lnTo>
                      <a:pt x="489" y="695"/>
                    </a:lnTo>
                    <a:lnTo>
                      <a:pt x="489" y="751"/>
                    </a:lnTo>
                    <a:lnTo>
                      <a:pt x="497" y="807"/>
                    </a:lnTo>
                    <a:lnTo>
                      <a:pt x="497" y="871"/>
                    </a:lnTo>
                    <a:lnTo>
                      <a:pt x="505" y="927"/>
                    </a:lnTo>
                    <a:lnTo>
                      <a:pt x="513" y="991"/>
                    </a:lnTo>
                    <a:lnTo>
                      <a:pt x="513" y="1055"/>
                    </a:lnTo>
                    <a:lnTo>
                      <a:pt x="521" y="1119"/>
                    </a:lnTo>
                    <a:lnTo>
                      <a:pt x="521" y="1183"/>
                    </a:lnTo>
                    <a:lnTo>
                      <a:pt x="529" y="1247"/>
                    </a:lnTo>
                    <a:lnTo>
                      <a:pt x="529" y="1319"/>
                    </a:lnTo>
                    <a:lnTo>
                      <a:pt x="537" y="1383"/>
                    </a:lnTo>
                    <a:lnTo>
                      <a:pt x="545" y="1454"/>
                    </a:lnTo>
                    <a:lnTo>
                      <a:pt x="545" y="1518"/>
                    </a:lnTo>
                    <a:lnTo>
                      <a:pt x="553" y="1590"/>
                    </a:lnTo>
                    <a:lnTo>
                      <a:pt x="553" y="1662"/>
                    </a:lnTo>
                    <a:lnTo>
                      <a:pt x="561" y="1734"/>
                    </a:lnTo>
                    <a:lnTo>
                      <a:pt x="569" y="1806"/>
                    </a:lnTo>
                    <a:lnTo>
                      <a:pt x="569" y="1870"/>
                    </a:lnTo>
                    <a:lnTo>
                      <a:pt x="577" y="1942"/>
                    </a:lnTo>
                    <a:lnTo>
                      <a:pt x="577" y="2014"/>
                    </a:lnTo>
                    <a:lnTo>
                      <a:pt x="585" y="2086"/>
                    </a:lnTo>
                    <a:lnTo>
                      <a:pt x="593" y="2158"/>
                    </a:lnTo>
                    <a:lnTo>
                      <a:pt x="593" y="2230"/>
                    </a:lnTo>
                    <a:lnTo>
                      <a:pt x="601" y="2294"/>
                    </a:lnTo>
                    <a:lnTo>
                      <a:pt x="601" y="2366"/>
                    </a:lnTo>
                    <a:lnTo>
                      <a:pt x="609" y="2430"/>
                    </a:lnTo>
                    <a:lnTo>
                      <a:pt x="617" y="2502"/>
                    </a:lnTo>
                    <a:lnTo>
                      <a:pt x="617" y="2565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95" name="Freeform 31"/>
              <p:cNvSpPr>
                <a:spLocks/>
              </p:cNvSpPr>
              <p:nvPr/>
            </p:nvSpPr>
            <p:spPr bwMode="auto">
              <a:xfrm>
                <a:off x="1830" y="191"/>
                <a:ext cx="625" cy="3748"/>
              </a:xfrm>
              <a:custGeom>
                <a:avLst/>
                <a:gdLst/>
                <a:ahLst/>
                <a:cxnLst>
                  <a:cxn ang="0">
                    <a:pos x="8" y="2693"/>
                  </a:cxn>
                  <a:cxn ang="0">
                    <a:pos x="24" y="2877"/>
                  </a:cxn>
                  <a:cxn ang="0">
                    <a:pos x="40" y="3053"/>
                  </a:cxn>
                  <a:cxn ang="0">
                    <a:pos x="56" y="3213"/>
                  </a:cxn>
                  <a:cxn ang="0">
                    <a:pos x="72" y="3349"/>
                  </a:cxn>
                  <a:cxn ang="0">
                    <a:pos x="80" y="3469"/>
                  </a:cxn>
                  <a:cxn ang="0">
                    <a:pos x="96" y="3573"/>
                  </a:cxn>
                  <a:cxn ang="0">
                    <a:pos x="112" y="3653"/>
                  </a:cxn>
                  <a:cxn ang="0">
                    <a:pos x="128" y="3708"/>
                  </a:cxn>
                  <a:cxn ang="0">
                    <a:pos x="136" y="3740"/>
                  </a:cxn>
                  <a:cxn ang="0">
                    <a:pos x="160" y="3748"/>
                  </a:cxn>
                  <a:cxn ang="0">
                    <a:pos x="176" y="3716"/>
                  </a:cxn>
                  <a:cxn ang="0">
                    <a:pos x="192" y="3661"/>
                  </a:cxn>
                  <a:cxn ang="0">
                    <a:pos x="208" y="3581"/>
                  </a:cxn>
                  <a:cxn ang="0">
                    <a:pos x="224" y="3485"/>
                  </a:cxn>
                  <a:cxn ang="0">
                    <a:pos x="232" y="3365"/>
                  </a:cxn>
                  <a:cxn ang="0">
                    <a:pos x="248" y="3229"/>
                  </a:cxn>
                  <a:cxn ang="0">
                    <a:pos x="264" y="3069"/>
                  </a:cxn>
                  <a:cxn ang="0">
                    <a:pos x="280" y="2901"/>
                  </a:cxn>
                  <a:cxn ang="0">
                    <a:pos x="288" y="2717"/>
                  </a:cxn>
                  <a:cxn ang="0">
                    <a:pos x="304" y="2518"/>
                  </a:cxn>
                  <a:cxn ang="0">
                    <a:pos x="320" y="2318"/>
                  </a:cxn>
                  <a:cxn ang="0">
                    <a:pos x="336" y="2110"/>
                  </a:cxn>
                  <a:cxn ang="0">
                    <a:pos x="352" y="1894"/>
                  </a:cxn>
                  <a:cxn ang="0">
                    <a:pos x="360" y="1686"/>
                  </a:cxn>
                  <a:cxn ang="0">
                    <a:pos x="376" y="1478"/>
                  </a:cxn>
                  <a:cxn ang="0">
                    <a:pos x="392" y="1271"/>
                  </a:cxn>
                  <a:cxn ang="0">
                    <a:pos x="408" y="1071"/>
                  </a:cxn>
                  <a:cxn ang="0">
                    <a:pos x="424" y="887"/>
                  </a:cxn>
                  <a:cxn ang="0">
                    <a:pos x="432" y="711"/>
                  </a:cxn>
                  <a:cxn ang="0">
                    <a:pos x="448" y="551"/>
                  </a:cxn>
                  <a:cxn ang="0">
                    <a:pos x="464" y="415"/>
                  </a:cxn>
                  <a:cxn ang="0">
                    <a:pos x="480" y="287"/>
                  </a:cxn>
                  <a:cxn ang="0">
                    <a:pos x="488" y="184"/>
                  </a:cxn>
                  <a:cxn ang="0">
                    <a:pos x="504" y="104"/>
                  </a:cxn>
                  <a:cxn ang="0">
                    <a:pos x="520" y="40"/>
                  </a:cxn>
                  <a:cxn ang="0">
                    <a:pos x="545" y="0"/>
                  </a:cxn>
                  <a:cxn ang="0">
                    <a:pos x="553" y="0"/>
                  </a:cxn>
                  <a:cxn ang="0">
                    <a:pos x="577" y="32"/>
                  </a:cxn>
                  <a:cxn ang="0">
                    <a:pos x="585" y="80"/>
                  </a:cxn>
                  <a:cxn ang="0">
                    <a:pos x="601" y="152"/>
                  </a:cxn>
                  <a:cxn ang="0">
                    <a:pos x="617" y="247"/>
                  </a:cxn>
                </a:cxnLst>
                <a:rect l="0" t="0" r="r" b="b"/>
                <a:pathLst>
                  <a:path w="625" h="3748">
                    <a:moveTo>
                      <a:pt x="0" y="2565"/>
                    </a:moveTo>
                    <a:lnTo>
                      <a:pt x="8" y="2629"/>
                    </a:lnTo>
                    <a:lnTo>
                      <a:pt x="8" y="2693"/>
                    </a:lnTo>
                    <a:lnTo>
                      <a:pt x="16" y="2757"/>
                    </a:lnTo>
                    <a:lnTo>
                      <a:pt x="24" y="2821"/>
                    </a:lnTo>
                    <a:lnTo>
                      <a:pt x="24" y="2877"/>
                    </a:lnTo>
                    <a:lnTo>
                      <a:pt x="32" y="2941"/>
                    </a:lnTo>
                    <a:lnTo>
                      <a:pt x="32" y="2997"/>
                    </a:lnTo>
                    <a:lnTo>
                      <a:pt x="40" y="3053"/>
                    </a:lnTo>
                    <a:lnTo>
                      <a:pt x="48" y="3109"/>
                    </a:lnTo>
                    <a:lnTo>
                      <a:pt x="48" y="3157"/>
                    </a:lnTo>
                    <a:lnTo>
                      <a:pt x="56" y="3213"/>
                    </a:lnTo>
                    <a:lnTo>
                      <a:pt x="56" y="3261"/>
                    </a:lnTo>
                    <a:lnTo>
                      <a:pt x="64" y="3309"/>
                    </a:lnTo>
                    <a:lnTo>
                      <a:pt x="72" y="3349"/>
                    </a:lnTo>
                    <a:lnTo>
                      <a:pt x="72" y="3397"/>
                    </a:lnTo>
                    <a:lnTo>
                      <a:pt x="80" y="3437"/>
                    </a:lnTo>
                    <a:lnTo>
                      <a:pt x="80" y="3469"/>
                    </a:lnTo>
                    <a:lnTo>
                      <a:pt x="88" y="3509"/>
                    </a:lnTo>
                    <a:lnTo>
                      <a:pt x="96" y="3541"/>
                    </a:lnTo>
                    <a:lnTo>
                      <a:pt x="96" y="3573"/>
                    </a:lnTo>
                    <a:lnTo>
                      <a:pt x="104" y="3605"/>
                    </a:lnTo>
                    <a:lnTo>
                      <a:pt x="104" y="3629"/>
                    </a:lnTo>
                    <a:lnTo>
                      <a:pt x="112" y="3653"/>
                    </a:lnTo>
                    <a:lnTo>
                      <a:pt x="112" y="3677"/>
                    </a:lnTo>
                    <a:lnTo>
                      <a:pt x="120" y="3692"/>
                    </a:lnTo>
                    <a:lnTo>
                      <a:pt x="128" y="3708"/>
                    </a:lnTo>
                    <a:lnTo>
                      <a:pt x="128" y="3724"/>
                    </a:lnTo>
                    <a:lnTo>
                      <a:pt x="136" y="3732"/>
                    </a:lnTo>
                    <a:lnTo>
                      <a:pt x="136" y="3740"/>
                    </a:lnTo>
                    <a:lnTo>
                      <a:pt x="144" y="3748"/>
                    </a:lnTo>
                    <a:lnTo>
                      <a:pt x="152" y="3748"/>
                    </a:lnTo>
                    <a:lnTo>
                      <a:pt x="160" y="3748"/>
                    </a:lnTo>
                    <a:lnTo>
                      <a:pt x="168" y="3740"/>
                    </a:lnTo>
                    <a:lnTo>
                      <a:pt x="176" y="3724"/>
                    </a:lnTo>
                    <a:lnTo>
                      <a:pt x="176" y="3716"/>
                    </a:lnTo>
                    <a:lnTo>
                      <a:pt x="184" y="3700"/>
                    </a:lnTo>
                    <a:lnTo>
                      <a:pt x="184" y="3685"/>
                    </a:lnTo>
                    <a:lnTo>
                      <a:pt x="192" y="3661"/>
                    </a:lnTo>
                    <a:lnTo>
                      <a:pt x="200" y="3637"/>
                    </a:lnTo>
                    <a:lnTo>
                      <a:pt x="200" y="3613"/>
                    </a:lnTo>
                    <a:lnTo>
                      <a:pt x="208" y="3581"/>
                    </a:lnTo>
                    <a:lnTo>
                      <a:pt x="208" y="3557"/>
                    </a:lnTo>
                    <a:lnTo>
                      <a:pt x="216" y="3517"/>
                    </a:lnTo>
                    <a:lnTo>
                      <a:pt x="224" y="3485"/>
                    </a:lnTo>
                    <a:lnTo>
                      <a:pt x="224" y="3445"/>
                    </a:lnTo>
                    <a:lnTo>
                      <a:pt x="232" y="3405"/>
                    </a:lnTo>
                    <a:lnTo>
                      <a:pt x="232" y="3365"/>
                    </a:lnTo>
                    <a:lnTo>
                      <a:pt x="240" y="3325"/>
                    </a:lnTo>
                    <a:lnTo>
                      <a:pt x="248" y="3277"/>
                    </a:lnTo>
                    <a:lnTo>
                      <a:pt x="248" y="3229"/>
                    </a:lnTo>
                    <a:lnTo>
                      <a:pt x="256" y="3181"/>
                    </a:lnTo>
                    <a:lnTo>
                      <a:pt x="256" y="3125"/>
                    </a:lnTo>
                    <a:lnTo>
                      <a:pt x="264" y="3069"/>
                    </a:lnTo>
                    <a:lnTo>
                      <a:pt x="272" y="3013"/>
                    </a:lnTo>
                    <a:lnTo>
                      <a:pt x="272" y="2957"/>
                    </a:lnTo>
                    <a:lnTo>
                      <a:pt x="280" y="2901"/>
                    </a:lnTo>
                    <a:lnTo>
                      <a:pt x="280" y="2837"/>
                    </a:lnTo>
                    <a:lnTo>
                      <a:pt x="288" y="2781"/>
                    </a:lnTo>
                    <a:lnTo>
                      <a:pt x="288" y="2717"/>
                    </a:lnTo>
                    <a:lnTo>
                      <a:pt x="296" y="2653"/>
                    </a:lnTo>
                    <a:lnTo>
                      <a:pt x="304" y="2589"/>
                    </a:lnTo>
                    <a:lnTo>
                      <a:pt x="304" y="2518"/>
                    </a:lnTo>
                    <a:lnTo>
                      <a:pt x="312" y="2454"/>
                    </a:lnTo>
                    <a:lnTo>
                      <a:pt x="312" y="2390"/>
                    </a:lnTo>
                    <a:lnTo>
                      <a:pt x="320" y="2318"/>
                    </a:lnTo>
                    <a:lnTo>
                      <a:pt x="328" y="2246"/>
                    </a:lnTo>
                    <a:lnTo>
                      <a:pt x="328" y="2182"/>
                    </a:lnTo>
                    <a:lnTo>
                      <a:pt x="336" y="2110"/>
                    </a:lnTo>
                    <a:lnTo>
                      <a:pt x="336" y="2038"/>
                    </a:lnTo>
                    <a:lnTo>
                      <a:pt x="344" y="1966"/>
                    </a:lnTo>
                    <a:lnTo>
                      <a:pt x="352" y="1894"/>
                    </a:lnTo>
                    <a:lnTo>
                      <a:pt x="352" y="1830"/>
                    </a:lnTo>
                    <a:lnTo>
                      <a:pt x="360" y="1758"/>
                    </a:lnTo>
                    <a:lnTo>
                      <a:pt x="360" y="1686"/>
                    </a:lnTo>
                    <a:lnTo>
                      <a:pt x="368" y="1614"/>
                    </a:lnTo>
                    <a:lnTo>
                      <a:pt x="376" y="1542"/>
                    </a:lnTo>
                    <a:lnTo>
                      <a:pt x="376" y="1478"/>
                    </a:lnTo>
                    <a:lnTo>
                      <a:pt x="384" y="1406"/>
                    </a:lnTo>
                    <a:lnTo>
                      <a:pt x="384" y="1343"/>
                    </a:lnTo>
                    <a:lnTo>
                      <a:pt x="392" y="1271"/>
                    </a:lnTo>
                    <a:lnTo>
                      <a:pt x="400" y="1207"/>
                    </a:lnTo>
                    <a:lnTo>
                      <a:pt x="400" y="1143"/>
                    </a:lnTo>
                    <a:lnTo>
                      <a:pt x="408" y="1071"/>
                    </a:lnTo>
                    <a:lnTo>
                      <a:pt x="408" y="1007"/>
                    </a:lnTo>
                    <a:lnTo>
                      <a:pt x="416" y="951"/>
                    </a:lnTo>
                    <a:lnTo>
                      <a:pt x="424" y="887"/>
                    </a:lnTo>
                    <a:lnTo>
                      <a:pt x="424" y="831"/>
                    </a:lnTo>
                    <a:lnTo>
                      <a:pt x="432" y="767"/>
                    </a:lnTo>
                    <a:lnTo>
                      <a:pt x="432" y="711"/>
                    </a:lnTo>
                    <a:lnTo>
                      <a:pt x="440" y="655"/>
                    </a:lnTo>
                    <a:lnTo>
                      <a:pt x="448" y="607"/>
                    </a:lnTo>
                    <a:lnTo>
                      <a:pt x="448" y="551"/>
                    </a:lnTo>
                    <a:lnTo>
                      <a:pt x="456" y="503"/>
                    </a:lnTo>
                    <a:lnTo>
                      <a:pt x="456" y="455"/>
                    </a:lnTo>
                    <a:lnTo>
                      <a:pt x="464" y="415"/>
                    </a:lnTo>
                    <a:lnTo>
                      <a:pt x="472" y="367"/>
                    </a:lnTo>
                    <a:lnTo>
                      <a:pt x="472" y="327"/>
                    </a:lnTo>
                    <a:lnTo>
                      <a:pt x="480" y="287"/>
                    </a:lnTo>
                    <a:lnTo>
                      <a:pt x="480" y="247"/>
                    </a:lnTo>
                    <a:lnTo>
                      <a:pt x="488" y="216"/>
                    </a:lnTo>
                    <a:lnTo>
                      <a:pt x="488" y="184"/>
                    </a:lnTo>
                    <a:lnTo>
                      <a:pt x="496" y="152"/>
                    </a:lnTo>
                    <a:lnTo>
                      <a:pt x="504" y="128"/>
                    </a:lnTo>
                    <a:lnTo>
                      <a:pt x="504" y="104"/>
                    </a:lnTo>
                    <a:lnTo>
                      <a:pt x="512" y="80"/>
                    </a:lnTo>
                    <a:lnTo>
                      <a:pt x="512" y="64"/>
                    </a:lnTo>
                    <a:lnTo>
                      <a:pt x="520" y="40"/>
                    </a:lnTo>
                    <a:lnTo>
                      <a:pt x="529" y="32"/>
                    </a:lnTo>
                    <a:lnTo>
                      <a:pt x="529" y="16"/>
                    </a:lnTo>
                    <a:lnTo>
                      <a:pt x="545" y="0"/>
                    </a:lnTo>
                    <a:lnTo>
                      <a:pt x="537" y="0"/>
                    </a:lnTo>
                    <a:lnTo>
                      <a:pt x="545" y="0"/>
                    </a:lnTo>
                    <a:lnTo>
                      <a:pt x="553" y="0"/>
                    </a:lnTo>
                    <a:lnTo>
                      <a:pt x="561" y="8"/>
                    </a:lnTo>
                    <a:lnTo>
                      <a:pt x="569" y="16"/>
                    </a:lnTo>
                    <a:lnTo>
                      <a:pt x="577" y="32"/>
                    </a:lnTo>
                    <a:lnTo>
                      <a:pt x="577" y="40"/>
                    </a:lnTo>
                    <a:lnTo>
                      <a:pt x="585" y="64"/>
                    </a:lnTo>
                    <a:lnTo>
                      <a:pt x="585" y="80"/>
                    </a:lnTo>
                    <a:lnTo>
                      <a:pt x="593" y="104"/>
                    </a:lnTo>
                    <a:lnTo>
                      <a:pt x="601" y="128"/>
                    </a:lnTo>
                    <a:lnTo>
                      <a:pt x="601" y="152"/>
                    </a:lnTo>
                    <a:lnTo>
                      <a:pt x="609" y="184"/>
                    </a:lnTo>
                    <a:lnTo>
                      <a:pt x="609" y="216"/>
                    </a:lnTo>
                    <a:lnTo>
                      <a:pt x="617" y="247"/>
                    </a:lnTo>
                    <a:lnTo>
                      <a:pt x="625" y="287"/>
                    </a:lnTo>
                    <a:lnTo>
                      <a:pt x="625" y="327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96" name="Freeform 32"/>
              <p:cNvSpPr>
                <a:spLocks/>
              </p:cNvSpPr>
              <p:nvPr/>
            </p:nvSpPr>
            <p:spPr bwMode="auto">
              <a:xfrm>
                <a:off x="2455" y="518"/>
                <a:ext cx="616" cy="3421"/>
              </a:xfrm>
              <a:custGeom>
                <a:avLst/>
                <a:gdLst/>
                <a:ahLst/>
                <a:cxnLst>
                  <a:cxn ang="0">
                    <a:pos x="8" y="88"/>
                  </a:cxn>
                  <a:cxn ang="0">
                    <a:pos x="24" y="224"/>
                  </a:cxn>
                  <a:cxn ang="0">
                    <a:pos x="40" y="384"/>
                  </a:cxn>
                  <a:cxn ang="0">
                    <a:pos x="56" y="560"/>
                  </a:cxn>
                  <a:cxn ang="0">
                    <a:pos x="64" y="744"/>
                  </a:cxn>
                  <a:cxn ang="0">
                    <a:pos x="80" y="944"/>
                  </a:cxn>
                  <a:cxn ang="0">
                    <a:pos x="96" y="1151"/>
                  </a:cxn>
                  <a:cxn ang="0">
                    <a:pos x="112" y="1359"/>
                  </a:cxn>
                  <a:cxn ang="0">
                    <a:pos x="128" y="1567"/>
                  </a:cxn>
                  <a:cxn ang="0">
                    <a:pos x="136" y="1783"/>
                  </a:cxn>
                  <a:cxn ang="0">
                    <a:pos x="152" y="1991"/>
                  </a:cxn>
                  <a:cxn ang="0">
                    <a:pos x="168" y="2191"/>
                  </a:cxn>
                  <a:cxn ang="0">
                    <a:pos x="184" y="2390"/>
                  </a:cxn>
                  <a:cxn ang="0">
                    <a:pos x="200" y="2574"/>
                  </a:cxn>
                  <a:cxn ang="0">
                    <a:pos x="208" y="2742"/>
                  </a:cxn>
                  <a:cxn ang="0">
                    <a:pos x="224" y="2902"/>
                  </a:cxn>
                  <a:cxn ang="0">
                    <a:pos x="240" y="3038"/>
                  </a:cxn>
                  <a:cxn ang="0">
                    <a:pos x="256" y="3158"/>
                  </a:cxn>
                  <a:cxn ang="0">
                    <a:pos x="264" y="3254"/>
                  </a:cxn>
                  <a:cxn ang="0">
                    <a:pos x="280" y="3334"/>
                  </a:cxn>
                  <a:cxn ang="0">
                    <a:pos x="296" y="3389"/>
                  </a:cxn>
                  <a:cxn ang="0">
                    <a:pos x="312" y="3421"/>
                  </a:cxn>
                  <a:cxn ang="0">
                    <a:pos x="336" y="3413"/>
                  </a:cxn>
                  <a:cxn ang="0">
                    <a:pos x="352" y="3381"/>
                  </a:cxn>
                  <a:cxn ang="0">
                    <a:pos x="360" y="3326"/>
                  </a:cxn>
                  <a:cxn ang="0">
                    <a:pos x="376" y="3246"/>
                  </a:cxn>
                  <a:cxn ang="0">
                    <a:pos x="392" y="3142"/>
                  </a:cxn>
                  <a:cxn ang="0">
                    <a:pos x="408" y="3022"/>
                  </a:cxn>
                  <a:cxn ang="0">
                    <a:pos x="424" y="2886"/>
                  </a:cxn>
                  <a:cxn ang="0">
                    <a:pos x="432" y="2726"/>
                  </a:cxn>
                  <a:cxn ang="0">
                    <a:pos x="448" y="2550"/>
                  </a:cxn>
                  <a:cxn ang="0">
                    <a:pos x="464" y="2366"/>
                  </a:cxn>
                  <a:cxn ang="0">
                    <a:pos x="480" y="2175"/>
                  </a:cxn>
                  <a:cxn ang="0">
                    <a:pos x="488" y="1967"/>
                  </a:cxn>
                  <a:cxn ang="0">
                    <a:pos x="504" y="1759"/>
                  </a:cxn>
                  <a:cxn ang="0">
                    <a:pos x="520" y="1551"/>
                  </a:cxn>
                  <a:cxn ang="0">
                    <a:pos x="536" y="1335"/>
                  </a:cxn>
                  <a:cxn ang="0">
                    <a:pos x="552" y="1127"/>
                  </a:cxn>
                  <a:cxn ang="0">
                    <a:pos x="560" y="920"/>
                  </a:cxn>
                  <a:cxn ang="0">
                    <a:pos x="576" y="728"/>
                  </a:cxn>
                  <a:cxn ang="0">
                    <a:pos x="592" y="544"/>
                  </a:cxn>
                  <a:cxn ang="0">
                    <a:pos x="608" y="368"/>
                  </a:cxn>
                </a:cxnLst>
                <a:rect l="0" t="0" r="r" b="b"/>
                <a:pathLst>
                  <a:path w="616" h="3421">
                    <a:moveTo>
                      <a:pt x="0" y="0"/>
                    </a:moveTo>
                    <a:lnTo>
                      <a:pt x="8" y="40"/>
                    </a:lnTo>
                    <a:lnTo>
                      <a:pt x="8" y="88"/>
                    </a:lnTo>
                    <a:lnTo>
                      <a:pt x="16" y="128"/>
                    </a:lnTo>
                    <a:lnTo>
                      <a:pt x="24" y="176"/>
                    </a:lnTo>
                    <a:lnTo>
                      <a:pt x="24" y="224"/>
                    </a:lnTo>
                    <a:lnTo>
                      <a:pt x="32" y="280"/>
                    </a:lnTo>
                    <a:lnTo>
                      <a:pt x="32" y="328"/>
                    </a:lnTo>
                    <a:lnTo>
                      <a:pt x="40" y="384"/>
                    </a:lnTo>
                    <a:lnTo>
                      <a:pt x="48" y="440"/>
                    </a:lnTo>
                    <a:lnTo>
                      <a:pt x="48" y="504"/>
                    </a:lnTo>
                    <a:lnTo>
                      <a:pt x="56" y="560"/>
                    </a:lnTo>
                    <a:lnTo>
                      <a:pt x="56" y="624"/>
                    </a:lnTo>
                    <a:lnTo>
                      <a:pt x="64" y="680"/>
                    </a:lnTo>
                    <a:lnTo>
                      <a:pt x="64" y="744"/>
                    </a:lnTo>
                    <a:lnTo>
                      <a:pt x="72" y="816"/>
                    </a:lnTo>
                    <a:lnTo>
                      <a:pt x="80" y="880"/>
                    </a:lnTo>
                    <a:lnTo>
                      <a:pt x="80" y="944"/>
                    </a:lnTo>
                    <a:lnTo>
                      <a:pt x="88" y="1016"/>
                    </a:lnTo>
                    <a:lnTo>
                      <a:pt x="88" y="1079"/>
                    </a:lnTo>
                    <a:lnTo>
                      <a:pt x="96" y="1151"/>
                    </a:lnTo>
                    <a:lnTo>
                      <a:pt x="104" y="1215"/>
                    </a:lnTo>
                    <a:lnTo>
                      <a:pt x="104" y="1287"/>
                    </a:lnTo>
                    <a:lnTo>
                      <a:pt x="112" y="1359"/>
                    </a:lnTo>
                    <a:lnTo>
                      <a:pt x="112" y="1431"/>
                    </a:lnTo>
                    <a:lnTo>
                      <a:pt x="120" y="1503"/>
                    </a:lnTo>
                    <a:lnTo>
                      <a:pt x="128" y="1567"/>
                    </a:lnTo>
                    <a:lnTo>
                      <a:pt x="128" y="1639"/>
                    </a:lnTo>
                    <a:lnTo>
                      <a:pt x="136" y="1711"/>
                    </a:lnTo>
                    <a:lnTo>
                      <a:pt x="136" y="1783"/>
                    </a:lnTo>
                    <a:lnTo>
                      <a:pt x="144" y="1855"/>
                    </a:lnTo>
                    <a:lnTo>
                      <a:pt x="152" y="1919"/>
                    </a:lnTo>
                    <a:lnTo>
                      <a:pt x="152" y="1991"/>
                    </a:lnTo>
                    <a:lnTo>
                      <a:pt x="160" y="2063"/>
                    </a:lnTo>
                    <a:lnTo>
                      <a:pt x="160" y="2127"/>
                    </a:lnTo>
                    <a:lnTo>
                      <a:pt x="168" y="2191"/>
                    </a:lnTo>
                    <a:lnTo>
                      <a:pt x="176" y="2262"/>
                    </a:lnTo>
                    <a:lnTo>
                      <a:pt x="176" y="2326"/>
                    </a:lnTo>
                    <a:lnTo>
                      <a:pt x="184" y="2390"/>
                    </a:lnTo>
                    <a:lnTo>
                      <a:pt x="184" y="2454"/>
                    </a:lnTo>
                    <a:lnTo>
                      <a:pt x="192" y="2510"/>
                    </a:lnTo>
                    <a:lnTo>
                      <a:pt x="200" y="2574"/>
                    </a:lnTo>
                    <a:lnTo>
                      <a:pt x="200" y="2630"/>
                    </a:lnTo>
                    <a:lnTo>
                      <a:pt x="208" y="2686"/>
                    </a:lnTo>
                    <a:lnTo>
                      <a:pt x="208" y="2742"/>
                    </a:lnTo>
                    <a:lnTo>
                      <a:pt x="216" y="2798"/>
                    </a:lnTo>
                    <a:lnTo>
                      <a:pt x="224" y="2854"/>
                    </a:lnTo>
                    <a:lnTo>
                      <a:pt x="224" y="2902"/>
                    </a:lnTo>
                    <a:lnTo>
                      <a:pt x="232" y="2950"/>
                    </a:lnTo>
                    <a:lnTo>
                      <a:pt x="232" y="2998"/>
                    </a:lnTo>
                    <a:lnTo>
                      <a:pt x="240" y="3038"/>
                    </a:lnTo>
                    <a:lnTo>
                      <a:pt x="240" y="3078"/>
                    </a:lnTo>
                    <a:lnTo>
                      <a:pt x="248" y="3118"/>
                    </a:lnTo>
                    <a:lnTo>
                      <a:pt x="256" y="3158"/>
                    </a:lnTo>
                    <a:lnTo>
                      <a:pt x="256" y="3190"/>
                    </a:lnTo>
                    <a:lnTo>
                      <a:pt x="264" y="3230"/>
                    </a:lnTo>
                    <a:lnTo>
                      <a:pt x="264" y="3254"/>
                    </a:lnTo>
                    <a:lnTo>
                      <a:pt x="272" y="3286"/>
                    </a:lnTo>
                    <a:lnTo>
                      <a:pt x="280" y="3310"/>
                    </a:lnTo>
                    <a:lnTo>
                      <a:pt x="280" y="3334"/>
                    </a:lnTo>
                    <a:lnTo>
                      <a:pt x="288" y="3358"/>
                    </a:lnTo>
                    <a:lnTo>
                      <a:pt x="288" y="3373"/>
                    </a:lnTo>
                    <a:lnTo>
                      <a:pt x="296" y="3389"/>
                    </a:lnTo>
                    <a:lnTo>
                      <a:pt x="304" y="3397"/>
                    </a:lnTo>
                    <a:lnTo>
                      <a:pt x="304" y="3413"/>
                    </a:lnTo>
                    <a:lnTo>
                      <a:pt x="312" y="3421"/>
                    </a:lnTo>
                    <a:lnTo>
                      <a:pt x="320" y="3421"/>
                    </a:lnTo>
                    <a:lnTo>
                      <a:pt x="328" y="3421"/>
                    </a:lnTo>
                    <a:lnTo>
                      <a:pt x="336" y="3413"/>
                    </a:lnTo>
                    <a:lnTo>
                      <a:pt x="336" y="3405"/>
                    </a:lnTo>
                    <a:lnTo>
                      <a:pt x="344" y="3397"/>
                    </a:lnTo>
                    <a:lnTo>
                      <a:pt x="352" y="3381"/>
                    </a:lnTo>
                    <a:lnTo>
                      <a:pt x="352" y="3365"/>
                    </a:lnTo>
                    <a:lnTo>
                      <a:pt x="360" y="3350"/>
                    </a:lnTo>
                    <a:lnTo>
                      <a:pt x="360" y="3326"/>
                    </a:lnTo>
                    <a:lnTo>
                      <a:pt x="368" y="3302"/>
                    </a:lnTo>
                    <a:lnTo>
                      <a:pt x="376" y="3278"/>
                    </a:lnTo>
                    <a:lnTo>
                      <a:pt x="376" y="3246"/>
                    </a:lnTo>
                    <a:lnTo>
                      <a:pt x="384" y="3214"/>
                    </a:lnTo>
                    <a:lnTo>
                      <a:pt x="384" y="3182"/>
                    </a:lnTo>
                    <a:lnTo>
                      <a:pt x="392" y="3142"/>
                    </a:lnTo>
                    <a:lnTo>
                      <a:pt x="400" y="3110"/>
                    </a:lnTo>
                    <a:lnTo>
                      <a:pt x="400" y="3070"/>
                    </a:lnTo>
                    <a:lnTo>
                      <a:pt x="408" y="3022"/>
                    </a:lnTo>
                    <a:lnTo>
                      <a:pt x="408" y="2982"/>
                    </a:lnTo>
                    <a:lnTo>
                      <a:pt x="416" y="2934"/>
                    </a:lnTo>
                    <a:lnTo>
                      <a:pt x="424" y="2886"/>
                    </a:lnTo>
                    <a:lnTo>
                      <a:pt x="424" y="2830"/>
                    </a:lnTo>
                    <a:lnTo>
                      <a:pt x="432" y="2782"/>
                    </a:lnTo>
                    <a:lnTo>
                      <a:pt x="432" y="2726"/>
                    </a:lnTo>
                    <a:lnTo>
                      <a:pt x="440" y="2670"/>
                    </a:lnTo>
                    <a:lnTo>
                      <a:pt x="440" y="2614"/>
                    </a:lnTo>
                    <a:lnTo>
                      <a:pt x="448" y="2550"/>
                    </a:lnTo>
                    <a:lnTo>
                      <a:pt x="456" y="2494"/>
                    </a:lnTo>
                    <a:lnTo>
                      <a:pt x="456" y="2430"/>
                    </a:lnTo>
                    <a:lnTo>
                      <a:pt x="464" y="2366"/>
                    </a:lnTo>
                    <a:lnTo>
                      <a:pt x="464" y="2302"/>
                    </a:lnTo>
                    <a:lnTo>
                      <a:pt x="472" y="2238"/>
                    </a:lnTo>
                    <a:lnTo>
                      <a:pt x="480" y="2175"/>
                    </a:lnTo>
                    <a:lnTo>
                      <a:pt x="480" y="2103"/>
                    </a:lnTo>
                    <a:lnTo>
                      <a:pt x="488" y="2039"/>
                    </a:lnTo>
                    <a:lnTo>
                      <a:pt x="488" y="1967"/>
                    </a:lnTo>
                    <a:lnTo>
                      <a:pt x="496" y="1903"/>
                    </a:lnTo>
                    <a:lnTo>
                      <a:pt x="504" y="1831"/>
                    </a:lnTo>
                    <a:lnTo>
                      <a:pt x="504" y="1759"/>
                    </a:lnTo>
                    <a:lnTo>
                      <a:pt x="512" y="1687"/>
                    </a:lnTo>
                    <a:lnTo>
                      <a:pt x="512" y="1615"/>
                    </a:lnTo>
                    <a:lnTo>
                      <a:pt x="520" y="1551"/>
                    </a:lnTo>
                    <a:lnTo>
                      <a:pt x="528" y="1479"/>
                    </a:lnTo>
                    <a:lnTo>
                      <a:pt x="528" y="1407"/>
                    </a:lnTo>
                    <a:lnTo>
                      <a:pt x="536" y="1335"/>
                    </a:lnTo>
                    <a:lnTo>
                      <a:pt x="536" y="1263"/>
                    </a:lnTo>
                    <a:lnTo>
                      <a:pt x="544" y="1191"/>
                    </a:lnTo>
                    <a:lnTo>
                      <a:pt x="552" y="1127"/>
                    </a:lnTo>
                    <a:lnTo>
                      <a:pt x="552" y="1056"/>
                    </a:lnTo>
                    <a:lnTo>
                      <a:pt x="560" y="992"/>
                    </a:lnTo>
                    <a:lnTo>
                      <a:pt x="560" y="920"/>
                    </a:lnTo>
                    <a:lnTo>
                      <a:pt x="568" y="856"/>
                    </a:lnTo>
                    <a:lnTo>
                      <a:pt x="576" y="792"/>
                    </a:lnTo>
                    <a:lnTo>
                      <a:pt x="576" y="728"/>
                    </a:lnTo>
                    <a:lnTo>
                      <a:pt x="584" y="664"/>
                    </a:lnTo>
                    <a:lnTo>
                      <a:pt x="584" y="600"/>
                    </a:lnTo>
                    <a:lnTo>
                      <a:pt x="592" y="544"/>
                    </a:lnTo>
                    <a:lnTo>
                      <a:pt x="600" y="480"/>
                    </a:lnTo>
                    <a:lnTo>
                      <a:pt x="600" y="424"/>
                    </a:lnTo>
                    <a:lnTo>
                      <a:pt x="608" y="368"/>
                    </a:lnTo>
                    <a:lnTo>
                      <a:pt x="608" y="312"/>
                    </a:lnTo>
                    <a:lnTo>
                      <a:pt x="616" y="264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97" name="Freeform 33"/>
              <p:cNvSpPr>
                <a:spLocks/>
              </p:cNvSpPr>
              <p:nvPr/>
            </p:nvSpPr>
            <p:spPr bwMode="auto">
              <a:xfrm>
                <a:off x="3071" y="191"/>
                <a:ext cx="625" cy="3756"/>
              </a:xfrm>
              <a:custGeom>
                <a:avLst/>
                <a:gdLst/>
                <a:ahLst/>
                <a:cxnLst>
                  <a:cxn ang="0">
                    <a:pos x="8" y="487"/>
                  </a:cxn>
                  <a:cxn ang="0">
                    <a:pos x="24" y="351"/>
                  </a:cxn>
                  <a:cxn ang="0">
                    <a:pos x="40" y="239"/>
                  </a:cxn>
                  <a:cxn ang="0">
                    <a:pos x="48" y="144"/>
                  </a:cxn>
                  <a:cxn ang="0">
                    <a:pos x="64" y="72"/>
                  </a:cxn>
                  <a:cxn ang="0">
                    <a:pos x="80" y="24"/>
                  </a:cxn>
                  <a:cxn ang="0">
                    <a:pos x="96" y="0"/>
                  </a:cxn>
                  <a:cxn ang="0">
                    <a:pos x="120" y="8"/>
                  </a:cxn>
                  <a:cxn ang="0">
                    <a:pos x="136" y="48"/>
                  </a:cxn>
                  <a:cxn ang="0">
                    <a:pos x="144" y="112"/>
                  </a:cxn>
                  <a:cxn ang="0">
                    <a:pos x="160" y="192"/>
                  </a:cxn>
                  <a:cxn ang="0">
                    <a:pos x="176" y="303"/>
                  </a:cxn>
                  <a:cxn ang="0">
                    <a:pos x="192" y="423"/>
                  </a:cxn>
                  <a:cxn ang="0">
                    <a:pos x="200" y="567"/>
                  </a:cxn>
                  <a:cxn ang="0">
                    <a:pos x="216" y="735"/>
                  </a:cxn>
                  <a:cxn ang="0">
                    <a:pos x="232" y="911"/>
                  </a:cxn>
                  <a:cxn ang="0">
                    <a:pos x="248" y="1095"/>
                  </a:cxn>
                  <a:cxn ang="0">
                    <a:pos x="264" y="1295"/>
                  </a:cxn>
                  <a:cxn ang="0">
                    <a:pos x="272" y="1502"/>
                  </a:cxn>
                  <a:cxn ang="0">
                    <a:pos x="288" y="1710"/>
                  </a:cxn>
                  <a:cxn ang="0">
                    <a:pos x="304" y="1918"/>
                  </a:cxn>
                  <a:cxn ang="0">
                    <a:pos x="321" y="2134"/>
                  </a:cxn>
                  <a:cxn ang="0">
                    <a:pos x="337" y="2342"/>
                  </a:cxn>
                  <a:cxn ang="0">
                    <a:pos x="345" y="2541"/>
                  </a:cxn>
                  <a:cxn ang="0">
                    <a:pos x="361" y="2741"/>
                  </a:cxn>
                  <a:cxn ang="0">
                    <a:pos x="377" y="2917"/>
                  </a:cxn>
                  <a:cxn ang="0">
                    <a:pos x="393" y="3093"/>
                  </a:cxn>
                  <a:cxn ang="0">
                    <a:pos x="401" y="3245"/>
                  </a:cxn>
                  <a:cxn ang="0">
                    <a:pos x="417" y="3381"/>
                  </a:cxn>
                  <a:cxn ang="0">
                    <a:pos x="433" y="3501"/>
                  </a:cxn>
                  <a:cxn ang="0">
                    <a:pos x="449" y="3597"/>
                  </a:cxn>
                  <a:cxn ang="0">
                    <a:pos x="465" y="3669"/>
                  </a:cxn>
                  <a:cxn ang="0">
                    <a:pos x="473" y="3716"/>
                  </a:cxn>
                  <a:cxn ang="0">
                    <a:pos x="497" y="3756"/>
                  </a:cxn>
                  <a:cxn ang="0">
                    <a:pos x="521" y="3732"/>
                  </a:cxn>
                  <a:cxn ang="0">
                    <a:pos x="537" y="3685"/>
                  </a:cxn>
                  <a:cxn ang="0">
                    <a:pos x="545" y="3621"/>
                  </a:cxn>
                  <a:cxn ang="0">
                    <a:pos x="561" y="3533"/>
                  </a:cxn>
                  <a:cxn ang="0">
                    <a:pos x="577" y="3421"/>
                  </a:cxn>
                  <a:cxn ang="0">
                    <a:pos x="593" y="3293"/>
                  </a:cxn>
                  <a:cxn ang="0">
                    <a:pos x="601" y="3141"/>
                  </a:cxn>
                  <a:cxn ang="0">
                    <a:pos x="617" y="2981"/>
                  </a:cxn>
                </a:cxnLst>
                <a:rect l="0" t="0" r="r" b="b"/>
                <a:pathLst>
                  <a:path w="625" h="3756">
                    <a:moveTo>
                      <a:pt x="0" y="591"/>
                    </a:moveTo>
                    <a:lnTo>
                      <a:pt x="0" y="535"/>
                    </a:lnTo>
                    <a:lnTo>
                      <a:pt x="8" y="487"/>
                    </a:lnTo>
                    <a:lnTo>
                      <a:pt x="16" y="439"/>
                    </a:lnTo>
                    <a:lnTo>
                      <a:pt x="16" y="399"/>
                    </a:lnTo>
                    <a:lnTo>
                      <a:pt x="24" y="351"/>
                    </a:lnTo>
                    <a:lnTo>
                      <a:pt x="24" y="311"/>
                    </a:lnTo>
                    <a:lnTo>
                      <a:pt x="32" y="279"/>
                    </a:lnTo>
                    <a:lnTo>
                      <a:pt x="40" y="239"/>
                    </a:lnTo>
                    <a:lnTo>
                      <a:pt x="40" y="208"/>
                    </a:lnTo>
                    <a:lnTo>
                      <a:pt x="48" y="176"/>
                    </a:lnTo>
                    <a:lnTo>
                      <a:pt x="48" y="144"/>
                    </a:lnTo>
                    <a:lnTo>
                      <a:pt x="56" y="120"/>
                    </a:lnTo>
                    <a:lnTo>
                      <a:pt x="64" y="96"/>
                    </a:lnTo>
                    <a:lnTo>
                      <a:pt x="64" y="72"/>
                    </a:lnTo>
                    <a:lnTo>
                      <a:pt x="72" y="56"/>
                    </a:lnTo>
                    <a:lnTo>
                      <a:pt x="72" y="40"/>
                    </a:lnTo>
                    <a:lnTo>
                      <a:pt x="80" y="24"/>
                    </a:lnTo>
                    <a:lnTo>
                      <a:pt x="88" y="16"/>
                    </a:lnTo>
                    <a:lnTo>
                      <a:pt x="88" y="8"/>
                    </a:lnTo>
                    <a:lnTo>
                      <a:pt x="96" y="0"/>
                    </a:lnTo>
                    <a:lnTo>
                      <a:pt x="104" y="0"/>
                    </a:lnTo>
                    <a:lnTo>
                      <a:pt x="112" y="0"/>
                    </a:lnTo>
                    <a:lnTo>
                      <a:pt x="120" y="8"/>
                    </a:lnTo>
                    <a:lnTo>
                      <a:pt x="120" y="24"/>
                    </a:lnTo>
                    <a:lnTo>
                      <a:pt x="128" y="32"/>
                    </a:lnTo>
                    <a:lnTo>
                      <a:pt x="136" y="48"/>
                    </a:lnTo>
                    <a:lnTo>
                      <a:pt x="136" y="64"/>
                    </a:lnTo>
                    <a:lnTo>
                      <a:pt x="144" y="88"/>
                    </a:lnTo>
                    <a:lnTo>
                      <a:pt x="144" y="112"/>
                    </a:lnTo>
                    <a:lnTo>
                      <a:pt x="152" y="136"/>
                    </a:lnTo>
                    <a:lnTo>
                      <a:pt x="160" y="168"/>
                    </a:lnTo>
                    <a:lnTo>
                      <a:pt x="160" y="192"/>
                    </a:lnTo>
                    <a:lnTo>
                      <a:pt x="168" y="232"/>
                    </a:lnTo>
                    <a:lnTo>
                      <a:pt x="168" y="263"/>
                    </a:lnTo>
                    <a:lnTo>
                      <a:pt x="176" y="303"/>
                    </a:lnTo>
                    <a:lnTo>
                      <a:pt x="184" y="343"/>
                    </a:lnTo>
                    <a:lnTo>
                      <a:pt x="184" y="383"/>
                    </a:lnTo>
                    <a:lnTo>
                      <a:pt x="192" y="423"/>
                    </a:lnTo>
                    <a:lnTo>
                      <a:pt x="192" y="471"/>
                    </a:lnTo>
                    <a:lnTo>
                      <a:pt x="200" y="519"/>
                    </a:lnTo>
                    <a:lnTo>
                      <a:pt x="200" y="567"/>
                    </a:lnTo>
                    <a:lnTo>
                      <a:pt x="208" y="623"/>
                    </a:lnTo>
                    <a:lnTo>
                      <a:pt x="216" y="679"/>
                    </a:lnTo>
                    <a:lnTo>
                      <a:pt x="216" y="735"/>
                    </a:lnTo>
                    <a:lnTo>
                      <a:pt x="224" y="791"/>
                    </a:lnTo>
                    <a:lnTo>
                      <a:pt x="224" y="847"/>
                    </a:lnTo>
                    <a:lnTo>
                      <a:pt x="232" y="911"/>
                    </a:lnTo>
                    <a:lnTo>
                      <a:pt x="240" y="967"/>
                    </a:lnTo>
                    <a:lnTo>
                      <a:pt x="240" y="1031"/>
                    </a:lnTo>
                    <a:lnTo>
                      <a:pt x="248" y="1095"/>
                    </a:lnTo>
                    <a:lnTo>
                      <a:pt x="248" y="1159"/>
                    </a:lnTo>
                    <a:lnTo>
                      <a:pt x="256" y="1231"/>
                    </a:lnTo>
                    <a:lnTo>
                      <a:pt x="264" y="1295"/>
                    </a:lnTo>
                    <a:lnTo>
                      <a:pt x="264" y="1359"/>
                    </a:lnTo>
                    <a:lnTo>
                      <a:pt x="272" y="1430"/>
                    </a:lnTo>
                    <a:lnTo>
                      <a:pt x="272" y="1502"/>
                    </a:lnTo>
                    <a:lnTo>
                      <a:pt x="280" y="1566"/>
                    </a:lnTo>
                    <a:lnTo>
                      <a:pt x="288" y="1638"/>
                    </a:lnTo>
                    <a:lnTo>
                      <a:pt x="288" y="1710"/>
                    </a:lnTo>
                    <a:lnTo>
                      <a:pt x="296" y="1782"/>
                    </a:lnTo>
                    <a:lnTo>
                      <a:pt x="296" y="1854"/>
                    </a:lnTo>
                    <a:lnTo>
                      <a:pt x="304" y="1918"/>
                    </a:lnTo>
                    <a:lnTo>
                      <a:pt x="313" y="1990"/>
                    </a:lnTo>
                    <a:lnTo>
                      <a:pt x="313" y="2062"/>
                    </a:lnTo>
                    <a:lnTo>
                      <a:pt x="321" y="2134"/>
                    </a:lnTo>
                    <a:lnTo>
                      <a:pt x="321" y="2206"/>
                    </a:lnTo>
                    <a:lnTo>
                      <a:pt x="329" y="2270"/>
                    </a:lnTo>
                    <a:lnTo>
                      <a:pt x="337" y="2342"/>
                    </a:lnTo>
                    <a:lnTo>
                      <a:pt x="337" y="2406"/>
                    </a:lnTo>
                    <a:lnTo>
                      <a:pt x="345" y="2478"/>
                    </a:lnTo>
                    <a:lnTo>
                      <a:pt x="345" y="2541"/>
                    </a:lnTo>
                    <a:lnTo>
                      <a:pt x="353" y="2605"/>
                    </a:lnTo>
                    <a:lnTo>
                      <a:pt x="361" y="2677"/>
                    </a:lnTo>
                    <a:lnTo>
                      <a:pt x="361" y="2741"/>
                    </a:lnTo>
                    <a:lnTo>
                      <a:pt x="369" y="2797"/>
                    </a:lnTo>
                    <a:lnTo>
                      <a:pt x="369" y="2861"/>
                    </a:lnTo>
                    <a:lnTo>
                      <a:pt x="377" y="2917"/>
                    </a:lnTo>
                    <a:lnTo>
                      <a:pt x="385" y="2981"/>
                    </a:lnTo>
                    <a:lnTo>
                      <a:pt x="385" y="3037"/>
                    </a:lnTo>
                    <a:lnTo>
                      <a:pt x="393" y="3093"/>
                    </a:lnTo>
                    <a:lnTo>
                      <a:pt x="393" y="3141"/>
                    </a:lnTo>
                    <a:lnTo>
                      <a:pt x="401" y="3197"/>
                    </a:lnTo>
                    <a:lnTo>
                      <a:pt x="401" y="3245"/>
                    </a:lnTo>
                    <a:lnTo>
                      <a:pt x="409" y="3293"/>
                    </a:lnTo>
                    <a:lnTo>
                      <a:pt x="417" y="3333"/>
                    </a:lnTo>
                    <a:lnTo>
                      <a:pt x="417" y="3381"/>
                    </a:lnTo>
                    <a:lnTo>
                      <a:pt x="425" y="3421"/>
                    </a:lnTo>
                    <a:lnTo>
                      <a:pt x="425" y="3461"/>
                    </a:lnTo>
                    <a:lnTo>
                      <a:pt x="433" y="3501"/>
                    </a:lnTo>
                    <a:lnTo>
                      <a:pt x="441" y="3533"/>
                    </a:lnTo>
                    <a:lnTo>
                      <a:pt x="441" y="3565"/>
                    </a:lnTo>
                    <a:lnTo>
                      <a:pt x="449" y="3597"/>
                    </a:lnTo>
                    <a:lnTo>
                      <a:pt x="449" y="3621"/>
                    </a:lnTo>
                    <a:lnTo>
                      <a:pt x="457" y="3645"/>
                    </a:lnTo>
                    <a:lnTo>
                      <a:pt x="465" y="3669"/>
                    </a:lnTo>
                    <a:lnTo>
                      <a:pt x="465" y="3685"/>
                    </a:lnTo>
                    <a:lnTo>
                      <a:pt x="473" y="3708"/>
                    </a:lnTo>
                    <a:lnTo>
                      <a:pt x="473" y="3716"/>
                    </a:lnTo>
                    <a:lnTo>
                      <a:pt x="481" y="3732"/>
                    </a:lnTo>
                    <a:lnTo>
                      <a:pt x="497" y="3748"/>
                    </a:lnTo>
                    <a:lnTo>
                      <a:pt x="497" y="3756"/>
                    </a:lnTo>
                    <a:lnTo>
                      <a:pt x="505" y="3748"/>
                    </a:lnTo>
                    <a:lnTo>
                      <a:pt x="513" y="3740"/>
                    </a:lnTo>
                    <a:lnTo>
                      <a:pt x="521" y="3732"/>
                    </a:lnTo>
                    <a:lnTo>
                      <a:pt x="521" y="3716"/>
                    </a:lnTo>
                    <a:lnTo>
                      <a:pt x="529" y="3708"/>
                    </a:lnTo>
                    <a:lnTo>
                      <a:pt x="537" y="3685"/>
                    </a:lnTo>
                    <a:lnTo>
                      <a:pt x="537" y="3669"/>
                    </a:lnTo>
                    <a:lnTo>
                      <a:pt x="545" y="3645"/>
                    </a:lnTo>
                    <a:lnTo>
                      <a:pt x="545" y="3621"/>
                    </a:lnTo>
                    <a:lnTo>
                      <a:pt x="553" y="3597"/>
                    </a:lnTo>
                    <a:lnTo>
                      <a:pt x="561" y="3565"/>
                    </a:lnTo>
                    <a:lnTo>
                      <a:pt x="561" y="3533"/>
                    </a:lnTo>
                    <a:lnTo>
                      <a:pt x="569" y="3501"/>
                    </a:lnTo>
                    <a:lnTo>
                      <a:pt x="569" y="3461"/>
                    </a:lnTo>
                    <a:lnTo>
                      <a:pt x="577" y="3421"/>
                    </a:lnTo>
                    <a:lnTo>
                      <a:pt x="577" y="3381"/>
                    </a:lnTo>
                    <a:lnTo>
                      <a:pt x="585" y="3333"/>
                    </a:lnTo>
                    <a:lnTo>
                      <a:pt x="593" y="3293"/>
                    </a:lnTo>
                    <a:lnTo>
                      <a:pt x="593" y="3245"/>
                    </a:lnTo>
                    <a:lnTo>
                      <a:pt x="601" y="3197"/>
                    </a:lnTo>
                    <a:lnTo>
                      <a:pt x="601" y="3141"/>
                    </a:lnTo>
                    <a:lnTo>
                      <a:pt x="609" y="3093"/>
                    </a:lnTo>
                    <a:lnTo>
                      <a:pt x="617" y="3037"/>
                    </a:lnTo>
                    <a:lnTo>
                      <a:pt x="617" y="2981"/>
                    </a:lnTo>
                    <a:lnTo>
                      <a:pt x="625" y="2917"/>
                    </a:lnTo>
                    <a:lnTo>
                      <a:pt x="625" y="2861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98" name="Freeform 34"/>
              <p:cNvSpPr>
                <a:spLocks/>
              </p:cNvSpPr>
              <p:nvPr/>
            </p:nvSpPr>
            <p:spPr bwMode="auto">
              <a:xfrm>
                <a:off x="3696" y="191"/>
                <a:ext cx="616" cy="3605"/>
              </a:xfrm>
              <a:custGeom>
                <a:avLst/>
                <a:gdLst/>
                <a:ahLst/>
                <a:cxnLst>
                  <a:cxn ang="0">
                    <a:pos x="16" y="2741"/>
                  </a:cxn>
                  <a:cxn ang="0">
                    <a:pos x="24" y="2541"/>
                  </a:cxn>
                  <a:cxn ang="0">
                    <a:pos x="40" y="2342"/>
                  </a:cxn>
                  <a:cxn ang="0">
                    <a:pos x="56" y="2134"/>
                  </a:cxn>
                  <a:cxn ang="0">
                    <a:pos x="72" y="1918"/>
                  </a:cxn>
                  <a:cxn ang="0">
                    <a:pos x="88" y="1710"/>
                  </a:cxn>
                  <a:cxn ang="0">
                    <a:pos x="96" y="1502"/>
                  </a:cxn>
                  <a:cxn ang="0">
                    <a:pos x="112" y="1295"/>
                  </a:cxn>
                  <a:cxn ang="0">
                    <a:pos x="128" y="1095"/>
                  </a:cxn>
                  <a:cxn ang="0">
                    <a:pos x="144" y="911"/>
                  </a:cxn>
                  <a:cxn ang="0">
                    <a:pos x="152" y="735"/>
                  </a:cxn>
                  <a:cxn ang="0">
                    <a:pos x="168" y="567"/>
                  </a:cxn>
                  <a:cxn ang="0">
                    <a:pos x="184" y="423"/>
                  </a:cxn>
                  <a:cxn ang="0">
                    <a:pos x="200" y="303"/>
                  </a:cxn>
                  <a:cxn ang="0">
                    <a:pos x="216" y="192"/>
                  </a:cxn>
                  <a:cxn ang="0">
                    <a:pos x="224" y="112"/>
                  </a:cxn>
                  <a:cxn ang="0">
                    <a:pos x="240" y="48"/>
                  </a:cxn>
                  <a:cxn ang="0">
                    <a:pos x="256" y="8"/>
                  </a:cxn>
                  <a:cxn ang="0">
                    <a:pos x="280" y="0"/>
                  </a:cxn>
                  <a:cxn ang="0">
                    <a:pos x="296" y="24"/>
                  </a:cxn>
                  <a:cxn ang="0">
                    <a:pos x="312" y="72"/>
                  </a:cxn>
                  <a:cxn ang="0">
                    <a:pos x="320" y="144"/>
                  </a:cxn>
                  <a:cxn ang="0">
                    <a:pos x="336" y="239"/>
                  </a:cxn>
                  <a:cxn ang="0">
                    <a:pos x="352" y="351"/>
                  </a:cxn>
                  <a:cxn ang="0">
                    <a:pos x="368" y="487"/>
                  </a:cxn>
                  <a:cxn ang="0">
                    <a:pos x="376" y="639"/>
                  </a:cxn>
                  <a:cxn ang="0">
                    <a:pos x="392" y="807"/>
                  </a:cxn>
                  <a:cxn ang="0">
                    <a:pos x="408" y="991"/>
                  </a:cxn>
                  <a:cxn ang="0">
                    <a:pos x="424" y="1183"/>
                  </a:cxn>
                  <a:cxn ang="0">
                    <a:pos x="440" y="1383"/>
                  </a:cxn>
                  <a:cxn ang="0">
                    <a:pos x="448" y="1590"/>
                  </a:cxn>
                  <a:cxn ang="0">
                    <a:pos x="464" y="1806"/>
                  </a:cxn>
                  <a:cxn ang="0">
                    <a:pos x="480" y="2014"/>
                  </a:cxn>
                  <a:cxn ang="0">
                    <a:pos x="496" y="2230"/>
                  </a:cxn>
                  <a:cxn ang="0">
                    <a:pos x="512" y="2430"/>
                  </a:cxn>
                  <a:cxn ang="0">
                    <a:pos x="520" y="2629"/>
                  </a:cxn>
                  <a:cxn ang="0">
                    <a:pos x="536" y="2821"/>
                  </a:cxn>
                  <a:cxn ang="0">
                    <a:pos x="552" y="2997"/>
                  </a:cxn>
                  <a:cxn ang="0">
                    <a:pos x="568" y="3157"/>
                  </a:cxn>
                  <a:cxn ang="0">
                    <a:pos x="576" y="3309"/>
                  </a:cxn>
                  <a:cxn ang="0">
                    <a:pos x="592" y="3437"/>
                  </a:cxn>
                  <a:cxn ang="0">
                    <a:pos x="608" y="3541"/>
                  </a:cxn>
                </a:cxnLst>
                <a:rect l="0" t="0" r="r" b="b"/>
                <a:pathLst>
                  <a:path w="616" h="3605">
                    <a:moveTo>
                      <a:pt x="0" y="2861"/>
                    </a:moveTo>
                    <a:lnTo>
                      <a:pt x="8" y="2797"/>
                    </a:lnTo>
                    <a:lnTo>
                      <a:pt x="16" y="2741"/>
                    </a:lnTo>
                    <a:lnTo>
                      <a:pt x="16" y="2677"/>
                    </a:lnTo>
                    <a:lnTo>
                      <a:pt x="24" y="2605"/>
                    </a:lnTo>
                    <a:lnTo>
                      <a:pt x="24" y="2541"/>
                    </a:lnTo>
                    <a:lnTo>
                      <a:pt x="32" y="2478"/>
                    </a:lnTo>
                    <a:lnTo>
                      <a:pt x="40" y="2406"/>
                    </a:lnTo>
                    <a:lnTo>
                      <a:pt x="40" y="2342"/>
                    </a:lnTo>
                    <a:lnTo>
                      <a:pt x="48" y="2270"/>
                    </a:lnTo>
                    <a:lnTo>
                      <a:pt x="48" y="2206"/>
                    </a:lnTo>
                    <a:lnTo>
                      <a:pt x="56" y="2134"/>
                    </a:lnTo>
                    <a:lnTo>
                      <a:pt x="64" y="2062"/>
                    </a:lnTo>
                    <a:lnTo>
                      <a:pt x="64" y="1990"/>
                    </a:lnTo>
                    <a:lnTo>
                      <a:pt x="72" y="1918"/>
                    </a:lnTo>
                    <a:lnTo>
                      <a:pt x="72" y="1854"/>
                    </a:lnTo>
                    <a:lnTo>
                      <a:pt x="80" y="1782"/>
                    </a:lnTo>
                    <a:lnTo>
                      <a:pt x="88" y="1710"/>
                    </a:lnTo>
                    <a:lnTo>
                      <a:pt x="88" y="1638"/>
                    </a:lnTo>
                    <a:lnTo>
                      <a:pt x="96" y="1566"/>
                    </a:lnTo>
                    <a:lnTo>
                      <a:pt x="96" y="1502"/>
                    </a:lnTo>
                    <a:lnTo>
                      <a:pt x="104" y="1430"/>
                    </a:lnTo>
                    <a:lnTo>
                      <a:pt x="112" y="1359"/>
                    </a:lnTo>
                    <a:lnTo>
                      <a:pt x="112" y="1295"/>
                    </a:lnTo>
                    <a:lnTo>
                      <a:pt x="120" y="1231"/>
                    </a:lnTo>
                    <a:lnTo>
                      <a:pt x="120" y="1159"/>
                    </a:lnTo>
                    <a:lnTo>
                      <a:pt x="128" y="1095"/>
                    </a:lnTo>
                    <a:lnTo>
                      <a:pt x="136" y="1031"/>
                    </a:lnTo>
                    <a:lnTo>
                      <a:pt x="136" y="967"/>
                    </a:lnTo>
                    <a:lnTo>
                      <a:pt x="144" y="911"/>
                    </a:lnTo>
                    <a:lnTo>
                      <a:pt x="144" y="847"/>
                    </a:lnTo>
                    <a:lnTo>
                      <a:pt x="152" y="791"/>
                    </a:lnTo>
                    <a:lnTo>
                      <a:pt x="152" y="735"/>
                    </a:lnTo>
                    <a:lnTo>
                      <a:pt x="160" y="679"/>
                    </a:lnTo>
                    <a:lnTo>
                      <a:pt x="168" y="623"/>
                    </a:lnTo>
                    <a:lnTo>
                      <a:pt x="168" y="567"/>
                    </a:lnTo>
                    <a:lnTo>
                      <a:pt x="176" y="519"/>
                    </a:lnTo>
                    <a:lnTo>
                      <a:pt x="176" y="471"/>
                    </a:lnTo>
                    <a:lnTo>
                      <a:pt x="184" y="423"/>
                    </a:lnTo>
                    <a:lnTo>
                      <a:pt x="192" y="383"/>
                    </a:lnTo>
                    <a:lnTo>
                      <a:pt x="192" y="343"/>
                    </a:lnTo>
                    <a:lnTo>
                      <a:pt x="200" y="303"/>
                    </a:lnTo>
                    <a:lnTo>
                      <a:pt x="200" y="263"/>
                    </a:lnTo>
                    <a:lnTo>
                      <a:pt x="208" y="232"/>
                    </a:lnTo>
                    <a:lnTo>
                      <a:pt x="216" y="192"/>
                    </a:lnTo>
                    <a:lnTo>
                      <a:pt x="216" y="168"/>
                    </a:lnTo>
                    <a:lnTo>
                      <a:pt x="224" y="136"/>
                    </a:lnTo>
                    <a:lnTo>
                      <a:pt x="224" y="112"/>
                    </a:lnTo>
                    <a:lnTo>
                      <a:pt x="232" y="88"/>
                    </a:lnTo>
                    <a:lnTo>
                      <a:pt x="240" y="64"/>
                    </a:lnTo>
                    <a:lnTo>
                      <a:pt x="240" y="48"/>
                    </a:lnTo>
                    <a:lnTo>
                      <a:pt x="248" y="32"/>
                    </a:lnTo>
                    <a:lnTo>
                      <a:pt x="248" y="24"/>
                    </a:lnTo>
                    <a:lnTo>
                      <a:pt x="256" y="8"/>
                    </a:lnTo>
                    <a:lnTo>
                      <a:pt x="264" y="0"/>
                    </a:lnTo>
                    <a:lnTo>
                      <a:pt x="272" y="0"/>
                    </a:lnTo>
                    <a:lnTo>
                      <a:pt x="280" y="0"/>
                    </a:lnTo>
                    <a:lnTo>
                      <a:pt x="288" y="8"/>
                    </a:lnTo>
                    <a:lnTo>
                      <a:pt x="288" y="16"/>
                    </a:lnTo>
                    <a:lnTo>
                      <a:pt x="296" y="24"/>
                    </a:lnTo>
                    <a:lnTo>
                      <a:pt x="296" y="40"/>
                    </a:lnTo>
                    <a:lnTo>
                      <a:pt x="304" y="56"/>
                    </a:lnTo>
                    <a:lnTo>
                      <a:pt x="312" y="72"/>
                    </a:lnTo>
                    <a:lnTo>
                      <a:pt x="312" y="96"/>
                    </a:lnTo>
                    <a:lnTo>
                      <a:pt x="320" y="120"/>
                    </a:lnTo>
                    <a:lnTo>
                      <a:pt x="320" y="144"/>
                    </a:lnTo>
                    <a:lnTo>
                      <a:pt x="328" y="176"/>
                    </a:lnTo>
                    <a:lnTo>
                      <a:pt x="328" y="208"/>
                    </a:lnTo>
                    <a:lnTo>
                      <a:pt x="336" y="239"/>
                    </a:lnTo>
                    <a:lnTo>
                      <a:pt x="344" y="279"/>
                    </a:lnTo>
                    <a:lnTo>
                      <a:pt x="344" y="311"/>
                    </a:lnTo>
                    <a:lnTo>
                      <a:pt x="352" y="351"/>
                    </a:lnTo>
                    <a:lnTo>
                      <a:pt x="352" y="399"/>
                    </a:lnTo>
                    <a:lnTo>
                      <a:pt x="360" y="439"/>
                    </a:lnTo>
                    <a:lnTo>
                      <a:pt x="368" y="487"/>
                    </a:lnTo>
                    <a:lnTo>
                      <a:pt x="368" y="535"/>
                    </a:lnTo>
                    <a:lnTo>
                      <a:pt x="376" y="591"/>
                    </a:lnTo>
                    <a:lnTo>
                      <a:pt x="376" y="639"/>
                    </a:lnTo>
                    <a:lnTo>
                      <a:pt x="384" y="695"/>
                    </a:lnTo>
                    <a:lnTo>
                      <a:pt x="392" y="751"/>
                    </a:lnTo>
                    <a:lnTo>
                      <a:pt x="392" y="807"/>
                    </a:lnTo>
                    <a:lnTo>
                      <a:pt x="400" y="871"/>
                    </a:lnTo>
                    <a:lnTo>
                      <a:pt x="400" y="927"/>
                    </a:lnTo>
                    <a:lnTo>
                      <a:pt x="408" y="991"/>
                    </a:lnTo>
                    <a:lnTo>
                      <a:pt x="416" y="1055"/>
                    </a:lnTo>
                    <a:lnTo>
                      <a:pt x="416" y="1119"/>
                    </a:lnTo>
                    <a:lnTo>
                      <a:pt x="424" y="1183"/>
                    </a:lnTo>
                    <a:lnTo>
                      <a:pt x="424" y="1247"/>
                    </a:lnTo>
                    <a:lnTo>
                      <a:pt x="432" y="1319"/>
                    </a:lnTo>
                    <a:lnTo>
                      <a:pt x="440" y="1383"/>
                    </a:lnTo>
                    <a:lnTo>
                      <a:pt x="440" y="1454"/>
                    </a:lnTo>
                    <a:lnTo>
                      <a:pt x="448" y="1518"/>
                    </a:lnTo>
                    <a:lnTo>
                      <a:pt x="448" y="1590"/>
                    </a:lnTo>
                    <a:lnTo>
                      <a:pt x="456" y="1662"/>
                    </a:lnTo>
                    <a:lnTo>
                      <a:pt x="464" y="1734"/>
                    </a:lnTo>
                    <a:lnTo>
                      <a:pt x="464" y="1806"/>
                    </a:lnTo>
                    <a:lnTo>
                      <a:pt x="472" y="1870"/>
                    </a:lnTo>
                    <a:lnTo>
                      <a:pt x="472" y="1942"/>
                    </a:lnTo>
                    <a:lnTo>
                      <a:pt x="480" y="2014"/>
                    </a:lnTo>
                    <a:lnTo>
                      <a:pt x="488" y="2086"/>
                    </a:lnTo>
                    <a:lnTo>
                      <a:pt x="488" y="2158"/>
                    </a:lnTo>
                    <a:lnTo>
                      <a:pt x="496" y="2230"/>
                    </a:lnTo>
                    <a:lnTo>
                      <a:pt x="496" y="2294"/>
                    </a:lnTo>
                    <a:lnTo>
                      <a:pt x="504" y="2366"/>
                    </a:lnTo>
                    <a:lnTo>
                      <a:pt x="512" y="2430"/>
                    </a:lnTo>
                    <a:lnTo>
                      <a:pt x="512" y="2502"/>
                    </a:lnTo>
                    <a:lnTo>
                      <a:pt x="520" y="2565"/>
                    </a:lnTo>
                    <a:lnTo>
                      <a:pt x="520" y="2629"/>
                    </a:lnTo>
                    <a:lnTo>
                      <a:pt x="528" y="2693"/>
                    </a:lnTo>
                    <a:lnTo>
                      <a:pt x="528" y="2757"/>
                    </a:lnTo>
                    <a:lnTo>
                      <a:pt x="536" y="2821"/>
                    </a:lnTo>
                    <a:lnTo>
                      <a:pt x="544" y="2877"/>
                    </a:lnTo>
                    <a:lnTo>
                      <a:pt x="544" y="2941"/>
                    </a:lnTo>
                    <a:lnTo>
                      <a:pt x="552" y="2997"/>
                    </a:lnTo>
                    <a:lnTo>
                      <a:pt x="552" y="3053"/>
                    </a:lnTo>
                    <a:lnTo>
                      <a:pt x="560" y="3109"/>
                    </a:lnTo>
                    <a:lnTo>
                      <a:pt x="568" y="3157"/>
                    </a:lnTo>
                    <a:lnTo>
                      <a:pt x="568" y="3213"/>
                    </a:lnTo>
                    <a:lnTo>
                      <a:pt x="576" y="3261"/>
                    </a:lnTo>
                    <a:lnTo>
                      <a:pt x="576" y="3309"/>
                    </a:lnTo>
                    <a:lnTo>
                      <a:pt x="584" y="3349"/>
                    </a:lnTo>
                    <a:lnTo>
                      <a:pt x="592" y="3397"/>
                    </a:lnTo>
                    <a:lnTo>
                      <a:pt x="592" y="3437"/>
                    </a:lnTo>
                    <a:lnTo>
                      <a:pt x="600" y="3469"/>
                    </a:lnTo>
                    <a:lnTo>
                      <a:pt x="600" y="3509"/>
                    </a:lnTo>
                    <a:lnTo>
                      <a:pt x="608" y="3541"/>
                    </a:lnTo>
                    <a:lnTo>
                      <a:pt x="616" y="3573"/>
                    </a:lnTo>
                    <a:lnTo>
                      <a:pt x="616" y="3605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299" name="Freeform 35"/>
              <p:cNvSpPr>
                <a:spLocks/>
              </p:cNvSpPr>
              <p:nvPr/>
            </p:nvSpPr>
            <p:spPr bwMode="auto">
              <a:xfrm>
                <a:off x="4312" y="191"/>
                <a:ext cx="625" cy="3748"/>
              </a:xfrm>
              <a:custGeom>
                <a:avLst/>
                <a:gdLst/>
                <a:ahLst/>
                <a:cxnLst>
                  <a:cxn ang="0">
                    <a:pos x="8" y="3653"/>
                  </a:cxn>
                  <a:cxn ang="0">
                    <a:pos x="24" y="3708"/>
                  </a:cxn>
                  <a:cxn ang="0">
                    <a:pos x="40" y="3740"/>
                  </a:cxn>
                  <a:cxn ang="0">
                    <a:pos x="64" y="3748"/>
                  </a:cxn>
                  <a:cxn ang="0">
                    <a:pos x="80" y="3716"/>
                  </a:cxn>
                  <a:cxn ang="0">
                    <a:pos x="97" y="3661"/>
                  </a:cxn>
                  <a:cxn ang="0">
                    <a:pos x="105" y="3581"/>
                  </a:cxn>
                  <a:cxn ang="0">
                    <a:pos x="121" y="3485"/>
                  </a:cxn>
                  <a:cxn ang="0">
                    <a:pos x="137" y="3365"/>
                  </a:cxn>
                  <a:cxn ang="0">
                    <a:pos x="153" y="3229"/>
                  </a:cxn>
                  <a:cxn ang="0">
                    <a:pos x="161" y="3069"/>
                  </a:cxn>
                  <a:cxn ang="0">
                    <a:pos x="177" y="2901"/>
                  </a:cxn>
                  <a:cxn ang="0">
                    <a:pos x="193" y="2717"/>
                  </a:cxn>
                  <a:cxn ang="0">
                    <a:pos x="209" y="2518"/>
                  </a:cxn>
                  <a:cxn ang="0">
                    <a:pos x="225" y="2318"/>
                  </a:cxn>
                  <a:cxn ang="0">
                    <a:pos x="233" y="2110"/>
                  </a:cxn>
                  <a:cxn ang="0">
                    <a:pos x="249" y="1894"/>
                  </a:cxn>
                  <a:cxn ang="0">
                    <a:pos x="265" y="1686"/>
                  </a:cxn>
                  <a:cxn ang="0">
                    <a:pos x="281" y="1478"/>
                  </a:cxn>
                  <a:cxn ang="0">
                    <a:pos x="289" y="1271"/>
                  </a:cxn>
                  <a:cxn ang="0">
                    <a:pos x="305" y="1071"/>
                  </a:cxn>
                  <a:cxn ang="0">
                    <a:pos x="321" y="887"/>
                  </a:cxn>
                  <a:cxn ang="0">
                    <a:pos x="337" y="711"/>
                  </a:cxn>
                  <a:cxn ang="0">
                    <a:pos x="353" y="551"/>
                  </a:cxn>
                  <a:cxn ang="0">
                    <a:pos x="361" y="415"/>
                  </a:cxn>
                  <a:cxn ang="0">
                    <a:pos x="377" y="287"/>
                  </a:cxn>
                  <a:cxn ang="0">
                    <a:pos x="393" y="184"/>
                  </a:cxn>
                  <a:cxn ang="0">
                    <a:pos x="409" y="104"/>
                  </a:cxn>
                  <a:cxn ang="0">
                    <a:pos x="425" y="40"/>
                  </a:cxn>
                  <a:cxn ang="0">
                    <a:pos x="433" y="8"/>
                  </a:cxn>
                  <a:cxn ang="0">
                    <a:pos x="457" y="0"/>
                  </a:cxn>
                  <a:cxn ang="0">
                    <a:pos x="473" y="32"/>
                  </a:cxn>
                  <a:cxn ang="0">
                    <a:pos x="489" y="80"/>
                  </a:cxn>
                  <a:cxn ang="0">
                    <a:pos x="505" y="152"/>
                  </a:cxn>
                  <a:cxn ang="0">
                    <a:pos x="513" y="247"/>
                  </a:cxn>
                  <a:cxn ang="0">
                    <a:pos x="529" y="367"/>
                  </a:cxn>
                  <a:cxn ang="0">
                    <a:pos x="545" y="503"/>
                  </a:cxn>
                  <a:cxn ang="0">
                    <a:pos x="561" y="655"/>
                  </a:cxn>
                  <a:cxn ang="0">
                    <a:pos x="577" y="831"/>
                  </a:cxn>
                  <a:cxn ang="0">
                    <a:pos x="585" y="1007"/>
                  </a:cxn>
                  <a:cxn ang="0">
                    <a:pos x="601" y="1207"/>
                  </a:cxn>
                  <a:cxn ang="0">
                    <a:pos x="617" y="1406"/>
                  </a:cxn>
                </a:cxnLst>
                <a:rect l="0" t="0" r="r" b="b"/>
                <a:pathLst>
                  <a:path w="625" h="3748">
                    <a:moveTo>
                      <a:pt x="0" y="3605"/>
                    </a:moveTo>
                    <a:lnTo>
                      <a:pt x="8" y="3629"/>
                    </a:lnTo>
                    <a:lnTo>
                      <a:pt x="8" y="3653"/>
                    </a:lnTo>
                    <a:lnTo>
                      <a:pt x="16" y="3677"/>
                    </a:lnTo>
                    <a:lnTo>
                      <a:pt x="24" y="3692"/>
                    </a:lnTo>
                    <a:lnTo>
                      <a:pt x="24" y="3708"/>
                    </a:lnTo>
                    <a:lnTo>
                      <a:pt x="32" y="3724"/>
                    </a:lnTo>
                    <a:lnTo>
                      <a:pt x="32" y="3732"/>
                    </a:lnTo>
                    <a:lnTo>
                      <a:pt x="40" y="3740"/>
                    </a:lnTo>
                    <a:lnTo>
                      <a:pt x="48" y="3748"/>
                    </a:lnTo>
                    <a:lnTo>
                      <a:pt x="56" y="3748"/>
                    </a:lnTo>
                    <a:lnTo>
                      <a:pt x="64" y="3748"/>
                    </a:lnTo>
                    <a:lnTo>
                      <a:pt x="72" y="3740"/>
                    </a:lnTo>
                    <a:lnTo>
                      <a:pt x="72" y="3724"/>
                    </a:lnTo>
                    <a:lnTo>
                      <a:pt x="80" y="3716"/>
                    </a:lnTo>
                    <a:lnTo>
                      <a:pt x="80" y="3700"/>
                    </a:lnTo>
                    <a:lnTo>
                      <a:pt x="88" y="3685"/>
                    </a:lnTo>
                    <a:lnTo>
                      <a:pt x="97" y="3661"/>
                    </a:lnTo>
                    <a:lnTo>
                      <a:pt x="97" y="3637"/>
                    </a:lnTo>
                    <a:lnTo>
                      <a:pt x="105" y="3613"/>
                    </a:lnTo>
                    <a:lnTo>
                      <a:pt x="105" y="3581"/>
                    </a:lnTo>
                    <a:lnTo>
                      <a:pt x="113" y="3557"/>
                    </a:lnTo>
                    <a:lnTo>
                      <a:pt x="113" y="3517"/>
                    </a:lnTo>
                    <a:lnTo>
                      <a:pt x="121" y="3485"/>
                    </a:lnTo>
                    <a:lnTo>
                      <a:pt x="129" y="3445"/>
                    </a:lnTo>
                    <a:lnTo>
                      <a:pt x="129" y="3405"/>
                    </a:lnTo>
                    <a:lnTo>
                      <a:pt x="137" y="3365"/>
                    </a:lnTo>
                    <a:lnTo>
                      <a:pt x="137" y="3325"/>
                    </a:lnTo>
                    <a:lnTo>
                      <a:pt x="145" y="3277"/>
                    </a:lnTo>
                    <a:lnTo>
                      <a:pt x="153" y="3229"/>
                    </a:lnTo>
                    <a:lnTo>
                      <a:pt x="153" y="3181"/>
                    </a:lnTo>
                    <a:lnTo>
                      <a:pt x="161" y="3125"/>
                    </a:lnTo>
                    <a:lnTo>
                      <a:pt x="161" y="3069"/>
                    </a:lnTo>
                    <a:lnTo>
                      <a:pt x="169" y="3013"/>
                    </a:lnTo>
                    <a:lnTo>
                      <a:pt x="177" y="2957"/>
                    </a:lnTo>
                    <a:lnTo>
                      <a:pt x="177" y="2901"/>
                    </a:lnTo>
                    <a:lnTo>
                      <a:pt x="185" y="2837"/>
                    </a:lnTo>
                    <a:lnTo>
                      <a:pt x="185" y="2781"/>
                    </a:lnTo>
                    <a:lnTo>
                      <a:pt x="193" y="2717"/>
                    </a:lnTo>
                    <a:lnTo>
                      <a:pt x="201" y="2653"/>
                    </a:lnTo>
                    <a:lnTo>
                      <a:pt x="201" y="2589"/>
                    </a:lnTo>
                    <a:lnTo>
                      <a:pt x="209" y="2518"/>
                    </a:lnTo>
                    <a:lnTo>
                      <a:pt x="209" y="2454"/>
                    </a:lnTo>
                    <a:lnTo>
                      <a:pt x="217" y="2390"/>
                    </a:lnTo>
                    <a:lnTo>
                      <a:pt x="225" y="2318"/>
                    </a:lnTo>
                    <a:lnTo>
                      <a:pt x="225" y="2246"/>
                    </a:lnTo>
                    <a:lnTo>
                      <a:pt x="233" y="2182"/>
                    </a:lnTo>
                    <a:lnTo>
                      <a:pt x="233" y="2110"/>
                    </a:lnTo>
                    <a:lnTo>
                      <a:pt x="241" y="2038"/>
                    </a:lnTo>
                    <a:lnTo>
                      <a:pt x="249" y="1966"/>
                    </a:lnTo>
                    <a:lnTo>
                      <a:pt x="249" y="1894"/>
                    </a:lnTo>
                    <a:lnTo>
                      <a:pt x="257" y="1830"/>
                    </a:lnTo>
                    <a:lnTo>
                      <a:pt x="257" y="1758"/>
                    </a:lnTo>
                    <a:lnTo>
                      <a:pt x="265" y="1686"/>
                    </a:lnTo>
                    <a:lnTo>
                      <a:pt x="273" y="1614"/>
                    </a:lnTo>
                    <a:lnTo>
                      <a:pt x="273" y="1542"/>
                    </a:lnTo>
                    <a:lnTo>
                      <a:pt x="281" y="1478"/>
                    </a:lnTo>
                    <a:lnTo>
                      <a:pt x="281" y="1406"/>
                    </a:lnTo>
                    <a:lnTo>
                      <a:pt x="289" y="1343"/>
                    </a:lnTo>
                    <a:lnTo>
                      <a:pt x="289" y="1271"/>
                    </a:lnTo>
                    <a:lnTo>
                      <a:pt x="297" y="1207"/>
                    </a:lnTo>
                    <a:lnTo>
                      <a:pt x="305" y="1143"/>
                    </a:lnTo>
                    <a:lnTo>
                      <a:pt x="305" y="1071"/>
                    </a:lnTo>
                    <a:lnTo>
                      <a:pt x="313" y="1007"/>
                    </a:lnTo>
                    <a:lnTo>
                      <a:pt x="313" y="951"/>
                    </a:lnTo>
                    <a:lnTo>
                      <a:pt x="321" y="887"/>
                    </a:lnTo>
                    <a:lnTo>
                      <a:pt x="329" y="831"/>
                    </a:lnTo>
                    <a:lnTo>
                      <a:pt x="329" y="767"/>
                    </a:lnTo>
                    <a:lnTo>
                      <a:pt x="337" y="711"/>
                    </a:lnTo>
                    <a:lnTo>
                      <a:pt x="337" y="655"/>
                    </a:lnTo>
                    <a:lnTo>
                      <a:pt x="345" y="607"/>
                    </a:lnTo>
                    <a:lnTo>
                      <a:pt x="353" y="551"/>
                    </a:lnTo>
                    <a:lnTo>
                      <a:pt x="353" y="503"/>
                    </a:lnTo>
                    <a:lnTo>
                      <a:pt x="361" y="455"/>
                    </a:lnTo>
                    <a:lnTo>
                      <a:pt x="361" y="415"/>
                    </a:lnTo>
                    <a:lnTo>
                      <a:pt x="369" y="367"/>
                    </a:lnTo>
                    <a:lnTo>
                      <a:pt x="377" y="327"/>
                    </a:lnTo>
                    <a:lnTo>
                      <a:pt x="377" y="287"/>
                    </a:lnTo>
                    <a:lnTo>
                      <a:pt x="385" y="247"/>
                    </a:lnTo>
                    <a:lnTo>
                      <a:pt x="385" y="216"/>
                    </a:lnTo>
                    <a:lnTo>
                      <a:pt x="393" y="184"/>
                    </a:lnTo>
                    <a:lnTo>
                      <a:pt x="401" y="152"/>
                    </a:lnTo>
                    <a:lnTo>
                      <a:pt x="401" y="128"/>
                    </a:lnTo>
                    <a:lnTo>
                      <a:pt x="409" y="104"/>
                    </a:lnTo>
                    <a:lnTo>
                      <a:pt x="409" y="80"/>
                    </a:lnTo>
                    <a:lnTo>
                      <a:pt x="417" y="64"/>
                    </a:lnTo>
                    <a:lnTo>
                      <a:pt x="425" y="40"/>
                    </a:lnTo>
                    <a:lnTo>
                      <a:pt x="425" y="32"/>
                    </a:lnTo>
                    <a:lnTo>
                      <a:pt x="433" y="16"/>
                    </a:lnTo>
                    <a:lnTo>
                      <a:pt x="433" y="8"/>
                    </a:lnTo>
                    <a:lnTo>
                      <a:pt x="441" y="0"/>
                    </a:lnTo>
                    <a:lnTo>
                      <a:pt x="449" y="0"/>
                    </a:lnTo>
                    <a:lnTo>
                      <a:pt x="457" y="0"/>
                    </a:lnTo>
                    <a:lnTo>
                      <a:pt x="465" y="8"/>
                    </a:lnTo>
                    <a:lnTo>
                      <a:pt x="473" y="16"/>
                    </a:lnTo>
                    <a:lnTo>
                      <a:pt x="473" y="32"/>
                    </a:lnTo>
                    <a:lnTo>
                      <a:pt x="481" y="40"/>
                    </a:lnTo>
                    <a:lnTo>
                      <a:pt x="481" y="64"/>
                    </a:lnTo>
                    <a:lnTo>
                      <a:pt x="489" y="80"/>
                    </a:lnTo>
                    <a:lnTo>
                      <a:pt x="489" y="104"/>
                    </a:lnTo>
                    <a:lnTo>
                      <a:pt x="497" y="128"/>
                    </a:lnTo>
                    <a:lnTo>
                      <a:pt x="505" y="152"/>
                    </a:lnTo>
                    <a:lnTo>
                      <a:pt x="505" y="184"/>
                    </a:lnTo>
                    <a:lnTo>
                      <a:pt x="513" y="216"/>
                    </a:lnTo>
                    <a:lnTo>
                      <a:pt x="513" y="247"/>
                    </a:lnTo>
                    <a:lnTo>
                      <a:pt x="521" y="287"/>
                    </a:lnTo>
                    <a:lnTo>
                      <a:pt x="529" y="327"/>
                    </a:lnTo>
                    <a:lnTo>
                      <a:pt x="529" y="367"/>
                    </a:lnTo>
                    <a:lnTo>
                      <a:pt x="537" y="415"/>
                    </a:lnTo>
                    <a:lnTo>
                      <a:pt x="537" y="455"/>
                    </a:lnTo>
                    <a:lnTo>
                      <a:pt x="545" y="503"/>
                    </a:lnTo>
                    <a:lnTo>
                      <a:pt x="553" y="551"/>
                    </a:lnTo>
                    <a:lnTo>
                      <a:pt x="553" y="607"/>
                    </a:lnTo>
                    <a:lnTo>
                      <a:pt x="561" y="655"/>
                    </a:lnTo>
                    <a:lnTo>
                      <a:pt x="561" y="711"/>
                    </a:lnTo>
                    <a:lnTo>
                      <a:pt x="569" y="767"/>
                    </a:lnTo>
                    <a:lnTo>
                      <a:pt x="577" y="831"/>
                    </a:lnTo>
                    <a:lnTo>
                      <a:pt x="577" y="887"/>
                    </a:lnTo>
                    <a:lnTo>
                      <a:pt x="585" y="951"/>
                    </a:lnTo>
                    <a:lnTo>
                      <a:pt x="585" y="1007"/>
                    </a:lnTo>
                    <a:lnTo>
                      <a:pt x="593" y="1071"/>
                    </a:lnTo>
                    <a:lnTo>
                      <a:pt x="601" y="1143"/>
                    </a:lnTo>
                    <a:lnTo>
                      <a:pt x="601" y="1207"/>
                    </a:lnTo>
                    <a:lnTo>
                      <a:pt x="609" y="1271"/>
                    </a:lnTo>
                    <a:lnTo>
                      <a:pt x="609" y="1343"/>
                    </a:lnTo>
                    <a:lnTo>
                      <a:pt x="617" y="1406"/>
                    </a:lnTo>
                    <a:lnTo>
                      <a:pt x="625" y="1478"/>
                    </a:lnTo>
                    <a:lnTo>
                      <a:pt x="625" y="1542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00" name="Freeform 36"/>
              <p:cNvSpPr>
                <a:spLocks/>
              </p:cNvSpPr>
              <p:nvPr/>
            </p:nvSpPr>
            <p:spPr bwMode="auto">
              <a:xfrm>
                <a:off x="4937" y="1733"/>
                <a:ext cx="424" cy="2206"/>
              </a:xfrm>
              <a:custGeom>
                <a:avLst/>
                <a:gdLst/>
                <a:ahLst/>
                <a:cxnLst>
                  <a:cxn ang="0">
                    <a:pos x="8" y="72"/>
                  </a:cxn>
                  <a:cxn ang="0">
                    <a:pos x="16" y="216"/>
                  </a:cxn>
                  <a:cxn ang="0">
                    <a:pos x="24" y="352"/>
                  </a:cxn>
                  <a:cxn ang="0">
                    <a:pos x="32" y="496"/>
                  </a:cxn>
                  <a:cxn ang="0">
                    <a:pos x="40" y="640"/>
                  </a:cxn>
                  <a:cxn ang="0">
                    <a:pos x="56" y="776"/>
                  </a:cxn>
                  <a:cxn ang="0">
                    <a:pos x="64" y="912"/>
                  </a:cxn>
                  <a:cxn ang="0">
                    <a:pos x="72" y="1047"/>
                  </a:cxn>
                  <a:cxn ang="0">
                    <a:pos x="80" y="1175"/>
                  </a:cxn>
                  <a:cxn ang="0">
                    <a:pos x="88" y="1295"/>
                  </a:cxn>
                  <a:cxn ang="0">
                    <a:pos x="104" y="1415"/>
                  </a:cxn>
                  <a:cxn ang="0">
                    <a:pos x="112" y="1527"/>
                  </a:cxn>
                  <a:cxn ang="0">
                    <a:pos x="120" y="1639"/>
                  </a:cxn>
                  <a:cxn ang="0">
                    <a:pos x="128" y="1735"/>
                  </a:cxn>
                  <a:cxn ang="0">
                    <a:pos x="136" y="1823"/>
                  </a:cxn>
                  <a:cxn ang="0">
                    <a:pos x="152" y="1903"/>
                  </a:cxn>
                  <a:cxn ang="0">
                    <a:pos x="160" y="1975"/>
                  </a:cxn>
                  <a:cxn ang="0">
                    <a:pos x="168" y="2039"/>
                  </a:cxn>
                  <a:cxn ang="0">
                    <a:pos x="176" y="2095"/>
                  </a:cxn>
                  <a:cxn ang="0">
                    <a:pos x="184" y="2143"/>
                  </a:cxn>
                  <a:cxn ang="0">
                    <a:pos x="200" y="2174"/>
                  </a:cxn>
                  <a:cxn ang="0">
                    <a:pos x="216" y="2206"/>
                  </a:cxn>
                  <a:cxn ang="0">
                    <a:pos x="216" y="2206"/>
                  </a:cxn>
                  <a:cxn ang="0">
                    <a:pos x="232" y="2198"/>
                  </a:cxn>
                  <a:cxn ang="0">
                    <a:pos x="240" y="2182"/>
                  </a:cxn>
                  <a:cxn ang="0">
                    <a:pos x="256" y="2150"/>
                  </a:cxn>
                  <a:cxn ang="0">
                    <a:pos x="264" y="2111"/>
                  </a:cxn>
                  <a:cxn ang="0">
                    <a:pos x="272" y="2063"/>
                  </a:cxn>
                  <a:cxn ang="0">
                    <a:pos x="280" y="1999"/>
                  </a:cxn>
                  <a:cxn ang="0">
                    <a:pos x="288" y="1927"/>
                  </a:cxn>
                  <a:cxn ang="0">
                    <a:pos x="304" y="1855"/>
                  </a:cxn>
                  <a:cxn ang="0">
                    <a:pos x="312" y="1767"/>
                  </a:cxn>
                  <a:cxn ang="0">
                    <a:pos x="320" y="1671"/>
                  </a:cxn>
                  <a:cxn ang="0">
                    <a:pos x="328" y="1567"/>
                  </a:cxn>
                  <a:cxn ang="0">
                    <a:pos x="336" y="1455"/>
                  </a:cxn>
                  <a:cxn ang="0">
                    <a:pos x="352" y="1335"/>
                  </a:cxn>
                  <a:cxn ang="0">
                    <a:pos x="360" y="1215"/>
                  </a:cxn>
                  <a:cxn ang="0">
                    <a:pos x="368" y="1087"/>
                  </a:cxn>
                  <a:cxn ang="0">
                    <a:pos x="376" y="960"/>
                  </a:cxn>
                  <a:cxn ang="0">
                    <a:pos x="384" y="824"/>
                  </a:cxn>
                  <a:cxn ang="0">
                    <a:pos x="400" y="688"/>
                  </a:cxn>
                  <a:cxn ang="0">
                    <a:pos x="408" y="544"/>
                  </a:cxn>
                  <a:cxn ang="0">
                    <a:pos x="416" y="400"/>
                  </a:cxn>
                </a:cxnLst>
                <a:rect l="0" t="0" r="r" b="b"/>
                <a:pathLst>
                  <a:path w="424" h="2206">
                    <a:moveTo>
                      <a:pt x="0" y="0"/>
                    </a:moveTo>
                    <a:lnTo>
                      <a:pt x="8" y="72"/>
                    </a:lnTo>
                    <a:lnTo>
                      <a:pt x="8" y="144"/>
                    </a:lnTo>
                    <a:lnTo>
                      <a:pt x="16" y="216"/>
                    </a:lnTo>
                    <a:lnTo>
                      <a:pt x="24" y="288"/>
                    </a:lnTo>
                    <a:lnTo>
                      <a:pt x="24" y="352"/>
                    </a:lnTo>
                    <a:lnTo>
                      <a:pt x="32" y="424"/>
                    </a:lnTo>
                    <a:lnTo>
                      <a:pt x="32" y="496"/>
                    </a:lnTo>
                    <a:lnTo>
                      <a:pt x="40" y="568"/>
                    </a:lnTo>
                    <a:lnTo>
                      <a:pt x="40" y="640"/>
                    </a:lnTo>
                    <a:lnTo>
                      <a:pt x="48" y="704"/>
                    </a:lnTo>
                    <a:lnTo>
                      <a:pt x="56" y="776"/>
                    </a:lnTo>
                    <a:lnTo>
                      <a:pt x="56" y="848"/>
                    </a:lnTo>
                    <a:lnTo>
                      <a:pt x="64" y="912"/>
                    </a:lnTo>
                    <a:lnTo>
                      <a:pt x="64" y="976"/>
                    </a:lnTo>
                    <a:lnTo>
                      <a:pt x="72" y="1047"/>
                    </a:lnTo>
                    <a:lnTo>
                      <a:pt x="80" y="1111"/>
                    </a:lnTo>
                    <a:lnTo>
                      <a:pt x="80" y="1175"/>
                    </a:lnTo>
                    <a:lnTo>
                      <a:pt x="88" y="1239"/>
                    </a:lnTo>
                    <a:lnTo>
                      <a:pt x="88" y="1295"/>
                    </a:lnTo>
                    <a:lnTo>
                      <a:pt x="96" y="1359"/>
                    </a:lnTo>
                    <a:lnTo>
                      <a:pt x="104" y="1415"/>
                    </a:lnTo>
                    <a:lnTo>
                      <a:pt x="104" y="1471"/>
                    </a:lnTo>
                    <a:lnTo>
                      <a:pt x="112" y="1527"/>
                    </a:lnTo>
                    <a:lnTo>
                      <a:pt x="112" y="1583"/>
                    </a:lnTo>
                    <a:lnTo>
                      <a:pt x="120" y="1639"/>
                    </a:lnTo>
                    <a:lnTo>
                      <a:pt x="128" y="1687"/>
                    </a:lnTo>
                    <a:lnTo>
                      <a:pt x="128" y="1735"/>
                    </a:lnTo>
                    <a:lnTo>
                      <a:pt x="136" y="1783"/>
                    </a:lnTo>
                    <a:lnTo>
                      <a:pt x="136" y="1823"/>
                    </a:lnTo>
                    <a:lnTo>
                      <a:pt x="144" y="1863"/>
                    </a:lnTo>
                    <a:lnTo>
                      <a:pt x="152" y="1903"/>
                    </a:lnTo>
                    <a:lnTo>
                      <a:pt x="152" y="1943"/>
                    </a:lnTo>
                    <a:lnTo>
                      <a:pt x="160" y="1975"/>
                    </a:lnTo>
                    <a:lnTo>
                      <a:pt x="160" y="2015"/>
                    </a:lnTo>
                    <a:lnTo>
                      <a:pt x="168" y="2039"/>
                    </a:lnTo>
                    <a:lnTo>
                      <a:pt x="176" y="2071"/>
                    </a:lnTo>
                    <a:lnTo>
                      <a:pt x="176" y="2095"/>
                    </a:lnTo>
                    <a:lnTo>
                      <a:pt x="184" y="2119"/>
                    </a:lnTo>
                    <a:lnTo>
                      <a:pt x="184" y="2143"/>
                    </a:lnTo>
                    <a:lnTo>
                      <a:pt x="192" y="2158"/>
                    </a:lnTo>
                    <a:lnTo>
                      <a:pt x="200" y="2174"/>
                    </a:lnTo>
                    <a:lnTo>
                      <a:pt x="200" y="2182"/>
                    </a:lnTo>
                    <a:lnTo>
                      <a:pt x="216" y="2206"/>
                    </a:lnTo>
                    <a:lnTo>
                      <a:pt x="208" y="2206"/>
                    </a:lnTo>
                    <a:lnTo>
                      <a:pt x="216" y="2206"/>
                    </a:lnTo>
                    <a:lnTo>
                      <a:pt x="224" y="2206"/>
                    </a:lnTo>
                    <a:lnTo>
                      <a:pt x="232" y="2198"/>
                    </a:lnTo>
                    <a:lnTo>
                      <a:pt x="240" y="2190"/>
                    </a:lnTo>
                    <a:lnTo>
                      <a:pt x="240" y="2182"/>
                    </a:lnTo>
                    <a:lnTo>
                      <a:pt x="248" y="2166"/>
                    </a:lnTo>
                    <a:lnTo>
                      <a:pt x="256" y="2150"/>
                    </a:lnTo>
                    <a:lnTo>
                      <a:pt x="256" y="2135"/>
                    </a:lnTo>
                    <a:lnTo>
                      <a:pt x="264" y="2111"/>
                    </a:lnTo>
                    <a:lnTo>
                      <a:pt x="264" y="2087"/>
                    </a:lnTo>
                    <a:lnTo>
                      <a:pt x="272" y="2063"/>
                    </a:lnTo>
                    <a:lnTo>
                      <a:pt x="280" y="2031"/>
                    </a:lnTo>
                    <a:lnTo>
                      <a:pt x="280" y="1999"/>
                    </a:lnTo>
                    <a:lnTo>
                      <a:pt x="288" y="1967"/>
                    </a:lnTo>
                    <a:lnTo>
                      <a:pt x="288" y="1927"/>
                    </a:lnTo>
                    <a:lnTo>
                      <a:pt x="296" y="1895"/>
                    </a:lnTo>
                    <a:lnTo>
                      <a:pt x="304" y="1855"/>
                    </a:lnTo>
                    <a:lnTo>
                      <a:pt x="304" y="1807"/>
                    </a:lnTo>
                    <a:lnTo>
                      <a:pt x="312" y="1767"/>
                    </a:lnTo>
                    <a:lnTo>
                      <a:pt x="312" y="1719"/>
                    </a:lnTo>
                    <a:lnTo>
                      <a:pt x="320" y="1671"/>
                    </a:lnTo>
                    <a:lnTo>
                      <a:pt x="328" y="1615"/>
                    </a:lnTo>
                    <a:lnTo>
                      <a:pt x="328" y="1567"/>
                    </a:lnTo>
                    <a:lnTo>
                      <a:pt x="336" y="1511"/>
                    </a:lnTo>
                    <a:lnTo>
                      <a:pt x="336" y="1455"/>
                    </a:lnTo>
                    <a:lnTo>
                      <a:pt x="344" y="1399"/>
                    </a:lnTo>
                    <a:lnTo>
                      <a:pt x="352" y="1335"/>
                    </a:lnTo>
                    <a:lnTo>
                      <a:pt x="352" y="1279"/>
                    </a:lnTo>
                    <a:lnTo>
                      <a:pt x="360" y="1215"/>
                    </a:lnTo>
                    <a:lnTo>
                      <a:pt x="360" y="1151"/>
                    </a:lnTo>
                    <a:lnTo>
                      <a:pt x="368" y="1087"/>
                    </a:lnTo>
                    <a:lnTo>
                      <a:pt x="376" y="1023"/>
                    </a:lnTo>
                    <a:lnTo>
                      <a:pt x="376" y="960"/>
                    </a:lnTo>
                    <a:lnTo>
                      <a:pt x="384" y="888"/>
                    </a:lnTo>
                    <a:lnTo>
                      <a:pt x="384" y="824"/>
                    </a:lnTo>
                    <a:lnTo>
                      <a:pt x="392" y="752"/>
                    </a:lnTo>
                    <a:lnTo>
                      <a:pt x="400" y="688"/>
                    </a:lnTo>
                    <a:lnTo>
                      <a:pt x="400" y="616"/>
                    </a:lnTo>
                    <a:lnTo>
                      <a:pt x="408" y="544"/>
                    </a:lnTo>
                    <a:lnTo>
                      <a:pt x="408" y="472"/>
                    </a:lnTo>
                    <a:lnTo>
                      <a:pt x="416" y="400"/>
                    </a:lnTo>
                    <a:lnTo>
                      <a:pt x="424" y="336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9409ECB-54A4-5E82-5B61-6A1EF2070885}"/>
              </a:ext>
            </a:extLst>
          </p:cNvPr>
          <p:cNvGrpSpPr/>
          <p:nvPr/>
        </p:nvGrpSpPr>
        <p:grpSpPr>
          <a:xfrm>
            <a:off x="4551364" y="938214"/>
            <a:ext cx="2008187" cy="5644336"/>
            <a:chOff x="3027363" y="938213"/>
            <a:chExt cx="2008187" cy="5644336"/>
          </a:xfrm>
        </p:grpSpPr>
        <p:sp>
          <p:nvSpPr>
            <p:cNvPr id="11349" name="Rectangle 85"/>
            <p:cNvSpPr>
              <a:spLocks noChangeArrowheads="1"/>
            </p:cNvSpPr>
            <p:nvPr/>
          </p:nvSpPr>
          <p:spPr bwMode="auto">
            <a:xfrm>
              <a:off x="3708400" y="938213"/>
              <a:ext cx="600075" cy="490537"/>
            </a:xfrm>
            <a:prstGeom prst="rect">
              <a:avLst/>
            </a:prstGeom>
            <a:solidFill>
              <a:srgbClr val="E1F2F3"/>
            </a:solidFill>
            <a:ln w="9525">
              <a:noFill/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1F2F3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CL" dirty="0">
                  <a:latin typeface="Gill Sans MT" panose="020B0502020104020203" pitchFamily="34" charset="77"/>
                </a:rPr>
                <a:t>F</a:t>
              </a:r>
              <a:r>
                <a:rPr lang="es-CL" baseline="-25000" dirty="0">
                  <a:latin typeface="Gill Sans MT" panose="020B0502020104020203" pitchFamily="34" charset="77"/>
                </a:rPr>
                <a:t>1</a:t>
              </a:r>
              <a:endParaRPr lang="es-ES" baseline="-25000" dirty="0">
                <a:latin typeface="Gill Sans MT" panose="020B0502020104020203" pitchFamily="34" charset="77"/>
              </a:endParaRPr>
            </a:p>
          </p:txBody>
        </p:sp>
        <p:sp>
          <p:nvSpPr>
            <p:cNvPr id="11350" name="Rectangle 86"/>
            <p:cNvSpPr>
              <a:spLocks noChangeArrowheads="1"/>
            </p:cNvSpPr>
            <p:nvPr/>
          </p:nvSpPr>
          <p:spPr bwMode="auto">
            <a:xfrm>
              <a:off x="3695700" y="2513013"/>
              <a:ext cx="600075" cy="490537"/>
            </a:xfrm>
            <a:prstGeom prst="rect">
              <a:avLst/>
            </a:prstGeom>
            <a:solidFill>
              <a:srgbClr val="E1F2F3"/>
            </a:solidFill>
            <a:ln w="9525">
              <a:noFill/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1F2F3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CL" dirty="0">
                  <a:latin typeface="Gill Sans MT" panose="020B0502020104020203" pitchFamily="34" charset="77"/>
                </a:rPr>
                <a:t>F</a:t>
              </a:r>
              <a:r>
                <a:rPr lang="es-CL" baseline="-25000" dirty="0">
                  <a:latin typeface="Gill Sans MT" panose="020B0502020104020203" pitchFamily="34" charset="77"/>
                </a:rPr>
                <a:t>2</a:t>
              </a:r>
              <a:endParaRPr lang="es-ES" baseline="-25000" dirty="0">
                <a:latin typeface="Gill Sans MT" panose="020B0502020104020203" pitchFamily="34" charset="77"/>
              </a:endParaRPr>
            </a:p>
          </p:txBody>
        </p:sp>
        <p:sp>
          <p:nvSpPr>
            <p:cNvPr id="11351" name="Rectangle 87"/>
            <p:cNvSpPr>
              <a:spLocks noChangeArrowheads="1"/>
            </p:cNvSpPr>
            <p:nvPr/>
          </p:nvSpPr>
          <p:spPr bwMode="auto">
            <a:xfrm>
              <a:off x="3746500" y="4176713"/>
              <a:ext cx="600075" cy="490537"/>
            </a:xfrm>
            <a:prstGeom prst="rect">
              <a:avLst/>
            </a:prstGeom>
            <a:solidFill>
              <a:srgbClr val="E1F2F3"/>
            </a:solidFill>
            <a:ln w="9525">
              <a:noFill/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1F2F3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CL" dirty="0">
                  <a:latin typeface="Gill Sans MT" panose="020B0502020104020203" pitchFamily="34" charset="77"/>
                </a:rPr>
                <a:t>F</a:t>
              </a:r>
              <a:r>
                <a:rPr lang="es-CL" baseline="-25000" dirty="0">
                  <a:latin typeface="Gill Sans MT" panose="020B0502020104020203" pitchFamily="34" charset="77"/>
                </a:rPr>
                <a:t>3</a:t>
              </a:r>
              <a:endParaRPr lang="es-ES" baseline="-25000" dirty="0">
                <a:latin typeface="Gill Sans MT" panose="020B0502020104020203" pitchFamily="34" charset="77"/>
              </a:endParaRPr>
            </a:p>
          </p:txBody>
        </p:sp>
        <p:sp>
          <p:nvSpPr>
            <p:cNvPr id="11352" name="Rectangle 88"/>
            <p:cNvSpPr>
              <a:spLocks noChangeArrowheads="1"/>
            </p:cNvSpPr>
            <p:nvPr/>
          </p:nvSpPr>
          <p:spPr bwMode="auto">
            <a:xfrm>
              <a:off x="3746500" y="5764213"/>
              <a:ext cx="600075" cy="490537"/>
            </a:xfrm>
            <a:prstGeom prst="rect">
              <a:avLst/>
            </a:prstGeom>
            <a:solidFill>
              <a:srgbClr val="E1F2F3"/>
            </a:solidFill>
            <a:ln w="9525">
              <a:noFill/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1F2F3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CL" dirty="0">
                  <a:latin typeface="Gill Sans MT" panose="020B0502020104020203" pitchFamily="34" charset="77"/>
                </a:rPr>
                <a:t>F</a:t>
              </a:r>
              <a:r>
                <a:rPr lang="es-CL" baseline="-25000" dirty="0">
                  <a:latin typeface="Gill Sans MT" panose="020B0502020104020203" pitchFamily="34" charset="77"/>
                </a:rPr>
                <a:t>4</a:t>
              </a:r>
              <a:endParaRPr lang="es-ES" baseline="-25000" dirty="0">
                <a:latin typeface="Gill Sans MT" panose="020B0502020104020203" pitchFamily="34" charset="77"/>
              </a:endParaRPr>
            </a:p>
          </p:txBody>
        </p:sp>
        <p:sp>
          <p:nvSpPr>
            <p:cNvPr id="11305" name="Line 41"/>
            <p:cNvSpPr>
              <a:spLocks noChangeShapeType="1"/>
            </p:cNvSpPr>
            <p:nvPr/>
          </p:nvSpPr>
          <p:spPr bwMode="auto">
            <a:xfrm>
              <a:off x="3027363" y="1181100"/>
              <a:ext cx="649287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1306" name="Line 42"/>
            <p:cNvSpPr>
              <a:spLocks noChangeShapeType="1"/>
            </p:cNvSpPr>
            <p:nvPr/>
          </p:nvSpPr>
          <p:spPr bwMode="auto">
            <a:xfrm>
              <a:off x="3027363" y="2765425"/>
              <a:ext cx="649287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1307" name="Line 43"/>
            <p:cNvSpPr>
              <a:spLocks noChangeShapeType="1"/>
            </p:cNvSpPr>
            <p:nvPr/>
          </p:nvSpPr>
          <p:spPr bwMode="auto">
            <a:xfrm>
              <a:off x="3027363" y="4421188"/>
              <a:ext cx="649287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1308" name="Line 44"/>
            <p:cNvSpPr>
              <a:spLocks noChangeShapeType="1"/>
            </p:cNvSpPr>
            <p:nvPr/>
          </p:nvSpPr>
          <p:spPr bwMode="auto">
            <a:xfrm>
              <a:off x="3027363" y="6005513"/>
              <a:ext cx="649287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1309" name="Line 45"/>
            <p:cNvSpPr>
              <a:spLocks noChangeShapeType="1"/>
            </p:cNvSpPr>
            <p:nvPr/>
          </p:nvSpPr>
          <p:spPr bwMode="auto">
            <a:xfrm>
              <a:off x="4386263" y="1193800"/>
              <a:ext cx="649287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1310" name="Line 46"/>
            <p:cNvSpPr>
              <a:spLocks noChangeShapeType="1"/>
            </p:cNvSpPr>
            <p:nvPr/>
          </p:nvSpPr>
          <p:spPr bwMode="auto">
            <a:xfrm>
              <a:off x="4386263" y="2778125"/>
              <a:ext cx="649287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1311" name="Line 47"/>
            <p:cNvSpPr>
              <a:spLocks noChangeShapeType="1"/>
            </p:cNvSpPr>
            <p:nvPr/>
          </p:nvSpPr>
          <p:spPr bwMode="auto">
            <a:xfrm>
              <a:off x="4386263" y="4433888"/>
              <a:ext cx="649287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1312" name="Line 48"/>
            <p:cNvSpPr>
              <a:spLocks noChangeShapeType="1"/>
            </p:cNvSpPr>
            <p:nvPr/>
          </p:nvSpPr>
          <p:spPr bwMode="auto">
            <a:xfrm>
              <a:off x="4386263" y="6018213"/>
              <a:ext cx="649287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1313" name="Text Box 49"/>
            <p:cNvSpPr txBox="1">
              <a:spLocks noChangeArrowheads="1"/>
            </p:cNvSpPr>
            <p:nvPr/>
          </p:nvSpPr>
          <p:spPr bwMode="auto">
            <a:xfrm>
              <a:off x="3451225" y="6305550"/>
              <a:ext cx="110972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CL" sz="1200" dirty="0">
                  <a:latin typeface="Gill Sans MT" panose="020B0502020104020203" pitchFamily="34" charset="77"/>
                </a:rPr>
                <a:t>Amplificadores</a:t>
              </a:r>
              <a:endParaRPr lang="es-ES" sz="1200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15A08FA-127F-E9F4-8E71-F181C6B5A69A}"/>
              </a:ext>
            </a:extLst>
          </p:cNvPr>
          <p:cNvGrpSpPr/>
          <p:nvPr/>
        </p:nvGrpSpPr>
        <p:grpSpPr>
          <a:xfrm>
            <a:off x="7112000" y="3929064"/>
            <a:ext cx="2305050" cy="2376487"/>
            <a:chOff x="5588000" y="3929063"/>
            <a:chExt cx="2305050" cy="2376487"/>
          </a:xfrm>
        </p:grpSpPr>
        <p:grpSp>
          <p:nvGrpSpPr>
            <p:cNvPr id="11314" name="Group 50"/>
            <p:cNvGrpSpPr>
              <a:grpSpLocks/>
            </p:cNvGrpSpPr>
            <p:nvPr/>
          </p:nvGrpSpPr>
          <p:grpSpPr bwMode="auto">
            <a:xfrm>
              <a:off x="5588000" y="5873750"/>
              <a:ext cx="2305050" cy="431800"/>
              <a:chOff x="612" y="1358"/>
              <a:chExt cx="4764" cy="1414"/>
            </a:xfrm>
          </p:grpSpPr>
          <p:sp>
            <p:nvSpPr>
              <p:cNvPr id="11315" name="Freeform 51"/>
              <p:cNvSpPr>
                <a:spLocks/>
              </p:cNvSpPr>
              <p:nvPr/>
            </p:nvSpPr>
            <p:spPr bwMode="auto">
              <a:xfrm>
                <a:off x="612" y="1358"/>
                <a:ext cx="616" cy="1414"/>
              </a:xfrm>
              <a:custGeom>
                <a:avLst/>
                <a:gdLst/>
                <a:ahLst/>
                <a:cxnLst>
                  <a:cxn ang="0">
                    <a:pos x="8" y="551"/>
                  </a:cxn>
                  <a:cxn ang="0">
                    <a:pos x="24" y="399"/>
                  </a:cxn>
                  <a:cxn ang="0">
                    <a:pos x="40" y="263"/>
                  </a:cxn>
                  <a:cxn ang="0">
                    <a:pos x="56" y="152"/>
                  </a:cxn>
                  <a:cxn ang="0">
                    <a:pos x="64" y="72"/>
                  </a:cxn>
                  <a:cxn ang="0">
                    <a:pos x="80" y="16"/>
                  </a:cxn>
                  <a:cxn ang="0">
                    <a:pos x="104" y="8"/>
                  </a:cxn>
                  <a:cxn ang="0">
                    <a:pos x="112" y="40"/>
                  </a:cxn>
                  <a:cxn ang="0">
                    <a:pos x="128" y="104"/>
                  </a:cxn>
                  <a:cxn ang="0">
                    <a:pos x="144" y="200"/>
                  </a:cxn>
                  <a:cxn ang="0">
                    <a:pos x="160" y="319"/>
                  </a:cxn>
                  <a:cxn ang="0">
                    <a:pos x="176" y="463"/>
                  </a:cxn>
                  <a:cxn ang="0">
                    <a:pos x="184" y="615"/>
                  </a:cxn>
                  <a:cxn ang="0">
                    <a:pos x="200" y="775"/>
                  </a:cxn>
                  <a:cxn ang="0">
                    <a:pos x="216" y="935"/>
                  </a:cxn>
                  <a:cxn ang="0">
                    <a:pos x="232" y="1079"/>
                  </a:cxn>
                  <a:cxn ang="0">
                    <a:pos x="240" y="1199"/>
                  </a:cxn>
                  <a:cxn ang="0">
                    <a:pos x="256" y="1303"/>
                  </a:cxn>
                  <a:cxn ang="0">
                    <a:pos x="272" y="1374"/>
                  </a:cxn>
                  <a:cxn ang="0">
                    <a:pos x="296" y="1414"/>
                  </a:cxn>
                  <a:cxn ang="0">
                    <a:pos x="304" y="1398"/>
                  </a:cxn>
                  <a:cxn ang="0">
                    <a:pos x="320" y="1351"/>
                  </a:cxn>
                  <a:cxn ang="0">
                    <a:pos x="336" y="1271"/>
                  </a:cxn>
                  <a:cxn ang="0">
                    <a:pos x="352" y="1167"/>
                  </a:cxn>
                  <a:cxn ang="0">
                    <a:pos x="360" y="1031"/>
                  </a:cxn>
                  <a:cxn ang="0">
                    <a:pos x="376" y="879"/>
                  </a:cxn>
                  <a:cxn ang="0">
                    <a:pos x="392" y="727"/>
                  </a:cxn>
                  <a:cxn ang="0">
                    <a:pos x="408" y="567"/>
                  </a:cxn>
                  <a:cxn ang="0">
                    <a:pos x="416" y="415"/>
                  </a:cxn>
                  <a:cxn ang="0">
                    <a:pos x="432" y="279"/>
                  </a:cxn>
                  <a:cxn ang="0">
                    <a:pos x="448" y="168"/>
                  </a:cxn>
                  <a:cxn ang="0">
                    <a:pos x="464" y="80"/>
                  </a:cxn>
                  <a:cxn ang="0">
                    <a:pos x="480" y="24"/>
                  </a:cxn>
                  <a:cxn ang="0">
                    <a:pos x="488" y="0"/>
                  </a:cxn>
                  <a:cxn ang="0">
                    <a:pos x="512" y="32"/>
                  </a:cxn>
                  <a:cxn ang="0">
                    <a:pos x="528" y="96"/>
                  </a:cxn>
                  <a:cxn ang="0">
                    <a:pos x="536" y="192"/>
                  </a:cxn>
                  <a:cxn ang="0">
                    <a:pos x="552" y="311"/>
                  </a:cxn>
                  <a:cxn ang="0">
                    <a:pos x="568" y="447"/>
                  </a:cxn>
                  <a:cxn ang="0">
                    <a:pos x="584" y="599"/>
                  </a:cxn>
                  <a:cxn ang="0">
                    <a:pos x="592" y="759"/>
                  </a:cxn>
                  <a:cxn ang="0">
                    <a:pos x="608" y="919"/>
                  </a:cxn>
                </a:cxnLst>
                <a:rect l="0" t="0" r="r" b="b"/>
                <a:pathLst>
                  <a:path w="616" h="1414">
                    <a:moveTo>
                      <a:pt x="0" y="655"/>
                    </a:moveTo>
                    <a:lnTo>
                      <a:pt x="8" y="599"/>
                    </a:lnTo>
                    <a:lnTo>
                      <a:pt x="8" y="551"/>
                    </a:lnTo>
                    <a:lnTo>
                      <a:pt x="16" y="495"/>
                    </a:lnTo>
                    <a:lnTo>
                      <a:pt x="16" y="447"/>
                    </a:lnTo>
                    <a:lnTo>
                      <a:pt x="24" y="399"/>
                    </a:lnTo>
                    <a:lnTo>
                      <a:pt x="32" y="351"/>
                    </a:lnTo>
                    <a:lnTo>
                      <a:pt x="32" y="311"/>
                    </a:lnTo>
                    <a:lnTo>
                      <a:pt x="40" y="263"/>
                    </a:lnTo>
                    <a:lnTo>
                      <a:pt x="40" y="223"/>
                    </a:lnTo>
                    <a:lnTo>
                      <a:pt x="48" y="192"/>
                    </a:lnTo>
                    <a:lnTo>
                      <a:pt x="56" y="152"/>
                    </a:lnTo>
                    <a:lnTo>
                      <a:pt x="56" y="120"/>
                    </a:lnTo>
                    <a:lnTo>
                      <a:pt x="64" y="96"/>
                    </a:lnTo>
                    <a:lnTo>
                      <a:pt x="64" y="72"/>
                    </a:lnTo>
                    <a:lnTo>
                      <a:pt x="72" y="48"/>
                    </a:lnTo>
                    <a:lnTo>
                      <a:pt x="80" y="32"/>
                    </a:lnTo>
                    <a:lnTo>
                      <a:pt x="80" y="16"/>
                    </a:lnTo>
                    <a:lnTo>
                      <a:pt x="88" y="8"/>
                    </a:lnTo>
                    <a:lnTo>
                      <a:pt x="96" y="0"/>
                    </a:lnTo>
                    <a:lnTo>
                      <a:pt x="104" y="8"/>
                    </a:lnTo>
                    <a:lnTo>
                      <a:pt x="104" y="16"/>
                    </a:lnTo>
                    <a:lnTo>
                      <a:pt x="112" y="24"/>
                    </a:lnTo>
                    <a:lnTo>
                      <a:pt x="112" y="40"/>
                    </a:lnTo>
                    <a:lnTo>
                      <a:pt x="120" y="56"/>
                    </a:lnTo>
                    <a:lnTo>
                      <a:pt x="128" y="80"/>
                    </a:lnTo>
                    <a:lnTo>
                      <a:pt x="128" y="104"/>
                    </a:lnTo>
                    <a:lnTo>
                      <a:pt x="136" y="136"/>
                    </a:lnTo>
                    <a:lnTo>
                      <a:pt x="136" y="168"/>
                    </a:lnTo>
                    <a:lnTo>
                      <a:pt x="144" y="200"/>
                    </a:lnTo>
                    <a:lnTo>
                      <a:pt x="152" y="239"/>
                    </a:lnTo>
                    <a:lnTo>
                      <a:pt x="152" y="279"/>
                    </a:lnTo>
                    <a:lnTo>
                      <a:pt x="160" y="319"/>
                    </a:lnTo>
                    <a:lnTo>
                      <a:pt x="160" y="367"/>
                    </a:lnTo>
                    <a:lnTo>
                      <a:pt x="168" y="415"/>
                    </a:lnTo>
                    <a:lnTo>
                      <a:pt x="176" y="463"/>
                    </a:lnTo>
                    <a:lnTo>
                      <a:pt x="176" y="511"/>
                    </a:lnTo>
                    <a:lnTo>
                      <a:pt x="184" y="567"/>
                    </a:lnTo>
                    <a:lnTo>
                      <a:pt x="184" y="615"/>
                    </a:lnTo>
                    <a:lnTo>
                      <a:pt x="192" y="671"/>
                    </a:lnTo>
                    <a:lnTo>
                      <a:pt x="192" y="727"/>
                    </a:lnTo>
                    <a:lnTo>
                      <a:pt x="200" y="775"/>
                    </a:lnTo>
                    <a:lnTo>
                      <a:pt x="208" y="831"/>
                    </a:lnTo>
                    <a:lnTo>
                      <a:pt x="208" y="879"/>
                    </a:lnTo>
                    <a:lnTo>
                      <a:pt x="216" y="935"/>
                    </a:lnTo>
                    <a:lnTo>
                      <a:pt x="216" y="983"/>
                    </a:lnTo>
                    <a:lnTo>
                      <a:pt x="224" y="1031"/>
                    </a:lnTo>
                    <a:lnTo>
                      <a:pt x="232" y="1079"/>
                    </a:lnTo>
                    <a:lnTo>
                      <a:pt x="232" y="1119"/>
                    </a:lnTo>
                    <a:lnTo>
                      <a:pt x="240" y="1167"/>
                    </a:lnTo>
                    <a:lnTo>
                      <a:pt x="240" y="1199"/>
                    </a:lnTo>
                    <a:lnTo>
                      <a:pt x="248" y="1239"/>
                    </a:lnTo>
                    <a:lnTo>
                      <a:pt x="256" y="1271"/>
                    </a:lnTo>
                    <a:lnTo>
                      <a:pt x="256" y="1303"/>
                    </a:lnTo>
                    <a:lnTo>
                      <a:pt x="264" y="1327"/>
                    </a:lnTo>
                    <a:lnTo>
                      <a:pt x="264" y="1351"/>
                    </a:lnTo>
                    <a:lnTo>
                      <a:pt x="272" y="1374"/>
                    </a:lnTo>
                    <a:lnTo>
                      <a:pt x="280" y="1390"/>
                    </a:lnTo>
                    <a:lnTo>
                      <a:pt x="280" y="1398"/>
                    </a:lnTo>
                    <a:lnTo>
                      <a:pt x="296" y="1414"/>
                    </a:lnTo>
                    <a:lnTo>
                      <a:pt x="296" y="1414"/>
                    </a:lnTo>
                    <a:lnTo>
                      <a:pt x="304" y="1406"/>
                    </a:lnTo>
                    <a:lnTo>
                      <a:pt x="304" y="1398"/>
                    </a:lnTo>
                    <a:lnTo>
                      <a:pt x="312" y="1390"/>
                    </a:lnTo>
                    <a:lnTo>
                      <a:pt x="312" y="1374"/>
                    </a:lnTo>
                    <a:lnTo>
                      <a:pt x="320" y="1351"/>
                    </a:lnTo>
                    <a:lnTo>
                      <a:pt x="328" y="1327"/>
                    </a:lnTo>
                    <a:lnTo>
                      <a:pt x="328" y="1303"/>
                    </a:lnTo>
                    <a:lnTo>
                      <a:pt x="336" y="1271"/>
                    </a:lnTo>
                    <a:lnTo>
                      <a:pt x="336" y="1239"/>
                    </a:lnTo>
                    <a:lnTo>
                      <a:pt x="344" y="1199"/>
                    </a:lnTo>
                    <a:lnTo>
                      <a:pt x="352" y="1167"/>
                    </a:lnTo>
                    <a:lnTo>
                      <a:pt x="352" y="1119"/>
                    </a:lnTo>
                    <a:lnTo>
                      <a:pt x="360" y="1079"/>
                    </a:lnTo>
                    <a:lnTo>
                      <a:pt x="360" y="1031"/>
                    </a:lnTo>
                    <a:lnTo>
                      <a:pt x="368" y="983"/>
                    </a:lnTo>
                    <a:lnTo>
                      <a:pt x="376" y="935"/>
                    </a:lnTo>
                    <a:lnTo>
                      <a:pt x="376" y="879"/>
                    </a:lnTo>
                    <a:lnTo>
                      <a:pt x="384" y="831"/>
                    </a:lnTo>
                    <a:lnTo>
                      <a:pt x="384" y="775"/>
                    </a:lnTo>
                    <a:lnTo>
                      <a:pt x="392" y="727"/>
                    </a:lnTo>
                    <a:lnTo>
                      <a:pt x="392" y="671"/>
                    </a:lnTo>
                    <a:lnTo>
                      <a:pt x="400" y="615"/>
                    </a:lnTo>
                    <a:lnTo>
                      <a:pt x="408" y="567"/>
                    </a:lnTo>
                    <a:lnTo>
                      <a:pt x="408" y="511"/>
                    </a:lnTo>
                    <a:lnTo>
                      <a:pt x="416" y="463"/>
                    </a:lnTo>
                    <a:lnTo>
                      <a:pt x="416" y="415"/>
                    </a:lnTo>
                    <a:lnTo>
                      <a:pt x="424" y="367"/>
                    </a:lnTo>
                    <a:lnTo>
                      <a:pt x="432" y="319"/>
                    </a:lnTo>
                    <a:lnTo>
                      <a:pt x="432" y="279"/>
                    </a:lnTo>
                    <a:lnTo>
                      <a:pt x="440" y="239"/>
                    </a:lnTo>
                    <a:lnTo>
                      <a:pt x="440" y="200"/>
                    </a:lnTo>
                    <a:lnTo>
                      <a:pt x="448" y="168"/>
                    </a:lnTo>
                    <a:lnTo>
                      <a:pt x="456" y="136"/>
                    </a:lnTo>
                    <a:lnTo>
                      <a:pt x="456" y="104"/>
                    </a:lnTo>
                    <a:lnTo>
                      <a:pt x="464" y="80"/>
                    </a:lnTo>
                    <a:lnTo>
                      <a:pt x="464" y="56"/>
                    </a:lnTo>
                    <a:lnTo>
                      <a:pt x="472" y="40"/>
                    </a:lnTo>
                    <a:lnTo>
                      <a:pt x="480" y="24"/>
                    </a:lnTo>
                    <a:lnTo>
                      <a:pt x="480" y="16"/>
                    </a:lnTo>
                    <a:lnTo>
                      <a:pt x="488" y="8"/>
                    </a:lnTo>
                    <a:lnTo>
                      <a:pt x="488" y="0"/>
                    </a:lnTo>
                    <a:lnTo>
                      <a:pt x="496" y="8"/>
                    </a:lnTo>
                    <a:lnTo>
                      <a:pt x="504" y="16"/>
                    </a:lnTo>
                    <a:lnTo>
                      <a:pt x="512" y="32"/>
                    </a:lnTo>
                    <a:lnTo>
                      <a:pt x="512" y="48"/>
                    </a:lnTo>
                    <a:lnTo>
                      <a:pt x="520" y="72"/>
                    </a:lnTo>
                    <a:lnTo>
                      <a:pt x="528" y="96"/>
                    </a:lnTo>
                    <a:lnTo>
                      <a:pt x="528" y="120"/>
                    </a:lnTo>
                    <a:lnTo>
                      <a:pt x="536" y="152"/>
                    </a:lnTo>
                    <a:lnTo>
                      <a:pt x="536" y="192"/>
                    </a:lnTo>
                    <a:lnTo>
                      <a:pt x="544" y="223"/>
                    </a:lnTo>
                    <a:lnTo>
                      <a:pt x="552" y="263"/>
                    </a:lnTo>
                    <a:lnTo>
                      <a:pt x="552" y="311"/>
                    </a:lnTo>
                    <a:lnTo>
                      <a:pt x="560" y="351"/>
                    </a:lnTo>
                    <a:lnTo>
                      <a:pt x="560" y="399"/>
                    </a:lnTo>
                    <a:lnTo>
                      <a:pt x="568" y="447"/>
                    </a:lnTo>
                    <a:lnTo>
                      <a:pt x="568" y="495"/>
                    </a:lnTo>
                    <a:lnTo>
                      <a:pt x="576" y="551"/>
                    </a:lnTo>
                    <a:lnTo>
                      <a:pt x="584" y="599"/>
                    </a:lnTo>
                    <a:lnTo>
                      <a:pt x="584" y="655"/>
                    </a:lnTo>
                    <a:lnTo>
                      <a:pt x="592" y="703"/>
                    </a:lnTo>
                    <a:lnTo>
                      <a:pt x="592" y="759"/>
                    </a:lnTo>
                    <a:lnTo>
                      <a:pt x="600" y="815"/>
                    </a:lnTo>
                    <a:lnTo>
                      <a:pt x="608" y="863"/>
                    </a:lnTo>
                    <a:lnTo>
                      <a:pt x="608" y="919"/>
                    </a:lnTo>
                    <a:lnTo>
                      <a:pt x="616" y="967"/>
                    </a:lnTo>
                    <a:lnTo>
                      <a:pt x="616" y="1015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16" name="Freeform 52"/>
              <p:cNvSpPr>
                <a:spLocks/>
              </p:cNvSpPr>
              <p:nvPr/>
            </p:nvSpPr>
            <p:spPr bwMode="auto">
              <a:xfrm>
                <a:off x="1228" y="1358"/>
                <a:ext cx="625" cy="1414"/>
              </a:xfrm>
              <a:custGeom>
                <a:avLst/>
                <a:gdLst/>
                <a:ahLst/>
                <a:cxnLst>
                  <a:cxn ang="0">
                    <a:pos x="16" y="1103"/>
                  </a:cxn>
                  <a:cxn ang="0">
                    <a:pos x="24" y="1223"/>
                  </a:cxn>
                  <a:cxn ang="0">
                    <a:pos x="40" y="1319"/>
                  </a:cxn>
                  <a:cxn ang="0">
                    <a:pos x="56" y="1382"/>
                  </a:cxn>
                  <a:cxn ang="0">
                    <a:pos x="80" y="1406"/>
                  </a:cxn>
                  <a:cxn ang="0">
                    <a:pos x="96" y="1374"/>
                  </a:cxn>
                  <a:cxn ang="0">
                    <a:pos x="112" y="1311"/>
                  </a:cxn>
                  <a:cxn ang="0">
                    <a:pos x="121" y="1215"/>
                  </a:cxn>
                  <a:cxn ang="0">
                    <a:pos x="137" y="1095"/>
                  </a:cxn>
                  <a:cxn ang="0">
                    <a:pos x="153" y="951"/>
                  </a:cxn>
                  <a:cxn ang="0">
                    <a:pos x="169" y="799"/>
                  </a:cxn>
                  <a:cxn ang="0">
                    <a:pos x="177" y="639"/>
                  </a:cxn>
                  <a:cxn ang="0">
                    <a:pos x="193" y="479"/>
                  </a:cxn>
                  <a:cxn ang="0">
                    <a:pos x="209" y="335"/>
                  </a:cxn>
                  <a:cxn ang="0">
                    <a:pos x="225" y="216"/>
                  </a:cxn>
                  <a:cxn ang="0">
                    <a:pos x="241" y="112"/>
                  </a:cxn>
                  <a:cxn ang="0">
                    <a:pos x="249" y="40"/>
                  </a:cxn>
                  <a:cxn ang="0">
                    <a:pos x="265" y="8"/>
                  </a:cxn>
                  <a:cxn ang="0">
                    <a:pos x="289" y="16"/>
                  </a:cxn>
                  <a:cxn ang="0">
                    <a:pos x="297" y="64"/>
                  </a:cxn>
                  <a:cxn ang="0">
                    <a:pos x="313" y="144"/>
                  </a:cxn>
                  <a:cxn ang="0">
                    <a:pos x="329" y="247"/>
                  </a:cxn>
                  <a:cxn ang="0">
                    <a:pos x="345" y="383"/>
                  </a:cxn>
                  <a:cxn ang="0">
                    <a:pos x="353" y="535"/>
                  </a:cxn>
                  <a:cxn ang="0">
                    <a:pos x="369" y="687"/>
                  </a:cxn>
                  <a:cxn ang="0">
                    <a:pos x="385" y="847"/>
                  </a:cxn>
                  <a:cxn ang="0">
                    <a:pos x="401" y="999"/>
                  </a:cxn>
                  <a:cxn ang="0">
                    <a:pos x="417" y="1135"/>
                  </a:cxn>
                  <a:cxn ang="0">
                    <a:pos x="425" y="1247"/>
                  </a:cxn>
                  <a:cxn ang="0">
                    <a:pos x="441" y="1335"/>
                  </a:cxn>
                  <a:cxn ang="0">
                    <a:pos x="457" y="1390"/>
                  </a:cxn>
                  <a:cxn ang="0">
                    <a:pos x="481" y="1406"/>
                  </a:cxn>
                  <a:cxn ang="0">
                    <a:pos x="489" y="1398"/>
                  </a:cxn>
                  <a:cxn ang="0">
                    <a:pos x="497" y="1343"/>
                  </a:cxn>
                  <a:cxn ang="0">
                    <a:pos x="513" y="1263"/>
                  </a:cxn>
                  <a:cxn ang="0">
                    <a:pos x="529" y="1151"/>
                  </a:cxn>
                  <a:cxn ang="0">
                    <a:pos x="545" y="1015"/>
                  </a:cxn>
                  <a:cxn ang="0">
                    <a:pos x="553" y="863"/>
                  </a:cxn>
                  <a:cxn ang="0">
                    <a:pos x="569" y="711"/>
                  </a:cxn>
                  <a:cxn ang="0">
                    <a:pos x="585" y="551"/>
                  </a:cxn>
                  <a:cxn ang="0">
                    <a:pos x="601" y="399"/>
                  </a:cxn>
                  <a:cxn ang="0">
                    <a:pos x="617" y="263"/>
                  </a:cxn>
                </a:cxnLst>
                <a:rect l="0" t="0" r="r" b="b"/>
                <a:pathLst>
                  <a:path w="625" h="1414">
                    <a:moveTo>
                      <a:pt x="0" y="1015"/>
                    </a:moveTo>
                    <a:lnTo>
                      <a:pt x="8" y="1063"/>
                    </a:lnTo>
                    <a:lnTo>
                      <a:pt x="16" y="1103"/>
                    </a:lnTo>
                    <a:lnTo>
                      <a:pt x="16" y="1151"/>
                    </a:lnTo>
                    <a:lnTo>
                      <a:pt x="24" y="1191"/>
                    </a:lnTo>
                    <a:lnTo>
                      <a:pt x="24" y="1223"/>
                    </a:lnTo>
                    <a:lnTo>
                      <a:pt x="32" y="1263"/>
                    </a:lnTo>
                    <a:lnTo>
                      <a:pt x="40" y="1295"/>
                    </a:lnTo>
                    <a:lnTo>
                      <a:pt x="40" y="1319"/>
                    </a:lnTo>
                    <a:lnTo>
                      <a:pt x="48" y="1343"/>
                    </a:lnTo>
                    <a:lnTo>
                      <a:pt x="48" y="1367"/>
                    </a:lnTo>
                    <a:lnTo>
                      <a:pt x="56" y="1382"/>
                    </a:lnTo>
                    <a:lnTo>
                      <a:pt x="72" y="1406"/>
                    </a:lnTo>
                    <a:lnTo>
                      <a:pt x="72" y="1414"/>
                    </a:lnTo>
                    <a:lnTo>
                      <a:pt x="80" y="1406"/>
                    </a:lnTo>
                    <a:lnTo>
                      <a:pt x="88" y="1398"/>
                    </a:lnTo>
                    <a:lnTo>
                      <a:pt x="88" y="1390"/>
                    </a:lnTo>
                    <a:lnTo>
                      <a:pt x="96" y="1374"/>
                    </a:lnTo>
                    <a:lnTo>
                      <a:pt x="96" y="1359"/>
                    </a:lnTo>
                    <a:lnTo>
                      <a:pt x="104" y="1335"/>
                    </a:lnTo>
                    <a:lnTo>
                      <a:pt x="112" y="1311"/>
                    </a:lnTo>
                    <a:lnTo>
                      <a:pt x="112" y="1279"/>
                    </a:lnTo>
                    <a:lnTo>
                      <a:pt x="121" y="1247"/>
                    </a:lnTo>
                    <a:lnTo>
                      <a:pt x="121" y="1215"/>
                    </a:lnTo>
                    <a:lnTo>
                      <a:pt x="129" y="1175"/>
                    </a:lnTo>
                    <a:lnTo>
                      <a:pt x="137" y="1135"/>
                    </a:lnTo>
                    <a:lnTo>
                      <a:pt x="137" y="1095"/>
                    </a:lnTo>
                    <a:lnTo>
                      <a:pt x="145" y="1047"/>
                    </a:lnTo>
                    <a:lnTo>
                      <a:pt x="145" y="999"/>
                    </a:lnTo>
                    <a:lnTo>
                      <a:pt x="153" y="951"/>
                    </a:lnTo>
                    <a:lnTo>
                      <a:pt x="153" y="903"/>
                    </a:lnTo>
                    <a:lnTo>
                      <a:pt x="161" y="847"/>
                    </a:lnTo>
                    <a:lnTo>
                      <a:pt x="169" y="799"/>
                    </a:lnTo>
                    <a:lnTo>
                      <a:pt x="169" y="743"/>
                    </a:lnTo>
                    <a:lnTo>
                      <a:pt x="177" y="687"/>
                    </a:lnTo>
                    <a:lnTo>
                      <a:pt x="177" y="639"/>
                    </a:lnTo>
                    <a:lnTo>
                      <a:pt x="185" y="583"/>
                    </a:lnTo>
                    <a:lnTo>
                      <a:pt x="193" y="535"/>
                    </a:lnTo>
                    <a:lnTo>
                      <a:pt x="193" y="479"/>
                    </a:lnTo>
                    <a:lnTo>
                      <a:pt x="201" y="431"/>
                    </a:lnTo>
                    <a:lnTo>
                      <a:pt x="201" y="383"/>
                    </a:lnTo>
                    <a:lnTo>
                      <a:pt x="209" y="335"/>
                    </a:lnTo>
                    <a:lnTo>
                      <a:pt x="217" y="295"/>
                    </a:lnTo>
                    <a:lnTo>
                      <a:pt x="217" y="247"/>
                    </a:lnTo>
                    <a:lnTo>
                      <a:pt x="225" y="216"/>
                    </a:lnTo>
                    <a:lnTo>
                      <a:pt x="225" y="176"/>
                    </a:lnTo>
                    <a:lnTo>
                      <a:pt x="233" y="144"/>
                    </a:lnTo>
                    <a:lnTo>
                      <a:pt x="241" y="112"/>
                    </a:lnTo>
                    <a:lnTo>
                      <a:pt x="241" y="88"/>
                    </a:lnTo>
                    <a:lnTo>
                      <a:pt x="249" y="64"/>
                    </a:lnTo>
                    <a:lnTo>
                      <a:pt x="249" y="40"/>
                    </a:lnTo>
                    <a:lnTo>
                      <a:pt x="257" y="24"/>
                    </a:lnTo>
                    <a:lnTo>
                      <a:pt x="265" y="16"/>
                    </a:lnTo>
                    <a:lnTo>
                      <a:pt x="265" y="8"/>
                    </a:lnTo>
                    <a:lnTo>
                      <a:pt x="273" y="0"/>
                    </a:lnTo>
                    <a:lnTo>
                      <a:pt x="281" y="8"/>
                    </a:lnTo>
                    <a:lnTo>
                      <a:pt x="289" y="16"/>
                    </a:lnTo>
                    <a:lnTo>
                      <a:pt x="289" y="24"/>
                    </a:lnTo>
                    <a:lnTo>
                      <a:pt x="297" y="40"/>
                    </a:lnTo>
                    <a:lnTo>
                      <a:pt x="297" y="64"/>
                    </a:lnTo>
                    <a:lnTo>
                      <a:pt x="305" y="88"/>
                    </a:lnTo>
                    <a:lnTo>
                      <a:pt x="313" y="112"/>
                    </a:lnTo>
                    <a:lnTo>
                      <a:pt x="313" y="144"/>
                    </a:lnTo>
                    <a:lnTo>
                      <a:pt x="321" y="176"/>
                    </a:lnTo>
                    <a:lnTo>
                      <a:pt x="321" y="216"/>
                    </a:lnTo>
                    <a:lnTo>
                      <a:pt x="329" y="247"/>
                    </a:lnTo>
                    <a:lnTo>
                      <a:pt x="337" y="295"/>
                    </a:lnTo>
                    <a:lnTo>
                      <a:pt x="337" y="335"/>
                    </a:lnTo>
                    <a:lnTo>
                      <a:pt x="345" y="383"/>
                    </a:lnTo>
                    <a:lnTo>
                      <a:pt x="345" y="431"/>
                    </a:lnTo>
                    <a:lnTo>
                      <a:pt x="353" y="479"/>
                    </a:lnTo>
                    <a:lnTo>
                      <a:pt x="353" y="535"/>
                    </a:lnTo>
                    <a:lnTo>
                      <a:pt x="361" y="583"/>
                    </a:lnTo>
                    <a:lnTo>
                      <a:pt x="369" y="639"/>
                    </a:lnTo>
                    <a:lnTo>
                      <a:pt x="369" y="687"/>
                    </a:lnTo>
                    <a:lnTo>
                      <a:pt x="377" y="743"/>
                    </a:lnTo>
                    <a:lnTo>
                      <a:pt x="377" y="799"/>
                    </a:lnTo>
                    <a:lnTo>
                      <a:pt x="385" y="847"/>
                    </a:lnTo>
                    <a:lnTo>
                      <a:pt x="393" y="903"/>
                    </a:lnTo>
                    <a:lnTo>
                      <a:pt x="393" y="951"/>
                    </a:lnTo>
                    <a:lnTo>
                      <a:pt x="401" y="999"/>
                    </a:lnTo>
                    <a:lnTo>
                      <a:pt x="401" y="1047"/>
                    </a:lnTo>
                    <a:lnTo>
                      <a:pt x="409" y="1095"/>
                    </a:lnTo>
                    <a:lnTo>
                      <a:pt x="417" y="1135"/>
                    </a:lnTo>
                    <a:lnTo>
                      <a:pt x="417" y="1175"/>
                    </a:lnTo>
                    <a:lnTo>
                      <a:pt x="425" y="1215"/>
                    </a:lnTo>
                    <a:lnTo>
                      <a:pt x="425" y="1247"/>
                    </a:lnTo>
                    <a:lnTo>
                      <a:pt x="433" y="1279"/>
                    </a:lnTo>
                    <a:lnTo>
                      <a:pt x="441" y="1311"/>
                    </a:lnTo>
                    <a:lnTo>
                      <a:pt x="441" y="1335"/>
                    </a:lnTo>
                    <a:lnTo>
                      <a:pt x="449" y="1359"/>
                    </a:lnTo>
                    <a:lnTo>
                      <a:pt x="449" y="1374"/>
                    </a:lnTo>
                    <a:lnTo>
                      <a:pt x="457" y="1390"/>
                    </a:lnTo>
                    <a:lnTo>
                      <a:pt x="465" y="1398"/>
                    </a:lnTo>
                    <a:lnTo>
                      <a:pt x="465" y="1406"/>
                    </a:lnTo>
                    <a:lnTo>
                      <a:pt x="481" y="1406"/>
                    </a:lnTo>
                    <a:lnTo>
                      <a:pt x="473" y="1406"/>
                    </a:lnTo>
                    <a:lnTo>
                      <a:pt x="481" y="1406"/>
                    </a:lnTo>
                    <a:lnTo>
                      <a:pt x="489" y="1398"/>
                    </a:lnTo>
                    <a:lnTo>
                      <a:pt x="489" y="1382"/>
                    </a:lnTo>
                    <a:lnTo>
                      <a:pt x="497" y="1367"/>
                    </a:lnTo>
                    <a:lnTo>
                      <a:pt x="497" y="1343"/>
                    </a:lnTo>
                    <a:lnTo>
                      <a:pt x="505" y="1319"/>
                    </a:lnTo>
                    <a:lnTo>
                      <a:pt x="513" y="1295"/>
                    </a:lnTo>
                    <a:lnTo>
                      <a:pt x="513" y="1263"/>
                    </a:lnTo>
                    <a:lnTo>
                      <a:pt x="521" y="1223"/>
                    </a:lnTo>
                    <a:lnTo>
                      <a:pt x="521" y="1191"/>
                    </a:lnTo>
                    <a:lnTo>
                      <a:pt x="529" y="1151"/>
                    </a:lnTo>
                    <a:lnTo>
                      <a:pt x="529" y="1103"/>
                    </a:lnTo>
                    <a:lnTo>
                      <a:pt x="537" y="1063"/>
                    </a:lnTo>
                    <a:lnTo>
                      <a:pt x="545" y="1015"/>
                    </a:lnTo>
                    <a:lnTo>
                      <a:pt x="545" y="967"/>
                    </a:lnTo>
                    <a:lnTo>
                      <a:pt x="553" y="919"/>
                    </a:lnTo>
                    <a:lnTo>
                      <a:pt x="553" y="863"/>
                    </a:lnTo>
                    <a:lnTo>
                      <a:pt x="561" y="815"/>
                    </a:lnTo>
                    <a:lnTo>
                      <a:pt x="569" y="759"/>
                    </a:lnTo>
                    <a:lnTo>
                      <a:pt x="569" y="711"/>
                    </a:lnTo>
                    <a:lnTo>
                      <a:pt x="577" y="655"/>
                    </a:lnTo>
                    <a:lnTo>
                      <a:pt x="577" y="599"/>
                    </a:lnTo>
                    <a:lnTo>
                      <a:pt x="585" y="551"/>
                    </a:lnTo>
                    <a:lnTo>
                      <a:pt x="593" y="495"/>
                    </a:lnTo>
                    <a:lnTo>
                      <a:pt x="593" y="447"/>
                    </a:lnTo>
                    <a:lnTo>
                      <a:pt x="601" y="399"/>
                    </a:lnTo>
                    <a:lnTo>
                      <a:pt x="601" y="351"/>
                    </a:lnTo>
                    <a:lnTo>
                      <a:pt x="609" y="311"/>
                    </a:lnTo>
                    <a:lnTo>
                      <a:pt x="617" y="263"/>
                    </a:lnTo>
                    <a:lnTo>
                      <a:pt x="617" y="223"/>
                    </a:lnTo>
                    <a:lnTo>
                      <a:pt x="625" y="192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17" name="Freeform 53"/>
              <p:cNvSpPr>
                <a:spLocks/>
              </p:cNvSpPr>
              <p:nvPr/>
            </p:nvSpPr>
            <p:spPr bwMode="auto">
              <a:xfrm>
                <a:off x="1853" y="1358"/>
                <a:ext cx="617" cy="1414"/>
              </a:xfrm>
              <a:custGeom>
                <a:avLst/>
                <a:gdLst/>
                <a:ahLst/>
                <a:cxnLst>
                  <a:cxn ang="0">
                    <a:pos x="8" y="120"/>
                  </a:cxn>
                  <a:cxn ang="0">
                    <a:pos x="24" y="48"/>
                  </a:cxn>
                  <a:cxn ang="0">
                    <a:pos x="40" y="8"/>
                  </a:cxn>
                  <a:cxn ang="0">
                    <a:pos x="56" y="16"/>
                  </a:cxn>
                  <a:cxn ang="0">
                    <a:pos x="72" y="56"/>
                  </a:cxn>
                  <a:cxn ang="0">
                    <a:pos x="88" y="136"/>
                  </a:cxn>
                  <a:cxn ang="0">
                    <a:pos x="96" y="239"/>
                  </a:cxn>
                  <a:cxn ang="0">
                    <a:pos x="112" y="367"/>
                  </a:cxn>
                  <a:cxn ang="0">
                    <a:pos x="128" y="511"/>
                  </a:cxn>
                  <a:cxn ang="0">
                    <a:pos x="144" y="671"/>
                  </a:cxn>
                  <a:cxn ang="0">
                    <a:pos x="152" y="831"/>
                  </a:cxn>
                  <a:cxn ang="0">
                    <a:pos x="168" y="983"/>
                  </a:cxn>
                  <a:cxn ang="0">
                    <a:pos x="184" y="1119"/>
                  </a:cxn>
                  <a:cxn ang="0">
                    <a:pos x="200" y="1239"/>
                  </a:cxn>
                  <a:cxn ang="0">
                    <a:pos x="216" y="1327"/>
                  </a:cxn>
                  <a:cxn ang="0">
                    <a:pos x="224" y="1390"/>
                  </a:cxn>
                  <a:cxn ang="0">
                    <a:pos x="240" y="1414"/>
                  </a:cxn>
                  <a:cxn ang="0">
                    <a:pos x="264" y="1390"/>
                  </a:cxn>
                  <a:cxn ang="0">
                    <a:pos x="272" y="1327"/>
                  </a:cxn>
                  <a:cxn ang="0">
                    <a:pos x="288" y="1239"/>
                  </a:cxn>
                  <a:cxn ang="0">
                    <a:pos x="304" y="1119"/>
                  </a:cxn>
                  <a:cxn ang="0">
                    <a:pos x="320" y="983"/>
                  </a:cxn>
                  <a:cxn ang="0">
                    <a:pos x="328" y="831"/>
                  </a:cxn>
                  <a:cxn ang="0">
                    <a:pos x="344" y="671"/>
                  </a:cxn>
                  <a:cxn ang="0">
                    <a:pos x="360" y="511"/>
                  </a:cxn>
                  <a:cxn ang="0">
                    <a:pos x="376" y="367"/>
                  </a:cxn>
                  <a:cxn ang="0">
                    <a:pos x="392" y="239"/>
                  </a:cxn>
                  <a:cxn ang="0">
                    <a:pos x="400" y="136"/>
                  </a:cxn>
                  <a:cxn ang="0">
                    <a:pos x="416" y="56"/>
                  </a:cxn>
                  <a:cxn ang="0">
                    <a:pos x="432" y="16"/>
                  </a:cxn>
                  <a:cxn ang="0">
                    <a:pos x="448" y="8"/>
                  </a:cxn>
                  <a:cxn ang="0">
                    <a:pos x="464" y="48"/>
                  </a:cxn>
                  <a:cxn ang="0">
                    <a:pos x="480" y="120"/>
                  </a:cxn>
                  <a:cxn ang="0">
                    <a:pos x="496" y="223"/>
                  </a:cxn>
                  <a:cxn ang="0">
                    <a:pos x="504" y="351"/>
                  </a:cxn>
                  <a:cxn ang="0">
                    <a:pos x="521" y="495"/>
                  </a:cxn>
                  <a:cxn ang="0">
                    <a:pos x="537" y="655"/>
                  </a:cxn>
                  <a:cxn ang="0">
                    <a:pos x="553" y="815"/>
                  </a:cxn>
                  <a:cxn ang="0">
                    <a:pos x="569" y="967"/>
                  </a:cxn>
                  <a:cxn ang="0">
                    <a:pos x="577" y="1103"/>
                  </a:cxn>
                  <a:cxn ang="0">
                    <a:pos x="593" y="1223"/>
                  </a:cxn>
                  <a:cxn ang="0">
                    <a:pos x="609" y="1319"/>
                  </a:cxn>
                </a:cxnLst>
                <a:rect l="0" t="0" r="r" b="b"/>
                <a:pathLst>
                  <a:path w="617" h="1414">
                    <a:moveTo>
                      <a:pt x="0" y="192"/>
                    </a:moveTo>
                    <a:lnTo>
                      <a:pt x="0" y="152"/>
                    </a:lnTo>
                    <a:lnTo>
                      <a:pt x="8" y="120"/>
                    </a:lnTo>
                    <a:lnTo>
                      <a:pt x="16" y="96"/>
                    </a:lnTo>
                    <a:lnTo>
                      <a:pt x="16" y="72"/>
                    </a:lnTo>
                    <a:lnTo>
                      <a:pt x="24" y="48"/>
                    </a:lnTo>
                    <a:lnTo>
                      <a:pt x="24" y="32"/>
                    </a:lnTo>
                    <a:lnTo>
                      <a:pt x="32" y="16"/>
                    </a:lnTo>
                    <a:lnTo>
                      <a:pt x="40" y="8"/>
                    </a:lnTo>
                    <a:lnTo>
                      <a:pt x="48" y="0"/>
                    </a:lnTo>
                    <a:lnTo>
                      <a:pt x="48" y="8"/>
                    </a:lnTo>
                    <a:lnTo>
                      <a:pt x="56" y="16"/>
                    </a:lnTo>
                    <a:lnTo>
                      <a:pt x="64" y="24"/>
                    </a:lnTo>
                    <a:lnTo>
                      <a:pt x="64" y="40"/>
                    </a:lnTo>
                    <a:lnTo>
                      <a:pt x="72" y="56"/>
                    </a:lnTo>
                    <a:lnTo>
                      <a:pt x="72" y="80"/>
                    </a:lnTo>
                    <a:lnTo>
                      <a:pt x="80" y="104"/>
                    </a:lnTo>
                    <a:lnTo>
                      <a:pt x="88" y="136"/>
                    </a:lnTo>
                    <a:lnTo>
                      <a:pt x="88" y="168"/>
                    </a:lnTo>
                    <a:lnTo>
                      <a:pt x="96" y="200"/>
                    </a:lnTo>
                    <a:lnTo>
                      <a:pt x="96" y="239"/>
                    </a:lnTo>
                    <a:lnTo>
                      <a:pt x="104" y="279"/>
                    </a:lnTo>
                    <a:lnTo>
                      <a:pt x="104" y="319"/>
                    </a:lnTo>
                    <a:lnTo>
                      <a:pt x="112" y="367"/>
                    </a:lnTo>
                    <a:lnTo>
                      <a:pt x="120" y="415"/>
                    </a:lnTo>
                    <a:lnTo>
                      <a:pt x="120" y="463"/>
                    </a:lnTo>
                    <a:lnTo>
                      <a:pt x="128" y="511"/>
                    </a:lnTo>
                    <a:lnTo>
                      <a:pt x="128" y="567"/>
                    </a:lnTo>
                    <a:lnTo>
                      <a:pt x="136" y="615"/>
                    </a:lnTo>
                    <a:lnTo>
                      <a:pt x="144" y="671"/>
                    </a:lnTo>
                    <a:lnTo>
                      <a:pt x="144" y="727"/>
                    </a:lnTo>
                    <a:lnTo>
                      <a:pt x="152" y="775"/>
                    </a:lnTo>
                    <a:lnTo>
                      <a:pt x="152" y="831"/>
                    </a:lnTo>
                    <a:lnTo>
                      <a:pt x="160" y="879"/>
                    </a:lnTo>
                    <a:lnTo>
                      <a:pt x="168" y="935"/>
                    </a:lnTo>
                    <a:lnTo>
                      <a:pt x="168" y="983"/>
                    </a:lnTo>
                    <a:lnTo>
                      <a:pt x="176" y="1031"/>
                    </a:lnTo>
                    <a:lnTo>
                      <a:pt x="176" y="1079"/>
                    </a:lnTo>
                    <a:lnTo>
                      <a:pt x="184" y="1119"/>
                    </a:lnTo>
                    <a:lnTo>
                      <a:pt x="192" y="1167"/>
                    </a:lnTo>
                    <a:lnTo>
                      <a:pt x="192" y="1199"/>
                    </a:lnTo>
                    <a:lnTo>
                      <a:pt x="200" y="1239"/>
                    </a:lnTo>
                    <a:lnTo>
                      <a:pt x="200" y="1271"/>
                    </a:lnTo>
                    <a:lnTo>
                      <a:pt x="208" y="1303"/>
                    </a:lnTo>
                    <a:lnTo>
                      <a:pt x="216" y="1327"/>
                    </a:lnTo>
                    <a:lnTo>
                      <a:pt x="216" y="1351"/>
                    </a:lnTo>
                    <a:lnTo>
                      <a:pt x="224" y="1374"/>
                    </a:lnTo>
                    <a:lnTo>
                      <a:pt x="224" y="1390"/>
                    </a:lnTo>
                    <a:lnTo>
                      <a:pt x="232" y="1398"/>
                    </a:lnTo>
                    <a:lnTo>
                      <a:pt x="248" y="1414"/>
                    </a:lnTo>
                    <a:lnTo>
                      <a:pt x="240" y="1414"/>
                    </a:lnTo>
                    <a:lnTo>
                      <a:pt x="248" y="1406"/>
                    </a:lnTo>
                    <a:lnTo>
                      <a:pt x="256" y="1398"/>
                    </a:lnTo>
                    <a:lnTo>
                      <a:pt x="264" y="1390"/>
                    </a:lnTo>
                    <a:lnTo>
                      <a:pt x="264" y="1374"/>
                    </a:lnTo>
                    <a:lnTo>
                      <a:pt x="272" y="1351"/>
                    </a:lnTo>
                    <a:lnTo>
                      <a:pt x="272" y="1327"/>
                    </a:lnTo>
                    <a:lnTo>
                      <a:pt x="280" y="1303"/>
                    </a:lnTo>
                    <a:lnTo>
                      <a:pt x="280" y="1271"/>
                    </a:lnTo>
                    <a:lnTo>
                      <a:pt x="288" y="1239"/>
                    </a:lnTo>
                    <a:lnTo>
                      <a:pt x="296" y="1199"/>
                    </a:lnTo>
                    <a:lnTo>
                      <a:pt x="296" y="1167"/>
                    </a:lnTo>
                    <a:lnTo>
                      <a:pt x="304" y="1119"/>
                    </a:lnTo>
                    <a:lnTo>
                      <a:pt x="304" y="1079"/>
                    </a:lnTo>
                    <a:lnTo>
                      <a:pt x="312" y="1031"/>
                    </a:lnTo>
                    <a:lnTo>
                      <a:pt x="320" y="983"/>
                    </a:lnTo>
                    <a:lnTo>
                      <a:pt x="320" y="935"/>
                    </a:lnTo>
                    <a:lnTo>
                      <a:pt x="328" y="879"/>
                    </a:lnTo>
                    <a:lnTo>
                      <a:pt x="328" y="831"/>
                    </a:lnTo>
                    <a:lnTo>
                      <a:pt x="336" y="775"/>
                    </a:lnTo>
                    <a:lnTo>
                      <a:pt x="344" y="727"/>
                    </a:lnTo>
                    <a:lnTo>
                      <a:pt x="344" y="671"/>
                    </a:lnTo>
                    <a:lnTo>
                      <a:pt x="352" y="615"/>
                    </a:lnTo>
                    <a:lnTo>
                      <a:pt x="352" y="567"/>
                    </a:lnTo>
                    <a:lnTo>
                      <a:pt x="360" y="511"/>
                    </a:lnTo>
                    <a:lnTo>
                      <a:pt x="368" y="463"/>
                    </a:lnTo>
                    <a:lnTo>
                      <a:pt x="368" y="415"/>
                    </a:lnTo>
                    <a:lnTo>
                      <a:pt x="376" y="367"/>
                    </a:lnTo>
                    <a:lnTo>
                      <a:pt x="376" y="319"/>
                    </a:lnTo>
                    <a:lnTo>
                      <a:pt x="384" y="279"/>
                    </a:lnTo>
                    <a:lnTo>
                      <a:pt x="392" y="239"/>
                    </a:lnTo>
                    <a:lnTo>
                      <a:pt x="392" y="200"/>
                    </a:lnTo>
                    <a:lnTo>
                      <a:pt x="400" y="168"/>
                    </a:lnTo>
                    <a:lnTo>
                      <a:pt x="400" y="136"/>
                    </a:lnTo>
                    <a:lnTo>
                      <a:pt x="408" y="104"/>
                    </a:lnTo>
                    <a:lnTo>
                      <a:pt x="416" y="80"/>
                    </a:lnTo>
                    <a:lnTo>
                      <a:pt x="416" y="56"/>
                    </a:lnTo>
                    <a:lnTo>
                      <a:pt x="424" y="40"/>
                    </a:lnTo>
                    <a:lnTo>
                      <a:pt x="424" y="24"/>
                    </a:lnTo>
                    <a:lnTo>
                      <a:pt x="432" y="16"/>
                    </a:lnTo>
                    <a:lnTo>
                      <a:pt x="440" y="8"/>
                    </a:lnTo>
                    <a:lnTo>
                      <a:pt x="440" y="0"/>
                    </a:lnTo>
                    <a:lnTo>
                      <a:pt x="448" y="8"/>
                    </a:lnTo>
                    <a:lnTo>
                      <a:pt x="456" y="16"/>
                    </a:lnTo>
                    <a:lnTo>
                      <a:pt x="464" y="32"/>
                    </a:lnTo>
                    <a:lnTo>
                      <a:pt x="464" y="48"/>
                    </a:lnTo>
                    <a:lnTo>
                      <a:pt x="472" y="72"/>
                    </a:lnTo>
                    <a:lnTo>
                      <a:pt x="472" y="96"/>
                    </a:lnTo>
                    <a:lnTo>
                      <a:pt x="480" y="120"/>
                    </a:lnTo>
                    <a:lnTo>
                      <a:pt x="480" y="152"/>
                    </a:lnTo>
                    <a:lnTo>
                      <a:pt x="488" y="192"/>
                    </a:lnTo>
                    <a:lnTo>
                      <a:pt x="496" y="223"/>
                    </a:lnTo>
                    <a:lnTo>
                      <a:pt x="496" y="263"/>
                    </a:lnTo>
                    <a:lnTo>
                      <a:pt x="504" y="311"/>
                    </a:lnTo>
                    <a:lnTo>
                      <a:pt x="504" y="351"/>
                    </a:lnTo>
                    <a:lnTo>
                      <a:pt x="512" y="399"/>
                    </a:lnTo>
                    <a:lnTo>
                      <a:pt x="521" y="447"/>
                    </a:lnTo>
                    <a:lnTo>
                      <a:pt x="521" y="495"/>
                    </a:lnTo>
                    <a:lnTo>
                      <a:pt x="529" y="551"/>
                    </a:lnTo>
                    <a:lnTo>
                      <a:pt x="529" y="599"/>
                    </a:lnTo>
                    <a:lnTo>
                      <a:pt x="537" y="655"/>
                    </a:lnTo>
                    <a:lnTo>
                      <a:pt x="545" y="703"/>
                    </a:lnTo>
                    <a:lnTo>
                      <a:pt x="545" y="759"/>
                    </a:lnTo>
                    <a:lnTo>
                      <a:pt x="553" y="815"/>
                    </a:lnTo>
                    <a:lnTo>
                      <a:pt x="553" y="863"/>
                    </a:lnTo>
                    <a:lnTo>
                      <a:pt x="561" y="919"/>
                    </a:lnTo>
                    <a:lnTo>
                      <a:pt x="569" y="967"/>
                    </a:lnTo>
                    <a:lnTo>
                      <a:pt x="569" y="1015"/>
                    </a:lnTo>
                    <a:lnTo>
                      <a:pt x="577" y="1063"/>
                    </a:lnTo>
                    <a:lnTo>
                      <a:pt x="577" y="1103"/>
                    </a:lnTo>
                    <a:lnTo>
                      <a:pt x="585" y="1151"/>
                    </a:lnTo>
                    <a:lnTo>
                      <a:pt x="593" y="1191"/>
                    </a:lnTo>
                    <a:lnTo>
                      <a:pt x="593" y="1223"/>
                    </a:lnTo>
                    <a:lnTo>
                      <a:pt x="601" y="1263"/>
                    </a:lnTo>
                    <a:lnTo>
                      <a:pt x="601" y="1295"/>
                    </a:lnTo>
                    <a:lnTo>
                      <a:pt x="609" y="1319"/>
                    </a:lnTo>
                    <a:lnTo>
                      <a:pt x="617" y="1343"/>
                    </a:lnTo>
                    <a:lnTo>
                      <a:pt x="617" y="1367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18" name="Freeform 54"/>
              <p:cNvSpPr>
                <a:spLocks/>
              </p:cNvSpPr>
              <p:nvPr/>
            </p:nvSpPr>
            <p:spPr bwMode="auto">
              <a:xfrm>
                <a:off x="2470" y="1358"/>
                <a:ext cx="632" cy="1414"/>
              </a:xfrm>
              <a:custGeom>
                <a:avLst/>
                <a:gdLst/>
                <a:ahLst/>
                <a:cxnLst>
                  <a:cxn ang="0">
                    <a:pos x="8" y="1398"/>
                  </a:cxn>
                  <a:cxn ang="0">
                    <a:pos x="32" y="1406"/>
                  </a:cxn>
                  <a:cxn ang="0">
                    <a:pos x="48" y="1374"/>
                  </a:cxn>
                  <a:cxn ang="0">
                    <a:pos x="56" y="1311"/>
                  </a:cxn>
                  <a:cxn ang="0">
                    <a:pos x="72" y="1215"/>
                  </a:cxn>
                  <a:cxn ang="0">
                    <a:pos x="88" y="1095"/>
                  </a:cxn>
                  <a:cxn ang="0">
                    <a:pos x="104" y="951"/>
                  </a:cxn>
                  <a:cxn ang="0">
                    <a:pos x="112" y="799"/>
                  </a:cxn>
                  <a:cxn ang="0">
                    <a:pos x="128" y="639"/>
                  </a:cxn>
                  <a:cxn ang="0">
                    <a:pos x="144" y="479"/>
                  </a:cxn>
                  <a:cxn ang="0">
                    <a:pos x="160" y="335"/>
                  </a:cxn>
                  <a:cxn ang="0">
                    <a:pos x="176" y="216"/>
                  </a:cxn>
                  <a:cxn ang="0">
                    <a:pos x="184" y="112"/>
                  </a:cxn>
                  <a:cxn ang="0">
                    <a:pos x="200" y="40"/>
                  </a:cxn>
                  <a:cxn ang="0">
                    <a:pos x="216" y="8"/>
                  </a:cxn>
                  <a:cxn ang="0">
                    <a:pos x="232" y="16"/>
                  </a:cxn>
                  <a:cxn ang="0">
                    <a:pos x="248" y="64"/>
                  </a:cxn>
                  <a:cxn ang="0">
                    <a:pos x="264" y="144"/>
                  </a:cxn>
                  <a:cxn ang="0">
                    <a:pos x="280" y="247"/>
                  </a:cxn>
                  <a:cxn ang="0">
                    <a:pos x="288" y="383"/>
                  </a:cxn>
                  <a:cxn ang="0">
                    <a:pos x="304" y="535"/>
                  </a:cxn>
                  <a:cxn ang="0">
                    <a:pos x="320" y="687"/>
                  </a:cxn>
                  <a:cxn ang="0">
                    <a:pos x="336" y="847"/>
                  </a:cxn>
                  <a:cxn ang="0">
                    <a:pos x="352" y="999"/>
                  </a:cxn>
                  <a:cxn ang="0">
                    <a:pos x="360" y="1135"/>
                  </a:cxn>
                  <a:cxn ang="0">
                    <a:pos x="376" y="1247"/>
                  </a:cxn>
                  <a:cxn ang="0">
                    <a:pos x="392" y="1335"/>
                  </a:cxn>
                  <a:cxn ang="0">
                    <a:pos x="408" y="1390"/>
                  </a:cxn>
                  <a:cxn ang="0">
                    <a:pos x="432" y="1406"/>
                  </a:cxn>
                  <a:cxn ang="0">
                    <a:pos x="440" y="1367"/>
                  </a:cxn>
                  <a:cxn ang="0">
                    <a:pos x="456" y="1295"/>
                  </a:cxn>
                  <a:cxn ang="0">
                    <a:pos x="472" y="1191"/>
                  </a:cxn>
                  <a:cxn ang="0">
                    <a:pos x="488" y="1063"/>
                  </a:cxn>
                  <a:cxn ang="0">
                    <a:pos x="504" y="919"/>
                  </a:cxn>
                  <a:cxn ang="0">
                    <a:pos x="512" y="759"/>
                  </a:cxn>
                  <a:cxn ang="0">
                    <a:pos x="528" y="599"/>
                  </a:cxn>
                  <a:cxn ang="0">
                    <a:pos x="544" y="447"/>
                  </a:cxn>
                  <a:cxn ang="0">
                    <a:pos x="560" y="311"/>
                  </a:cxn>
                  <a:cxn ang="0">
                    <a:pos x="576" y="192"/>
                  </a:cxn>
                  <a:cxn ang="0">
                    <a:pos x="584" y="96"/>
                  </a:cxn>
                  <a:cxn ang="0">
                    <a:pos x="600" y="32"/>
                  </a:cxn>
                  <a:cxn ang="0">
                    <a:pos x="624" y="8"/>
                  </a:cxn>
                </a:cxnLst>
                <a:rect l="0" t="0" r="r" b="b"/>
                <a:pathLst>
                  <a:path w="632" h="1414">
                    <a:moveTo>
                      <a:pt x="0" y="1367"/>
                    </a:moveTo>
                    <a:lnTo>
                      <a:pt x="8" y="1382"/>
                    </a:lnTo>
                    <a:lnTo>
                      <a:pt x="8" y="1398"/>
                    </a:lnTo>
                    <a:lnTo>
                      <a:pt x="16" y="1406"/>
                    </a:lnTo>
                    <a:lnTo>
                      <a:pt x="24" y="1414"/>
                    </a:lnTo>
                    <a:lnTo>
                      <a:pt x="32" y="1406"/>
                    </a:lnTo>
                    <a:lnTo>
                      <a:pt x="32" y="1398"/>
                    </a:lnTo>
                    <a:lnTo>
                      <a:pt x="40" y="1390"/>
                    </a:lnTo>
                    <a:lnTo>
                      <a:pt x="48" y="1374"/>
                    </a:lnTo>
                    <a:lnTo>
                      <a:pt x="48" y="1359"/>
                    </a:lnTo>
                    <a:lnTo>
                      <a:pt x="56" y="1335"/>
                    </a:lnTo>
                    <a:lnTo>
                      <a:pt x="56" y="1311"/>
                    </a:lnTo>
                    <a:lnTo>
                      <a:pt x="64" y="1279"/>
                    </a:lnTo>
                    <a:lnTo>
                      <a:pt x="64" y="1247"/>
                    </a:lnTo>
                    <a:lnTo>
                      <a:pt x="72" y="1215"/>
                    </a:lnTo>
                    <a:lnTo>
                      <a:pt x="80" y="1175"/>
                    </a:lnTo>
                    <a:lnTo>
                      <a:pt x="80" y="1135"/>
                    </a:lnTo>
                    <a:lnTo>
                      <a:pt x="88" y="1095"/>
                    </a:lnTo>
                    <a:lnTo>
                      <a:pt x="88" y="1047"/>
                    </a:lnTo>
                    <a:lnTo>
                      <a:pt x="96" y="999"/>
                    </a:lnTo>
                    <a:lnTo>
                      <a:pt x="104" y="951"/>
                    </a:lnTo>
                    <a:lnTo>
                      <a:pt x="104" y="903"/>
                    </a:lnTo>
                    <a:lnTo>
                      <a:pt x="112" y="847"/>
                    </a:lnTo>
                    <a:lnTo>
                      <a:pt x="112" y="799"/>
                    </a:lnTo>
                    <a:lnTo>
                      <a:pt x="120" y="743"/>
                    </a:lnTo>
                    <a:lnTo>
                      <a:pt x="128" y="687"/>
                    </a:lnTo>
                    <a:lnTo>
                      <a:pt x="128" y="639"/>
                    </a:lnTo>
                    <a:lnTo>
                      <a:pt x="136" y="583"/>
                    </a:lnTo>
                    <a:lnTo>
                      <a:pt x="136" y="535"/>
                    </a:lnTo>
                    <a:lnTo>
                      <a:pt x="144" y="479"/>
                    </a:lnTo>
                    <a:lnTo>
                      <a:pt x="152" y="431"/>
                    </a:lnTo>
                    <a:lnTo>
                      <a:pt x="152" y="383"/>
                    </a:lnTo>
                    <a:lnTo>
                      <a:pt x="160" y="335"/>
                    </a:lnTo>
                    <a:lnTo>
                      <a:pt x="160" y="295"/>
                    </a:lnTo>
                    <a:lnTo>
                      <a:pt x="168" y="247"/>
                    </a:lnTo>
                    <a:lnTo>
                      <a:pt x="176" y="216"/>
                    </a:lnTo>
                    <a:lnTo>
                      <a:pt x="176" y="176"/>
                    </a:lnTo>
                    <a:lnTo>
                      <a:pt x="184" y="144"/>
                    </a:lnTo>
                    <a:lnTo>
                      <a:pt x="184" y="112"/>
                    </a:lnTo>
                    <a:lnTo>
                      <a:pt x="192" y="88"/>
                    </a:lnTo>
                    <a:lnTo>
                      <a:pt x="200" y="64"/>
                    </a:lnTo>
                    <a:lnTo>
                      <a:pt x="200" y="40"/>
                    </a:lnTo>
                    <a:lnTo>
                      <a:pt x="208" y="24"/>
                    </a:lnTo>
                    <a:lnTo>
                      <a:pt x="208" y="16"/>
                    </a:lnTo>
                    <a:lnTo>
                      <a:pt x="216" y="8"/>
                    </a:lnTo>
                    <a:lnTo>
                      <a:pt x="224" y="0"/>
                    </a:lnTo>
                    <a:lnTo>
                      <a:pt x="232" y="8"/>
                    </a:lnTo>
                    <a:lnTo>
                      <a:pt x="232" y="16"/>
                    </a:lnTo>
                    <a:lnTo>
                      <a:pt x="240" y="24"/>
                    </a:lnTo>
                    <a:lnTo>
                      <a:pt x="240" y="40"/>
                    </a:lnTo>
                    <a:lnTo>
                      <a:pt x="248" y="64"/>
                    </a:lnTo>
                    <a:lnTo>
                      <a:pt x="256" y="88"/>
                    </a:lnTo>
                    <a:lnTo>
                      <a:pt x="256" y="112"/>
                    </a:lnTo>
                    <a:lnTo>
                      <a:pt x="264" y="144"/>
                    </a:lnTo>
                    <a:lnTo>
                      <a:pt x="264" y="176"/>
                    </a:lnTo>
                    <a:lnTo>
                      <a:pt x="272" y="216"/>
                    </a:lnTo>
                    <a:lnTo>
                      <a:pt x="280" y="247"/>
                    </a:lnTo>
                    <a:lnTo>
                      <a:pt x="280" y="295"/>
                    </a:lnTo>
                    <a:lnTo>
                      <a:pt x="288" y="335"/>
                    </a:lnTo>
                    <a:lnTo>
                      <a:pt x="288" y="383"/>
                    </a:lnTo>
                    <a:lnTo>
                      <a:pt x="296" y="431"/>
                    </a:lnTo>
                    <a:lnTo>
                      <a:pt x="304" y="479"/>
                    </a:lnTo>
                    <a:lnTo>
                      <a:pt x="304" y="535"/>
                    </a:lnTo>
                    <a:lnTo>
                      <a:pt x="312" y="583"/>
                    </a:lnTo>
                    <a:lnTo>
                      <a:pt x="312" y="639"/>
                    </a:lnTo>
                    <a:lnTo>
                      <a:pt x="320" y="687"/>
                    </a:lnTo>
                    <a:lnTo>
                      <a:pt x="328" y="743"/>
                    </a:lnTo>
                    <a:lnTo>
                      <a:pt x="328" y="799"/>
                    </a:lnTo>
                    <a:lnTo>
                      <a:pt x="336" y="847"/>
                    </a:lnTo>
                    <a:lnTo>
                      <a:pt x="336" y="903"/>
                    </a:lnTo>
                    <a:lnTo>
                      <a:pt x="344" y="951"/>
                    </a:lnTo>
                    <a:lnTo>
                      <a:pt x="352" y="999"/>
                    </a:lnTo>
                    <a:lnTo>
                      <a:pt x="352" y="1047"/>
                    </a:lnTo>
                    <a:lnTo>
                      <a:pt x="360" y="1095"/>
                    </a:lnTo>
                    <a:lnTo>
                      <a:pt x="360" y="1135"/>
                    </a:lnTo>
                    <a:lnTo>
                      <a:pt x="368" y="1175"/>
                    </a:lnTo>
                    <a:lnTo>
                      <a:pt x="376" y="1215"/>
                    </a:lnTo>
                    <a:lnTo>
                      <a:pt x="376" y="1247"/>
                    </a:lnTo>
                    <a:lnTo>
                      <a:pt x="384" y="1279"/>
                    </a:lnTo>
                    <a:lnTo>
                      <a:pt x="384" y="1311"/>
                    </a:lnTo>
                    <a:lnTo>
                      <a:pt x="392" y="1335"/>
                    </a:lnTo>
                    <a:lnTo>
                      <a:pt x="400" y="1359"/>
                    </a:lnTo>
                    <a:lnTo>
                      <a:pt x="400" y="1374"/>
                    </a:lnTo>
                    <a:lnTo>
                      <a:pt x="408" y="1390"/>
                    </a:lnTo>
                    <a:lnTo>
                      <a:pt x="408" y="1398"/>
                    </a:lnTo>
                    <a:lnTo>
                      <a:pt x="416" y="1406"/>
                    </a:lnTo>
                    <a:lnTo>
                      <a:pt x="432" y="1406"/>
                    </a:lnTo>
                    <a:lnTo>
                      <a:pt x="432" y="1398"/>
                    </a:lnTo>
                    <a:lnTo>
                      <a:pt x="440" y="1382"/>
                    </a:lnTo>
                    <a:lnTo>
                      <a:pt x="440" y="1367"/>
                    </a:lnTo>
                    <a:lnTo>
                      <a:pt x="448" y="1343"/>
                    </a:lnTo>
                    <a:lnTo>
                      <a:pt x="456" y="1319"/>
                    </a:lnTo>
                    <a:lnTo>
                      <a:pt x="456" y="1295"/>
                    </a:lnTo>
                    <a:lnTo>
                      <a:pt x="464" y="1263"/>
                    </a:lnTo>
                    <a:lnTo>
                      <a:pt x="464" y="1223"/>
                    </a:lnTo>
                    <a:lnTo>
                      <a:pt x="472" y="1191"/>
                    </a:lnTo>
                    <a:lnTo>
                      <a:pt x="480" y="1151"/>
                    </a:lnTo>
                    <a:lnTo>
                      <a:pt x="480" y="1103"/>
                    </a:lnTo>
                    <a:lnTo>
                      <a:pt x="488" y="1063"/>
                    </a:lnTo>
                    <a:lnTo>
                      <a:pt x="488" y="1015"/>
                    </a:lnTo>
                    <a:lnTo>
                      <a:pt x="496" y="967"/>
                    </a:lnTo>
                    <a:lnTo>
                      <a:pt x="504" y="919"/>
                    </a:lnTo>
                    <a:lnTo>
                      <a:pt x="504" y="863"/>
                    </a:lnTo>
                    <a:lnTo>
                      <a:pt x="512" y="815"/>
                    </a:lnTo>
                    <a:lnTo>
                      <a:pt x="512" y="759"/>
                    </a:lnTo>
                    <a:lnTo>
                      <a:pt x="520" y="711"/>
                    </a:lnTo>
                    <a:lnTo>
                      <a:pt x="528" y="655"/>
                    </a:lnTo>
                    <a:lnTo>
                      <a:pt x="528" y="599"/>
                    </a:lnTo>
                    <a:lnTo>
                      <a:pt x="536" y="551"/>
                    </a:lnTo>
                    <a:lnTo>
                      <a:pt x="536" y="495"/>
                    </a:lnTo>
                    <a:lnTo>
                      <a:pt x="544" y="447"/>
                    </a:lnTo>
                    <a:lnTo>
                      <a:pt x="552" y="399"/>
                    </a:lnTo>
                    <a:lnTo>
                      <a:pt x="552" y="351"/>
                    </a:lnTo>
                    <a:lnTo>
                      <a:pt x="560" y="311"/>
                    </a:lnTo>
                    <a:lnTo>
                      <a:pt x="560" y="263"/>
                    </a:lnTo>
                    <a:lnTo>
                      <a:pt x="568" y="223"/>
                    </a:lnTo>
                    <a:lnTo>
                      <a:pt x="576" y="192"/>
                    </a:lnTo>
                    <a:lnTo>
                      <a:pt x="576" y="152"/>
                    </a:lnTo>
                    <a:lnTo>
                      <a:pt x="584" y="120"/>
                    </a:lnTo>
                    <a:lnTo>
                      <a:pt x="584" y="96"/>
                    </a:lnTo>
                    <a:lnTo>
                      <a:pt x="592" y="72"/>
                    </a:lnTo>
                    <a:lnTo>
                      <a:pt x="600" y="48"/>
                    </a:lnTo>
                    <a:lnTo>
                      <a:pt x="600" y="32"/>
                    </a:lnTo>
                    <a:lnTo>
                      <a:pt x="616" y="8"/>
                    </a:lnTo>
                    <a:lnTo>
                      <a:pt x="616" y="0"/>
                    </a:lnTo>
                    <a:lnTo>
                      <a:pt x="624" y="8"/>
                    </a:lnTo>
                    <a:lnTo>
                      <a:pt x="632" y="16"/>
                    </a:lnTo>
                    <a:lnTo>
                      <a:pt x="632" y="24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19" name="Freeform 55"/>
              <p:cNvSpPr>
                <a:spLocks/>
              </p:cNvSpPr>
              <p:nvPr/>
            </p:nvSpPr>
            <p:spPr bwMode="auto">
              <a:xfrm>
                <a:off x="3102" y="1366"/>
                <a:ext cx="617" cy="1406"/>
              </a:xfrm>
              <a:custGeom>
                <a:avLst/>
                <a:gdLst/>
                <a:ahLst/>
                <a:cxnLst>
                  <a:cxn ang="0">
                    <a:pos x="8" y="48"/>
                  </a:cxn>
                  <a:cxn ang="0">
                    <a:pos x="24" y="128"/>
                  </a:cxn>
                  <a:cxn ang="0">
                    <a:pos x="40" y="231"/>
                  </a:cxn>
                  <a:cxn ang="0">
                    <a:pos x="56" y="359"/>
                  </a:cxn>
                  <a:cxn ang="0">
                    <a:pos x="72" y="503"/>
                  </a:cxn>
                  <a:cxn ang="0">
                    <a:pos x="80" y="663"/>
                  </a:cxn>
                  <a:cxn ang="0">
                    <a:pos x="96" y="823"/>
                  </a:cxn>
                  <a:cxn ang="0">
                    <a:pos x="112" y="975"/>
                  </a:cxn>
                  <a:cxn ang="0">
                    <a:pos x="128" y="1111"/>
                  </a:cxn>
                  <a:cxn ang="0">
                    <a:pos x="144" y="1231"/>
                  </a:cxn>
                  <a:cxn ang="0">
                    <a:pos x="152" y="1319"/>
                  </a:cxn>
                  <a:cxn ang="0">
                    <a:pos x="168" y="1382"/>
                  </a:cxn>
                  <a:cxn ang="0">
                    <a:pos x="184" y="1406"/>
                  </a:cxn>
                  <a:cxn ang="0">
                    <a:pos x="200" y="1382"/>
                  </a:cxn>
                  <a:cxn ang="0">
                    <a:pos x="216" y="1319"/>
                  </a:cxn>
                  <a:cxn ang="0">
                    <a:pos x="232" y="1231"/>
                  </a:cxn>
                  <a:cxn ang="0">
                    <a:pos x="248" y="1111"/>
                  </a:cxn>
                  <a:cxn ang="0">
                    <a:pos x="256" y="975"/>
                  </a:cxn>
                  <a:cxn ang="0">
                    <a:pos x="272" y="823"/>
                  </a:cxn>
                  <a:cxn ang="0">
                    <a:pos x="288" y="663"/>
                  </a:cxn>
                  <a:cxn ang="0">
                    <a:pos x="305" y="503"/>
                  </a:cxn>
                  <a:cxn ang="0">
                    <a:pos x="321" y="359"/>
                  </a:cxn>
                  <a:cxn ang="0">
                    <a:pos x="329" y="231"/>
                  </a:cxn>
                  <a:cxn ang="0">
                    <a:pos x="345" y="128"/>
                  </a:cxn>
                  <a:cxn ang="0">
                    <a:pos x="361" y="48"/>
                  </a:cxn>
                  <a:cxn ang="0">
                    <a:pos x="377" y="8"/>
                  </a:cxn>
                  <a:cxn ang="0">
                    <a:pos x="385" y="0"/>
                  </a:cxn>
                  <a:cxn ang="0">
                    <a:pos x="401" y="24"/>
                  </a:cxn>
                  <a:cxn ang="0">
                    <a:pos x="417" y="88"/>
                  </a:cxn>
                  <a:cxn ang="0">
                    <a:pos x="433" y="184"/>
                  </a:cxn>
                  <a:cxn ang="0">
                    <a:pos x="449" y="303"/>
                  </a:cxn>
                  <a:cxn ang="0">
                    <a:pos x="457" y="439"/>
                  </a:cxn>
                  <a:cxn ang="0">
                    <a:pos x="473" y="591"/>
                  </a:cxn>
                  <a:cxn ang="0">
                    <a:pos x="489" y="751"/>
                  </a:cxn>
                  <a:cxn ang="0">
                    <a:pos x="505" y="911"/>
                  </a:cxn>
                  <a:cxn ang="0">
                    <a:pos x="521" y="1055"/>
                  </a:cxn>
                  <a:cxn ang="0">
                    <a:pos x="529" y="1183"/>
                  </a:cxn>
                  <a:cxn ang="0">
                    <a:pos x="545" y="1287"/>
                  </a:cxn>
                  <a:cxn ang="0">
                    <a:pos x="561" y="1359"/>
                  </a:cxn>
                  <a:cxn ang="0">
                    <a:pos x="577" y="1398"/>
                  </a:cxn>
                  <a:cxn ang="0">
                    <a:pos x="593" y="1390"/>
                  </a:cxn>
                  <a:cxn ang="0">
                    <a:pos x="609" y="1351"/>
                  </a:cxn>
                </a:cxnLst>
                <a:rect l="0" t="0" r="r" b="b"/>
                <a:pathLst>
                  <a:path w="617" h="1406">
                    <a:moveTo>
                      <a:pt x="0" y="16"/>
                    </a:moveTo>
                    <a:lnTo>
                      <a:pt x="8" y="32"/>
                    </a:lnTo>
                    <a:lnTo>
                      <a:pt x="8" y="48"/>
                    </a:lnTo>
                    <a:lnTo>
                      <a:pt x="16" y="72"/>
                    </a:lnTo>
                    <a:lnTo>
                      <a:pt x="24" y="96"/>
                    </a:lnTo>
                    <a:lnTo>
                      <a:pt x="24" y="128"/>
                    </a:lnTo>
                    <a:lnTo>
                      <a:pt x="32" y="160"/>
                    </a:lnTo>
                    <a:lnTo>
                      <a:pt x="32" y="192"/>
                    </a:lnTo>
                    <a:lnTo>
                      <a:pt x="40" y="231"/>
                    </a:lnTo>
                    <a:lnTo>
                      <a:pt x="48" y="271"/>
                    </a:lnTo>
                    <a:lnTo>
                      <a:pt x="48" y="311"/>
                    </a:lnTo>
                    <a:lnTo>
                      <a:pt x="56" y="359"/>
                    </a:lnTo>
                    <a:lnTo>
                      <a:pt x="56" y="407"/>
                    </a:lnTo>
                    <a:lnTo>
                      <a:pt x="64" y="455"/>
                    </a:lnTo>
                    <a:lnTo>
                      <a:pt x="72" y="503"/>
                    </a:lnTo>
                    <a:lnTo>
                      <a:pt x="72" y="559"/>
                    </a:lnTo>
                    <a:lnTo>
                      <a:pt x="80" y="607"/>
                    </a:lnTo>
                    <a:lnTo>
                      <a:pt x="80" y="663"/>
                    </a:lnTo>
                    <a:lnTo>
                      <a:pt x="88" y="719"/>
                    </a:lnTo>
                    <a:lnTo>
                      <a:pt x="96" y="767"/>
                    </a:lnTo>
                    <a:lnTo>
                      <a:pt x="96" y="823"/>
                    </a:lnTo>
                    <a:lnTo>
                      <a:pt x="104" y="871"/>
                    </a:lnTo>
                    <a:lnTo>
                      <a:pt x="104" y="927"/>
                    </a:lnTo>
                    <a:lnTo>
                      <a:pt x="112" y="975"/>
                    </a:lnTo>
                    <a:lnTo>
                      <a:pt x="120" y="1023"/>
                    </a:lnTo>
                    <a:lnTo>
                      <a:pt x="120" y="1071"/>
                    </a:lnTo>
                    <a:lnTo>
                      <a:pt x="128" y="1111"/>
                    </a:lnTo>
                    <a:lnTo>
                      <a:pt x="128" y="1159"/>
                    </a:lnTo>
                    <a:lnTo>
                      <a:pt x="136" y="1191"/>
                    </a:lnTo>
                    <a:lnTo>
                      <a:pt x="144" y="1231"/>
                    </a:lnTo>
                    <a:lnTo>
                      <a:pt x="144" y="1263"/>
                    </a:lnTo>
                    <a:lnTo>
                      <a:pt x="152" y="1295"/>
                    </a:lnTo>
                    <a:lnTo>
                      <a:pt x="152" y="1319"/>
                    </a:lnTo>
                    <a:lnTo>
                      <a:pt x="160" y="1343"/>
                    </a:lnTo>
                    <a:lnTo>
                      <a:pt x="168" y="1366"/>
                    </a:lnTo>
                    <a:lnTo>
                      <a:pt x="168" y="1382"/>
                    </a:lnTo>
                    <a:lnTo>
                      <a:pt x="176" y="1390"/>
                    </a:lnTo>
                    <a:lnTo>
                      <a:pt x="176" y="1398"/>
                    </a:lnTo>
                    <a:lnTo>
                      <a:pt x="184" y="1406"/>
                    </a:lnTo>
                    <a:lnTo>
                      <a:pt x="192" y="1398"/>
                    </a:lnTo>
                    <a:lnTo>
                      <a:pt x="200" y="1390"/>
                    </a:lnTo>
                    <a:lnTo>
                      <a:pt x="200" y="1382"/>
                    </a:lnTo>
                    <a:lnTo>
                      <a:pt x="208" y="1366"/>
                    </a:lnTo>
                    <a:lnTo>
                      <a:pt x="208" y="1343"/>
                    </a:lnTo>
                    <a:lnTo>
                      <a:pt x="216" y="1319"/>
                    </a:lnTo>
                    <a:lnTo>
                      <a:pt x="224" y="1295"/>
                    </a:lnTo>
                    <a:lnTo>
                      <a:pt x="224" y="1263"/>
                    </a:lnTo>
                    <a:lnTo>
                      <a:pt x="232" y="1231"/>
                    </a:lnTo>
                    <a:lnTo>
                      <a:pt x="232" y="1191"/>
                    </a:lnTo>
                    <a:lnTo>
                      <a:pt x="240" y="1159"/>
                    </a:lnTo>
                    <a:lnTo>
                      <a:pt x="248" y="1111"/>
                    </a:lnTo>
                    <a:lnTo>
                      <a:pt x="248" y="1071"/>
                    </a:lnTo>
                    <a:lnTo>
                      <a:pt x="256" y="1023"/>
                    </a:lnTo>
                    <a:lnTo>
                      <a:pt x="256" y="975"/>
                    </a:lnTo>
                    <a:lnTo>
                      <a:pt x="264" y="927"/>
                    </a:lnTo>
                    <a:lnTo>
                      <a:pt x="272" y="871"/>
                    </a:lnTo>
                    <a:lnTo>
                      <a:pt x="272" y="823"/>
                    </a:lnTo>
                    <a:lnTo>
                      <a:pt x="280" y="767"/>
                    </a:lnTo>
                    <a:lnTo>
                      <a:pt x="280" y="719"/>
                    </a:lnTo>
                    <a:lnTo>
                      <a:pt x="288" y="663"/>
                    </a:lnTo>
                    <a:lnTo>
                      <a:pt x="297" y="607"/>
                    </a:lnTo>
                    <a:lnTo>
                      <a:pt x="297" y="559"/>
                    </a:lnTo>
                    <a:lnTo>
                      <a:pt x="305" y="503"/>
                    </a:lnTo>
                    <a:lnTo>
                      <a:pt x="305" y="455"/>
                    </a:lnTo>
                    <a:lnTo>
                      <a:pt x="313" y="407"/>
                    </a:lnTo>
                    <a:lnTo>
                      <a:pt x="321" y="359"/>
                    </a:lnTo>
                    <a:lnTo>
                      <a:pt x="321" y="311"/>
                    </a:lnTo>
                    <a:lnTo>
                      <a:pt x="329" y="271"/>
                    </a:lnTo>
                    <a:lnTo>
                      <a:pt x="329" y="231"/>
                    </a:lnTo>
                    <a:lnTo>
                      <a:pt x="337" y="192"/>
                    </a:lnTo>
                    <a:lnTo>
                      <a:pt x="345" y="160"/>
                    </a:lnTo>
                    <a:lnTo>
                      <a:pt x="345" y="128"/>
                    </a:lnTo>
                    <a:lnTo>
                      <a:pt x="353" y="96"/>
                    </a:lnTo>
                    <a:lnTo>
                      <a:pt x="353" y="72"/>
                    </a:lnTo>
                    <a:lnTo>
                      <a:pt x="361" y="48"/>
                    </a:lnTo>
                    <a:lnTo>
                      <a:pt x="369" y="32"/>
                    </a:lnTo>
                    <a:lnTo>
                      <a:pt x="369" y="16"/>
                    </a:lnTo>
                    <a:lnTo>
                      <a:pt x="377" y="8"/>
                    </a:lnTo>
                    <a:lnTo>
                      <a:pt x="377" y="0"/>
                    </a:lnTo>
                    <a:lnTo>
                      <a:pt x="393" y="0"/>
                    </a:lnTo>
                    <a:lnTo>
                      <a:pt x="385" y="0"/>
                    </a:lnTo>
                    <a:lnTo>
                      <a:pt x="393" y="0"/>
                    </a:lnTo>
                    <a:lnTo>
                      <a:pt x="401" y="8"/>
                    </a:lnTo>
                    <a:lnTo>
                      <a:pt x="401" y="24"/>
                    </a:lnTo>
                    <a:lnTo>
                      <a:pt x="409" y="40"/>
                    </a:lnTo>
                    <a:lnTo>
                      <a:pt x="409" y="64"/>
                    </a:lnTo>
                    <a:lnTo>
                      <a:pt x="417" y="88"/>
                    </a:lnTo>
                    <a:lnTo>
                      <a:pt x="425" y="112"/>
                    </a:lnTo>
                    <a:lnTo>
                      <a:pt x="425" y="144"/>
                    </a:lnTo>
                    <a:lnTo>
                      <a:pt x="433" y="184"/>
                    </a:lnTo>
                    <a:lnTo>
                      <a:pt x="433" y="215"/>
                    </a:lnTo>
                    <a:lnTo>
                      <a:pt x="441" y="255"/>
                    </a:lnTo>
                    <a:lnTo>
                      <a:pt x="449" y="303"/>
                    </a:lnTo>
                    <a:lnTo>
                      <a:pt x="449" y="343"/>
                    </a:lnTo>
                    <a:lnTo>
                      <a:pt x="457" y="391"/>
                    </a:lnTo>
                    <a:lnTo>
                      <a:pt x="457" y="439"/>
                    </a:lnTo>
                    <a:lnTo>
                      <a:pt x="465" y="487"/>
                    </a:lnTo>
                    <a:lnTo>
                      <a:pt x="473" y="543"/>
                    </a:lnTo>
                    <a:lnTo>
                      <a:pt x="473" y="591"/>
                    </a:lnTo>
                    <a:lnTo>
                      <a:pt x="481" y="647"/>
                    </a:lnTo>
                    <a:lnTo>
                      <a:pt x="481" y="695"/>
                    </a:lnTo>
                    <a:lnTo>
                      <a:pt x="489" y="751"/>
                    </a:lnTo>
                    <a:lnTo>
                      <a:pt x="497" y="807"/>
                    </a:lnTo>
                    <a:lnTo>
                      <a:pt x="497" y="855"/>
                    </a:lnTo>
                    <a:lnTo>
                      <a:pt x="505" y="911"/>
                    </a:lnTo>
                    <a:lnTo>
                      <a:pt x="505" y="959"/>
                    </a:lnTo>
                    <a:lnTo>
                      <a:pt x="513" y="1007"/>
                    </a:lnTo>
                    <a:lnTo>
                      <a:pt x="521" y="1055"/>
                    </a:lnTo>
                    <a:lnTo>
                      <a:pt x="521" y="1095"/>
                    </a:lnTo>
                    <a:lnTo>
                      <a:pt x="529" y="1143"/>
                    </a:lnTo>
                    <a:lnTo>
                      <a:pt x="529" y="1183"/>
                    </a:lnTo>
                    <a:lnTo>
                      <a:pt x="537" y="1215"/>
                    </a:lnTo>
                    <a:lnTo>
                      <a:pt x="545" y="1255"/>
                    </a:lnTo>
                    <a:lnTo>
                      <a:pt x="545" y="1287"/>
                    </a:lnTo>
                    <a:lnTo>
                      <a:pt x="553" y="1311"/>
                    </a:lnTo>
                    <a:lnTo>
                      <a:pt x="553" y="1335"/>
                    </a:lnTo>
                    <a:lnTo>
                      <a:pt x="561" y="1359"/>
                    </a:lnTo>
                    <a:lnTo>
                      <a:pt x="561" y="1374"/>
                    </a:lnTo>
                    <a:lnTo>
                      <a:pt x="569" y="1390"/>
                    </a:lnTo>
                    <a:lnTo>
                      <a:pt x="577" y="1398"/>
                    </a:lnTo>
                    <a:lnTo>
                      <a:pt x="585" y="1406"/>
                    </a:lnTo>
                    <a:lnTo>
                      <a:pt x="585" y="1398"/>
                    </a:lnTo>
                    <a:lnTo>
                      <a:pt x="593" y="1390"/>
                    </a:lnTo>
                    <a:lnTo>
                      <a:pt x="601" y="1382"/>
                    </a:lnTo>
                    <a:lnTo>
                      <a:pt x="601" y="1366"/>
                    </a:lnTo>
                    <a:lnTo>
                      <a:pt x="609" y="1351"/>
                    </a:lnTo>
                    <a:lnTo>
                      <a:pt x="609" y="1327"/>
                    </a:lnTo>
                    <a:lnTo>
                      <a:pt x="617" y="1303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20" name="Freeform 56"/>
              <p:cNvSpPr>
                <a:spLocks/>
              </p:cNvSpPr>
              <p:nvPr/>
            </p:nvSpPr>
            <p:spPr bwMode="auto">
              <a:xfrm>
                <a:off x="3719" y="1358"/>
                <a:ext cx="616" cy="1414"/>
              </a:xfrm>
              <a:custGeom>
                <a:avLst/>
                <a:gdLst/>
                <a:ahLst/>
                <a:cxnLst>
                  <a:cxn ang="0">
                    <a:pos x="8" y="1247"/>
                  </a:cxn>
                  <a:cxn ang="0">
                    <a:pos x="24" y="1135"/>
                  </a:cxn>
                  <a:cxn ang="0">
                    <a:pos x="40" y="999"/>
                  </a:cxn>
                  <a:cxn ang="0">
                    <a:pos x="56" y="847"/>
                  </a:cxn>
                  <a:cxn ang="0">
                    <a:pos x="64" y="687"/>
                  </a:cxn>
                  <a:cxn ang="0">
                    <a:pos x="80" y="535"/>
                  </a:cxn>
                  <a:cxn ang="0">
                    <a:pos x="96" y="383"/>
                  </a:cxn>
                  <a:cxn ang="0">
                    <a:pos x="112" y="247"/>
                  </a:cxn>
                  <a:cxn ang="0">
                    <a:pos x="128" y="144"/>
                  </a:cxn>
                  <a:cxn ang="0">
                    <a:pos x="136" y="64"/>
                  </a:cxn>
                  <a:cxn ang="0">
                    <a:pos x="152" y="16"/>
                  </a:cxn>
                  <a:cxn ang="0">
                    <a:pos x="168" y="8"/>
                  </a:cxn>
                  <a:cxn ang="0">
                    <a:pos x="184" y="40"/>
                  </a:cxn>
                  <a:cxn ang="0">
                    <a:pos x="200" y="112"/>
                  </a:cxn>
                  <a:cxn ang="0">
                    <a:pos x="216" y="216"/>
                  </a:cxn>
                  <a:cxn ang="0">
                    <a:pos x="232" y="335"/>
                  </a:cxn>
                  <a:cxn ang="0">
                    <a:pos x="240" y="479"/>
                  </a:cxn>
                  <a:cxn ang="0">
                    <a:pos x="256" y="639"/>
                  </a:cxn>
                  <a:cxn ang="0">
                    <a:pos x="272" y="799"/>
                  </a:cxn>
                  <a:cxn ang="0">
                    <a:pos x="288" y="951"/>
                  </a:cxn>
                  <a:cxn ang="0">
                    <a:pos x="304" y="1095"/>
                  </a:cxn>
                  <a:cxn ang="0">
                    <a:pos x="312" y="1215"/>
                  </a:cxn>
                  <a:cxn ang="0">
                    <a:pos x="328" y="1311"/>
                  </a:cxn>
                  <a:cxn ang="0">
                    <a:pos x="344" y="1374"/>
                  </a:cxn>
                  <a:cxn ang="0">
                    <a:pos x="360" y="1406"/>
                  </a:cxn>
                  <a:cxn ang="0">
                    <a:pos x="376" y="1398"/>
                  </a:cxn>
                  <a:cxn ang="0">
                    <a:pos x="392" y="1343"/>
                  </a:cxn>
                  <a:cxn ang="0">
                    <a:pos x="408" y="1263"/>
                  </a:cxn>
                  <a:cxn ang="0">
                    <a:pos x="416" y="1151"/>
                  </a:cxn>
                  <a:cxn ang="0">
                    <a:pos x="432" y="1015"/>
                  </a:cxn>
                  <a:cxn ang="0">
                    <a:pos x="448" y="863"/>
                  </a:cxn>
                  <a:cxn ang="0">
                    <a:pos x="464" y="711"/>
                  </a:cxn>
                  <a:cxn ang="0">
                    <a:pos x="480" y="551"/>
                  </a:cxn>
                  <a:cxn ang="0">
                    <a:pos x="488" y="399"/>
                  </a:cxn>
                  <a:cxn ang="0">
                    <a:pos x="504" y="263"/>
                  </a:cxn>
                  <a:cxn ang="0">
                    <a:pos x="520" y="152"/>
                  </a:cxn>
                  <a:cxn ang="0">
                    <a:pos x="536" y="72"/>
                  </a:cxn>
                  <a:cxn ang="0">
                    <a:pos x="544" y="16"/>
                  </a:cxn>
                  <a:cxn ang="0">
                    <a:pos x="568" y="8"/>
                  </a:cxn>
                  <a:cxn ang="0">
                    <a:pos x="584" y="40"/>
                  </a:cxn>
                  <a:cxn ang="0">
                    <a:pos x="592" y="104"/>
                  </a:cxn>
                  <a:cxn ang="0">
                    <a:pos x="608" y="200"/>
                  </a:cxn>
                </a:cxnLst>
                <a:rect l="0" t="0" r="r" b="b"/>
                <a:pathLst>
                  <a:path w="616" h="1414">
                    <a:moveTo>
                      <a:pt x="0" y="1311"/>
                    </a:moveTo>
                    <a:lnTo>
                      <a:pt x="8" y="1279"/>
                    </a:lnTo>
                    <a:lnTo>
                      <a:pt x="8" y="1247"/>
                    </a:lnTo>
                    <a:lnTo>
                      <a:pt x="16" y="1215"/>
                    </a:lnTo>
                    <a:lnTo>
                      <a:pt x="16" y="1175"/>
                    </a:lnTo>
                    <a:lnTo>
                      <a:pt x="24" y="1135"/>
                    </a:lnTo>
                    <a:lnTo>
                      <a:pt x="32" y="1095"/>
                    </a:lnTo>
                    <a:lnTo>
                      <a:pt x="32" y="1047"/>
                    </a:lnTo>
                    <a:lnTo>
                      <a:pt x="40" y="999"/>
                    </a:lnTo>
                    <a:lnTo>
                      <a:pt x="40" y="951"/>
                    </a:lnTo>
                    <a:lnTo>
                      <a:pt x="48" y="903"/>
                    </a:lnTo>
                    <a:lnTo>
                      <a:pt x="56" y="847"/>
                    </a:lnTo>
                    <a:lnTo>
                      <a:pt x="56" y="799"/>
                    </a:lnTo>
                    <a:lnTo>
                      <a:pt x="64" y="743"/>
                    </a:lnTo>
                    <a:lnTo>
                      <a:pt x="64" y="687"/>
                    </a:lnTo>
                    <a:lnTo>
                      <a:pt x="72" y="639"/>
                    </a:lnTo>
                    <a:lnTo>
                      <a:pt x="80" y="583"/>
                    </a:lnTo>
                    <a:lnTo>
                      <a:pt x="80" y="535"/>
                    </a:lnTo>
                    <a:lnTo>
                      <a:pt x="88" y="479"/>
                    </a:lnTo>
                    <a:lnTo>
                      <a:pt x="88" y="431"/>
                    </a:lnTo>
                    <a:lnTo>
                      <a:pt x="96" y="383"/>
                    </a:lnTo>
                    <a:lnTo>
                      <a:pt x="104" y="335"/>
                    </a:lnTo>
                    <a:lnTo>
                      <a:pt x="104" y="295"/>
                    </a:lnTo>
                    <a:lnTo>
                      <a:pt x="112" y="247"/>
                    </a:lnTo>
                    <a:lnTo>
                      <a:pt x="112" y="216"/>
                    </a:lnTo>
                    <a:lnTo>
                      <a:pt x="120" y="176"/>
                    </a:lnTo>
                    <a:lnTo>
                      <a:pt x="128" y="144"/>
                    </a:lnTo>
                    <a:lnTo>
                      <a:pt x="128" y="112"/>
                    </a:lnTo>
                    <a:lnTo>
                      <a:pt x="136" y="88"/>
                    </a:lnTo>
                    <a:lnTo>
                      <a:pt x="136" y="64"/>
                    </a:lnTo>
                    <a:lnTo>
                      <a:pt x="144" y="40"/>
                    </a:lnTo>
                    <a:lnTo>
                      <a:pt x="144" y="24"/>
                    </a:lnTo>
                    <a:lnTo>
                      <a:pt x="152" y="16"/>
                    </a:lnTo>
                    <a:lnTo>
                      <a:pt x="168" y="0"/>
                    </a:lnTo>
                    <a:lnTo>
                      <a:pt x="160" y="0"/>
                    </a:lnTo>
                    <a:lnTo>
                      <a:pt x="168" y="8"/>
                    </a:lnTo>
                    <a:lnTo>
                      <a:pt x="176" y="16"/>
                    </a:lnTo>
                    <a:lnTo>
                      <a:pt x="184" y="24"/>
                    </a:lnTo>
                    <a:lnTo>
                      <a:pt x="184" y="40"/>
                    </a:lnTo>
                    <a:lnTo>
                      <a:pt x="192" y="64"/>
                    </a:lnTo>
                    <a:lnTo>
                      <a:pt x="192" y="88"/>
                    </a:lnTo>
                    <a:lnTo>
                      <a:pt x="200" y="112"/>
                    </a:lnTo>
                    <a:lnTo>
                      <a:pt x="208" y="144"/>
                    </a:lnTo>
                    <a:lnTo>
                      <a:pt x="208" y="176"/>
                    </a:lnTo>
                    <a:lnTo>
                      <a:pt x="216" y="216"/>
                    </a:lnTo>
                    <a:lnTo>
                      <a:pt x="216" y="247"/>
                    </a:lnTo>
                    <a:lnTo>
                      <a:pt x="224" y="295"/>
                    </a:lnTo>
                    <a:lnTo>
                      <a:pt x="232" y="335"/>
                    </a:lnTo>
                    <a:lnTo>
                      <a:pt x="232" y="383"/>
                    </a:lnTo>
                    <a:lnTo>
                      <a:pt x="240" y="431"/>
                    </a:lnTo>
                    <a:lnTo>
                      <a:pt x="240" y="479"/>
                    </a:lnTo>
                    <a:lnTo>
                      <a:pt x="248" y="535"/>
                    </a:lnTo>
                    <a:lnTo>
                      <a:pt x="256" y="583"/>
                    </a:lnTo>
                    <a:lnTo>
                      <a:pt x="256" y="639"/>
                    </a:lnTo>
                    <a:lnTo>
                      <a:pt x="264" y="687"/>
                    </a:lnTo>
                    <a:lnTo>
                      <a:pt x="264" y="743"/>
                    </a:lnTo>
                    <a:lnTo>
                      <a:pt x="272" y="799"/>
                    </a:lnTo>
                    <a:lnTo>
                      <a:pt x="280" y="847"/>
                    </a:lnTo>
                    <a:lnTo>
                      <a:pt x="280" y="903"/>
                    </a:lnTo>
                    <a:lnTo>
                      <a:pt x="288" y="951"/>
                    </a:lnTo>
                    <a:lnTo>
                      <a:pt x="288" y="999"/>
                    </a:lnTo>
                    <a:lnTo>
                      <a:pt x="296" y="1047"/>
                    </a:lnTo>
                    <a:lnTo>
                      <a:pt x="304" y="1095"/>
                    </a:lnTo>
                    <a:lnTo>
                      <a:pt x="304" y="1135"/>
                    </a:lnTo>
                    <a:lnTo>
                      <a:pt x="312" y="1175"/>
                    </a:lnTo>
                    <a:lnTo>
                      <a:pt x="312" y="1215"/>
                    </a:lnTo>
                    <a:lnTo>
                      <a:pt x="320" y="1247"/>
                    </a:lnTo>
                    <a:lnTo>
                      <a:pt x="320" y="1279"/>
                    </a:lnTo>
                    <a:lnTo>
                      <a:pt x="328" y="1311"/>
                    </a:lnTo>
                    <a:lnTo>
                      <a:pt x="336" y="1335"/>
                    </a:lnTo>
                    <a:lnTo>
                      <a:pt x="336" y="1359"/>
                    </a:lnTo>
                    <a:lnTo>
                      <a:pt x="344" y="1374"/>
                    </a:lnTo>
                    <a:lnTo>
                      <a:pt x="344" y="1390"/>
                    </a:lnTo>
                    <a:lnTo>
                      <a:pt x="352" y="1398"/>
                    </a:lnTo>
                    <a:lnTo>
                      <a:pt x="360" y="1406"/>
                    </a:lnTo>
                    <a:lnTo>
                      <a:pt x="360" y="1414"/>
                    </a:lnTo>
                    <a:lnTo>
                      <a:pt x="368" y="1406"/>
                    </a:lnTo>
                    <a:lnTo>
                      <a:pt x="376" y="1398"/>
                    </a:lnTo>
                    <a:lnTo>
                      <a:pt x="384" y="1382"/>
                    </a:lnTo>
                    <a:lnTo>
                      <a:pt x="384" y="1367"/>
                    </a:lnTo>
                    <a:lnTo>
                      <a:pt x="392" y="1343"/>
                    </a:lnTo>
                    <a:lnTo>
                      <a:pt x="392" y="1319"/>
                    </a:lnTo>
                    <a:lnTo>
                      <a:pt x="400" y="1295"/>
                    </a:lnTo>
                    <a:lnTo>
                      <a:pt x="408" y="1263"/>
                    </a:lnTo>
                    <a:lnTo>
                      <a:pt x="408" y="1223"/>
                    </a:lnTo>
                    <a:lnTo>
                      <a:pt x="416" y="1191"/>
                    </a:lnTo>
                    <a:lnTo>
                      <a:pt x="416" y="1151"/>
                    </a:lnTo>
                    <a:lnTo>
                      <a:pt x="424" y="1103"/>
                    </a:lnTo>
                    <a:lnTo>
                      <a:pt x="432" y="1063"/>
                    </a:lnTo>
                    <a:lnTo>
                      <a:pt x="432" y="1015"/>
                    </a:lnTo>
                    <a:lnTo>
                      <a:pt x="440" y="967"/>
                    </a:lnTo>
                    <a:lnTo>
                      <a:pt x="440" y="919"/>
                    </a:lnTo>
                    <a:lnTo>
                      <a:pt x="448" y="863"/>
                    </a:lnTo>
                    <a:lnTo>
                      <a:pt x="456" y="815"/>
                    </a:lnTo>
                    <a:lnTo>
                      <a:pt x="456" y="759"/>
                    </a:lnTo>
                    <a:lnTo>
                      <a:pt x="464" y="711"/>
                    </a:lnTo>
                    <a:lnTo>
                      <a:pt x="464" y="655"/>
                    </a:lnTo>
                    <a:lnTo>
                      <a:pt x="472" y="599"/>
                    </a:lnTo>
                    <a:lnTo>
                      <a:pt x="480" y="551"/>
                    </a:lnTo>
                    <a:lnTo>
                      <a:pt x="480" y="495"/>
                    </a:lnTo>
                    <a:lnTo>
                      <a:pt x="488" y="447"/>
                    </a:lnTo>
                    <a:lnTo>
                      <a:pt x="488" y="399"/>
                    </a:lnTo>
                    <a:lnTo>
                      <a:pt x="496" y="351"/>
                    </a:lnTo>
                    <a:lnTo>
                      <a:pt x="504" y="311"/>
                    </a:lnTo>
                    <a:lnTo>
                      <a:pt x="504" y="263"/>
                    </a:lnTo>
                    <a:lnTo>
                      <a:pt x="512" y="223"/>
                    </a:lnTo>
                    <a:lnTo>
                      <a:pt x="512" y="192"/>
                    </a:lnTo>
                    <a:lnTo>
                      <a:pt x="520" y="152"/>
                    </a:lnTo>
                    <a:lnTo>
                      <a:pt x="520" y="120"/>
                    </a:lnTo>
                    <a:lnTo>
                      <a:pt x="528" y="96"/>
                    </a:lnTo>
                    <a:lnTo>
                      <a:pt x="536" y="72"/>
                    </a:lnTo>
                    <a:lnTo>
                      <a:pt x="536" y="48"/>
                    </a:lnTo>
                    <a:lnTo>
                      <a:pt x="544" y="32"/>
                    </a:lnTo>
                    <a:lnTo>
                      <a:pt x="544" y="16"/>
                    </a:lnTo>
                    <a:lnTo>
                      <a:pt x="552" y="8"/>
                    </a:lnTo>
                    <a:lnTo>
                      <a:pt x="560" y="0"/>
                    </a:lnTo>
                    <a:lnTo>
                      <a:pt x="568" y="8"/>
                    </a:lnTo>
                    <a:lnTo>
                      <a:pt x="568" y="16"/>
                    </a:lnTo>
                    <a:lnTo>
                      <a:pt x="576" y="24"/>
                    </a:lnTo>
                    <a:lnTo>
                      <a:pt x="584" y="40"/>
                    </a:lnTo>
                    <a:lnTo>
                      <a:pt x="584" y="56"/>
                    </a:lnTo>
                    <a:lnTo>
                      <a:pt x="592" y="80"/>
                    </a:lnTo>
                    <a:lnTo>
                      <a:pt x="592" y="104"/>
                    </a:lnTo>
                    <a:lnTo>
                      <a:pt x="600" y="136"/>
                    </a:lnTo>
                    <a:lnTo>
                      <a:pt x="608" y="168"/>
                    </a:lnTo>
                    <a:lnTo>
                      <a:pt x="608" y="200"/>
                    </a:lnTo>
                    <a:lnTo>
                      <a:pt x="616" y="239"/>
                    </a:lnTo>
                    <a:lnTo>
                      <a:pt x="616" y="279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21" name="Freeform 57"/>
              <p:cNvSpPr>
                <a:spLocks/>
              </p:cNvSpPr>
              <p:nvPr/>
            </p:nvSpPr>
            <p:spPr bwMode="auto">
              <a:xfrm>
                <a:off x="4335" y="1366"/>
                <a:ext cx="625" cy="1406"/>
              </a:xfrm>
              <a:custGeom>
                <a:avLst/>
                <a:gdLst/>
                <a:ahLst/>
                <a:cxnLst>
                  <a:cxn ang="0">
                    <a:pos x="16" y="359"/>
                  </a:cxn>
                  <a:cxn ang="0">
                    <a:pos x="24" y="503"/>
                  </a:cxn>
                  <a:cxn ang="0">
                    <a:pos x="40" y="663"/>
                  </a:cxn>
                  <a:cxn ang="0">
                    <a:pos x="56" y="823"/>
                  </a:cxn>
                  <a:cxn ang="0">
                    <a:pos x="72" y="975"/>
                  </a:cxn>
                  <a:cxn ang="0">
                    <a:pos x="89" y="1111"/>
                  </a:cxn>
                  <a:cxn ang="0">
                    <a:pos x="97" y="1231"/>
                  </a:cxn>
                  <a:cxn ang="0">
                    <a:pos x="113" y="1319"/>
                  </a:cxn>
                  <a:cxn ang="0">
                    <a:pos x="129" y="1382"/>
                  </a:cxn>
                  <a:cxn ang="0">
                    <a:pos x="145" y="1406"/>
                  </a:cxn>
                  <a:cxn ang="0">
                    <a:pos x="161" y="1382"/>
                  </a:cxn>
                  <a:cxn ang="0">
                    <a:pos x="177" y="1319"/>
                  </a:cxn>
                  <a:cxn ang="0">
                    <a:pos x="193" y="1231"/>
                  </a:cxn>
                  <a:cxn ang="0">
                    <a:pos x="201" y="1111"/>
                  </a:cxn>
                  <a:cxn ang="0">
                    <a:pos x="217" y="975"/>
                  </a:cxn>
                  <a:cxn ang="0">
                    <a:pos x="233" y="823"/>
                  </a:cxn>
                  <a:cxn ang="0">
                    <a:pos x="249" y="663"/>
                  </a:cxn>
                  <a:cxn ang="0">
                    <a:pos x="265" y="503"/>
                  </a:cxn>
                  <a:cxn ang="0">
                    <a:pos x="273" y="359"/>
                  </a:cxn>
                  <a:cxn ang="0">
                    <a:pos x="289" y="231"/>
                  </a:cxn>
                  <a:cxn ang="0">
                    <a:pos x="305" y="128"/>
                  </a:cxn>
                  <a:cxn ang="0">
                    <a:pos x="321" y="48"/>
                  </a:cxn>
                  <a:cxn ang="0">
                    <a:pos x="329" y="8"/>
                  </a:cxn>
                  <a:cxn ang="0">
                    <a:pos x="353" y="8"/>
                  </a:cxn>
                  <a:cxn ang="0">
                    <a:pos x="369" y="64"/>
                  </a:cxn>
                  <a:cxn ang="0">
                    <a:pos x="385" y="144"/>
                  </a:cxn>
                  <a:cxn ang="0">
                    <a:pos x="401" y="255"/>
                  </a:cxn>
                  <a:cxn ang="0">
                    <a:pos x="417" y="391"/>
                  </a:cxn>
                  <a:cxn ang="0">
                    <a:pos x="425" y="543"/>
                  </a:cxn>
                  <a:cxn ang="0">
                    <a:pos x="441" y="703"/>
                  </a:cxn>
                  <a:cxn ang="0">
                    <a:pos x="457" y="855"/>
                  </a:cxn>
                  <a:cxn ang="0">
                    <a:pos x="473" y="1007"/>
                  </a:cxn>
                  <a:cxn ang="0">
                    <a:pos x="481" y="1143"/>
                  </a:cxn>
                  <a:cxn ang="0">
                    <a:pos x="497" y="1255"/>
                  </a:cxn>
                  <a:cxn ang="0">
                    <a:pos x="513" y="1335"/>
                  </a:cxn>
                  <a:cxn ang="0">
                    <a:pos x="537" y="1398"/>
                  </a:cxn>
                  <a:cxn ang="0">
                    <a:pos x="545" y="1406"/>
                  </a:cxn>
                  <a:cxn ang="0">
                    <a:pos x="553" y="1382"/>
                  </a:cxn>
                  <a:cxn ang="0">
                    <a:pos x="569" y="1327"/>
                  </a:cxn>
                  <a:cxn ang="0">
                    <a:pos x="585" y="1239"/>
                  </a:cxn>
                  <a:cxn ang="0">
                    <a:pos x="601" y="1127"/>
                  </a:cxn>
                  <a:cxn ang="0">
                    <a:pos x="617" y="991"/>
                  </a:cxn>
                </a:cxnLst>
                <a:rect l="0" t="0" r="r" b="b"/>
                <a:pathLst>
                  <a:path w="625" h="1406">
                    <a:moveTo>
                      <a:pt x="0" y="271"/>
                    </a:moveTo>
                    <a:lnTo>
                      <a:pt x="8" y="311"/>
                    </a:lnTo>
                    <a:lnTo>
                      <a:pt x="16" y="359"/>
                    </a:lnTo>
                    <a:lnTo>
                      <a:pt x="16" y="407"/>
                    </a:lnTo>
                    <a:lnTo>
                      <a:pt x="24" y="455"/>
                    </a:lnTo>
                    <a:lnTo>
                      <a:pt x="24" y="503"/>
                    </a:lnTo>
                    <a:lnTo>
                      <a:pt x="32" y="559"/>
                    </a:lnTo>
                    <a:lnTo>
                      <a:pt x="40" y="607"/>
                    </a:lnTo>
                    <a:lnTo>
                      <a:pt x="40" y="663"/>
                    </a:lnTo>
                    <a:lnTo>
                      <a:pt x="48" y="719"/>
                    </a:lnTo>
                    <a:lnTo>
                      <a:pt x="48" y="767"/>
                    </a:lnTo>
                    <a:lnTo>
                      <a:pt x="56" y="823"/>
                    </a:lnTo>
                    <a:lnTo>
                      <a:pt x="64" y="871"/>
                    </a:lnTo>
                    <a:lnTo>
                      <a:pt x="64" y="927"/>
                    </a:lnTo>
                    <a:lnTo>
                      <a:pt x="72" y="975"/>
                    </a:lnTo>
                    <a:lnTo>
                      <a:pt x="72" y="1023"/>
                    </a:lnTo>
                    <a:lnTo>
                      <a:pt x="80" y="1071"/>
                    </a:lnTo>
                    <a:lnTo>
                      <a:pt x="89" y="1111"/>
                    </a:lnTo>
                    <a:lnTo>
                      <a:pt x="89" y="1159"/>
                    </a:lnTo>
                    <a:lnTo>
                      <a:pt x="97" y="1191"/>
                    </a:lnTo>
                    <a:lnTo>
                      <a:pt x="97" y="1231"/>
                    </a:lnTo>
                    <a:lnTo>
                      <a:pt x="105" y="1263"/>
                    </a:lnTo>
                    <a:lnTo>
                      <a:pt x="105" y="1295"/>
                    </a:lnTo>
                    <a:lnTo>
                      <a:pt x="113" y="1319"/>
                    </a:lnTo>
                    <a:lnTo>
                      <a:pt x="121" y="1343"/>
                    </a:lnTo>
                    <a:lnTo>
                      <a:pt x="121" y="1366"/>
                    </a:lnTo>
                    <a:lnTo>
                      <a:pt x="129" y="1382"/>
                    </a:lnTo>
                    <a:lnTo>
                      <a:pt x="129" y="1390"/>
                    </a:lnTo>
                    <a:lnTo>
                      <a:pt x="137" y="1398"/>
                    </a:lnTo>
                    <a:lnTo>
                      <a:pt x="145" y="1406"/>
                    </a:lnTo>
                    <a:lnTo>
                      <a:pt x="153" y="1398"/>
                    </a:lnTo>
                    <a:lnTo>
                      <a:pt x="153" y="1390"/>
                    </a:lnTo>
                    <a:lnTo>
                      <a:pt x="161" y="1382"/>
                    </a:lnTo>
                    <a:lnTo>
                      <a:pt x="169" y="1366"/>
                    </a:lnTo>
                    <a:lnTo>
                      <a:pt x="169" y="1343"/>
                    </a:lnTo>
                    <a:lnTo>
                      <a:pt x="177" y="1319"/>
                    </a:lnTo>
                    <a:lnTo>
                      <a:pt x="177" y="1295"/>
                    </a:lnTo>
                    <a:lnTo>
                      <a:pt x="185" y="1263"/>
                    </a:lnTo>
                    <a:lnTo>
                      <a:pt x="193" y="1231"/>
                    </a:lnTo>
                    <a:lnTo>
                      <a:pt x="193" y="1191"/>
                    </a:lnTo>
                    <a:lnTo>
                      <a:pt x="201" y="1159"/>
                    </a:lnTo>
                    <a:lnTo>
                      <a:pt x="201" y="1111"/>
                    </a:lnTo>
                    <a:lnTo>
                      <a:pt x="209" y="1071"/>
                    </a:lnTo>
                    <a:lnTo>
                      <a:pt x="217" y="1023"/>
                    </a:lnTo>
                    <a:lnTo>
                      <a:pt x="217" y="975"/>
                    </a:lnTo>
                    <a:lnTo>
                      <a:pt x="225" y="927"/>
                    </a:lnTo>
                    <a:lnTo>
                      <a:pt x="225" y="871"/>
                    </a:lnTo>
                    <a:lnTo>
                      <a:pt x="233" y="823"/>
                    </a:lnTo>
                    <a:lnTo>
                      <a:pt x="241" y="767"/>
                    </a:lnTo>
                    <a:lnTo>
                      <a:pt x="241" y="719"/>
                    </a:lnTo>
                    <a:lnTo>
                      <a:pt x="249" y="663"/>
                    </a:lnTo>
                    <a:lnTo>
                      <a:pt x="249" y="607"/>
                    </a:lnTo>
                    <a:lnTo>
                      <a:pt x="257" y="559"/>
                    </a:lnTo>
                    <a:lnTo>
                      <a:pt x="265" y="503"/>
                    </a:lnTo>
                    <a:lnTo>
                      <a:pt x="265" y="455"/>
                    </a:lnTo>
                    <a:lnTo>
                      <a:pt x="273" y="407"/>
                    </a:lnTo>
                    <a:lnTo>
                      <a:pt x="273" y="359"/>
                    </a:lnTo>
                    <a:lnTo>
                      <a:pt x="281" y="311"/>
                    </a:lnTo>
                    <a:lnTo>
                      <a:pt x="281" y="271"/>
                    </a:lnTo>
                    <a:lnTo>
                      <a:pt x="289" y="231"/>
                    </a:lnTo>
                    <a:lnTo>
                      <a:pt x="297" y="192"/>
                    </a:lnTo>
                    <a:lnTo>
                      <a:pt x="297" y="160"/>
                    </a:lnTo>
                    <a:lnTo>
                      <a:pt x="305" y="128"/>
                    </a:lnTo>
                    <a:lnTo>
                      <a:pt x="305" y="96"/>
                    </a:lnTo>
                    <a:lnTo>
                      <a:pt x="313" y="72"/>
                    </a:lnTo>
                    <a:lnTo>
                      <a:pt x="321" y="48"/>
                    </a:lnTo>
                    <a:lnTo>
                      <a:pt x="321" y="32"/>
                    </a:lnTo>
                    <a:lnTo>
                      <a:pt x="329" y="16"/>
                    </a:lnTo>
                    <a:lnTo>
                      <a:pt x="329" y="8"/>
                    </a:lnTo>
                    <a:lnTo>
                      <a:pt x="337" y="0"/>
                    </a:lnTo>
                    <a:lnTo>
                      <a:pt x="353" y="0"/>
                    </a:lnTo>
                    <a:lnTo>
                      <a:pt x="353" y="8"/>
                    </a:lnTo>
                    <a:lnTo>
                      <a:pt x="361" y="24"/>
                    </a:lnTo>
                    <a:lnTo>
                      <a:pt x="369" y="40"/>
                    </a:lnTo>
                    <a:lnTo>
                      <a:pt x="369" y="64"/>
                    </a:lnTo>
                    <a:lnTo>
                      <a:pt x="377" y="88"/>
                    </a:lnTo>
                    <a:lnTo>
                      <a:pt x="377" y="112"/>
                    </a:lnTo>
                    <a:lnTo>
                      <a:pt x="385" y="144"/>
                    </a:lnTo>
                    <a:lnTo>
                      <a:pt x="393" y="184"/>
                    </a:lnTo>
                    <a:lnTo>
                      <a:pt x="393" y="215"/>
                    </a:lnTo>
                    <a:lnTo>
                      <a:pt x="401" y="255"/>
                    </a:lnTo>
                    <a:lnTo>
                      <a:pt x="401" y="303"/>
                    </a:lnTo>
                    <a:lnTo>
                      <a:pt x="409" y="343"/>
                    </a:lnTo>
                    <a:lnTo>
                      <a:pt x="417" y="391"/>
                    </a:lnTo>
                    <a:lnTo>
                      <a:pt x="417" y="439"/>
                    </a:lnTo>
                    <a:lnTo>
                      <a:pt x="425" y="487"/>
                    </a:lnTo>
                    <a:lnTo>
                      <a:pt x="425" y="543"/>
                    </a:lnTo>
                    <a:lnTo>
                      <a:pt x="433" y="591"/>
                    </a:lnTo>
                    <a:lnTo>
                      <a:pt x="441" y="647"/>
                    </a:lnTo>
                    <a:lnTo>
                      <a:pt x="441" y="703"/>
                    </a:lnTo>
                    <a:lnTo>
                      <a:pt x="449" y="751"/>
                    </a:lnTo>
                    <a:lnTo>
                      <a:pt x="449" y="807"/>
                    </a:lnTo>
                    <a:lnTo>
                      <a:pt x="457" y="855"/>
                    </a:lnTo>
                    <a:lnTo>
                      <a:pt x="465" y="911"/>
                    </a:lnTo>
                    <a:lnTo>
                      <a:pt x="465" y="959"/>
                    </a:lnTo>
                    <a:lnTo>
                      <a:pt x="473" y="1007"/>
                    </a:lnTo>
                    <a:lnTo>
                      <a:pt x="473" y="1055"/>
                    </a:lnTo>
                    <a:lnTo>
                      <a:pt x="481" y="1095"/>
                    </a:lnTo>
                    <a:lnTo>
                      <a:pt x="481" y="1143"/>
                    </a:lnTo>
                    <a:lnTo>
                      <a:pt x="489" y="1183"/>
                    </a:lnTo>
                    <a:lnTo>
                      <a:pt x="497" y="1215"/>
                    </a:lnTo>
                    <a:lnTo>
                      <a:pt x="497" y="1255"/>
                    </a:lnTo>
                    <a:lnTo>
                      <a:pt x="505" y="1287"/>
                    </a:lnTo>
                    <a:lnTo>
                      <a:pt x="505" y="1311"/>
                    </a:lnTo>
                    <a:lnTo>
                      <a:pt x="513" y="1335"/>
                    </a:lnTo>
                    <a:lnTo>
                      <a:pt x="521" y="1359"/>
                    </a:lnTo>
                    <a:lnTo>
                      <a:pt x="521" y="1374"/>
                    </a:lnTo>
                    <a:lnTo>
                      <a:pt x="537" y="1398"/>
                    </a:lnTo>
                    <a:lnTo>
                      <a:pt x="529" y="1398"/>
                    </a:lnTo>
                    <a:lnTo>
                      <a:pt x="537" y="1398"/>
                    </a:lnTo>
                    <a:lnTo>
                      <a:pt x="545" y="1406"/>
                    </a:lnTo>
                    <a:lnTo>
                      <a:pt x="545" y="1398"/>
                    </a:lnTo>
                    <a:lnTo>
                      <a:pt x="553" y="1390"/>
                    </a:lnTo>
                    <a:lnTo>
                      <a:pt x="553" y="1382"/>
                    </a:lnTo>
                    <a:lnTo>
                      <a:pt x="561" y="1366"/>
                    </a:lnTo>
                    <a:lnTo>
                      <a:pt x="569" y="1351"/>
                    </a:lnTo>
                    <a:lnTo>
                      <a:pt x="569" y="1327"/>
                    </a:lnTo>
                    <a:lnTo>
                      <a:pt x="577" y="1303"/>
                    </a:lnTo>
                    <a:lnTo>
                      <a:pt x="577" y="1271"/>
                    </a:lnTo>
                    <a:lnTo>
                      <a:pt x="585" y="1239"/>
                    </a:lnTo>
                    <a:lnTo>
                      <a:pt x="593" y="1207"/>
                    </a:lnTo>
                    <a:lnTo>
                      <a:pt x="593" y="1167"/>
                    </a:lnTo>
                    <a:lnTo>
                      <a:pt x="601" y="1127"/>
                    </a:lnTo>
                    <a:lnTo>
                      <a:pt x="601" y="1087"/>
                    </a:lnTo>
                    <a:lnTo>
                      <a:pt x="609" y="1039"/>
                    </a:lnTo>
                    <a:lnTo>
                      <a:pt x="617" y="991"/>
                    </a:lnTo>
                    <a:lnTo>
                      <a:pt x="617" y="943"/>
                    </a:lnTo>
                    <a:lnTo>
                      <a:pt x="625" y="895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22" name="Freeform 58"/>
              <p:cNvSpPr>
                <a:spLocks/>
              </p:cNvSpPr>
              <p:nvPr/>
            </p:nvSpPr>
            <p:spPr bwMode="auto">
              <a:xfrm>
                <a:off x="4960" y="1358"/>
                <a:ext cx="416" cy="1414"/>
              </a:xfrm>
              <a:custGeom>
                <a:avLst/>
                <a:gdLst/>
                <a:ahLst/>
                <a:cxnLst>
                  <a:cxn ang="0">
                    <a:pos x="0" y="847"/>
                  </a:cxn>
                  <a:cxn ang="0">
                    <a:pos x="16" y="743"/>
                  </a:cxn>
                  <a:cxn ang="0">
                    <a:pos x="24" y="639"/>
                  </a:cxn>
                  <a:cxn ang="0">
                    <a:pos x="32" y="535"/>
                  </a:cxn>
                  <a:cxn ang="0">
                    <a:pos x="40" y="431"/>
                  </a:cxn>
                  <a:cxn ang="0">
                    <a:pos x="48" y="335"/>
                  </a:cxn>
                  <a:cxn ang="0">
                    <a:pos x="56" y="247"/>
                  </a:cxn>
                  <a:cxn ang="0">
                    <a:pos x="72" y="176"/>
                  </a:cxn>
                  <a:cxn ang="0">
                    <a:pos x="80" y="112"/>
                  </a:cxn>
                  <a:cxn ang="0">
                    <a:pos x="88" y="64"/>
                  </a:cxn>
                  <a:cxn ang="0">
                    <a:pos x="96" y="24"/>
                  </a:cxn>
                  <a:cxn ang="0">
                    <a:pos x="104" y="8"/>
                  </a:cxn>
                  <a:cxn ang="0">
                    <a:pos x="120" y="8"/>
                  </a:cxn>
                  <a:cxn ang="0">
                    <a:pos x="128" y="24"/>
                  </a:cxn>
                  <a:cxn ang="0">
                    <a:pos x="144" y="64"/>
                  </a:cxn>
                  <a:cxn ang="0">
                    <a:pos x="152" y="112"/>
                  </a:cxn>
                  <a:cxn ang="0">
                    <a:pos x="160" y="176"/>
                  </a:cxn>
                  <a:cxn ang="0">
                    <a:pos x="168" y="247"/>
                  </a:cxn>
                  <a:cxn ang="0">
                    <a:pos x="176" y="335"/>
                  </a:cxn>
                  <a:cxn ang="0">
                    <a:pos x="192" y="431"/>
                  </a:cxn>
                  <a:cxn ang="0">
                    <a:pos x="200" y="535"/>
                  </a:cxn>
                  <a:cxn ang="0">
                    <a:pos x="208" y="639"/>
                  </a:cxn>
                  <a:cxn ang="0">
                    <a:pos x="216" y="743"/>
                  </a:cxn>
                  <a:cxn ang="0">
                    <a:pos x="224" y="847"/>
                  </a:cxn>
                  <a:cxn ang="0">
                    <a:pos x="232" y="951"/>
                  </a:cxn>
                  <a:cxn ang="0">
                    <a:pos x="248" y="1047"/>
                  </a:cxn>
                  <a:cxn ang="0">
                    <a:pos x="256" y="1135"/>
                  </a:cxn>
                  <a:cxn ang="0">
                    <a:pos x="264" y="1215"/>
                  </a:cxn>
                  <a:cxn ang="0">
                    <a:pos x="272" y="1279"/>
                  </a:cxn>
                  <a:cxn ang="0">
                    <a:pos x="280" y="1335"/>
                  </a:cxn>
                  <a:cxn ang="0">
                    <a:pos x="296" y="1374"/>
                  </a:cxn>
                  <a:cxn ang="0">
                    <a:pos x="304" y="1398"/>
                  </a:cxn>
                  <a:cxn ang="0">
                    <a:pos x="312" y="1414"/>
                  </a:cxn>
                  <a:cxn ang="0">
                    <a:pos x="328" y="1398"/>
                  </a:cxn>
                  <a:cxn ang="0">
                    <a:pos x="336" y="1367"/>
                  </a:cxn>
                  <a:cxn ang="0">
                    <a:pos x="344" y="1319"/>
                  </a:cxn>
                  <a:cxn ang="0">
                    <a:pos x="352" y="1263"/>
                  </a:cxn>
                  <a:cxn ang="0">
                    <a:pos x="368" y="1191"/>
                  </a:cxn>
                  <a:cxn ang="0">
                    <a:pos x="376" y="1103"/>
                  </a:cxn>
                  <a:cxn ang="0">
                    <a:pos x="384" y="1015"/>
                  </a:cxn>
                  <a:cxn ang="0">
                    <a:pos x="392" y="919"/>
                  </a:cxn>
                  <a:cxn ang="0">
                    <a:pos x="400" y="815"/>
                  </a:cxn>
                  <a:cxn ang="0">
                    <a:pos x="416" y="711"/>
                  </a:cxn>
                </a:cxnLst>
                <a:rect l="0" t="0" r="r" b="b"/>
                <a:pathLst>
                  <a:path w="416" h="1414">
                    <a:moveTo>
                      <a:pt x="0" y="903"/>
                    </a:moveTo>
                    <a:lnTo>
                      <a:pt x="0" y="847"/>
                    </a:lnTo>
                    <a:lnTo>
                      <a:pt x="8" y="799"/>
                    </a:lnTo>
                    <a:lnTo>
                      <a:pt x="16" y="743"/>
                    </a:lnTo>
                    <a:lnTo>
                      <a:pt x="16" y="687"/>
                    </a:lnTo>
                    <a:lnTo>
                      <a:pt x="24" y="639"/>
                    </a:lnTo>
                    <a:lnTo>
                      <a:pt x="24" y="583"/>
                    </a:lnTo>
                    <a:lnTo>
                      <a:pt x="32" y="535"/>
                    </a:lnTo>
                    <a:lnTo>
                      <a:pt x="32" y="479"/>
                    </a:lnTo>
                    <a:lnTo>
                      <a:pt x="40" y="431"/>
                    </a:lnTo>
                    <a:lnTo>
                      <a:pt x="48" y="383"/>
                    </a:lnTo>
                    <a:lnTo>
                      <a:pt x="48" y="335"/>
                    </a:lnTo>
                    <a:lnTo>
                      <a:pt x="56" y="295"/>
                    </a:lnTo>
                    <a:lnTo>
                      <a:pt x="56" y="247"/>
                    </a:lnTo>
                    <a:lnTo>
                      <a:pt x="64" y="216"/>
                    </a:lnTo>
                    <a:lnTo>
                      <a:pt x="72" y="176"/>
                    </a:lnTo>
                    <a:lnTo>
                      <a:pt x="72" y="144"/>
                    </a:lnTo>
                    <a:lnTo>
                      <a:pt x="80" y="112"/>
                    </a:lnTo>
                    <a:lnTo>
                      <a:pt x="80" y="88"/>
                    </a:lnTo>
                    <a:lnTo>
                      <a:pt x="88" y="64"/>
                    </a:lnTo>
                    <a:lnTo>
                      <a:pt x="96" y="40"/>
                    </a:lnTo>
                    <a:lnTo>
                      <a:pt x="96" y="24"/>
                    </a:lnTo>
                    <a:lnTo>
                      <a:pt x="104" y="16"/>
                    </a:lnTo>
                    <a:lnTo>
                      <a:pt x="104" y="8"/>
                    </a:lnTo>
                    <a:lnTo>
                      <a:pt x="112" y="0"/>
                    </a:lnTo>
                    <a:lnTo>
                      <a:pt x="120" y="8"/>
                    </a:lnTo>
                    <a:lnTo>
                      <a:pt x="128" y="16"/>
                    </a:lnTo>
                    <a:lnTo>
                      <a:pt x="128" y="24"/>
                    </a:lnTo>
                    <a:lnTo>
                      <a:pt x="136" y="40"/>
                    </a:lnTo>
                    <a:lnTo>
                      <a:pt x="144" y="64"/>
                    </a:lnTo>
                    <a:lnTo>
                      <a:pt x="144" y="88"/>
                    </a:lnTo>
                    <a:lnTo>
                      <a:pt x="152" y="112"/>
                    </a:lnTo>
                    <a:lnTo>
                      <a:pt x="152" y="144"/>
                    </a:lnTo>
                    <a:lnTo>
                      <a:pt x="160" y="176"/>
                    </a:lnTo>
                    <a:lnTo>
                      <a:pt x="168" y="216"/>
                    </a:lnTo>
                    <a:lnTo>
                      <a:pt x="168" y="247"/>
                    </a:lnTo>
                    <a:lnTo>
                      <a:pt x="176" y="295"/>
                    </a:lnTo>
                    <a:lnTo>
                      <a:pt x="176" y="335"/>
                    </a:lnTo>
                    <a:lnTo>
                      <a:pt x="184" y="383"/>
                    </a:lnTo>
                    <a:lnTo>
                      <a:pt x="192" y="431"/>
                    </a:lnTo>
                    <a:lnTo>
                      <a:pt x="192" y="479"/>
                    </a:lnTo>
                    <a:lnTo>
                      <a:pt x="200" y="535"/>
                    </a:lnTo>
                    <a:lnTo>
                      <a:pt x="200" y="583"/>
                    </a:lnTo>
                    <a:lnTo>
                      <a:pt x="208" y="639"/>
                    </a:lnTo>
                    <a:lnTo>
                      <a:pt x="216" y="687"/>
                    </a:lnTo>
                    <a:lnTo>
                      <a:pt x="216" y="743"/>
                    </a:lnTo>
                    <a:lnTo>
                      <a:pt x="224" y="799"/>
                    </a:lnTo>
                    <a:lnTo>
                      <a:pt x="224" y="847"/>
                    </a:lnTo>
                    <a:lnTo>
                      <a:pt x="232" y="903"/>
                    </a:lnTo>
                    <a:lnTo>
                      <a:pt x="232" y="951"/>
                    </a:lnTo>
                    <a:lnTo>
                      <a:pt x="240" y="999"/>
                    </a:lnTo>
                    <a:lnTo>
                      <a:pt x="248" y="1047"/>
                    </a:lnTo>
                    <a:lnTo>
                      <a:pt x="248" y="1095"/>
                    </a:lnTo>
                    <a:lnTo>
                      <a:pt x="256" y="1135"/>
                    </a:lnTo>
                    <a:lnTo>
                      <a:pt x="256" y="1175"/>
                    </a:lnTo>
                    <a:lnTo>
                      <a:pt x="264" y="1215"/>
                    </a:lnTo>
                    <a:lnTo>
                      <a:pt x="272" y="1247"/>
                    </a:lnTo>
                    <a:lnTo>
                      <a:pt x="272" y="1279"/>
                    </a:lnTo>
                    <a:lnTo>
                      <a:pt x="280" y="1311"/>
                    </a:lnTo>
                    <a:lnTo>
                      <a:pt x="280" y="1335"/>
                    </a:lnTo>
                    <a:lnTo>
                      <a:pt x="288" y="1359"/>
                    </a:lnTo>
                    <a:lnTo>
                      <a:pt x="296" y="1374"/>
                    </a:lnTo>
                    <a:lnTo>
                      <a:pt x="296" y="1390"/>
                    </a:lnTo>
                    <a:lnTo>
                      <a:pt x="304" y="1398"/>
                    </a:lnTo>
                    <a:lnTo>
                      <a:pt x="304" y="1406"/>
                    </a:lnTo>
                    <a:lnTo>
                      <a:pt x="312" y="1414"/>
                    </a:lnTo>
                    <a:lnTo>
                      <a:pt x="320" y="1406"/>
                    </a:lnTo>
                    <a:lnTo>
                      <a:pt x="328" y="1398"/>
                    </a:lnTo>
                    <a:lnTo>
                      <a:pt x="328" y="1382"/>
                    </a:lnTo>
                    <a:lnTo>
                      <a:pt x="336" y="1367"/>
                    </a:lnTo>
                    <a:lnTo>
                      <a:pt x="344" y="1343"/>
                    </a:lnTo>
                    <a:lnTo>
                      <a:pt x="344" y="1319"/>
                    </a:lnTo>
                    <a:lnTo>
                      <a:pt x="352" y="1295"/>
                    </a:lnTo>
                    <a:lnTo>
                      <a:pt x="352" y="1263"/>
                    </a:lnTo>
                    <a:lnTo>
                      <a:pt x="360" y="1223"/>
                    </a:lnTo>
                    <a:lnTo>
                      <a:pt x="368" y="1191"/>
                    </a:lnTo>
                    <a:lnTo>
                      <a:pt x="368" y="1151"/>
                    </a:lnTo>
                    <a:lnTo>
                      <a:pt x="376" y="1103"/>
                    </a:lnTo>
                    <a:lnTo>
                      <a:pt x="376" y="1063"/>
                    </a:lnTo>
                    <a:lnTo>
                      <a:pt x="384" y="1015"/>
                    </a:lnTo>
                    <a:lnTo>
                      <a:pt x="392" y="967"/>
                    </a:lnTo>
                    <a:lnTo>
                      <a:pt x="392" y="919"/>
                    </a:lnTo>
                    <a:lnTo>
                      <a:pt x="400" y="863"/>
                    </a:lnTo>
                    <a:lnTo>
                      <a:pt x="400" y="815"/>
                    </a:lnTo>
                    <a:lnTo>
                      <a:pt x="408" y="759"/>
                    </a:lnTo>
                    <a:lnTo>
                      <a:pt x="416" y="711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  <p:grpSp>
          <p:nvGrpSpPr>
            <p:cNvPr id="11331" name="Group 67"/>
            <p:cNvGrpSpPr>
              <a:grpSpLocks/>
            </p:cNvGrpSpPr>
            <p:nvPr/>
          </p:nvGrpSpPr>
          <p:grpSpPr bwMode="auto">
            <a:xfrm>
              <a:off x="5588000" y="3929063"/>
              <a:ext cx="2305050" cy="1081087"/>
              <a:chOff x="597" y="654"/>
              <a:chExt cx="4764" cy="2822"/>
            </a:xfrm>
          </p:grpSpPr>
          <p:sp>
            <p:nvSpPr>
              <p:cNvPr id="11332" name="Freeform 68"/>
              <p:cNvSpPr>
                <a:spLocks/>
              </p:cNvSpPr>
              <p:nvPr/>
            </p:nvSpPr>
            <p:spPr bwMode="auto">
              <a:xfrm>
                <a:off x="597" y="654"/>
                <a:ext cx="616" cy="2822"/>
              </a:xfrm>
              <a:custGeom>
                <a:avLst/>
                <a:gdLst/>
                <a:ahLst/>
                <a:cxnLst>
                  <a:cxn ang="0">
                    <a:pos x="8" y="1175"/>
                  </a:cxn>
                  <a:cxn ang="0">
                    <a:pos x="24" y="943"/>
                  </a:cxn>
                  <a:cxn ang="0">
                    <a:pos x="40" y="728"/>
                  </a:cxn>
                  <a:cxn ang="0">
                    <a:pos x="56" y="528"/>
                  </a:cxn>
                  <a:cxn ang="0">
                    <a:pos x="64" y="352"/>
                  </a:cxn>
                  <a:cxn ang="0">
                    <a:pos x="80" y="216"/>
                  </a:cxn>
                  <a:cxn ang="0">
                    <a:pos x="96" y="104"/>
                  </a:cxn>
                  <a:cxn ang="0">
                    <a:pos x="112" y="32"/>
                  </a:cxn>
                  <a:cxn ang="0">
                    <a:pos x="128" y="0"/>
                  </a:cxn>
                  <a:cxn ang="0">
                    <a:pos x="144" y="24"/>
                  </a:cxn>
                  <a:cxn ang="0">
                    <a:pos x="160" y="88"/>
                  </a:cxn>
                  <a:cxn ang="0">
                    <a:pos x="176" y="192"/>
                  </a:cxn>
                  <a:cxn ang="0">
                    <a:pos x="184" y="328"/>
                  </a:cxn>
                  <a:cxn ang="0">
                    <a:pos x="200" y="496"/>
                  </a:cxn>
                  <a:cxn ang="0">
                    <a:pos x="216" y="688"/>
                  </a:cxn>
                  <a:cxn ang="0">
                    <a:pos x="232" y="904"/>
                  </a:cxn>
                  <a:cxn ang="0">
                    <a:pos x="240" y="1127"/>
                  </a:cxn>
                  <a:cxn ang="0">
                    <a:pos x="256" y="1367"/>
                  </a:cxn>
                  <a:cxn ang="0">
                    <a:pos x="272" y="1607"/>
                  </a:cxn>
                  <a:cxn ang="0">
                    <a:pos x="288" y="1839"/>
                  </a:cxn>
                  <a:cxn ang="0">
                    <a:pos x="304" y="2063"/>
                  </a:cxn>
                  <a:cxn ang="0">
                    <a:pos x="312" y="2262"/>
                  </a:cxn>
                  <a:cxn ang="0">
                    <a:pos x="328" y="2438"/>
                  </a:cxn>
                  <a:cxn ang="0">
                    <a:pos x="344" y="2590"/>
                  </a:cxn>
                  <a:cxn ang="0">
                    <a:pos x="360" y="2702"/>
                  </a:cxn>
                  <a:cxn ang="0">
                    <a:pos x="376" y="2774"/>
                  </a:cxn>
                  <a:cxn ang="0">
                    <a:pos x="384" y="2814"/>
                  </a:cxn>
                  <a:cxn ang="0">
                    <a:pos x="408" y="2806"/>
                  </a:cxn>
                  <a:cxn ang="0">
                    <a:pos x="416" y="2750"/>
                  </a:cxn>
                  <a:cxn ang="0">
                    <a:pos x="432" y="2654"/>
                  </a:cxn>
                  <a:cxn ang="0">
                    <a:pos x="448" y="2526"/>
                  </a:cxn>
                  <a:cxn ang="0">
                    <a:pos x="464" y="2366"/>
                  </a:cxn>
                  <a:cxn ang="0">
                    <a:pos x="480" y="2174"/>
                  </a:cxn>
                  <a:cxn ang="0">
                    <a:pos x="488" y="1959"/>
                  </a:cxn>
                  <a:cxn ang="0">
                    <a:pos x="504" y="1735"/>
                  </a:cxn>
                  <a:cxn ang="0">
                    <a:pos x="520" y="1503"/>
                  </a:cxn>
                  <a:cxn ang="0">
                    <a:pos x="536" y="1263"/>
                  </a:cxn>
                  <a:cxn ang="0">
                    <a:pos x="552" y="1023"/>
                  </a:cxn>
                  <a:cxn ang="0">
                    <a:pos x="560" y="800"/>
                  </a:cxn>
                  <a:cxn ang="0">
                    <a:pos x="576" y="600"/>
                  </a:cxn>
                  <a:cxn ang="0">
                    <a:pos x="592" y="416"/>
                  </a:cxn>
                  <a:cxn ang="0">
                    <a:pos x="608" y="264"/>
                  </a:cxn>
                </a:cxnLst>
                <a:rect l="0" t="0" r="r" b="b"/>
                <a:pathLst>
                  <a:path w="616" h="2822">
                    <a:moveTo>
                      <a:pt x="0" y="1335"/>
                    </a:moveTo>
                    <a:lnTo>
                      <a:pt x="8" y="1255"/>
                    </a:lnTo>
                    <a:lnTo>
                      <a:pt x="8" y="1175"/>
                    </a:lnTo>
                    <a:lnTo>
                      <a:pt x="16" y="1095"/>
                    </a:lnTo>
                    <a:lnTo>
                      <a:pt x="16" y="1015"/>
                    </a:lnTo>
                    <a:lnTo>
                      <a:pt x="24" y="943"/>
                    </a:lnTo>
                    <a:lnTo>
                      <a:pt x="32" y="872"/>
                    </a:lnTo>
                    <a:lnTo>
                      <a:pt x="32" y="792"/>
                    </a:lnTo>
                    <a:lnTo>
                      <a:pt x="40" y="728"/>
                    </a:lnTo>
                    <a:lnTo>
                      <a:pt x="40" y="656"/>
                    </a:lnTo>
                    <a:lnTo>
                      <a:pt x="48" y="592"/>
                    </a:lnTo>
                    <a:lnTo>
                      <a:pt x="56" y="528"/>
                    </a:lnTo>
                    <a:lnTo>
                      <a:pt x="56" y="464"/>
                    </a:lnTo>
                    <a:lnTo>
                      <a:pt x="64" y="408"/>
                    </a:lnTo>
                    <a:lnTo>
                      <a:pt x="64" y="352"/>
                    </a:lnTo>
                    <a:lnTo>
                      <a:pt x="72" y="304"/>
                    </a:lnTo>
                    <a:lnTo>
                      <a:pt x="80" y="256"/>
                    </a:lnTo>
                    <a:lnTo>
                      <a:pt x="80" y="216"/>
                    </a:lnTo>
                    <a:lnTo>
                      <a:pt x="88" y="176"/>
                    </a:lnTo>
                    <a:lnTo>
                      <a:pt x="88" y="136"/>
                    </a:lnTo>
                    <a:lnTo>
                      <a:pt x="96" y="104"/>
                    </a:lnTo>
                    <a:lnTo>
                      <a:pt x="104" y="80"/>
                    </a:lnTo>
                    <a:lnTo>
                      <a:pt x="104" y="56"/>
                    </a:lnTo>
                    <a:lnTo>
                      <a:pt x="112" y="32"/>
                    </a:lnTo>
                    <a:lnTo>
                      <a:pt x="112" y="16"/>
                    </a:lnTo>
                    <a:lnTo>
                      <a:pt x="120" y="8"/>
                    </a:lnTo>
                    <a:lnTo>
                      <a:pt x="128" y="0"/>
                    </a:lnTo>
                    <a:lnTo>
                      <a:pt x="136" y="8"/>
                    </a:lnTo>
                    <a:lnTo>
                      <a:pt x="136" y="16"/>
                    </a:lnTo>
                    <a:lnTo>
                      <a:pt x="144" y="24"/>
                    </a:lnTo>
                    <a:lnTo>
                      <a:pt x="152" y="40"/>
                    </a:lnTo>
                    <a:lnTo>
                      <a:pt x="152" y="64"/>
                    </a:lnTo>
                    <a:lnTo>
                      <a:pt x="160" y="88"/>
                    </a:lnTo>
                    <a:lnTo>
                      <a:pt x="160" y="120"/>
                    </a:lnTo>
                    <a:lnTo>
                      <a:pt x="168" y="152"/>
                    </a:lnTo>
                    <a:lnTo>
                      <a:pt x="176" y="192"/>
                    </a:lnTo>
                    <a:lnTo>
                      <a:pt x="176" y="232"/>
                    </a:lnTo>
                    <a:lnTo>
                      <a:pt x="184" y="280"/>
                    </a:lnTo>
                    <a:lnTo>
                      <a:pt x="184" y="328"/>
                    </a:lnTo>
                    <a:lnTo>
                      <a:pt x="192" y="376"/>
                    </a:lnTo>
                    <a:lnTo>
                      <a:pt x="192" y="432"/>
                    </a:lnTo>
                    <a:lnTo>
                      <a:pt x="200" y="496"/>
                    </a:lnTo>
                    <a:lnTo>
                      <a:pt x="208" y="552"/>
                    </a:lnTo>
                    <a:lnTo>
                      <a:pt x="208" y="616"/>
                    </a:lnTo>
                    <a:lnTo>
                      <a:pt x="216" y="688"/>
                    </a:lnTo>
                    <a:lnTo>
                      <a:pt x="216" y="760"/>
                    </a:lnTo>
                    <a:lnTo>
                      <a:pt x="224" y="824"/>
                    </a:lnTo>
                    <a:lnTo>
                      <a:pt x="232" y="904"/>
                    </a:lnTo>
                    <a:lnTo>
                      <a:pt x="232" y="975"/>
                    </a:lnTo>
                    <a:lnTo>
                      <a:pt x="240" y="1055"/>
                    </a:lnTo>
                    <a:lnTo>
                      <a:pt x="240" y="1127"/>
                    </a:lnTo>
                    <a:lnTo>
                      <a:pt x="248" y="1207"/>
                    </a:lnTo>
                    <a:lnTo>
                      <a:pt x="256" y="1287"/>
                    </a:lnTo>
                    <a:lnTo>
                      <a:pt x="256" y="1367"/>
                    </a:lnTo>
                    <a:lnTo>
                      <a:pt x="264" y="1447"/>
                    </a:lnTo>
                    <a:lnTo>
                      <a:pt x="264" y="1527"/>
                    </a:lnTo>
                    <a:lnTo>
                      <a:pt x="272" y="1607"/>
                    </a:lnTo>
                    <a:lnTo>
                      <a:pt x="280" y="1687"/>
                    </a:lnTo>
                    <a:lnTo>
                      <a:pt x="280" y="1759"/>
                    </a:lnTo>
                    <a:lnTo>
                      <a:pt x="288" y="1839"/>
                    </a:lnTo>
                    <a:lnTo>
                      <a:pt x="288" y="1911"/>
                    </a:lnTo>
                    <a:lnTo>
                      <a:pt x="296" y="1991"/>
                    </a:lnTo>
                    <a:lnTo>
                      <a:pt x="304" y="2063"/>
                    </a:lnTo>
                    <a:lnTo>
                      <a:pt x="304" y="2126"/>
                    </a:lnTo>
                    <a:lnTo>
                      <a:pt x="312" y="2198"/>
                    </a:lnTo>
                    <a:lnTo>
                      <a:pt x="312" y="2262"/>
                    </a:lnTo>
                    <a:lnTo>
                      <a:pt x="320" y="2326"/>
                    </a:lnTo>
                    <a:lnTo>
                      <a:pt x="328" y="2382"/>
                    </a:lnTo>
                    <a:lnTo>
                      <a:pt x="328" y="2438"/>
                    </a:lnTo>
                    <a:lnTo>
                      <a:pt x="336" y="2494"/>
                    </a:lnTo>
                    <a:lnTo>
                      <a:pt x="336" y="2542"/>
                    </a:lnTo>
                    <a:lnTo>
                      <a:pt x="344" y="2590"/>
                    </a:lnTo>
                    <a:lnTo>
                      <a:pt x="352" y="2630"/>
                    </a:lnTo>
                    <a:lnTo>
                      <a:pt x="352" y="2670"/>
                    </a:lnTo>
                    <a:lnTo>
                      <a:pt x="360" y="2702"/>
                    </a:lnTo>
                    <a:lnTo>
                      <a:pt x="360" y="2734"/>
                    </a:lnTo>
                    <a:lnTo>
                      <a:pt x="368" y="2758"/>
                    </a:lnTo>
                    <a:lnTo>
                      <a:pt x="376" y="2774"/>
                    </a:lnTo>
                    <a:lnTo>
                      <a:pt x="376" y="2798"/>
                    </a:lnTo>
                    <a:lnTo>
                      <a:pt x="384" y="2806"/>
                    </a:lnTo>
                    <a:lnTo>
                      <a:pt x="384" y="2814"/>
                    </a:lnTo>
                    <a:lnTo>
                      <a:pt x="392" y="2822"/>
                    </a:lnTo>
                    <a:lnTo>
                      <a:pt x="400" y="2814"/>
                    </a:lnTo>
                    <a:lnTo>
                      <a:pt x="408" y="2806"/>
                    </a:lnTo>
                    <a:lnTo>
                      <a:pt x="408" y="2790"/>
                    </a:lnTo>
                    <a:lnTo>
                      <a:pt x="416" y="2774"/>
                    </a:lnTo>
                    <a:lnTo>
                      <a:pt x="416" y="2750"/>
                    </a:lnTo>
                    <a:lnTo>
                      <a:pt x="424" y="2718"/>
                    </a:lnTo>
                    <a:lnTo>
                      <a:pt x="432" y="2686"/>
                    </a:lnTo>
                    <a:lnTo>
                      <a:pt x="432" y="2654"/>
                    </a:lnTo>
                    <a:lnTo>
                      <a:pt x="440" y="2614"/>
                    </a:lnTo>
                    <a:lnTo>
                      <a:pt x="440" y="2574"/>
                    </a:lnTo>
                    <a:lnTo>
                      <a:pt x="448" y="2526"/>
                    </a:lnTo>
                    <a:lnTo>
                      <a:pt x="456" y="2470"/>
                    </a:lnTo>
                    <a:lnTo>
                      <a:pt x="456" y="2422"/>
                    </a:lnTo>
                    <a:lnTo>
                      <a:pt x="464" y="2366"/>
                    </a:lnTo>
                    <a:lnTo>
                      <a:pt x="464" y="2302"/>
                    </a:lnTo>
                    <a:lnTo>
                      <a:pt x="472" y="2238"/>
                    </a:lnTo>
                    <a:lnTo>
                      <a:pt x="480" y="2174"/>
                    </a:lnTo>
                    <a:lnTo>
                      <a:pt x="480" y="2102"/>
                    </a:lnTo>
                    <a:lnTo>
                      <a:pt x="488" y="2039"/>
                    </a:lnTo>
                    <a:lnTo>
                      <a:pt x="488" y="1959"/>
                    </a:lnTo>
                    <a:lnTo>
                      <a:pt x="496" y="1887"/>
                    </a:lnTo>
                    <a:lnTo>
                      <a:pt x="504" y="1815"/>
                    </a:lnTo>
                    <a:lnTo>
                      <a:pt x="504" y="1735"/>
                    </a:lnTo>
                    <a:lnTo>
                      <a:pt x="512" y="1655"/>
                    </a:lnTo>
                    <a:lnTo>
                      <a:pt x="512" y="1575"/>
                    </a:lnTo>
                    <a:lnTo>
                      <a:pt x="520" y="1503"/>
                    </a:lnTo>
                    <a:lnTo>
                      <a:pt x="528" y="1423"/>
                    </a:lnTo>
                    <a:lnTo>
                      <a:pt x="528" y="1343"/>
                    </a:lnTo>
                    <a:lnTo>
                      <a:pt x="536" y="1263"/>
                    </a:lnTo>
                    <a:lnTo>
                      <a:pt x="536" y="1183"/>
                    </a:lnTo>
                    <a:lnTo>
                      <a:pt x="544" y="1103"/>
                    </a:lnTo>
                    <a:lnTo>
                      <a:pt x="552" y="1023"/>
                    </a:lnTo>
                    <a:lnTo>
                      <a:pt x="552" y="951"/>
                    </a:lnTo>
                    <a:lnTo>
                      <a:pt x="560" y="880"/>
                    </a:lnTo>
                    <a:lnTo>
                      <a:pt x="560" y="800"/>
                    </a:lnTo>
                    <a:lnTo>
                      <a:pt x="568" y="736"/>
                    </a:lnTo>
                    <a:lnTo>
                      <a:pt x="568" y="664"/>
                    </a:lnTo>
                    <a:lnTo>
                      <a:pt x="576" y="600"/>
                    </a:lnTo>
                    <a:lnTo>
                      <a:pt x="584" y="536"/>
                    </a:lnTo>
                    <a:lnTo>
                      <a:pt x="584" y="472"/>
                    </a:lnTo>
                    <a:lnTo>
                      <a:pt x="592" y="416"/>
                    </a:lnTo>
                    <a:lnTo>
                      <a:pt x="592" y="360"/>
                    </a:lnTo>
                    <a:lnTo>
                      <a:pt x="600" y="312"/>
                    </a:lnTo>
                    <a:lnTo>
                      <a:pt x="608" y="264"/>
                    </a:lnTo>
                    <a:lnTo>
                      <a:pt x="608" y="216"/>
                    </a:lnTo>
                    <a:lnTo>
                      <a:pt x="616" y="176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33" name="Freeform 69"/>
              <p:cNvSpPr>
                <a:spLocks/>
              </p:cNvSpPr>
              <p:nvPr/>
            </p:nvSpPr>
            <p:spPr bwMode="auto">
              <a:xfrm>
                <a:off x="1213" y="654"/>
                <a:ext cx="625" cy="2822"/>
              </a:xfrm>
              <a:custGeom>
                <a:avLst/>
                <a:gdLst/>
                <a:ahLst/>
                <a:cxnLst>
                  <a:cxn ang="0">
                    <a:pos x="8" y="104"/>
                  </a:cxn>
                  <a:cxn ang="0">
                    <a:pos x="24" y="32"/>
                  </a:cxn>
                  <a:cxn ang="0">
                    <a:pos x="40" y="0"/>
                  </a:cxn>
                  <a:cxn ang="0">
                    <a:pos x="56" y="24"/>
                  </a:cxn>
                  <a:cxn ang="0">
                    <a:pos x="72" y="88"/>
                  </a:cxn>
                  <a:cxn ang="0">
                    <a:pos x="88" y="184"/>
                  </a:cxn>
                  <a:cxn ang="0">
                    <a:pos x="96" y="320"/>
                  </a:cxn>
                  <a:cxn ang="0">
                    <a:pos x="112" y="488"/>
                  </a:cxn>
                  <a:cxn ang="0">
                    <a:pos x="129" y="680"/>
                  </a:cxn>
                  <a:cxn ang="0">
                    <a:pos x="145" y="896"/>
                  </a:cxn>
                  <a:cxn ang="0">
                    <a:pos x="153" y="1119"/>
                  </a:cxn>
                  <a:cxn ang="0">
                    <a:pos x="169" y="1359"/>
                  </a:cxn>
                  <a:cxn ang="0">
                    <a:pos x="185" y="1599"/>
                  </a:cxn>
                  <a:cxn ang="0">
                    <a:pos x="201" y="1831"/>
                  </a:cxn>
                  <a:cxn ang="0">
                    <a:pos x="217" y="2055"/>
                  </a:cxn>
                  <a:cxn ang="0">
                    <a:pos x="225" y="2254"/>
                  </a:cxn>
                  <a:cxn ang="0">
                    <a:pos x="241" y="2430"/>
                  </a:cxn>
                  <a:cxn ang="0">
                    <a:pos x="257" y="2582"/>
                  </a:cxn>
                  <a:cxn ang="0">
                    <a:pos x="273" y="2694"/>
                  </a:cxn>
                  <a:cxn ang="0">
                    <a:pos x="289" y="2774"/>
                  </a:cxn>
                  <a:cxn ang="0">
                    <a:pos x="297" y="2814"/>
                  </a:cxn>
                  <a:cxn ang="0">
                    <a:pos x="321" y="2806"/>
                  </a:cxn>
                  <a:cxn ang="0">
                    <a:pos x="337" y="2750"/>
                  </a:cxn>
                  <a:cxn ang="0">
                    <a:pos x="345" y="2662"/>
                  </a:cxn>
                  <a:cxn ang="0">
                    <a:pos x="361" y="2526"/>
                  </a:cxn>
                  <a:cxn ang="0">
                    <a:pos x="377" y="2366"/>
                  </a:cxn>
                  <a:cxn ang="0">
                    <a:pos x="393" y="2182"/>
                  </a:cxn>
                  <a:cxn ang="0">
                    <a:pos x="401" y="1967"/>
                  </a:cxn>
                  <a:cxn ang="0">
                    <a:pos x="417" y="1743"/>
                  </a:cxn>
                  <a:cxn ang="0">
                    <a:pos x="433" y="1511"/>
                  </a:cxn>
                  <a:cxn ang="0">
                    <a:pos x="449" y="1271"/>
                  </a:cxn>
                  <a:cxn ang="0">
                    <a:pos x="465" y="1031"/>
                  </a:cxn>
                  <a:cxn ang="0">
                    <a:pos x="473" y="808"/>
                  </a:cxn>
                  <a:cxn ang="0">
                    <a:pos x="489" y="608"/>
                  </a:cxn>
                  <a:cxn ang="0">
                    <a:pos x="505" y="424"/>
                  </a:cxn>
                  <a:cxn ang="0">
                    <a:pos x="521" y="264"/>
                  </a:cxn>
                  <a:cxn ang="0">
                    <a:pos x="529" y="144"/>
                  </a:cxn>
                  <a:cxn ang="0">
                    <a:pos x="545" y="56"/>
                  </a:cxn>
                  <a:cxn ang="0">
                    <a:pos x="561" y="8"/>
                  </a:cxn>
                  <a:cxn ang="0">
                    <a:pos x="585" y="24"/>
                  </a:cxn>
                  <a:cxn ang="0">
                    <a:pos x="601" y="80"/>
                  </a:cxn>
                  <a:cxn ang="0">
                    <a:pos x="617" y="184"/>
                  </a:cxn>
                </a:cxnLst>
                <a:rect l="0" t="0" r="r" b="b"/>
                <a:pathLst>
                  <a:path w="625" h="2822">
                    <a:moveTo>
                      <a:pt x="0" y="176"/>
                    </a:moveTo>
                    <a:lnTo>
                      <a:pt x="0" y="136"/>
                    </a:lnTo>
                    <a:lnTo>
                      <a:pt x="8" y="104"/>
                    </a:lnTo>
                    <a:lnTo>
                      <a:pt x="16" y="80"/>
                    </a:lnTo>
                    <a:lnTo>
                      <a:pt x="16" y="56"/>
                    </a:lnTo>
                    <a:lnTo>
                      <a:pt x="24" y="32"/>
                    </a:lnTo>
                    <a:lnTo>
                      <a:pt x="24" y="24"/>
                    </a:lnTo>
                    <a:lnTo>
                      <a:pt x="32" y="8"/>
                    </a:lnTo>
                    <a:lnTo>
                      <a:pt x="40" y="0"/>
                    </a:lnTo>
                    <a:lnTo>
                      <a:pt x="48" y="8"/>
                    </a:lnTo>
                    <a:lnTo>
                      <a:pt x="48" y="16"/>
                    </a:lnTo>
                    <a:lnTo>
                      <a:pt x="56" y="24"/>
                    </a:lnTo>
                    <a:lnTo>
                      <a:pt x="64" y="40"/>
                    </a:lnTo>
                    <a:lnTo>
                      <a:pt x="64" y="64"/>
                    </a:lnTo>
                    <a:lnTo>
                      <a:pt x="72" y="88"/>
                    </a:lnTo>
                    <a:lnTo>
                      <a:pt x="72" y="112"/>
                    </a:lnTo>
                    <a:lnTo>
                      <a:pt x="80" y="144"/>
                    </a:lnTo>
                    <a:lnTo>
                      <a:pt x="88" y="184"/>
                    </a:lnTo>
                    <a:lnTo>
                      <a:pt x="88" y="224"/>
                    </a:lnTo>
                    <a:lnTo>
                      <a:pt x="96" y="272"/>
                    </a:lnTo>
                    <a:lnTo>
                      <a:pt x="96" y="320"/>
                    </a:lnTo>
                    <a:lnTo>
                      <a:pt x="104" y="376"/>
                    </a:lnTo>
                    <a:lnTo>
                      <a:pt x="112" y="424"/>
                    </a:lnTo>
                    <a:lnTo>
                      <a:pt x="112" y="488"/>
                    </a:lnTo>
                    <a:lnTo>
                      <a:pt x="121" y="544"/>
                    </a:lnTo>
                    <a:lnTo>
                      <a:pt x="121" y="616"/>
                    </a:lnTo>
                    <a:lnTo>
                      <a:pt x="129" y="680"/>
                    </a:lnTo>
                    <a:lnTo>
                      <a:pt x="137" y="752"/>
                    </a:lnTo>
                    <a:lnTo>
                      <a:pt x="137" y="816"/>
                    </a:lnTo>
                    <a:lnTo>
                      <a:pt x="145" y="896"/>
                    </a:lnTo>
                    <a:lnTo>
                      <a:pt x="145" y="967"/>
                    </a:lnTo>
                    <a:lnTo>
                      <a:pt x="153" y="1047"/>
                    </a:lnTo>
                    <a:lnTo>
                      <a:pt x="153" y="1119"/>
                    </a:lnTo>
                    <a:lnTo>
                      <a:pt x="161" y="1199"/>
                    </a:lnTo>
                    <a:lnTo>
                      <a:pt x="169" y="1279"/>
                    </a:lnTo>
                    <a:lnTo>
                      <a:pt x="169" y="1359"/>
                    </a:lnTo>
                    <a:lnTo>
                      <a:pt x="177" y="1439"/>
                    </a:lnTo>
                    <a:lnTo>
                      <a:pt x="177" y="1519"/>
                    </a:lnTo>
                    <a:lnTo>
                      <a:pt x="185" y="1599"/>
                    </a:lnTo>
                    <a:lnTo>
                      <a:pt x="193" y="1679"/>
                    </a:lnTo>
                    <a:lnTo>
                      <a:pt x="193" y="1751"/>
                    </a:lnTo>
                    <a:lnTo>
                      <a:pt x="201" y="1831"/>
                    </a:lnTo>
                    <a:lnTo>
                      <a:pt x="201" y="1903"/>
                    </a:lnTo>
                    <a:lnTo>
                      <a:pt x="209" y="1983"/>
                    </a:lnTo>
                    <a:lnTo>
                      <a:pt x="217" y="2055"/>
                    </a:lnTo>
                    <a:lnTo>
                      <a:pt x="217" y="2118"/>
                    </a:lnTo>
                    <a:lnTo>
                      <a:pt x="225" y="2190"/>
                    </a:lnTo>
                    <a:lnTo>
                      <a:pt x="225" y="2254"/>
                    </a:lnTo>
                    <a:lnTo>
                      <a:pt x="233" y="2318"/>
                    </a:lnTo>
                    <a:lnTo>
                      <a:pt x="241" y="2374"/>
                    </a:lnTo>
                    <a:lnTo>
                      <a:pt x="241" y="2430"/>
                    </a:lnTo>
                    <a:lnTo>
                      <a:pt x="249" y="2486"/>
                    </a:lnTo>
                    <a:lnTo>
                      <a:pt x="249" y="2534"/>
                    </a:lnTo>
                    <a:lnTo>
                      <a:pt x="257" y="2582"/>
                    </a:lnTo>
                    <a:lnTo>
                      <a:pt x="265" y="2622"/>
                    </a:lnTo>
                    <a:lnTo>
                      <a:pt x="265" y="2662"/>
                    </a:lnTo>
                    <a:lnTo>
                      <a:pt x="273" y="2694"/>
                    </a:lnTo>
                    <a:lnTo>
                      <a:pt x="273" y="2726"/>
                    </a:lnTo>
                    <a:lnTo>
                      <a:pt x="281" y="2750"/>
                    </a:lnTo>
                    <a:lnTo>
                      <a:pt x="289" y="2774"/>
                    </a:lnTo>
                    <a:lnTo>
                      <a:pt x="289" y="2790"/>
                    </a:lnTo>
                    <a:lnTo>
                      <a:pt x="297" y="2806"/>
                    </a:lnTo>
                    <a:lnTo>
                      <a:pt x="297" y="2814"/>
                    </a:lnTo>
                    <a:lnTo>
                      <a:pt x="305" y="2822"/>
                    </a:lnTo>
                    <a:lnTo>
                      <a:pt x="313" y="2814"/>
                    </a:lnTo>
                    <a:lnTo>
                      <a:pt x="321" y="2806"/>
                    </a:lnTo>
                    <a:lnTo>
                      <a:pt x="321" y="2790"/>
                    </a:lnTo>
                    <a:lnTo>
                      <a:pt x="329" y="2774"/>
                    </a:lnTo>
                    <a:lnTo>
                      <a:pt x="337" y="2750"/>
                    </a:lnTo>
                    <a:lnTo>
                      <a:pt x="337" y="2726"/>
                    </a:lnTo>
                    <a:lnTo>
                      <a:pt x="345" y="2694"/>
                    </a:lnTo>
                    <a:lnTo>
                      <a:pt x="345" y="2662"/>
                    </a:lnTo>
                    <a:lnTo>
                      <a:pt x="353" y="2622"/>
                    </a:lnTo>
                    <a:lnTo>
                      <a:pt x="353" y="2574"/>
                    </a:lnTo>
                    <a:lnTo>
                      <a:pt x="361" y="2526"/>
                    </a:lnTo>
                    <a:lnTo>
                      <a:pt x="369" y="2478"/>
                    </a:lnTo>
                    <a:lnTo>
                      <a:pt x="369" y="2422"/>
                    </a:lnTo>
                    <a:lnTo>
                      <a:pt x="377" y="2366"/>
                    </a:lnTo>
                    <a:lnTo>
                      <a:pt x="377" y="2310"/>
                    </a:lnTo>
                    <a:lnTo>
                      <a:pt x="385" y="2246"/>
                    </a:lnTo>
                    <a:lnTo>
                      <a:pt x="393" y="2182"/>
                    </a:lnTo>
                    <a:lnTo>
                      <a:pt x="393" y="2110"/>
                    </a:lnTo>
                    <a:lnTo>
                      <a:pt x="401" y="2047"/>
                    </a:lnTo>
                    <a:lnTo>
                      <a:pt x="401" y="1967"/>
                    </a:lnTo>
                    <a:lnTo>
                      <a:pt x="409" y="1895"/>
                    </a:lnTo>
                    <a:lnTo>
                      <a:pt x="417" y="1823"/>
                    </a:lnTo>
                    <a:lnTo>
                      <a:pt x="417" y="1743"/>
                    </a:lnTo>
                    <a:lnTo>
                      <a:pt x="425" y="1663"/>
                    </a:lnTo>
                    <a:lnTo>
                      <a:pt x="425" y="1591"/>
                    </a:lnTo>
                    <a:lnTo>
                      <a:pt x="433" y="1511"/>
                    </a:lnTo>
                    <a:lnTo>
                      <a:pt x="441" y="1431"/>
                    </a:lnTo>
                    <a:lnTo>
                      <a:pt x="441" y="1351"/>
                    </a:lnTo>
                    <a:lnTo>
                      <a:pt x="449" y="1271"/>
                    </a:lnTo>
                    <a:lnTo>
                      <a:pt x="449" y="1191"/>
                    </a:lnTo>
                    <a:lnTo>
                      <a:pt x="457" y="1111"/>
                    </a:lnTo>
                    <a:lnTo>
                      <a:pt x="465" y="1031"/>
                    </a:lnTo>
                    <a:lnTo>
                      <a:pt x="465" y="959"/>
                    </a:lnTo>
                    <a:lnTo>
                      <a:pt x="473" y="888"/>
                    </a:lnTo>
                    <a:lnTo>
                      <a:pt x="473" y="808"/>
                    </a:lnTo>
                    <a:lnTo>
                      <a:pt x="481" y="744"/>
                    </a:lnTo>
                    <a:lnTo>
                      <a:pt x="489" y="672"/>
                    </a:lnTo>
                    <a:lnTo>
                      <a:pt x="489" y="608"/>
                    </a:lnTo>
                    <a:lnTo>
                      <a:pt x="497" y="544"/>
                    </a:lnTo>
                    <a:lnTo>
                      <a:pt x="497" y="480"/>
                    </a:lnTo>
                    <a:lnTo>
                      <a:pt x="505" y="424"/>
                    </a:lnTo>
                    <a:lnTo>
                      <a:pt x="513" y="368"/>
                    </a:lnTo>
                    <a:lnTo>
                      <a:pt x="513" y="312"/>
                    </a:lnTo>
                    <a:lnTo>
                      <a:pt x="521" y="264"/>
                    </a:lnTo>
                    <a:lnTo>
                      <a:pt x="521" y="224"/>
                    </a:lnTo>
                    <a:lnTo>
                      <a:pt x="529" y="184"/>
                    </a:lnTo>
                    <a:lnTo>
                      <a:pt x="529" y="144"/>
                    </a:lnTo>
                    <a:lnTo>
                      <a:pt x="537" y="112"/>
                    </a:lnTo>
                    <a:lnTo>
                      <a:pt x="545" y="80"/>
                    </a:lnTo>
                    <a:lnTo>
                      <a:pt x="545" y="56"/>
                    </a:lnTo>
                    <a:lnTo>
                      <a:pt x="553" y="40"/>
                    </a:lnTo>
                    <a:lnTo>
                      <a:pt x="553" y="24"/>
                    </a:lnTo>
                    <a:lnTo>
                      <a:pt x="561" y="8"/>
                    </a:lnTo>
                    <a:lnTo>
                      <a:pt x="569" y="0"/>
                    </a:lnTo>
                    <a:lnTo>
                      <a:pt x="577" y="8"/>
                    </a:lnTo>
                    <a:lnTo>
                      <a:pt x="585" y="24"/>
                    </a:lnTo>
                    <a:lnTo>
                      <a:pt x="593" y="40"/>
                    </a:lnTo>
                    <a:lnTo>
                      <a:pt x="593" y="56"/>
                    </a:lnTo>
                    <a:lnTo>
                      <a:pt x="601" y="80"/>
                    </a:lnTo>
                    <a:lnTo>
                      <a:pt x="601" y="112"/>
                    </a:lnTo>
                    <a:lnTo>
                      <a:pt x="609" y="144"/>
                    </a:lnTo>
                    <a:lnTo>
                      <a:pt x="617" y="184"/>
                    </a:lnTo>
                    <a:lnTo>
                      <a:pt x="617" y="224"/>
                    </a:lnTo>
                    <a:lnTo>
                      <a:pt x="625" y="264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34" name="Freeform 70"/>
              <p:cNvSpPr>
                <a:spLocks/>
              </p:cNvSpPr>
              <p:nvPr/>
            </p:nvSpPr>
            <p:spPr bwMode="auto">
              <a:xfrm>
                <a:off x="1838" y="654"/>
                <a:ext cx="617" cy="2822"/>
              </a:xfrm>
              <a:custGeom>
                <a:avLst/>
                <a:gdLst/>
                <a:ahLst/>
                <a:cxnLst>
                  <a:cxn ang="0">
                    <a:pos x="8" y="368"/>
                  </a:cxn>
                  <a:cxn ang="0">
                    <a:pos x="24" y="544"/>
                  </a:cxn>
                  <a:cxn ang="0">
                    <a:pos x="40" y="744"/>
                  </a:cxn>
                  <a:cxn ang="0">
                    <a:pos x="48" y="959"/>
                  </a:cxn>
                  <a:cxn ang="0">
                    <a:pos x="64" y="1191"/>
                  </a:cxn>
                  <a:cxn ang="0">
                    <a:pos x="80" y="1431"/>
                  </a:cxn>
                  <a:cxn ang="0">
                    <a:pos x="96" y="1663"/>
                  </a:cxn>
                  <a:cxn ang="0">
                    <a:pos x="104" y="1895"/>
                  </a:cxn>
                  <a:cxn ang="0">
                    <a:pos x="120" y="2110"/>
                  </a:cxn>
                  <a:cxn ang="0">
                    <a:pos x="136" y="2310"/>
                  </a:cxn>
                  <a:cxn ang="0">
                    <a:pos x="152" y="2478"/>
                  </a:cxn>
                  <a:cxn ang="0">
                    <a:pos x="168" y="2622"/>
                  </a:cxn>
                  <a:cxn ang="0">
                    <a:pos x="176" y="2726"/>
                  </a:cxn>
                  <a:cxn ang="0">
                    <a:pos x="192" y="2790"/>
                  </a:cxn>
                  <a:cxn ang="0">
                    <a:pos x="208" y="2822"/>
                  </a:cxn>
                  <a:cxn ang="0">
                    <a:pos x="224" y="2790"/>
                  </a:cxn>
                  <a:cxn ang="0">
                    <a:pos x="240" y="2726"/>
                  </a:cxn>
                  <a:cxn ang="0">
                    <a:pos x="256" y="2622"/>
                  </a:cxn>
                  <a:cxn ang="0">
                    <a:pos x="272" y="2486"/>
                  </a:cxn>
                  <a:cxn ang="0">
                    <a:pos x="280" y="2318"/>
                  </a:cxn>
                  <a:cxn ang="0">
                    <a:pos x="296" y="2118"/>
                  </a:cxn>
                  <a:cxn ang="0">
                    <a:pos x="312" y="1903"/>
                  </a:cxn>
                  <a:cxn ang="0">
                    <a:pos x="328" y="1679"/>
                  </a:cxn>
                  <a:cxn ang="0">
                    <a:pos x="344" y="1439"/>
                  </a:cxn>
                  <a:cxn ang="0">
                    <a:pos x="352" y="1199"/>
                  </a:cxn>
                  <a:cxn ang="0">
                    <a:pos x="368" y="967"/>
                  </a:cxn>
                  <a:cxn ang="0">
                    <a:pos x="384" y="752"/>
                  </a:cxn>
                  <a:cxn ang="0">
                    <a:pos x="400" y="544"/>
                  </a:cxn>
                  <a:cxn ang="0">
                    <a:pos x="416" y="376"/>
                  </a:cxn>
                  <a:cxn ang="0">
                    <a:pos x="424" y="224"/>
                  </a:cxn>
                  <a:cxn ang="0">
                    <a:pos x="440" y="112"/>
                  </a:cxn>
                  <a:cxn ang="0">
                    <a:pos x="456" y="40"/>
                  </a:cxn>
                  <a:cxn ang="0">
                    <a:pos x="480" y="0"/>
                  </a:cxn>
                  <a:cxn ang="0">
                    <a:pos x="488" y="24"/>
                  </a:cxn>
                  <a:cxn ang="0">
                    <a:pos x="504" y="80"/>
                  </a:cxn>
                  <a:cxn ang="0">
                    <a:pos x="521" y="176"/>
                  </a:cxn>
                  <a:cxn ang="0">
                    <a:pos x="529" y="312"/>
                  </a:cxn>
                  <a:cxn ang="0">
                    <a:pos x="545" y="472"/>
                  </a:cxn>
                  <a:cxn ang="0">
                    <a:pos x="561" y="664"/>
                  </a:cxn>
                  <a:cxn ang="0">
                    <a:pos x="577" y="880"/>
                  </a:cxn>
                  <a:cxn ang="0">
                    <a:pos x="593" y="1103"/>
                  </a:cxn>
                  <a:cxn ang="0">
                    <a:pos x="601" y="1343"/>
                  </a:cxn>
                </a:cxnLst>
                <a:rect l="0" t="0" r="r" b="b"/>
                <a:pathLst>
                  <a:path w="617" h="2822">
                    <a:moveTo>
                      <a:pt x="0" y="264"/>
                    </a:moveTo>
                    <a:lnTo>
                      <a:pt x="0" y="312"/>
                    </a:lnTo>
                    <a:lnTo>
                      <a:pt x="8" y="368"/>
                    </a:lnTo>
                    <a:lnTo>
                      <a:pt x="16" y="424"/>
                    </a:lnTo>
                    <a:lnTo>
                      <a:pt x="16" y="480"/>
                    </a:lnTo>
                    <a:lnTo>
                      <a:pt x="24" y="544"/>
                    </a:lnTo>
                    <a:lnTo>
                      <a:pt x="24" y="608"/>
                    </a:lnTo>
                    <a:lnTo>
                      <a:pt x="32" y="672"/>
                    </a:lnTo>
                    <a:lnTo>
                      <a:pt x="40" y="744"/>
                    </a:lnTo>
                    <a:lnTo>
                      <a:pt x="40" y="808"/>
                    </a:lnTo>
                    <a:lnTo>
                      <a:pt x="48" y="888"/>
                    </a:lnTo>
                    <a:lnTo>
                      <a:pt x="48" y="959"/>
                    </a:lnTo>
                    <a:lnTo>
                      <a:pt x="56" y="1031"/>
                    </a:lnTo>
                    <a:lnTo>
                      <a:pt x="64" y="1111"/>
                    </a:lnTo>
                    <a:lnTo>
                      <a:pt x="64" y="1191"/>
                    </a:lnTo>
                    <a:lnTo>
                      <a:pt x="72" y="1271"/>
                    </a:lnTo>
                    <a:lnTo>
                      <a:pt x="72" y="1351"/>
                    </a:lnTo>
                    <a:lnTo>
                      <a:pt x="80" y="1431"/>
                    </a:lnTo>
                    <a:lnTo>
                      <a:pt x="88" y="1511"/>
                    </a:lnTo>
                    <a:lnTo>
                      <a:pt x="88" y="1591"/>
                    </a:lnTo>
                    <a:lnTo>
                      <a:pt x="96" y="1663"/>
                    </a:lnTo>
                    <a:lnTo>
                      <a:pt x="96" y="1743"/>
                    </a:lnTo>
                    <a:lnTo>
                      <a:pt x="104" y="1823"/>
                    </a:lnTo>
                    <a:lnTo>
                      <a:pt x="104" y="1895"/>
                    </a:lnTo>
                    <a:lnTo>
                      <a:pt x="112" y="1967"/>
                    </a:lnTo>
                    <a:lnTo>
                      <a:pt x="120" y="2047"/>
                    </a:lnTo>
                    <a:lnTo>
                      <a:pt x="120" y="2110"/>
                    </a:lnTo>
                    <a:lnTo>
                      <a:pt x="128" y="2182"/>
                    </a:lnTo>
                    <a:lnTo>
                      <a:pt x="128" y="2246"/>
                    </a:lnTo>
                    <a:lnTo>
                      <a:pt x="136" y="2310"/>
                    </a:lnTo>
                    <a:lnTo>
                      <a:pt x="144" y="2366"/>
                    </a:lnTo>
                    <a:lnTo>
                      <a:pt x="144" y="2422"/>
                    </a:lnTo>
                    <a:lnTo>
                      <a:pt x="152" y="2478"/>
                    </a:lnTo>
                    <a:lnTo>
                      <a:pt x="152" y="2526"/>
                    </a:lnTo>
                    <a:lnTo>
                      <a:pt x="160" y="2574"/>
                    </a:lnTo>
                    <a:lnTo>
                      <a:pt x="168" y="2622"/>
                    </a:lnTo>
                    <a:lnTo>
                      <a:pt x="168" y="2662"/>
                    </a:lnTo>
                    <a:lnTo>
                      <a:pt x="176" y="2694"/>
                    </a:lnTo>
                    <a:lnTo>
                      <a:pt x="176" y="2726"/>
                    </a:lnTo>
                    <a:lnTo>
                      <a:pt x="184" y="2750"/>
                    </a:lnTo>
                    <a:lnTo>
                      <a:pt x="192" y="2774"/>
                    </a:lnTo>
                    <a:lnTo>
                      <a:pt x="192" y="2790"/>
                    </a:lnTo>
                    <a:lnTo>
                      <a:pt x="200" y="2806"/>
                    </a:lnTo>
                    <a:lnTo>
                      <a:pt x="200" y="2814"/>
                    </a:lnTo>
                    <a:lnTo>
                      <a:pt x="208" y="2822"/>
                    </a:lnTo>
                    <a:lnTo>
                      <a:pt x="216" y="2814"/>
                    </a:lnTo>
                    <a:lnTo>
                      <a:pt x="224" y="2806"/>
                    </a:lnTo>
                    <a:lnTo>
                      <a:pt x="224" y="2790"/>
                    </a:lnTo>
                    <a:lnTo>
                      <a:pt x="232" y="2774"/>
                    </a:lnTo>
                    <a:lnTo>
                      <a:pt x="240" y="2750"/>
                    </a:lnTo>
                    <a:lnTo>
                      <a:pt x="240" y="2726"/>
                    </a:lnTo>
                    <a:lnTo>
                      <a:pt x="248" y="2694"/>
                    </a:lnTo>
                    <a:lnTo>
                      <a:pt x="248" y="2662"/>
                    </a:lnTo>
                    <a:lnTo>
                      <a:pt x="256" y="2622"/>
                    </a:lnTo>
                    <a:lnTo>
                      <a:pt x="264" y="2582"/>
                    </a:lnTo>
                    <a:lnTo>
                      <a:pt x="264" y="2534"/>
                    </a:lnTo>
                    <a:lnTo>
                      <a:pt x="272" y="2486"/>
                    </a:lnTo>
                    <a:lnTo>
                      <a:pt x="272" y="2430"/>
                    </a:lnTo>
                    <a:lnTo>
                      <a:pt x="280" y="2374"/>
                    </a:lnTo>
                    <a:lnTo>
                      <a:pt x="280" y="2318"/>
                    </a:lnTo>
                    <a:lnTo>
                      <a:pt x="288" y="2254"/>
                    </a:lnTo>
                    <a:lnTo>
                      <a:pt x="296" y="2190"/>
                    </a:lnTo>
                    <a:lnTo>
                      <a:pt x="296" y="2118"/>
                    </a:lnTo>
                    <a:lnTo>
                      <a:pt x="304" y="2055"/>
                    </a:lnTo>
                    <a:lnTo>
                      <a:pt x="304" y="1983"/>
                    </a:lnTo>
                    <a:lnTo>
                      <a:pt x="312" y="1903"/>
                    </a:lnTo>
                    <a:lnTo>
                      <a:pt x="320" y="1831"/>
                    </a:lnTo>
                    <a:lnTo>
                      <a:pt x="320" y="1751"/>
                    </a:lnTo>
                    <a:lnTo>
                      <a:pt x="328" y="1679"/>
                    </a:lnTo>
                    <a:lnTo>
                      <a:pt x="328" y="1599"/>
                    </a:lnTo>
                    <a:lnTo>
                      <a:pt x="336" y="1519"/>
                    </a:lnTo>
                    <a:lnTo>
                      <a:pt x="344" y="1439"/>
                    </a:lnTo>
                    <a:lnTo>
                      <a:pt x="344" y="1359"/>
                    </a:lnTo>
                    <a:lnTo>
                      <a:pt x="352" y="1279"/>
                    </a:lnTo>
                    <a:lnTo>
                      <a:pt x="352" y="1199"/>
                    </a:lnTo>
                    <a:lnTo>
                      <a:pt x="360" y="1119"/>
                    </a:lnTo>
                    <a:lnTo>
                      <a:pt x="368" y="1047"/>
                    </a:lnTo>
                    <a:lnTo>
                      <a:pt x="368" y="967"/>
                    </a:lnTo>
                    <a:lnTo>
                      <a:pt x="376" y="896"/>
                    </a:lnTo>
                    <a:lnTo>
                      <a:pt x="376" y="816"/>
                    </a:lnTo>
                    <a:lnTo>
                      <a:pt x="384" y="752"/>
                    </a:lnTo>
                    <a:lnTo>
                      <a:pt x="392" y="680"/>
                    </a:lnTo>
                    <a:lnTo>
                      <a:pt x="392" y="616"/>
                    </a:lnTo>
                    <a:lnTo>
                      <a:pt x="400" y="544"/>
                    </a:lnTo>
                    <a:lnTo>
                      <a:pt x="400" y="488"/>
                    </a:lnTo>
                    <a:lnTo>
                      <a:pt x="408" y="424"/>
                    </a:lnTo>
                    <a:lnTo>
                      <a:pt x="416" y="376"/>
                    </a:lnTo>
                    <a:lnTo>
                      <a:pt x="416" y="320"/>
                    </a:lnTo>
                    <a:lnTo>
                      <a:pt x="424" y="272"/>
                    </a:lnTo>
                    <a:lnTo>
                      <a:pt x="424" y="224"/>
                    </a:lnTo>
                    <a:lnTo>
                      <a:pt x="432" y="184"/>
                    </a:lnTo>
                    <a:lnTo>
                      <a:pt x="440" y="144"/>
                    </a:lnTo>
                    <a:lnTo>
                      <a:pt x="440" y="112"/>
                    </a:lnTo>
                    <a:lnTo>
                      <a:pt x="448" y="88"/>
                    </a:lnTo>
                    <a:lnTo>
                      <a:pt x="448" y="64"/>
                    </a:lnTo>
                    <a:lnTo>
                      <a:pt x="456" y="40"/>
                    </a:lnTo>
                    <a:lnTo>
                      <a:pt x="464" y="24"/>
                    </a:lnTo>
                    <a:lnTo>
                      <a:pt x="464" y="16"/>
                    </a:lnTo>
                    <a:lnTo>
                      <a:pt x="480" y="0"/>
                    </a:lnTo>
                    <a:lnTo>
                      <a:pt x="472" y="0"/>
                    </a:lnTo>
                    <a:lnTo>
                      <a:pt x="480" y="8"/>
                    </a:lnTo>
                    <a:lnTo>
                      <a:pt x="488" y="24"/>
                    </a:lnTo>
                    <a:lnTo>
                      <a:pt x="496" y="32"/>
                    </a:lnTo>
                    <a:lnTo>
                      <a:pt x="496" y="56"/>
                    </a:lnTo>
                    <a:lnTo>
                      <a:pt x="504" y="80"/>
                    </a:lnTo>
                    <a:lnTo>
                      <a:pt x="504" y="104"/>
                    </a:lnTo>
                    <a:lnTo>
                      <a:pt x="512" y="136"/>
                    </a:lnTo>
                    <a:lnTo>
                      <a:pt x="521" y="176"/>
                    </a:lnTo>
                    <a:lnTo>
                      <a:pt x="521" y="216"/>
                    </a:lnTo>
                    <a:lnTo>
                      <a:pt x="529" y="264"/>
                    </a:lnTo>
                    <a:lnTo>
                      <a:pt x="529" y="312"/>
                    </a:lnTo>
                    <a:lnTo>
                      <a:pt x="537" y="360"/>
                    </a:lnTo>
                    <a:lnTo>
                      <a:pt x="545" y="416"/>
                    </a:lnTo>
                    <a:lnTo>
                      <a:pt x="545" y="472"/>
                    </a:lnTo>
                    <a:lnTo>
                      <a:pt x="553" y="536"/>
                    </a:lnTo>
                    <a:lnTo>
                      <a:pt x="553" y="600"/>
                    </a:lnTo>
                    <a:lnTo>
                      <a:pt x="561" y="664"/>
                    </a:lnTo>
                    <a:lnTo>
                      <a:pt x="569" y="736"/>
                    </a:lnTo>
                    <a:lnTo>
                      <a:pt x="569" y="800"/>
                    </a:lnTo>
                    <a:lnTo>
                      <a:pt x="577" y="880"/>
                    </a:lnTo>
                    <a:lnTo>
                      <a:pt x="577" y="951"/>
                    </a:lnTo>
                    <a:lnTo>
                      <a:pt x="585" y="1023"/>
                    </a:lnTo>
                    <a:lnTo>
                      <a:pt x="593" y="1103"/>
                    </a:lnTo>
                    <a:lnTo>
                      <a:pt x="593" y="1183"/>
                    </a:lnTo>
                    <a:lnTo>
                      <a:pt x="601" y="1263"/>
                    </a:lnTo>
                    <a:lnTo>
                      <a:pt x="601" y="1343"/>
                    </a:lnTo>
                    <a:lnTo>
                      <a:pt x="609" y="1423"/>
                    </a:lnTo>
                    <a:lnTo>
                      <a:pt x="617" y="1503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35" name="Freeform 71"/>
              <p:cNvSpPr>
                <a:spLocks/>
              </p:cNvSpPr>
              <p:nvPr/>
            </p:nvSpPr>
            <p:spPr bwMode="auto">
              <a:xfrm>
                <a:off x="2455" y="654"/>
                <a:ext cx="608" cy="2822"/>
              </a:xfrm>
              <a:custGeom>
                <a:avLst/>
                <a:gdLst/>
                <a:ahLst/>
                <a:cxnLst>
                  <a:cxn ang="0">
                    <a:pos x="8" y="1655"/>
                  </a:cxn>
                  <a:cxn ang="0">
                    <a:pos x="24" y="1887"/>
                  </a:cxn>
                  <a:cxn ang="0">
                    <a:pos x="32" y="2102"/>
                  </a:cxn>
                  <a:cxn ang="0">
                    <a:pos x="48" y="2302"/>
                  </a:cxn>
                  <a:cxn ang="0">
                    <a:pos x="64" y="2470"/>
                  </a:cxn>
                  <a:cxn ang="0">
                    <a:pos x="80" y="2614"/>
                  </a:cxn>
                  <a:cxn ang="0">
                    <a:pos x="88" y="2718"/>
                  </a:cxn>
                  <a:cxn ang="0">
                    <a:pos x="104" y="2790"/>
                  </a:cxn>
                  <a:cxn ang="0">
                    <a:pos x="120" y="2822"/>
                  </a:cxn>
                  <a:cxn ang="0">
                    <a:pos x="136" y="2798"/>
                  </a:cxn>
                  <a:cxn ang="0">
                    <a:pos x="152" y="2734"/>
                  </a:cxn>
                  <a:cxn ang="0">
                    <a:pos x="168" y="2630"/>
                  </a:cxn>
                  <a:cxn ang="0">
                    <a:pos x="184" y="2494"/>
                  </a:cxn>
                  <a:cxn ang="0">
                    <a:pos x="200" y="2326"/>
                  </a:cxn>
                  <a:cxn ang="0">
                    <a:pos x="208" y="2126"/>
                  </a:cxn>
                  <a:cxn ang="0">
                    <a:pos x="224" y="1911"/>
                  </a:cxn>
                  <a:cxn ang="0">
                    <a:pos x="240" y="1687"/>
                  </a:cxn>
                  <a:cxn ang="0">
                    <a:pos x="256" y="1447"/>
                  </a:cxn>
                  <a:cxn ang="0">
                    <a:pos x="264" y="1207"/>
                  </a:cxn>
                  <a:cxn ang="0">
                    <a:pos x="280" y="975"/>
                  </a:cxn>
                  <a:cxn ang="0">
                    <a:pos x="296" y="760"/>
                  </a:cxn>
                  <a:cxn ang="0">
                    <a:pos x="312" y="552"/>
                  </a:cxn>
                  <a:cxn ang="0">
                    <a:pos x="328" y="376"/>
                  </a:cxn>
                  <a:cxn ang="0">
                    <a:pos x="336" y="232"/>
                  </a:cxn>
                  <a:cxn ang="0">
                    <a:pos x="352" y="120"/>
                  </a:cxn>
                  <a:cxn ang="0">
                    <a:pos x="368" y="40"/>
                  </a:cxn>
                  <a:cxn ang="0">
                    <a:pos x="392" y="0"/>
                  </a:cxn>
                  <a:cxn ang="0">
                    <a:pos x="400" y="8"/>
                  </a:cxn>
                  <a:cxn ang="0">
                    <a:pos x="408" y="56"/>
                  </a:cxn>
                  <a:cxn ang="0">
                    <a:pos x="424" y="136"/>
                  </a:cxn>
                  <a:cxn ang="0">
                    <a:pos x="440" y="256"/>
                  </a:cxn>
                  <a:cxn ang="0">
                    <a:pos x="456" y="408"/>
                  </a:cxn>
                  <a:cxn ang="0">
                    <a:pos x="464" y="592"/>
                  </a:cxn>
                  <a:cxn ang="0">
                    <a:pos x="480" y="792"/>
                  </a:cxn>
                  <a:cxn ang="0">
                    <a:pos x="496" y="1015"/>
                  </a:cxn>
                  <a:cxn ang="0">
                    <a:pos x="512" y="1255"/>
                  </a:cxn>
                  <a:cxn ang="0">
                    <a:pos x="528" y="1487"/>
                  </a:cxn>
                  <a:cxn ang="0">
                    <a:pos x="536" y="1727"/>
                  </a:cxn>
                  <a:cxn ang="0">
                    <a:pos x="552" y="1951"/>
                  </a:cxn>
                  <a:cxn ang="0">
                    <a:pos x="568" y="2166"/>
                  </a:cxn>
                  <a:cxn ang="0">
                    <a:pos x="584" y="2358"/>
                  </a:cxn>
                  <a:cxn ang="0">
                    <a:pos x="600" y="2518"/>
                  </a:cxn>
                </a:cxnLst>
                <a:rect l="0" t="0" r="r" b="b"/>
                <a:pathLst>
                  <a:path w="608" h="2822">
                    <a:moveTo>
                      <a:pt x="0" y="1503"/>
                    </a:moveTo>
                    <a:lnTo>
                      <a:pt x="0" y="1575"/>
                    </a:lnTo>
                    <a:lnTo>
                      <a:pt x="8" y="1655"/>
                    </a:lnTo>
                    <a:lnTo>
                      <a:pt x="8" y="1735"/>
                    </a:lnTo>
                    <a:lnTo>
                      <a:pt x="16" y="1815"/>
                    </a:lnTo>
                    <a:lnTo>
                      <a:pt x="24" y="1887"/>
                    </a:lnTo>
                    <a:lnTo>
                      <a:pt x="24" y="1959"/>
                    </a:lnTo>
                    <a:lnTo>
                      <a:pt x="32" y="2039"/>
                    </a:lnTo>
                    <a:lnTo>
                      <a:pt x="32" y="2102"/>
                    </a:lnTo>
                    <a:lnTo>
                      <a:pt x="40" y="2174"/>
                    </a:lnTo>
                    <a:lnTo>
                      <a:pt x="48" y="2238"/>
                    </a:lnTo>
                    <a:lnTo>
                      <a:pt x="48" y="2302"/>
                    </a:lnTo>
                    <a:lnTo>
                      <a:pt x="56" y="2366"/>
                    </a:lnTo>
                    <a:lnTo>
                      <a:pt x="56" y="2422"/>
                    </a:lnTo>
                    <a:lnTo>
                      <a:pt x="64" y="2470"/>
                    </a:lnTo>
                    <a:lnTo>
                      <a:pt x="64" y="2526"/>
                    </a:lnTo>
                    <a:lnTo>
                      <a:pt x="72" y="2574"/>
                    </a:lnTo>
                    <a:lnTo>
                      <a:pt x="80" y="2614"/>
                    </a:lnTo>
                    <a:lnTo>
                      <a:pt x="80" y="2654"/>
                    </a:lnTo>
                    <a:lnTo>
                      <a:pt x="88" y="2686"/>
                    </a:lnTo>
                    <a:lnTo>
                      <a:pt x="88" y="2718"/>
                    </a:lnTo>
                    <a:lnTo>
                      <a:pt x="96" y="2750"/>
                    </a:lnTo>
                    <a:lnTo>
                      <a:pt x="104" y="2774"/>
                    </a:lnTo>
                    <a:lnTo>
                      <a:pt x="104" y="2790"/>
                    </a:lnTo>
                    <a:lnTo>
                      <a:pt x="112" y="2806"/>
                    </a:lnTo>
                    <a:lnTo>
                      <a:pt x="112" y="2814"/>
                    </a:lnTo>
                    <a:lnTo>
                      <a:pt x="120" y="2822"/>
                    </a:lnTo>
                    <a:lnTo>
                      <a:pt x="128" y="2814"/>
                    </a:lnTo>
                    <a:lnTo>
                      <a:pt x="136" y="2806"/>
                    </a:lnTo>
                    <a:lnTo>
                      <a:pt x="136" y="2798"/>
                    </a:lnTo>
                    <a:lnTo>
                      <a:pt x="144" y="2774"/>
                    </a:lnTo>
                    <a:lnTo>
                      <a:pt x="152" y="2758"/>
                    </a:lnTo>
                    <a:lnTo>
                      <a:pt x="152" y="2734"/>
                    </a:lnTo>
                    <a:lnTo>
                      <a:pt x="160" y="2702"/>
                    </a:lnTo>
                    <a:lnTo>
                      <a:pt x="160" y="2670"/>
                    </a:lnTo>
                    <a:lnTo>
                      <a:pt x="168" y="2630"/>
                    </a:lnTo>
                    <a:lnTo>
                      <a:pt x="176" y="2590"/>
                    </a:lnTo>
                    <a:lnTo>
                      <a:pt x="176" y="2542"/>
                    </a:lnTo>
                    <a:lnTo>
                      <a:pt x="184" y="2494"/>
                    </a:lnTo>
                    <a:lnTo>
                      <a:pt x="184" y="2438"/>
                    </a:lnTo>
                    <a:lnTo>
                      <a:pt x="192" y="2382"/>
                    </a:lnTo>
                    <a:lnTo>
                      <a:pt x="200" y="2326"/>
                    </a:lnTo>
                    <a:lnTo>
                      <a:pt x="200" y="2262"/>
                    </a:lnTo>
                    <a:lnTo>
                      <a:pt x="208" y="2198"/>
                    </a:lnTo>
                    <a:lnTo>
                      <a:pt x="208" y="2126"/>
                    </a:lnTo>
                    <a:lnTo>
                      <a:pt x="216" y="2063"/>
                    </a:lnTo>
                    <a:lnTo>
                      <a:pt x="224" y="1991"/>
                    </a:lnTo>
                    <a:lnTo>
                      <a:pt x="224" y="1911"/>
                    </a:lnTo>
                    <a:lnTo>
                      <a:pt x="232" y="1839"/>
                    </a:lnTo>
                    <a:lnTo>
                      <a:pt x="232" y="1759"/>
                    </a:lnTo>
                    <a:lnTo>
                      <a:pt x="240" y="1687"/>
                    </a:lnTo>
                    <a:lnTo>
                      <a:pt x="240" y="1607"/>
                    </a:lnTo>
                    <a:lnTo>
                      <a:pt x="248" y="1527"/>
                    </a:lnTo>
                    <a:lnTo>
                      <a:pt x="256" y="1447"/>
                    </a:lnTo>
                    <a:lnTo>
                      <a:pt x="256" y="1367"/>
                    </a:lnTo>
                    <a:lnTo>
                      <a:pt x="264" y="1287"/>
                    </a:lnTo>
                    <a:lnTo>
                      <a:pt x="264" y="1207"/>
                    </a:lnTo>
                    <a:lnTo>
                      <a:pt x="272" y="1127"/>
                    </a:lnTo>
                    <a:lnTo>
                      <a:pt x="280" y="1055"/>
                    </a:lnTo>
                    <a:lnTo>
                      <a:pt x="280" y="975"/>
                    </a:lnTo>
                    <a:lnTo>
                      <a:pt x="288" y="904"/>
                    </a:lnTo>
                    <a:lnTo>
                      <a:pt x="288" y="824"/>
                    </a:lnTo>
                    <a:lnTo>
                      <a:pt x="296" y="760"/>
                    </a:lnTo>
                    <a:lnTo>
                      <a:pt x="304" y="688"/>
                    </a:lnTo>
                    <a:lnTo>
                      <a:pt x="304" y="616"/>
                    </a:lnTo>
                    <a:lnTo>
                      <a:pt x="312" y="552"/>
                    </a:lnTo>
                    <a:lnTo>
                      <a:pt x="312" y="496"/>
                    </a:lnTo>
                    <a:lnTo>
                      <a:pt x="320" y="432"/>
                    </a:lnTo>
                    <a:lnTo>
                      <a:pt x="328" y="376"/>
                    </a:lnTo>
                    <a:lnTo>
                      <a:pt x="328" y="328"/>
                    </a:lnTo>
                    <a:lnTo>
                      <a:pt x="336" y="280"/>
                    </a:lnTo>
                    <a:lnTo>
                      <a:pt x="336" y="232"/>
                    </a:lnTo>
                    <a:lnTo>
                      <a:pt x="344" y="192"/>
                    </a:lnTo>
                    <a:lnTo>
                      <a:pt x="352" y="152"/>
                    </a:lnTo>
                    <a:lnTo>
                      <a:pt x="352" y="120"/>
                    </a:lnTo>
                    <a:lnTo>
                      <a:pt x="360" y="88"/>
                    </a:lnTo>
                    <a:lnTo>
                      <a:pt x="360" y="64"/>
                    </a:lnTo>
                    <a:lnTo>
                      <a:pt x="368" y="40"/>
                    </a:lnTo>
                    <a:lnTo>
                      <a:pt x="376" y="24"/>
                    </a:lnTo>
                    <a:lnTo>
                      <a:pt x="376" y="16"/>
                    </a:lnTo>
                    <a:lnTo>
                      <a:pt x="392" y="0"/>
                    </a:lnTo>
                    <a:lnTo>
                      <a:pt x="384" y="0"/>
                    </a:lnTo>
                    <a:lnTo>
                      <a:pt x="392" y="0"/>
                    </a:lnTo>
                    <a:lnTo>
                      <a:pt x="400" y="8"/>
                    </a:lnTo>
                    <a:lnTo>
                      <a:pt x="400" y="16"/>
                    </a:lnTo>
                    <a:lnTo>
                      <a:pt x="408" y="32"/>
                    </a:lnTo>
                    <a:lnTo>
                      <a:pt x="408" y="56"/>
                    </a:lnTo>
                    <a:lnTo>
                      <a:pt x="416" y="80"/>
                    </a:lnTo>
                    <a:lnTo>
                      <a:pt x="424" y="104"/>
                    </a:lnTo>
                    <a:lnTo>
                      <a:pt x="424" y="136"/>
                    </a:lnTo>
                    <a:lnTo>
                      <a:pt x="432" y="176"/>
                    </a:lnTo>
                    <a:lnTo>
                      <a:pt x="432" y="216"/>
                    </a:lnTo>
                    <a:lnTo>
                      <a:pt x="440" y="256"/>
                    </a:lnTo>
                    <a:lnTo>
                      <a:pt x="440" y="304"/>
                    </a:lnTo>
                    <a:lnTo>
                      <a:pt x="448" y="352"/>
                    </a:lnTo>
                    <a:lnTo>
                      <a:pt x="456" y="408"/>
                    </a:lnTo>
                    <a:lnTo>
                      <a:pt x="456" y="464"/>
                    </a:lnTo>
                    <a:lnTo>
                      <a:pt x="464" y="528"/>
                    </a:lnTo>
                    <a:lnTo>
                      <a:pt x="464" y="592"/>
                    </a:lnTo>
                    <a:lnTo>
                      <a:pt x="472" y="656"/>
                    </a:lnTo>
                    <a:lnTo>
                      <a:pt x="480" y="728"/>
                    </a:lnTo>
                    <a:lnTo>
                      <a:pt x="480" y="792"/>
                    </a:lnTo>
                    <a:lnTo>
                      <a:pt x="488" y="872"/>
                    </a:lnTo>
                    <a:lnTo>
                      <a:pt x="488" y="943"/>
                    </a:lnTo>
                    <a:lnTo>
                      <a:pt x="496" y="1015"/>
                    </a:lnTo>
                    <a:lnTo>
                      <a:pt x="504" y="1095"/>
                    </a:lnTo>
                    <a:lnTo>
                      <a:pt x="504" y="1175"/>
                    </a:lnTo>
                    <a:lnTo>
                      <a:pt x="512" y="1255"/>
                    </a:lnTo>
                    <a:lnTo>
                      <a:pt x="512" y="1335"/>
                    </a:lnTo>
                    <a:lnTo>
                      <a:pt x="520" y="1407"/>
                    </a:lnTo>
                    <a:lnTo>
                      <a:pt x="528" y="1487"/>
                    </a:lnTo>
                    <a:lnTo>
                      <a:pt x="528" y="1567"/>
                    </a:lnTo>
                    <a:lnTo>
                      <a:pt x="536" y="1647"/>
                    </a:lnTo>
                    <a:lnTo>
                      <a:pt x="536" y="1727"/>
                    </a:lnTo>
                    <a:lnTo>
                      <a:pt x="544" y="1807"/>
                    </a:lnTo>
                    <a:lnTo>
                      <a:pt x="552" y="1879"/>
                    </a:lnTo>
                    <a:lnTo>
                      <a:pt x="552" y="1951"/>
                    </a:lnTo>
                    <a:lnTo>
                      <a:pt x="560" y="2031"/>
                    </a:lnTo>
                    <a:lnTo>
                      <a:pt x="560" y="2094"/>
                    </a:lnTo>
                    <a:lnTo>
                      <a:pt x="568" y="2166"/>
                    </a:lnTo>
                    <a:lnTo>
                      <a:pt x="576" y="2230"/>
                    </a:lnTo>
                    <a:lnTo>
                      <a:pt x="576" y="2294"/>
                    </a:lnTo>
                    <a:lnTo>
                      <a:pt x="584" y="2358"/>
                    </a:lnTo>
                    <a:lnTo>
                      <a:pt x="584" y="2414"/>
                    </a:lnTo>
                    <a:lnTo>
                      <a:pt x="592" y="2470"/>
                    </a:lnTo>
                    <a:lnTo>
                      <a:pt x="600" y="2518"/>
                    </a:lnTo>
                    <a:lnTo>
                      <a:pt x="600" y="2566"/>
                    </a:lnTo>
                    <a:lnTo>
                      <a:pt x="608" y="2606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36" name="Freeform 72"/>
              <p:cNvSpPr>
                <a:spLocks/>
              </p:cNvSpPr>
              <p:nvPr/>
            </p:nvSpPr>
            <p:spPr bwMode="auto">
              <a:xfrm>
                <a:off x="3063" y="654"/>
                <a:ext cx="609" cy="2822"/>
              </a:xfrm>
              <a:custGeom>
                <a:avLst/>
                <a:gdLst/>
                <a:ahLst/>
                <a:cxnLst>
                  <a:cxn ang="0">
                    <a:pos x="8" y="2686"/>
                  </a:cxn>
                  <a:cxn ang="0">
                    <a:pos x="24" y="2766"/>
                  </a:cxn>
                  <a:cxn ang="0">
                    <a:pos x="32" y="2814"/>
                  </a:cxn>
                  <a:cxn ang="0">
                    <a:pos x="56" y="2806"/>
                  </a:cxn>
                  <a:cxn ang="0">
                    <a:pos x="72" y="2758"/>
                  </a:cxn>
                  <a:cxn ang="0">
                    <a:pos x="80" y="2670"/>
                  </a:cxn>
                  <a:cxn ang="0">
                    <a:pos x="96" y="2542"/>
                  </a:cxn>
                  <a:cxn ang="0">
                    <a:pos x="112" y="2390"/>
                  </a:cxn>
                  <a:cxn ang="0">
                    <a:pos x="128" y="2206"/>
                  </a:cxn>
                  <a:cxn ang="0">
                    <a:pos x="144" y="1999"/>
                  </a:cxn>
                  <a:cxn ang="0">
                    <a:pos x="152" y="1767"/>
                  </a:cxn>
                  <a:cxn ang="0">
                    <a:pos x="168" y="1535"/>
                  </a:cxn>
                  <a:cxn ang="0">
                    <a:pos x="184" y="1295"/>
                  </a:cxn>
                  <a:cxn ang="0">
                    <a:pos x="200" y="1063"/>
                  </a:cxn>
                  <a:cxn ang="0">
                    <a:pos x="208" y="832"/>
                  </a:cxn>
                  <a:cxn ang="0">
                    <a:pos x="224" y="624"/>
                  </a:cxn>
                  <a:cxn ang="0">
                    <a:pos x="240" y="440"/>
                  </a:cxn>
                  <a:cxn ang="0">
                    <a:pos x="256" y="280"/>
                  </a:cxn>
                  <a:cxn ang="0">
                    <a:pos x="272" y="152"/>
                  </a:cxn>
                  <a:cxn ang="0">
                    <a:pos x="280" y="64"/>
                  </a:cxn>
                  <a:cxn ang="0">
                    <a:pos x="296" y="16"/>
                  </a:cxn>
                  <a:cxn ang="0">
                    <a:pos x="312" y="0"/>
                  </a:cxn>
                  <a:cxn ang="0">
                    <a:pos x="329" y="32"/>
                  </a:cxn>
                  <a:cxn ang="0">
                    <a:pos x="345" y="104"/>
                  </a:cxn>
                  <a:cxn ang="0">
                    <a:pos x="353" y="208"/>
                  </a:cxn>
                  <a:cxn ang="0">
                    <a:pos x="369" y="352"/>
                  </a:cxn>
                  <a:cxn ang="0">
                    <a:pos x="385" y="520"/>
                  </a:cxn>
                  <a:cxn ang="0">
                    <a:pos x="401" y="720"/>
                  </a:cxn>
                  <a:cxn ang="0">
                    <a:pos x="409" y="935"/>
                  </a:cxn>
                  <a:cxn ang="0">
                    <a:pos x="425" y="1167"/>
                  </a:cxn>
                  <a:cxn ang="0">
                    <a:pos x="441" y="1399"/>
                  </a:cxn>
                  <a:cxn ang="0">
                    <a:pos x="457" y="1639"/>
                  </a:cxn>
                  <a:cxn ang="0">
                    <a:pos x="473" y="1871"/>
                  </a:cxn>
                  <a:cxn ang="0">
                    <a:pos x="481" y="2086"/>
                  </a:cxn>
                  <a:cxn ang="0">
                    <a:pos x="497" y="2286"/>
                  </a:cxn>
                  <a:cxn ang="0">
                    <a:pos x="513" y="2462"/>
                  </a:cxn>
                  <a:cxn ang="0">
                    <a:pos x="529" y="2606"/>
                  </a:cxn>
                  <a:cxn ang="0">
                    <a:pos x="545" y="2718"/>
                  </a:cxn>
                  <a:cxn ang="0">
                    <a:pos x="553" y="2790"/>
                  </a:cxn>
                  <a:cxn ang="0">
                    <a:pos x="569" y="2822"/>
                  </a:cxn>
                  <a:cxn ang="0">
                    <a:pos x="585" y="2798"/>
                  </a:cxn>
                  <a:cxn ang="0">
                    <a:pos x="601" y="2734"/>
                  </a:cxn>
                </a:cxnLst>
                <a:rect l="0" t="0" r="r" b="b"/>
                <a:pathLst>
                  <a:path w="609" h="2822">
                    <a:moveTo>
                      <a:pt x="0" y="2606"/>
                    </a:moveTo>
                    <a:lnTo>
                      <a:pt x="0" y="2646"/>
                    </a:lnTo>
                    <a:lnTo>
                      <a:pt x="8" y="2686"/>
                    </a:lnTo>
                    <a:lnTo>
                      <a:pt x="8" y="2718"/>
                    </a:lnTo>
                    <a:lnTo>
                      <a:pt x="16" y="2742"/>
                    </a:lnTo>
                    <a:lnTo>
                      <a:pt x="24" y="2766"/>
                    </a:lnTo>
                    <a:lnTo>
                      <a:pt x="24" y="2790"/>
                    </a:lnTo>
                    <a:lnTo>
                      <a:pt x="32" y="2806"/>
                    </a:lnTo>
                    <a:lnTo>
                      <a:pt x="32" y="2814"/>
                    </a:lnTo>
                    <a:lnTo>
                      <a:pt x="40" y="2822"/>
                    </a:lnTo>
                    <a:lnTo>
                      <a:pt x="48" y="2814"/>
                    </a:lnTo>
                    <a:lnTo>
                      <a:pt x="56" y="2806"/>
                    </a:lnTo>
                    <a:lnTo>
                      <a:pt x="56" y="2798"/>
                    </a:lnTo>
                    <a:lnTo>
                      <a:pt x="64" y="2782"/>
                    </a:lnTo>
                    <a:lnTo>
                      <a:pt x="72" y="2758"/>
                    </a:lnTo>
                    <a:lnTo>
                      <a:pt x="72" y="2734"/>
                    </a:lnTo>
                    <a:lnTo>
                      <a:pt x="80" y="2702"/>
                    </a:lnTo>
                    <a:lnTo>
                      <a:pt x="80" y="2670"/>
                    </a:lnTo>
                    <a:lnTo>
                      <a:pt x="88" y="2630"/>
                    </a:lnTo>
                    <a:lnTo>
                      <a:pt x="96" y="2590"/>
                    </a:lnTo>
                    <a:lnTo>
                      <a:pt x="96" y="2542"/>
                    </a:lnTo>
                    <a:lnTo>
                      <a:pt x="104" y="2494"/>
                    </a:lnTo>
                    <a:lnTo>
                      <a:pt x="104" y="2446"/>
                    </a:lnTo>
                    <a:lnTo>
                      <a:pt x="112" y="2390"/>
                    </a:lnTo>
                    <a:lnTo>
                      <a:pt x="120" y="2326"/>
                    </a:lnTo>
                    <a:lnTo>
                      <a:pt x="120" y="2270"/>
                    </a:lnTo>
                    <a:lnTo>
                      <a:pt x="128" y="2206"/>
                    </a:lnTo>
                    <a:lnTo>
                      <a:pt x="128" y="2134"/>
                    </a:lnTo>
                    <a:lnTo>
                      <a:pt x="136" y="2063"/>
                    </a:lnTo>
                    <a:lnTo>
                      <a:pt x="144" y="1999"/>
                    </a:lnTo>
                    <a:lnTo>
                      <a:pt x="144" y="1919"/>
                    </a:lnTo>
                    <a:lnTo>
                      <a:pt x="152" y="1847"/>
                    </a:lnTo>
                    <a:lnTo>
                      <a:pt x="152" y="1767"/>
                    </a:lnTo>
                    <a:lnTo>
                      <a:pt x="160" y="1695"/>
                    </a:lnTo>
                    <a:lnTo>
                      <a:pt x="168" y="1615"/>
                    </a:lnTo>
                    <a:lnTo>
                      <a:pt x="168" y="1535"/>
                    </a:lnTo>
                    <a:lnTo>
                      <a:pt x="176" y="1455"/>
                    </a:lnTo>
                    <a:lnTo>
                      <a:pt x="176" y="1375"/>
                    </a:lnTo>
                    <a:lnTo>
                      <a:pt x="184" y="1295"/>
                    </a:lnTo>
                    <a:lnTo>
                      <a:pt x="192" y="1215"/>
                    </a:lnTo>
                    <a:lnTo>
                      <a:pt x="192" y="1135"/>
                    </a:lnTo>
                    <a:lnTo>
                      <a:pt x="200" y="1063"/>
                    </a:lnTo>
                    <a:lnTo>
                      <a:pt x="200" y="983"/>
                    </a:lnTo>
                    <a:lnTo>
                      <a:pt x="208" y="912"/>
                    </a:lnTo>
                    <a:lnTo>
                      <a:pt x="208" y="832"/>
                    </a:lnTo>
                    <a:lnTo>
                      <a:pt x="216" y="760"/>
                    </a:lnTo>
                    <a:lnTo>
                      <a:pt x="224" y="696"/>
                    </a:lnTo>
                    <a:lnTo>
                      <a:pt x="224" y="624"/>
                    </a:lnTo>
                    <a:lnTo>
                      <a:pt x="232" y="560"/>
                    </a:lnTo>
                    <a:lnTo>
                      <a:pt x="232" y="496"/>
                    </a:lnTo>
                    <a:lnTo>
                      <a:pt x="240" y="440"/>
                    </a:lnTo>
                    <a:lnTo>
                      <a:pt x="248" y="384"/>
                    </a:lnTo>
                    <a:lnTo>
                      <a:pt x="248" y="328"/>
                    </a:lnTo>
                    <a:lnTo>
                      <a:pt x="256" y="280"/>
                    </a:lnTo>
                    <a:lnTo>
                      <a:pt x="256" y="232"/>
                    </a:lnTo>
                    <a:lnTo>
                      <a:pt x="264" y="192"/>
                    </a:lnTo>
                    <a:lnTo>
                      <a:pt x="272" y="152"/>
                    </a:lnTo>
                    <a:lnTo>
                      <a:pt x="272" y="120"/>
                    </a:lnTo>
                    <a:lnTo>
                      <a:pt x="280" y="88"/>
                    </a:lnTo>
                    <a:lnTo>
                      <a:pt x="280" y="64"/>
                    </a:lnTo>
                    <a:lnTo>
                      <a:pt x="288" y="48"/>
                    </a:lnTo>
                    <a:lnTo>
                      <a:pt x="296" y="24"/>
                    </a:lnTo>
                    <a:lnTo>
                      <a:pt x="296" y="16"/>
                    </a:lnTo>
                    <a:lnTo>
                      <a:pt x="312" y="0"/>
                    </a:lnTo>
                    <a:lnTo>
                      <a:pt x="304" y="0"/>
                    </a:lnTo>
                    <a:lnTo>
                      <a:pt x="312" y="0"/>
                    </a:lnTo>
                    <a:lnTo>
                      <a:pt x="321" y="8"/>
                    </a:lnTo>
                    <a:lnTo>
                      <a:pt x="321" y="16"/>
                    </a:lnTo>
                    <a:lnTo>
                      <a:pt x="329" y="32"/>
                    </a:lnTo>
                    <a:lnTo>
                      <a:pt x="329" y="48"/>
                    </a:lnTo>
                    <a:lnTo>
                      <a:pt x="337" y="72"/>
                    </a:lnTo>
                    <a:lnTo>
                      <a:pt x="345" y="104"/>
                    </a:lnTo>
                    <a:lnTo>
                      <a:pt x="345" y="136"/>
                    </a:lnTo>
                    <a:lnTo>
                      <a:pt x="353" y="168"/>
                    </a:lnTo>
                    <a:lnTo>
                      <a:pt x="353" y="208"/>
                    </a:lnTo>
                    <a:lnTo>
                      <a:pt x="361" y="248"/>
                    </a:lnTo>
                    <a:lnTo>
                      <a:pt x="369" y="296"/>
                    </a:lnTo>
                    <a:lnTo>
                      <a:pt x="369" y="352"/>
                    </a:lnTo>
                    <a:lnTo>
                      <a:pt x="377" y="400"/>
                    </a:lnTo>
                    <a:lnTo>
                      <a:pt x="377" y="456"/>
                    </a:lnTo>
                    <a:lnTo>
                      <a:pt x="385" y="520"/>
                    </a:lnTo>
                    <a:lnTo>
                      <a:pt x="393" y="584"/>
                    </a:lnTo>
                    <a:lnTo>
                      <a:pt x="393" y="648"/>
                    </a:lnTo>
                    <a:lnTo>
                      <a:pt x="401" y="720"/>
                    </a:lnTo>
                    <a:lnTo>
                      <a:pt x="401" y="784"/>
                    </a:lnTo>
                    <a:lnTo>
                      <a:pt x="409" y="864"/>
                    </a:lnTo>
                    <a:lnTo>
                      <a:pt x="409" y="935"/>
                    </a:lnTo>
                    <a:lnTo>
                      <a:pt x="417" y="1007"/>
                    </a:lnTo>
                    <a:lnTo>
                      <a:pt x="425" y="1087"/>
                    </a:lnTo>
                    <a:lnTo>
                      <a:pt x="425" y="1167"/>
                    </a:lnTo>
                    <a:lnTo>
                      <a:pt x="433" y="1247"/>
                    </a:lnTo>
                    <a:lnTo>
                      <a:pt x="433" y="1319"/>
                    </a:lnTo>
                    <a:lnTo>
                      <a:pt x="441" y="1399"/>
                    </a:lnTo>
                    <a:lnTo>
                      <a:pt x="449" y="1479"/>
                    </a:lnTo>
                    <a:lnTo>
                      <a:pt x="449" y="1559"/>
                    </a:lnTo>
                    <a:lnTo>
                      <a:pt x="457" y="1639"/>
                    </a:lnTo>
                    <a:lnTo>
                      <a:pt x="457" y="1719"/>
                    </a:lnTo>
                    <a:lnTo>
                      <a:pt x="465" y="1799"/>
                    </a:lnTo>
                    <a:lnTo>
                      <a:pt x="473" y="1871"/>
                    </a:lnTo>
                    <a:lnTo>
                      <a:pt x="473" y="1943"/>
                    </a:lnTo>
                    <a:lnTo>
                      <a:pt x="481" y="2023"/>
                    </a:lnTo>
                    <a:lnTo>
                      <a:pt x="481" y="2086"/>
                    </a:lnTo>
                    <a:lnTo>
                      <a:pt x="489" y="2158"/>
                    </a:lnTo>
                    <a:lnTo>
                      <a:pt x="497" y="2222"/>
                    </a:lnTo>
                    <a:lnTo>
                      <a:pt x="497" y="2286"/>
                    </a:lnTo>
                    <a:lnTo>
                      <a:pt x="505" y="2350"/>
                    </a:lnTo>
                    <a:lnTo>
                      <a:pt x="505" y="2406"/>
                    </a:lnTo>
                    <a:lnTo>
                      <a:pt x="513" y="2462"/>
                    </a:lnTo>
                    <a:lnTo>
                      <a:pt x="521" y="2510"/>
                    </a:lnTo>
                    <a:lnTo>
                      <a:pt x="521" y="2558"/>
                    </a:lnTo>
                    <a:lnTo>
                      <a:pt x="529" y="2606"/>
                    </a:lnTo>
                    <a:lnTo>
                      <a:pt x="529" y="2646"/>
                    </a:lnTo>
                    <a:lnTo>
                      <a:pt x="537" y="2686"/>
                    </a:lnTo>
                    <a:lnTo>
                      <a:pt x="545" y="2718"/>
                    </a:lnTo>
                    <a:lnTo>
                      <a:pt x="545" y="2742"/>
                    </a:lnTo>
                    <a:lnTo>
                      <a:pt x="553" y="2766"/>
                    </a:lnTo>
                    <a:lnTo>
                      <a:pt x="553" y="2790"/>
                    </a:lnTo>
                    <a:lnTo>
                      <a:pt x="561" y="2798"/>
                    </a:lnTo>
                    <a:lnTo>
                      <a:pt x="577" y="2822"/>
                    </a:lnTo>
                    <a:lnTo>
                      <a:pt x="569" y="2822"/>
                    </a:lnTo>
                    <a:lnTo>
                      <a:pt x="577" y="2814"/>
                    </a:lnTo>
                    <a:lnTo>
                      <a:pt x="585" y="2806"/>
                    </a:lnTo>
                    <a:lnTo>
                      <a:pt x="585" y="2798"/>
                    </a:lnTo>
                    <a:lnTo>
                      <a:pt x="593" y="2782"/>
                    </a:lnTo>
                    <a:lnTo>
                      <a:pt x="601" y="2758"/>
                    </a:lnTo>
                    <a:lnTo>
                      <a:pt x="601" y="2734"/>
                    </a:lnTo>
                    <a:lnTo>
                      <a:pt x="609" y="2710"/>
                    </a:lnTo>
                    <a:lnTo>
                      <a:pt x="609" y="2678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37" name="Freeform 73"/>
              <p:cNvSpPr>
                <a:spLocks/>
              </p:cNvSpPr>
              <p:nvPr/>
            </p:nvSpPr>
            <p:spPr bwMode="auto">
              <a:xfrm>
                <a:off x="3672" y="654"/>
                <a:ext cx="616" cy="2814"/>
              </a:xfrm>
              <a:custGeom>
                <a:avLst/>
                <a:gdLst/>
                <a:ahLst/>
                <a:cxnLst>
                  <a:cxn ang="0">
                    <a:pos x="16" y="2598"/>
                  </a:cxn>
                  <a:cxn ang="0">
                    <a:pos x="24" y="2446"/>
                  </a:cxn>
                  <a:cxn ang="0">
                    <a:pos x="40" y="2278"/>
                  </a:cxn>
                  <a:cxn ang="0">
                    <a:pos x="56" y="2071"/>
                  </a:cxn>
                  <a:cxn ang="0">
                    <a:pos x="72" y="1855"/>
                  </a:cxn>
                  <a:cxn ang="0">
                    <a:pos x="88" y="1623"/>
                  </a:cxn>
                  <a:cxn ang="0">
                    <a:pos x="96" y="1383"/>
                  </a:cxn>
                  <a:cxn ang="0">
                    <a:pos x="112" y="1143"/>
                  </a:cxn>
                  <a:cxn ang="0">
                    <a:pos x="128" y="920"/>
                  </a:cxn>
                  <a:cxn ang="0">
                    <a:pos x="144" y="704"/>
                  </a:cxn>
                  <a:cxn ang="0">
                    <a:pos x="160" y="504"/>
                  </a:cxn>
                  <a:cxn ang="0">
                    <a:pos x="168" y="336"/>
                  </a:cxn>
                  <a:cxn ang="0">
                    <a:pos x="184" y="200"/>
                  </a:cxn>
                  <a:cxn ang="0">
                    <a:pos x="200" y="96"/>
                  </a:cxn>
                  <a:cxn ang="0">
                    <a:pos x="216" y="32"/>
                  </a:cxn>
                  <a:cxn ang="0">
                    <a:pos x="224" y="0"/>
                  </a:cxn>
                  <a:cxn ang="0">
                    <a:pos x="240" y="16"/>
                  </a:cxn>
                  <a:cxn ang="0">
                    <a:pos x="256" y="72"/>
                  </a:cxn>
                  <a:cxn ang="0">
                    <a:pos x="272" y="160"/>
                  </a:cxn>
                  <a:cxn ang="0">
                    <a:pos x="288" y="296"/>
                  </a:cxn>
                  <a:cxn ang="0">
                    <a:pos x="296" y="456"/>
                  </a:cxn>
                  <a:cxn ang="0">
                    <a:pos x="312" y="640"/>
                  </a:cxn>
                  <a:cxn ang="0">
                    <a:pos x="328" y="856"/>
                  </a:cxn>
                  <a:cxn ang="0">
                    <a:pos x="344" y="1079"/>
                  </a:cxn>
                  <a:cxn ang="0">
                    <a:pos x="352" y="1311"/>
                  </a:cxn>
                  <a:cxn ang="0">
                    <a:pos x="368" y="1551"/>
                  </a:cxn>
                  <a:cxn ang="0">
                    <a:pos x="384" y="1791"/>
                  </a:cxn>
                  <a:cxn ang="0">
                    <a:pos x="400" y="2015"/>
                  </a:cxn>
                  <a:cxn ang="0">
                    <a:pos x="416" y="2214"/>
                  </a:cxn>
                  <a:cxn ang="0">
                    <a:pos x="424" y="2398"/>
                  </a:cxn>
                  <a:cxn ang="0">
                    <a:pos x="440" y="2558"/>
                  </a:cxn>
                  <a:cxn ang="0">
                    <a:pos x="456" y="2678"/>
                  </a:cxn>
                  <a:cxn ang="0">
                    <a:pos x="472" y="2766"/>
                  </a:cxn>
                  <a:cxn ang="0">
                    <a:pos x="488" y="2814"/>
                  </a:cxn>
                  <a:cxn ang="0">
                    <a:pos x="504" y="2814"/>
                  </a:cxn>
                  <a:cxn ang="0">
                    <a:pos x="520" y="2766"/>
                  </a:cxn>
                  <a:cxn ang="0">
                    <a:pos x="536" y="2678"/>
                  </a:cxn>
                  <a:cxn ang="0">
                    <a:pos x="544" y="2558"/>
                  </a:cxn>
                  <a:cxn ang="0">
                    <a:pos x="560" y="2398"/>
                  </a:cxn>
                  <a:cxn ang="0">
                    <a:pos x="576" y="2214"/>
                  </a:cxn>
                  <a:cxn ang="0">
                    <a:pos x="592" y="2015"/>
                  </a:cxn>
                  <a:cxn ang="0">
                    <a:pos x="600" y="1791"/>
                  </a:cxn>
                </a:cxnLst>
                <a:rect l="0" t="0" r="r" b="b"/>
                <a:pathLst>
                  <a:path w="616" h="2814">
                    <a:moveTo>
                      <a:pt x="0" y="2678"/>
                    </a:moveTo>
                    <a:lnTo>
                      <a:pt x="8" y="2638"/>
                    </a:lnTo>
                    <a:lnTo>
                      <a:pt x="16" y="2598"/>
                    </a:lnTo>
                    <a:lnTo>
                      <a:pt x="16" y="2550"/>
                    </a:lnTo>
                    <a:lnTo>
                      <a:pt x="24" y="2502"/>
                    </a:lnTo>
                    <a:lnTo>
                      <a:pt x="24" y="2446"/>
                    </a:lnTo>
                    <a:lnTo>
                      <a:pt x="32" y="2398"/>
                    </a:lnTo>
                    <a:lnTo>
                      <a:pt x="40" y="2334"/>
                    </a:lnTo>
                    <a:lnTo>
                      <a:pt x="40" y="2278"/>
                    </a:lnTo>
                    <a:lnTo>
                      <a:pt x="48" y="2206"/>
                    </a:lnTo>
                    <a:lnTo>
                      <a:pt x="48" y="2142"/>
                    </a:lnTo>
                    <a:lnTo>
                      <a:pt x="56" y="2071"/>
                    </a:lnTo>
                    <a:lnTo>
                      <a:pt x="64" y="2007"/>
                    </a:lnTo>
                    <a:lnTo>
                      <a:pt x="64" y="1927"/>
                    </a:lnTo>
                    <a:lnTo>
                      <a:pt x="72" y="1855"/>
                    </a:lnTo>
                    <a:lnTo>
                      <a:pt x="72" y="1775"/>
                    </a:lnTo>
                    <a:lnTo>
                      <a:pt x="80" y="1703"/>
                    </a:lnTo>
                    <a:lnTo>
                      <a:pt x="88" y="1623"/>
                    </a:lnTo>
                    <a:lnTo>
                      <a:pt x="88" y="1543"/>
                    </a:lnTo>
                    <a:lnTo>
                      <a:pt x="96" y="1463"/>
                    </a:lnTo>
                    <a:lnTo>
                      <a:pt x="96" y="1383"/>
                    </a:lnTo>
                    <a:lnTo>
                      <a:pt x="104" y="1303"/>
                    </a:lnTo>
                    <a:lnTo>
                      <a:pt x="112" y="1223"/>
                    </a:lnTo>
                    <a:lnTo>
                      <a:pt x="112" y="1143"/>
                    </a:lnTo>
                    <a:lnTo>
                      <a:pt x="120" y="1071"/>
                    </a:lnTo>
                    <a:lnTo>
                      <a:pt x="120" y="991"/>
                    </a:lnTo>
                    <a:lnTo>
                      <a:pt x="128" y="920"/>
                    </a:lnTo>
                    <a:lnTo>
                      <a:pt x="136" y="840"/>
                    </a:lnTo>
                    <a:lnTo>
                      <a:pt x="136" y="768"/>
                    </a:lnTo>
                    <a:lnTo>
                      <a:pt x="144" y="704"/>
                    </a:lnTo>
                    <a:lnTo>
                      <a:pt x="144" y="632"/>
                    </a:lnTo>
                    <a:lnTo>
                      <a:pt x="152" y="568"/>
                    </a:lnTo>
                    <a:lnTo>
                      <a:pt x="160" y="504"/>
                    </a:lnTo>
                    <a:lnTo>
                      <a:pt x="160" y="448"/>
                    </a:lnTo>
                    <a:lnTo>
                      <a:pt x="168" y="392"/>
                    </a:lnTo>
                    <a:lnTo>
                      <a:pt x="168" y="336"/>
                    </a:lnTo>
                    <a:lnTo>
                      <a:pt x="176" y="288"/>
                    </a:lnTo>
                    <a:lnTo>
                      <a:pt x="176" y="240"/>
                    </a:lnTo>
                    <a:lnTo>
                      <a:pt x="184" y="200"/>
                    </a:lnTo>
                    <a:lnTo>
                      <a:pt x="192" y="160"/>
                    </a:lnTo>
                    <a:lnTo>
                      <a:pt x="192" y="128"/>
                    </a:lnTo>
                    <a:lnTo>
                      <a:pt x="200" y="96"/>
                    </a:lnTo>
                    <a:lnTo>
                      <a:pt x="200" y="72"/>
                    </a:lnTo>
                    <a:lnTo>
                      <a:pt x="208" y="48"/>
                    </a:lnTo>
                    <a:lnTo>
                      <a:pt x="216" y="32"/>
                    </a:lnTo>
                    <a:lnTo>
                      <a:pt x="216" y="16"/>
                    </a:lnTo>
                    <a:lnTo>
                      <a:pt x="232" y="0"/>
                    </a:lnTo>
                    <a:lnTo>
                      <a:pt x="224" y="0"/>
                    </a:lnTo>
                    <a:lnTo>
                      <a:pt x="232" y="0"/>
                    </a:lnTo>
                    <a:lnTo>
                      <a:pt x="240" y="8"/>
                    </a:lnTo>
                    <a:lnTo>
                      <a:pt x="240" y="16"/>
                    </a:lnTo>
                    <a:lnTo>
                      <a:pt x="248" y="32"/>
                    </a:lnTo>
                    <a:lnTo>
                      <a:pt x="248" y="48"/>
                    </a:lnTo>
                    <a:lnTo>
                      <a:pt x="256" y="72"/>
                    </a:lnTo>
                    <a:lnTo>
                      <a:pt x="264" y="96"/>
                    </a:lnTo>
                    <a:lnTo>
                      <a:pt x="264" y="128"/>
                    </a:lnTo>
                    <a:lnTo>
                      <a:pt x="272" y="160"/>
                    </a:lnTo>
                    <a:lnTo>
                      <a:pt x="272" y="200"/>
                    </a:lnTo>
                    <a:lnTo>
                      <a:pt x="280" y="248"/>
                    </a:lnTo>
                    <a:lnTo>
                      <a:pt x="288" y="296"/>
                    </a:lnTo>
                    <a:lnTo>
                      <a:pt x="288" y="344"/>
                    </a:lnTo>
                    <a:lnTo>
                      <a:pt x="296" y="400"/>
                    </a:lnTo>
                    <a:lnTo>
                      <a:pt x="296" y="456"/>
                    </a:lnTo>
                    <a:lnTo>
                      <a:pt x="304" y="512"/>
                    </a:lnTo>
                    <a:lnTo>
                      <a:pt x="312" y="576"/>
                    </a:lnTo>
                    <a:lnTo>
                      <a:pt x="312" y="640"/>
                    </a:lnTo>
                    <a:lnTo>
                      <a:pt x="320" y="712"/>
                    </a:lnTo>
                    <a:lnTo>
                      <a:pt x="320" y="776"/>
                    </a:lnTo>
                    <a:lnTo>
                      <a:pt x="328" y="856"/>
                    </a:lnTo>
                    <a:lnTo>
                      <a:pt x="336" y="927"/>
                    </a:lnTo>
                    <a:lnTo>
                      <a:pt x="336" y="999"/>
                    </a:lnTo>
                    <a:lnTo>
                      <a:pt x="344" y="1079"/>
                    </a:lnTo>
                    <a:lnTo>
                      <a:pt x="344" y="1159"/>
                    </a:lnTo>
                    <a:lnTo>
                      <a:pt x="352" y="1231"/>
                    </a:lnTo>
                    <a:lnTo>
                      <a:pt x="352" y="1311"/>
                    </a:lnTo>
                    <a:lnTo>
                      <a:pt x="360" y="1391"/>
                    </a:lnTo>
                    <a:lnTo>
                      <a:pt x="368" y="1471"/>
                    </a:lnTo>
                    <a:lnTo>
                      <a:pt x="368" y="1551"/>
                    </a:lnTo>
                    <a:lnTo>
                      <a:pt x="376" y="1631"/>
                    </a:lnTo>
                    <a:lnTo>
                      <a:pt x="376" y="1711"/>
                    </a:lnTo>
                    <a:lnTo>
                      <a:pt x="384" y="1791"/>
                    </a:lnTo>
                    <a:lnTo>
                      <a:pt x="392" y="1863"/>
                    </a:lnTo>
                    <a:lnTo>
                      <a:pt x="392" y="1935"/>
                    </a:lnTo>
                    <a:lnTo>
                      <a:pt x="400" y="2015"/>
                    </a:lnTo>
                    <a:lnTo>
                      <a:pt x="400" y="2078"/>
                    </a:lnTo>
                    <a:lnTo>
                      <a:pt x="408" y="2150"/>
                    </a:lnTo>
                    <a:lnTo>
                      <a:pt x="416" y="2214"/>
                    </a:lnTo>
                    <a:lnTo>
                      <a:pt x="416" y="2278"/>
                    </a:lnTo>
                    <a:lnTo>
                      <a:pt x="424" y="2342"/>
                    </a:lnTo>
                    <a:lnTo>
                      <a:pt x="424" y="2398"/>
                    </a:lnTo>
                    <a:lnTo>
                      <a:pt x="432" y="2454"/>
                    </a:lnTo>
                    <a:lnTo>
                      <a:pt x="440" y="2510"/>
                    </a:lnTo>
                    <a:lnTo>
                      <a:pt x="440" y="2558"/>
                    </a:lnTo>
                    <a:lnTo>
                      <a:pt x="448" y="2598"/>
                    </a:lnTo>
                    <a:lnTo>
                      <a:pt x="448" y="2638"/>
                    </a:lnTo>
                    <a:lnTo>
                      <a:pt x="456" y="2678"/>
                    </a:lnTo>
                    <a:lnTo>
                      <a:pt x="464" y="2710"/>
                    </a:lnTo>
                    <a:lnTo>
                      <a:pt x="464" y="2742"/>
                    </a:lnTo>
                    <a:lnTo>
                      <a:pt x="472" y="2766"/>
                    </a:lnTo>
                    <a:lnTo>
                      <a:pt x="472" y="2782"/>
                    </a:lnTo>
                    <a:lnTo>
                      <a:pt x="480" y="2798"/>
                    </a:lnTo>
                    <a:lnTo>
                      <a:pt x="488" y="2814"/>
                    </a:lnTo>
                    <a:lnTo>
                      <a:pt x="504" y="2814"/>
                    </a:lnTo>
                    <a:lnTo>
                      <a:pt x="496" y="2814"/>
                    </a:lnTo>
                    <a:lnTo>
                      <a:pt x="504" y="2814"/>
                    </a:lnTo>
                    <a:lnTo>
                      <a:pt x="512" y="2798"/>
                    </a:lnTo>
                    <a:lnTo>
                      <a:pt x="512" y="2782"/>
                    </a:lnTo>
                    <a:lnTo>
                      <a:pt x="520" y="2766"/>
                    </a:lnTo>
                    <a:lnTo>
                      <a:pt x="520" y="2742"/>
                    </a:lnTo>
                    <a:lnTo>
                      <a:pt x="528" y="2710"/>
                    </a:lnTo>
                    <a:lnTo>
                      <a:pt x="536" y="2678"/>
                    </a:lnTo>
                    <a:lnTo>
                      <a:pt x="536" y="2638"/>
                    </a:lnTo>
                    <a:lnTo>
                      <a:pt x="544" y="2598"/>
                    </a:lnTo>
                    <a:lnTo>
                      <a:pt x="544" y="2558"/>
                    </a:lnTo>
                    <a:lnTo>
                      <a:pt x="552" y="2510"/>
                    </a:lnTo>
                    <a:lnTo>
                      <a:pt x="552" y="2454"/>
                    </a:lnTo>
                    <a:lnTo>
                      <a:pt x="560" y="2398"/>
                    </a:lnTo>
                    <a:lnTo>
                      <a:pt x="568" y="2342"/>
                    </a:lnTo>
                    <a:lnTo>
                      <a:pt x="568" y="2278"/>
                    </a:lnTo>
                    <a:lnTo>
                      <a:pt x="576" y="2214"/>
                    </a:lnTo>
                    <a:lnTo>
                      <a:pt x="576" y="2150"/>
                    </a:lnTo>
                    <a:lnTo>
                      <a:pt x="584" y="2078"/>
                    </a:lnTo>
                    <a:lnTo>
                      <a:pt x="592" y="2015"/>
                    </a:lnTo>
                    <a:lnTo>
                      <a:pt x="592" y="1935"/>
                    </a:lnTo>
                    <a:lnTo>
                      <a:pt x="600" y="1863"/>
                    </a:lnTo>
                    <a:lnTo>
                      <a:pt x="600" y="1791"/>
                    </a:lnTo>
                    <a:lnTo>
                      <a:pt x="608" y="1711"/>
                    </a:lnTo>
                    <a:lnTo>
                      <a:pt x="616" y="1631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38" name="Freeform 74"/>
              <p:cNvSpPr>
                <a:spLocks/>
              </p:cNvSpPr>
              <p:nvPr/>
            </p:nvSpPr>
            <p:spPr bwMode="auto">
              <a:xfrm>
                <a:off x="4288" y="654"/>
                <a:ext cx="609" cy="2822"/>
              </a:xfrm>
              <a:custGeom>
                <a:avLst/>
                <a:gdLst/>
                <a:ahLst/>
                <a:cxnLst>
                  <a:cxn ang="0">
                    <a:pos x="8" y="1471"/>
                  </a:cxn>
                  <a:cxn ang="0">
                    <a:pos x="24" y="1231"/>
                  </a:cxn>
                  <a:cxn ang="0">
                    <a:pos x="32" y="999"/>
                  </a:cxn>
                  <a:cxn ang="0">
                    <a:pos x="48" y="776"/>
                  </a:cxn>
                  <a:cxn ang="0">
                    <a:pos x="64" y="576"/>
                  </a:cxn>
                  <a:cxn ang="0">
                    <a:pos x="80" y="400"/>
                  </a:cxn>
                  <a:cxn ang="0">
                    <a:pos x="96" y="248"/>
                  </a:cxn>
                  <a:cxn ang="0">
                    <a:pos x="104" y="128"/>
                  </a:cxn>
                  <a:cxn ang="0">
                    <a:pos x="121" y="48"/>
                  </a:cxn>
                  <a:cxn ang="0">
                    <a:pos x="145" y="0"/>
                  </a:cxn>
                  <a:cxn ang="0">
                    <a:pos x="153" y="8"/>
                  </a:cxn>
                  <a:cxn ang="0">
                    <a:pos x="161" y="48"/>
                  </a:cxn>
                  <a:cxn ang="0">
                    <a:pos x="177" y="128"/>
                  </a:cxn>
                  <a:cxn ang="0">
                    <a:pos x="193" y="240"/>
                  </a:cxn>
                  <a:cxn ang="0">
                    <a:pos x="209" y="392"/>
                  </a:cxn>
                  <a:cxn ang="0">
                    <a:pos x="225" y="568"/>
                  </a:cxn>
                  <a:cxn ang="0">
                    <a:pos x="233" y="768"/>
                  </a:cxn>
                  <a:cxn ang="0">
                    <a:pos x="249" y="991"/>
                  </a:cxn>
                  <a:cxn ang="0">
                    <a:pos x="265" y="1223"/>
                  </a:cxn>
                  <a:cxn ang="0">
                    <a:pos x="281" y="1463"/>
                  </a:cxn>
                  <a:cxn ang="0">
                    <a:pos x="297" y="1703"/>
                  </a:cxn>
                  <a:cxn ang="0">
                    <a:pos x="305" y="1927"/>
                  </a:cxn>
                  <a:cxn ang="0">
                    <a:pos x="321" y="2142"/>
                  </a:cxn>
                  <a:cxn ang="0">
                    <a:pos x="337" y="2334"/>
                  </a:cxn>
                  <a:cxn ang="0">
                    <a:pos x="353" y="2502"/>
                  </a:cxn>
                  <a:cxn ang="0">
                    <a:pos x="361" y="2638"/>
                  </a:cxn>
                  <a:cxn ang="0">
                    <a:pos x="377" y="2734"/>
                  </a:cxn>
                  <a:cxn ang="0">
                    <a:pos x="393" y="2798"/>
                  </a:cxn>
                  <a:cxn ang="0">
                    <a:pos x="409" y="2822"/>
                  </a:cxn>
                  <a:cxn ang="0">
                    <a:pos x="425" y="2790"/>
                  </a:cxn>
                  <a:cxn ang="0">
                    <a:pos x="441" y="2718"/>
                  </a:cxn>
                  <a:cxn ang="0">
                    <a:pos x="457" y="2606"/>
                  </a:cxn>
                  <a:cxn ang="0">
                    <a:pos x="473" y="2462"/>
                  </a:cxn>
                  <a:cxn ang="0">
                    <a:pos x="481" y="2286"/>
                  </a:cxn>
                  <a:cxn ang="0">
                    <a:pos x="497" y="2086"/>
                  </a:cxn>
                  <a:cxn ang="0">
                    <a:pos x="513" y="1871"/>
                  </a:cxn>
                  <a:cxn ang="0">
                    <a:pos x="529" y="1639"/>
                  </a:cxn>
                  <a:cxn ang="0">
                    <a:pos x="537" y="1399"/>
                  </a:cxn>
                  <a:cxn ang="0">
                    <a:pos x="553" y="1167"/>
                  </a:cxn>
                  <a:cxn ang="0">
                    <a:pos x="569" y="935"/>
                  </a:cxn>
                  <a:cxn ang="0">
                    <a:pos x="585" y="720"/>
                  </a:cxn>
                  <a:cxn ang="0">
                    <a:pos x="601" y="520"/>
                  </a:cxn>
                </a:cxnLst>
                <a:rect l="0" t="0" r="r" b="b"/>
                <a:pathLst>
                  <a:path w="609" h="2822">
                    <a:moveTo>
                      <a:pt x="0" y="1631"/>
                    </a:moveTo>
                    <a:lnTo>
                      <a:pt x="0" y="1551"/>
                    </a:lnTo>
                    <a:lnTo>
                      <a:pt x="8" y="1471"/>
                    </a:lnTo>
                    <a:lnTo>
                      <a:pt x="8" y="1391"/>
                    </a:lnTo>
                    <a:lnTo>
                      <a:pt x="16" y="1311"/>
                    </a:lnTo>
                    <a:lnTo>
                      <a:pt x="24" y="1231"/>
                    </a:lnTo>
                    <a:lnTo>
                      <a:pt x="24" y="1159"/>
                    </a:lnTo>
                    <a:lnTo>
                      <a:pt x="32" y="1079"/>
                    </a:lnTo>
                    <a:lnTo>
                      <a:pt x="32" y="999"/>
                    </a:lnTo>
                    <a:lnTo>
                      <a:pt x="40" y="927"/>
                    </a:lnTo>
                    <a:lnTo>
                      <a:pt x="48" y="856"/>
                    </a:lnTo>
                    <a:lnTo>
                      <a:pt x="48" y="776"/>
                    </a:lnTo>
                    <a:lnTo>
                      <a:pt x="56" y="712"/>
                    </a:lnTo>
                    <a:lnTo>
                      <a:pt x="56" y="640"/>
                    </a:lnTo>
                    <a:lnTo>
                      <a:pt x="64" y="576"/>
                    </a:lnTo>
                    <a:lnTo>
                      <a:pt x="72" y="512"/>
                    </a:lnTo>
                    <a:lnTo>
                      <a:pt x="72" y="456"/>
                    </a:lnTo>
                    <a:lnTo>
                      <a:pt x="80" y="400"/>
                    </a:lnTo>
                    <a:lnTo>
                      <a:pt x="80" y="344"/>
                    </a:lnTo>
                    <a:lnTo>
                      <a:pt x="88" y="296"/>
                    </a:lnTo>
                    <a:lnTo>
                      <a:pt x="96" y="248"/>
                    </a:lnTo>
                    <a:lnTo>
                      <a:pt x="96" y="200"/>
                    </a:lnTo>
                    <a:lnTo>
                      <a:pt x="104" y="160"/>
                    </a:lnTo>
                    <a:lnTo>
                      <a:pt x="104" y="128"/>
                    </a:lnTo>
                    <a:lnTo>
                      <a:pt x="112" y="96"/>
                    </a:lnTo>
                    <a:lnTo>
                      <a:pt x="121" y="72"/>
                    </a:lnTo>
                    <a:lnTo>
                      <a:pt x="121" y="48"/>
                    </a:lnTo>
                    <a:lnTo>
                      <a:pt x="129" y="32"/>
                    </a:lnTo>
                    <a:lnTo>
                      <a:pt x="129" y="16"/>
                    </a:lnTo>
                    <a:lnTo>
                      <a:pt x="145" y="0"/>
                    </a:lnTo>
                    <a:lnTo>
                      <a:pt x="137" y="0"/>
                    </a:lnTo>
                    <a:lnTo>
                      <a:pt x="145" y="0"/>
                    </a:lnTo>
                    <a:lnTo>
                      <a:pt x="153" y="8"/>
                    </a:lnTo>
                    <a:lnTo>
                      <a:pt x="153" y="16"/>
                    </a:lnTo>
                    <a:lnTo>
                      <a:pt x="161" y="32"/>
                    </a:lnTo>
                    <a:lnTo>
                      <a:pt x="161" y="48"/>
                    </a:lnTo>
                    <a:lnTo>
                      <a:pt x="169" y="72"/>
                    </a:lnTo>
                    <a:lnTo>
                      <a:pt x="177" y="96"/>
                    </a:lnTo>
                    <a:lnTo>
                      <a:pt x="177" y="128"/>
                    </a:lnTo>
                    <a:lnTo>
                      <a:pt x="185" y="160"/>
                    </a:lnTo>
                    <a:lnTo>
                      <a:pt x="185" y="200"/>
                    </a:lnTo>
                    <a:lnTo>
                      <a:pt x="193" y="240"/>
                    </a:lnTo>
                    <a:lnTo>
                      <a:pt x="201" y="288"/>
                    </a:lnTo>
                    <a:lnTo>
                      <a:pt x="201" y="336"/>
                    </a:lnTo>
                    <a:lnTo>
                      <a:pt x="209" y="392"/>
                    </a:lnTo>
                    <a:lnTo>
                      <a:pt x="209" y="448"/>
                    </a:lnTo>
                    <a:lnTo>
                      <a:pt x="217" y="504"/>
                    </a:lnTo>
                    <a:lnTo>
                      <a:pt x="225" y="568"/>
                    </a:lnTo>
                    <a:lnTo>
                      <a:pt x="225" y="632"/>
                    </a:lnTo>
                    <a:lnTo>
                      <a:pt x="233" y="704"/>
                    </a:lnTo>
                    <a:lnTo>
                      <a:pt x="233" y="768"/>
                    </a:lnTo>
                    <a:lnTo>
                      <a:pt x="241" y="840"/>
                    </a:lnTo>
                    <a:lnTo>
                      <a:pt x="249" y="920"/>
                    </a:lnTo>
                    <a:lnTo>
                      <a:pt x="249" y="991"/>
                    </a:lnTo>
                    <a:lnTo>
                      <a:pt x="257" y="1071"/>
                    </a:lnTo>
                    <a:lnTo>
                      <a:pt x="257" y="1143"/>
                    </a:lnTo>
                    <a:lnTo>
                      <a:pt x="265" y="1223"/>
                    </a:lnTo>
                    <a:lnTo>
                      <a:pt x="273" y="1303"/>
                    </a:lnTo>
                    <a:lnTo>
                      <a:pt x="273" y="1383"/>
                    </a:lnTo>
                    <a:lnTo>
                      <a:pt x="281" y="1463"/>
                    </a:lnTo>
                    <a:lnTo>
                      <a:pt x="281" y="1543"/>
                    </a:lnTo>
                    <a:lnTo>
                      <a:pt x="289" y="1623"/>
                    </a:lnTo>
                    <a:lnTo>
                      <a:pt x="297" y="1703"/>
                    </a:lnTo>
                    <a:lnTo>
                      <a:pt x="297" y="1775"/>
                    </a:lnTo>
                    <a:lnTo>
                      <a:pt x="305" y="1855"/>
                    </a:lnTo>
                    <a:lnTo>
                      <a:pt x="305" y="1927"/>
                    </a:lnTo>
                    <a:lnTo>
                      <a:pt x="313" y="2007"/>
                    </a:lnTo>
                    <a:lnTo>
                      <a:pt x="313" y="2071"/>
                    </a:lnTo>
                    <a:lnTo>
                      <a:pt x="321" y="2142"/>
                    </a:lnTo>
                    <a:lnTo>
                      <a:pt x="329" y="2206"/>
                    </a:lnTo>
                    <a:lnTo>
                      <a:pt x="329" y="2278"/>
                    </a:lnTo>
                    <a:lnTo>
                      <a:pt x="337" y="2334"/>
                    </a:lnTo>
                    <a:lnTo>
                      <a:pt x="337" y="2398"/>
                    </a:lnTo>
                    <a:lnTo>
                      <a:pt x="345" y="2446"/>
                    </a:lnTo>
                    <a:lnTo>
                      <a:pt x="353" y="2502"/>
                    </a:lnTo>
                    <a:lnTo>
                      <a:pt x="353" y="2550"/>
                    </a:lnTo>
                    <a:lnTo>
                      <a:pt x="361" y="2598"/>
                    </a:lnTo>
                    <a:lnTo>
                      <a:pt x="361" y="2638"/>
                    </a:lnTo>
                    <a:lnTo>
                      <a:pt x="369" y="2678"/>
                    </a:lnTo>
                    <a:lnTo>
                      <a:pt x="377" y="2710"/>
                    </a:lnTo>
                    <a:lnTo>
                      <a:pt x="377" y="2734"/>
                    </a:lnTo>
                    <a:lnTo>
                      <a:pt x="385" y="2758"/>
                    </a:lnTo>
                    <a:lnTo>
                      <a:pt x="385" y="2782"/>
                    </a:lnTo>
                    <a:lnTo>
                      <a:pt x="393" y="2798"/>
                    </a:lnTo>
                    <a:lnTo>
                      <a:pt x="401" y="2806"/>
                    </a:lnTo>
                    <a:lnTo>
                      <a:pt x="401" y="2814"/>
                    </a:lnTo>
                    <a:lnTo>
                      <a:pt x="409" y="2822"/>
                    </a:lnTo>
                    <a:lnTo>
                      <a:pt x="417" y="2814"/>
                    </a:lnTo>
                    <a:lnTo>
                      <a:pt x="425" y="2798"/>
                    </a:lnTo>
                    <a:lnTo>
                      <a:pt x="425" y="2790"/>
                    </a:lnTo>
                    <a:lnTo>
                      <a:pt x="433" y="2766"/>
                    </a:lnTo>
                    <a:lnTo>
                      <a:pt x="433" y="2742"/>
                    </a:lnTo>
                    <a:lnTo>
                      <a:pt x="441" y="2718"/>
                    </a:lnTo>
                    <a:lnTo>
                      <a:pt x="449" y="2686"/>
                    </a:lnTo>
                    <a:lnTo>
                      <a:pt x="449" y="2646"/>
                    </a:lnTo>
                    <a:lnTo>
                      <a:pt x="457" y="2606"/>
                    </a:lnTo>
                    <a:lnTo>
                      <a:pt x="457" y="2558"/>
                    </a:lnTo>
                    <a:lnTo>
                      <a:pt x="465" y="2510"/>
                    </a:lnTo>
                    <a:lnTo>
                      <a:pt x="473" y="2462"/>
                    </a:lnTo>
                    <a:lnTo>
                      <a:pt x="473" y="2406"/>
                    </a:lnTo>
                    <a:lnTo>
                      <a:pt x="481" y="2350"/>
                    </a:lnTo>
                    <a:lnTo>
                      <a:pt x="481" y="2286"/>
                    </a:lnTo>
                    <a:lnTo>
                      <a:pt x="489" y="2222"/>
                    </a:lnTo>
                    <a:lnTo>
                      <a:pt x="497" y="2158"/>
                    </a:lnTo>
                    <a:lnTo>
                      <a:pt x="497" y="2086"/>
                    </a:lnTo>
                    <a:lnTo>
                      <a:pt x="505" y="2023"/>
                    </a:lnTo>
                    <a:lnTo>
                      <a:pt x="505" y="1943"/>
                    </a:lnTo>
                    <a:lnTo>
                      <a:pt x="513" y="1871"/>
                    </a:lnTo>
                    <a:lnTo>
                      <a:pt x="513" y="1799"/>
                    </a:lnTo>
                    <a:lnTo>
                      <a:pt x="521" y="1719"/>
                    </a:lnTo>
                    <a:lnTo>
                      <a:pt x="529" y="1639"/>
                    </a:lnTo>
                    <a:lnTo>
                      <a:pt x="529" y="1559"/>
                    </a:lnTo>
                    <a:lnTo>
                      <a:pt x="537" y="1479"/>
                    </a:lnTo>
                    <a:lnTo>
                      <a:pt x="537" y="1399"/>
                    </a:lnTo>
                    <a:lnTo>
                      <a:pt x="545" y="1319"/>
                    </a:lnTo>
                    <a:lnTo>
                      <a:pt x="553" y="1247"/>
                    </a:lnTo>
                    <a:lnTo>
                      <a:pt x="553" y="1167"/>
                    </a:lnTo>
                    <a:lnTo>
                      <a:pt x="561" y="1087"/>
                    </a:lnTo>
                    <a:lnTo>
                      <a:pt x="561" y="1007"/>
                    </a:lnTo>
                    <a:lnTo>
                      <a:pt x="569" y="935"/>
                    </a:lnTo>
                    <a:lnTo>
                      <a:pt x="577" y="864"/>
                    </a:lnTo>
                    <a:lnTo>
                      <a:pt x="577" y="784"/>
                    </a:lnTo>
                    <a:lnTo>
                      <a:pt x="585" y="720"/>
                    </a:lnTo>
                    <a:lnTo>
                      <a:pt x="585" y="648"/>
                    </a:lnTo>
                    <a:lnTo>
                      <a:pt x="593" y="584"/>
                    </a:lnTo>
                    <a:lnTo>
                      <a:pt x="601" y="520"/>
                    </a:lnTo>
                    <a:lnTo>
                      <a:pt x="601" y="456"/>
                    </a:lnTo>
                    <a:lnTo>
                      <a:pt x="609" y="400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39" name="Freeform 75"/>
              <p:cNvSpPr>
                <a:spLocks/>
              </p:cNvSpPr>
              <p:nvPr/>
            </p:nvSpPr>
            <p:spPr bwMode="auto">
              <a:xfrm>
                <a:off x="4897" y="654"/>
                <a:ext cx="464" cy="2822"/>
              </a:xfrm>
              <a:custGeom>
                <a:avLst/>
                <a:gdLst/>
                <a:ahLst/>
                <a:cxnLst>
                  <a:cxn ang="0">
                    <a:pos x="0" y="352"/>
                  </a:cxn>
                  <a:cxn ang="0">
                    <a:pos x="16" y="248"/>
                  </a:cxn>
                  <a:cxn ang="0">
                    <a:pos x="24" y="168"/>
                  </a:cxn>
                  <a:cxn ang="0">
                    <a:pos x="32" y="104"/>
                  </a:cxn>
                  <a:cxn ang="0">
                    <a:pos x="40" y="48"/>
                  </a:cxn>
                  <a:cxn ang="0">
                    <a:pos x="48" y="16"/>
                  </a:cxn>
                  <a:cxn ang="0">
                    <a:pos x="64" y="0"/>
                  </a:cxn>
                  <a:cxn ang="0">
                    <a:pos x="72" y="16"/>
                  </a:cxn>
                  <a:cxn ang="0">
                    <a:pos x="80" y="48"/>
                  </a:cxn>
                  <a:cxn ang="0">
                    <a:pos x="96" y="88"/>
                  </a:cxn>
                  <a:cxn ang="0">
                    <a:pos x="104" y="152"/>
                  </a:cxn>
                  <a:cxn ang="0">
                    <a:pos x="112" y="232"/>
                  </a:cxn>
                  <a:cxn ang="0">
                    <a:pos x="120" y="328"/>
                  </a:cxn>
                  <a:cxn ang="0">
                    <a:pos x="128" y="440"/>
                  </a:cxn>
                  <a:cxn ang="0">
                    <a:pos x="144" y="560"/>
                  </a:cxn>
                  <a:cxn ang="0">
                    <a:pos x="152" y="696"/>
                  </a:cxn>
                  <a:cxn ang="0">
                    <a:pos x="160" y="832"/>
                  </a:cxn>
                  <a:cxn ang="0">
                    <a:pos x="168" y="983"/>
                  </a:cxn>
                  <a:cxn ang="0">
                    <a:pos x="176" y="1135"/>
                  </a:cxn>
                  <a:cxn ang="0">
                    <a:pos x="192" y="1295"/>
                  </a:cxn>
                  <a:cxn ang="0">
                    <a:pos x="200" y="1455"/>
                  </a:cxn>
                  <a:cxn ang="0">
                    <a:pos x="208" y="1615"/>
                  </a:cxn>
                  <a:cxn ang="0">
                    <a:pos x="216" y="1767"/>
                  </a:cxn>
                  <a:cxn ang="0">
                    <a:pos x="224" y="1919"/>
                  </a:cxn>
                  <a:cxn ang="0">
                    <a:pos x="240" y="2063"/>
                  </a:cxn>
                  <a:cxn ang="0">
                    <a:pos x="248" y="2206"/>
                  </a:cxn>
                  <a:cxn ang="0">
                    <a:pos x="256" y="2326"/>
                  </a:cxn>
                  <a:cxn ang="0">
                    <a:pos x="264" y="2446"/>
                  </a:cxn>
                  <a:cxn ang="0">
                    <a:pos x="272" y="2542"/>
                  </a:cxn>
                  <a:cxn ang="0">
                    <a:pos x="280" y="2630"/>
                  </a:cxn>
                  <a:cxn ang="0">
                    <a:pos x="296" y="2702"/>
                  </a:cxn>
                  <a:cxn ang="0">
                    <a:pos x="304" y="2758"/>
                  </a:cxn>
                  <a:cxn ang="0">
                    <a:pos x="312" y="2798"/>
                  </a:cxn>
                  <a:cxn ang="0">
                    <a:pos x="320" y="2814"/>
                  </a:cxn>
                  <a:cxn ang="0">
                    <a:pos x="336" y="2814"/>
                  </a:cxn>
                  <a:cxn ang="0">
                    <a:pos x="344" y="2790"/>
                  </a:cxn>
                  <a:cxn ang="0">
                    <a:pos x="352" y="2742"/>
                  </a:cxn>
                  <a:cxn ang="0">
                    <a:pos x="368" y="2686"/>
                  </a:cxn>
                  <a:cxn ang="0">
                    <a:pos x="376" y="2606"/>
                  </a:cxn>
                  <a:cxn ang="0">
                    <a:pos x="384" y="2518"/>
                  </a:cxn>
                  <a:cxn ang="0">
                    <a:pos x="392" y="2414"/>
                  </a:cxn>
                  <a:cxn ang="0">
                    <a:pos x="400" y="2294"/>
                  </a:cxn>
                  <a:cxn ang="0">
                    <a:pos x="416" y="2166"/>
                  </a:cxn>
                  <a:cxn ang="0">
                    <a:pos x="424" y="2031"/>
                  </a:cxn>
                  <a:cxn ang="0">
                    <a:pos x="432" y="1879"/>
                  </a:cxn>
                  <a:cxn ang="0">
                    <a:pos x="440" y="1727"/>
                  </a:cxn>
                  <a:cxn ang="0">
                    <a:pos x="448" y="1567"/>
                  </a:cxn>
                  <a:cxn ang="0">
                    <a:pos x="464" y="1415"/>
                  </a:cxn>
                </a:cxnLst>
                <a:rect l="0" t="0" r="r" b="b"/>
                <a:pathLst>
                  <a:path w="464" h="2822">
                    <a:moveTo>
                      <a:pt x="0" y="400"/>
                    </a:moveTo>
                    <a:lnTo>
                      <a:pt x="0" y="352"/>
                    </a:lnTo>
                    <a:lnTo>
                      <a:pt x="8" y="296"/>
                    </a:lnTo>
                    <a:lnTo>
                      <a:pt x="16" y="248"/>
                    </a:lnTo>
                    <a:lnTo>
                      <a:pt x="16" y="208"/>
                    </a:lnTo>
                    <a:lnTo>
                      <a:pt x="24" y="168"/>
                    </a:lnTo>
                    <a:lnTo>
                      <a:pt x="24" y="136"/>
                    </a:lnTo>
                    <a:lnTo>
                      <a:pt x="32" y="104"/>
                    </a:lnTo>
                    <a:lnTo>
                      <a:pt x="40" y="72"/>
                    </a:lnTo>
                    <a:lnTo>
                      <a:pt x="40" y="48"/>
                    </a:lnTo>
                    <a:lnTo>
                      <a:pt x="48" y="32"/>
                    </a:lnTo>
                    <a:lnTo>
                      <a:pt x="48" y="16"/>
                    </a:lnTo>
                    <a:lnTo>
                      <a:pt x="56" y="8"/>
                    </a:lnTo>
                    <a:lnTo>
                      <a:pt x="64" y="0"/>
                    </a:lnTo>
                    <a:lnTo>
                      <a:pt x="72" y="8"/>
                    </a:lnTo>
                    <a:lnTo>
                      <a:pt x="72" y="16"/>
                    </a:lnTo>
                    <a:lnTo>
                      <a:pt x="80" y="24"/>
                    </a:lnTo>
                    <a:lnTo>
                      <a:pt x="80" y="48"/>
                    </a:lnTo>
                    <a:lnTo>
                      <a:pt x="88" y="64"/>
                    </a:lnTo>
                    <a:lnTo>
                      <a:pt x="96" y="88"/>
                    </a:lnTo>
                    <a:lnTo>
                      <a:pt x="96" y="120"/>
                    </a:lnTo>
                    <a:lnTo>
                      <a:pt x="104" y="152"/>
                    </a:lnTo>
                    <a:lnTo>
                      <a:pt x="104" y="192"/>
                    </a:lnTo>
                    <a:lnTo>
                      <a:pt x="112" y="232"/>
                    </a:lnTo>
                    <a:lnTo>
                      <a:pt x="120" y="280"/>
                    </a:lnTo>
                    <a:lnTo>
                      <a:pt x="120" y="328"/>
                    </a:lnTo>
                    <a:lnTo>
                      <a:pt x="128" y="384"/>
                    </a:lnTo>
                    <a:lnTo>
                      <a:pt x="128" y="440"/>
                    </a:lnTo>
                    <a:lnTo>
                      <a:pt x="136" y="496"/>
                    </a:lnTo>
                    <a:lnTo>
                      <a:pt x="144" y="560"/>
                    </a:lnTo>
                    <a:lnTo>
                      <a:pt x="144" y="624"/>
                    </a:lnTo>
                    <a:lnTo>
                      <a:pt x="152" y="696"/>
                    </a:lnTo>
                    <a:lnTo>
                      <a:pt x="152" y="760"/>
                    </a:lnTo>
                    <a:lnTo>
                      <a:pt x="160" y="832"/>
                    </a:lnTo>
                    <a:lnTo>
                      <a:pt x="168" y="912"/>
                    </a:lnTo>
                    <a:lnTo>
                      <a:pt x="168" y="983"/>
                    </a:lnTo>
                    <a:lnTo>
                      <a:pt x="176" y="1063"/>
                    </a:lnTo>
                    <a:lnTo>
                      <a:pt x="176" y="1135"/>
                    </a:lnTo>
                    <a:lnTo>
                      <a:pt x="184" y="1215"/>
                    </a:lnTo>
                    <a:lnTo>
                      <a:pt x="192" y="1295"/>
                    </a:lnTo>
                    <a:lnTo>
                      <a:pt x="192" y="1375"/>
                    </a:lnTo>
                    <a:lnTo>
                      <a:pt x="200" y="1455"/>
                    </a:lnTo>
                    <a:lnTo>
                      <a:pt x="200" y="1535"/>
                    </a:lnTo>
                    <a:lnTo>
                      <a:pt x="208" y="1615"/>
                    </a:lnTo>
                    <a:lnTo>
                      <a:pt x="216" y="1695"/>
                    </a:lnTo>
                    <a:lnTo>
                      <a:pt x="216" y="1767"/>
                    </a:lnTo>
                    <a:lnTo>
                      <a:pt x="224" y="1847"/>
                    </a:lnTo>
                    <a:lnTo>
                      <a:pt x="224" y="1919"/>
                    </a:lnTo>
                    <a:lnTo>
                      <a:pt x="232" y="1999"/>
                    </a:lnTo>
                    <a:lnTo>
                      <a:pt x="240" y="2063"/>
                    </a:lnTo>
                    <a:lnTo>
                      <a:pt x="240" y="2134"/>
                    </a:lnTo>
                    <a:lnTo>
                      <a:pt x="248" y="2206"/>
                    </a:lnTo>
                    <a:lnTo>
                      <a:pt x="248" y="2270"/>
                    </a:lnTo>
                    <a:lnTo>
                      <a:pt x="256" y="2326"/>
                    </a:lnTo>
                    <a:lnTo>
                      <a:pt x="264" y="2390"/>
                    </a:lnTo>
                    <a:lnTo>
                      <a:pt x="264" y="2446"/>
                    </a:lnTo>
                    <a:lnTo>
                      <a:pt x="272" y="2494"/>
                    </a:lnTo>
                    <a:lnTo>
                      <a:pt x="272" y="2542"/>
                    </a:lnTo>
                    <a:lnTo>
                      <a:pt x="280" y="2590"/>
                    </a:lnTo>
                    <a:lnTo>
                      <a:pt x="280" y="2630"/>
                    </a:lnTo>
                    <a:lnTo>
                      <a:pt x="288" y="2670"/>
                    </a:lnTo>
                    <a:lnTo>
                      <a:pt x="296" y="2702"/>
                    </a:lnTo>
                    <a:lnTo>
                      <a:pt x="296" y="2734"/>
                    </a:lnTo>
                    <a:lnTo>
                      <a:pt x="304" y="2758"/>
                    </a:lnTo>
                    <a:lnTo>
                      <a:pt x="304" y="2782"/>
                    </a:lnTo>
                    <a:lnTo>
                      <a:pt x="312" y="2798"/>
                    </a:lnTo>
                    <a:lnTo>
                      <a:pt x="320" y="2806"/>
                    </a:lnTo>
                    <a:lnTo>
                      <a:pt x="320" y="2814"/>
                    </a:lnTo>
                    <a:lnTo>
                      <a:pt x="328" y="2822"/>
                    </a:lnTo>
                    <a:lnTo>
                      <a:pt x="336" y="2814"/>
                    </a:lnTo>
                    <a:lnTo>
                      <a:pt x="344" y="2806"/>
                    </a:lnTo>
                    <a:lnTo>
                      <a:pt x="344" y="2790"/>
                    </a:lnTo>
                    <a:lnTo>
                      <a:pt x="352" y="2766"/>
                    </a:lnTo>
                    <a:lnTo>
                      <a:pt x="352" y="2742"/>
                    </a:lnTo>
                    <a:lnTo>
                      <a:pt x="360" y="2718"/>
                    </a:lnTo>
                    <a:lnTo>
                      <a:pt x="368" y="2686"/>
                    </a:lnTo>
                    <a:lnTo>
                      <a:pt x="368" y="2646"/>
                    </a:lnTo>
                    <a:lnTo>
                      <a:pt x="376" y="2606"/>
                    </a:lnTo>
                    <a:lnTo>
                      <a:pt x="376" y="2566"/>
                    </a:lnTo>
                    <a:lnTo>
                      <a:pt x="384" y="2518"/>
                    </a:lnTo>
                    <a:lnTo>
                      <a:pt x="392" y="2470"/>
                    </a:lnTo>
                    <a:lnTo>
                      <a:pt x="392" y="2414"/>
                    </a:lnTo>
                    <a:lnTo>
                      <a:pt x="400" y="2358"/>
                    </a:lnTo>
                    <a:lnTo>
                      <a:pt x="400" y="2294"/>
                    </a:lnTo>
                    <a:lnTo>
                      <a:pt x="408" y="2230"/>
                    </a:lnTo>
                    <a:lnTo>
                      <a:pt x="416" y="2166"/>
                    </a:lnTo>
                    <a:lnTo>
                      <a:pt x="416" y="2094"/>
                    </a:lnTo>
                    <a:lnTo>
                      <a:pt x="424" y="2031"/>
                    </a:lnTo>
                    <a:lnTo>
                      <a:pt x="424" y="1951"/>
                    </a:lnTo>
                    <a:lnTo>
                      <a:pt x="432" y="1879"/>
                    </a:lnTo>
                    <a:lnTo>
                      <a:pt x="440" y="1807"/>
                    </a:lnTo>
                    <a:lnTo>
                      <a:pt x="440" y="1727"/>
                    </a:lnTo>
                    <a:lnTo>
                      <a:pt x="448" y="1647"/>
                    </a:lnTo>
                    <a:lnTo>
                      <a:pt x="448" y="1567"/>
                    </a:lnTo>
                    <a:lnTo>
                      <a:pt x="456" y="1487"/>
                    </a:lnTo>
                    <a:lnTo>
                      <a:pt x="464" y="1415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16E0077-465F-8641-A43C-3C21B729EEAC}"/>
              </a:ext>
            </a:extLst>
          </p:cNvPr>
          <p:cNvGrpSpPr/>
          <p:nvPr/>
        </p:nvGrpSpPr>
        <p:grpSpPr>
          <a:xfrm>
            <a:off x="7110414" y="941388"/>
            <a:ext cx="2306637" cy="2571750"/>
            <a:chOff x="5586413" y="941388"/>
            <a:chExt cx="2306637" cy="2571750"/>
          </a:xfrm>
        </p:grpSpPr>
        <p:grpSp>
          <p:nvGrpSpPr>
            <p:cNvPr id="11323" name="Group 59"/>
            <p:cNvGrpSpPr>
              <a:grpSpLocks/>
            </p:cNvGrpSpPr>
            <p:nvPr/>
          </p:nvGrpSpPr>
          <p:grpSpPr bwMode="auto">
            <a:xfrm>
              <a:off x="5586413" y="941388"/>
              <a:ext cx="2306637" cy="539750"/>
              <a:chOff x="612" y="1344"/>
              <a:chExt cx="4764" cy="1428"/>
            </a:xfrm>
          </p:grpSpPr>
          <p:sp>
            <p:nvSpPr>
              <p:cNvPr id="11324" name="Freeform 60"/>
              <p:cNvSpPr>
                <a:spLocks/>
              </p:cNvSpPr>
              <p:nvPr/>
            </p:nvSpPr>
            <p:spPr bwMode="auto">
              <a:xfrm>
                <a:off x="612" y="1344"/>
                <a:ext cx="704" cy="695"/>
              </a:xfrm>
              <a:custGeom>
                <a:avLst/>
                <a:gdLst/>
                <a:ahLst/>
                <a:cxnLst>
                  <a:cxn ang="0">
                    <a:pos x="8" y="671"/>
                  </a:cxn>
                  <a:cxn ang="0">
                    <a:pos x="24" y="631"/>
                  </a:cxn>
                  <a:cxn ang="0">
                    <a:pos x="40" y="591"/>
                  </a:cxn>
                  <a:cxn ang="0">
                    <a:pos x="56" y="551"/>
                  </a:cxn>
                  <a:cxn ang="0">
                    <a:pos x="64" y="511"/>
                  </a:cxn>
                  <a:cxn ang="0">
                    <a:pos x="80" y="471"/>
                  </a:cxn>
                  <a:cxn ang="0">
                    <a:pos x="96" y="439"/>
                  </a:cxn>
                  <a:cxn ang="0">
                    <a:pos x="112" y="399"/>
                  </a:cxn>
                  <a:cxn ang="0">
                    <a:pos x="128" y="367"/>
                  </a:cxn>
                  <a:cxn ang="0">
                    <a:pos x="136" y="327"/>
                  </a:cxn>
                  <a:cxn ang="0">
                    <a:pos x="152" y="295"/>
                  </a:cxn>
                  <a:cxn ang="0">
                    <a:pos x="168" y="263"/>
                  </a:cxn>
                  <a:cxn ang="0">
                    <a:pos x="184" y="231"/>
                  </a:cxn>
                  <a:cxn ang="0">
                    <a:pos x="192" y="208"/>
                  </a:cxn>
                  <a:cxn ang="0">
                    <a:pos x="208" y="176"/>
                  </a:cxn>
                  <a:cxn ang="0">
                    <a:pos x="224" y="152"/>
                  </a:cxn>
                  <a:cxn ang="0">
                    <a:pos x="240" y="128"/>
                  </a:cxn>
                  <a:cxn ang="0">
                    <a:pos x="256" y="104"/>
                  </a:cxn>
                  <a:cxn ang="0">
                    <a:pos x="272" y="80"/>
                  </a:cxn>
                  <a:cxn ang="0">
                    <a:pos x="288" y="56"/>
                  </a:cxn>
                  <a:cxn ang="0">
                    <a:pos x="312" y="40"/>
                  </a:cxn>
                  <a:cxn ang="0">
                    <a:pos x="336" y="16"/>
                  </a:cxn>
                  <a:cxn ang="0">
                    <a:pos x="360" y="8"/>
                  </a:cxn>
                  <a:cxn ang="0">
                    <a:pos x="384" y="0"/>
                  </a:cxn>
                  <a:cxn ang="0">
                    <a:pos x="408" y="8"/>
                  </a:cxn>
                  <a:cxn ang="0">
                    <a:pos x="432" y="16"/>
                  </a:cxn>
                  <a:cxn ang="0">
                    <a:pos x="456" y="24"/>
                  </a:cxn>
                  <a:cxn ang="0">
                    <a:pos x="480" y="48"/>
                  </a:cxn>
                  <a:cxn ang="0">
                    <a:pos x="504" y="72"/>
                  </a:cxn>
                  <a:cxn ang="0">
                    <a:pos x="528" y="96"/>
                  </a:cxn>
                  <a:cxn ang="0">
                    <a:pos x="536" y="120"/>
                  </a:cxn>
                  <a:cxn ang="0">
                    <a:pos x="552" y="144"/>
                  </a:cxn>
                  <a:cxn ang="0">
                    <a:pos x="568" y="168"/>
                  </a:cxn>
                  <a:cxn ang="0">
                    <a:pos x="584" y="192"/>
                  </a:cxn>
                  <a:cxn ang="0">
                    <a:pos x="592" y="216"/>
                  </a:cxn>
                  <a:cxn ang="0">
                    <a:pos x="608" y="247"/>
                  </a:cxn>
                  <a:cxn ang="0">
                    <a:pos x="624" y="279"/>
                  </a:cxn>
                  <a:cxn ang="0">
                    <a:pos x="640" y="311"/>
                  </a:cxn>
                  <a:cxn ang="0">
                    <a:pos x="656" y="343"/>
                  </a:cxn>
                  <a:cxn ang="0">
                    <a:pos x="664" y="383"/>
                  </a:cxn>
                  <a:cxn ang="0">
                    <a:pos x="680" y="415"/>
                  </a:cxn>
                  <a:cxn ang="0">
                    <a:pos x="696" y="455"/>
                  </a:cxn>
                </a:cxnLst>
                <a:rect l="0" t="0" r="r" b="b"/>
                <a:pathLst>
                  <a:path w="704" h="695">
                    <a:moveTo>
                      <a:pt x="0" y="695"/>
                    </a:moveTo>
                    <a:lnTo>
                      <a:pt x="8" y="679"/>
                    </a:lnTo>
                    <a:lnTo>
                      <a:pt x="8" y="671"/>
                    </a:lnTo>
                    <a:lnTo>
                      <a:pt x="16" y="655"/>
                    </a:lnTo>
                    <a:lnTo>
                      <a:pt x="16" y="639"/>
                    </a:lnTo>
                    <a:lnTo>
                      <a:pt x="24" y="631"/>
                    </a:lnTo>
                    <a:lnTo>
                      <a:pt x="32" y="615"/>
                    </a:lnTo>
                    <a:lnTo>
                      <a:pt x="32" y="599"/>
                    </a:lnTo>
                    <a:lnTo>
                      <a:pt x="40" y="591"/>
                    </a:lnTo>
                    <a:lnTo>
                      <a:pt x="40" y="575"/>
                    </a:lnTo>
                    <a:lnTo>
                      <a:pt x="48" y="559"/>
                    </a:lnTo>
                    <a:lnTo>
                      <a:pt x="56" y="551"/>
                    </a:lnTo>
                    <a:lnTo>
                      <a:pt x="56" y="535"/>
                    </a:lnTo>
                    <a:lnTo>
                      <a:pt x="64" y="527"/>
                    </a:lnTo>
                    <a:lnTo>
                      <a:pt x="64" y="511"/>
                    </a:lnTo>
                    <a:lnTo>
                      <a:pt x="72" y="495"/>
                    </a:lnTo>
                    <a:lnTo>
                      <a:pt x="80" y="487"/>
                    </a:lnTo>
                    <a:lnTo>
                      <a:pt x="80" y="471"/>
                    </a:lnTo>
                    <a:lnTo>
                      <a:pt x="88" y="463"/>
                    </a:lnTo>
                    <a:lnTo>
                      <a:pt x="88" y="447"/>
                    </a:lnTo>
                    <a:lnTo>
                      <a:pt x="96" y="439"/>
                    </a:lnTo>
                    <a:lnTo>
                      <a:pt x="104" y="423"/>
                    </a:lnTo>
                    <a:lnTo>
                      <a:pt x="104" y="407"/>
                    </a:lnTo>
                    <a:lnTo>
                      <a:pt x="112" y="399"/>
                    </a:lnTo>
                    <a:lnTo>
                      <a:pt x="112" y="383"/>
                    </a:lnTo>
                    <a:lnTo>
                      <a:pt x="120" y="375"/>
                    </a:lnTo>
                    <a:lnTo>
                      <a:pt x="128" y="367"/>
                    </a:lnTo>
                    <a:lnTo>
                      <a:pt x="128" y="351"/>
                    </a:lnTo>
                    <a:lnTo>
                      <a:pt x="136" y="343"/>
                    </a:lnTo>
                    <a:lnTo>
                      <a:pt x="136" y="327"/>
                    </a:lnTo>
                    <a:lnTo>
                      <a:pt x="144" y="319"/>
                    </a:lnTo>
                    <a:lnTo>
                      <a:pt x="152" y="311"/>
                    </a:lnTo>
                    <a:lnTo>
                      <a:pt x="152" y="295"/>
                    </a:lnTo>
                    <a:lnTo>
                      <a:pt x="160" y="287"/>
                    </a:lnTo>
                    <a:lnTo>
                      <a:pt x="160" y="271"/>
                    </a:lnTo>
                    <a:lnTo>
                      <a:pt x="168" y="263"/>
                    </a:lnTo>
                    <a:lnTo>
                      <a:pt x="176" y="255"/>
                    </a:lnTo>
                    <a:lnTo>
                      <a:pt x="176" y="247"/>
                    </a:lnTo>
                    <a:lnTo>
                      <a:pt x="184" y="231"/>
                    </a:lnTo>
                    <a:lnTo>
                      <a:pt x="184" y="223"/>
                    </a:lnTo>
                    <a:lnTo>
                      <a:pt x="192" y="216"/>
                    </a:lnTo>
                    <a:lnTo>
                      <a:pt x="192" y="208"/>
                    </a:lnTo>
                    <a:lnTo>
                      <a:pt x="200" y="200"/>
                    </a:lnTo>
                    <a:lnTo>
                      <a:pt x="208" y="192"/>
                    </a:lnTo>
                    <a:lnTo>
                      <a:pt x="208" y="176"/>
                    </a:lnTo>
                    <a:lnTo>
                      <a:pt x="216" y="168"/>
                    </a:lnTo>
                    <a:lnTo>
                      <a:pt x="216" y="160"/>
                    </a:lnTo>
                    <a:lnTo>
                      <a:pt x="224" y="152"/>
                    </a:lnTo>
                    <a:lnTo>
                      <a:pt x="232" y="144"/>
                    </a:lnTo>
                    <a:lnTo>
                      <a:pt x="232" y="136"/>
                    </a:lnTo>
                    <a:lnTo>
                      <a:pt x="240" y="128"/>
                    </a:lnTo>
                    <a:lnTo>
                      <a:pt x="240" y="120"/>
                    </a:lnTo>
                    <a:lnTo>
                      <a:pt x="248" y="112"/>
                    </a:lnTo>
                    <a:lnTo>
                      <a:pt x="256" y="104"/>
                    </a:lnTo>
                    <a:lnTo>
                      <a:pt x="264" y="96"/>
                    </a:lnTo>
                    <a:lnTo>
                      <a:pt x="264" y="88"/>
                    </a:lnTo>
                    <a:lnTo>
                      <a:pt x="272" y="80"/>
                    </a:lnTo>
                    <a:lnTo>
                      <a:pt x="280" y="72"/>
                    </a:lnTo>
                    <a:lnTo>
                      <a:pt x="296" y="56"/>
                    </a:lnTo>
                    <a:lnTo>
                      <a:pt x="288" y="56"/>
                    </a:lnTo>
                    <a:lnTo>
                      <a:pt x="296" y="56"/>
                    </a:lnTo>
                    <a:lnTo>
                      <a:pt x="304" y="48"/>
                    </a:lnTo>
                    <a:lnTo>
                      <a:pt x="312" y="40"/>
                    </a:lnTo>
                    <a:lnTo>
                      <a:pt x="320" y="32"/>
                    </a:lnTo>
                    <a:lnTo>
                      <a:pt x="328" y="24"/>
                    </a:lnTo>
                    <a:lnTo>
                      <a:pt x="336" y="16"/>
                    </a:lnTo>
                    <a:lnTo>
                      <a:pt x="344" y="16"/>
                    </a:lnTo>
                    <a:lnTo>
                      <a:pt x="352" y="8"/>
                    </a:lnTo>
                    <a:lnTo>
                      <a:pt x="360" y="8"/>
                    </a:lnTo>
                    <a:lnTo>
                      <a:pt x="368" y="8"/>
                    </a:lnTo>
                    <a:lnTo>
                      <a:pt x="376" y="8"/>
                    </a:lnTo>
                    <a:lnTo>
                      <a:pt x="384" y="0"/>
                    </a:lnTo>
                    <a:lnTo>
                      <a:pt x="392" y="0"/>
                    </a:lnTo>
                    <a:lnTo>
                      <a:pt x="400" y="0"/>
                    </a:lnTo>
                    <a:lnTo>
                      <a:pt x="408" y="8"/>
                    </a:lnTo>
                    <a:lnTo>
                      <a:pt x="416" y="8"/>
                    </a:lnTo>
                    <a:lnTo>
                      <a:pt x="424" y="8"/>
                    </a:lnTo>
                    <a:lnTo>
                      <a:pt x="432" y="16"/>
                    </a:lnTo>
                    <a:lnTo>
                      <a:pt x="440" y="16"/>
                    </a:lnTo>
                    <a:lnTo>
                      <a:pt x="448" y="16"/>
                    </a:lnTo>
                    <a:lnTo>
                      <a:pt x="456" y="24"/>
                    </a:lnTo>
                    <a:lnTo>
                      <a:pt x="464" y="32"/>
                    </a:lnTo>
                    <a:lnTo>
                      <a:pt x="472" y="40"/>
                    </a:lnTo>
                    <a:lnTo>
                      <a:pt x="480" y="48"/>
                    </a:lnTo>
                    <a:lnTo>
                      <a:pt x="488" y="56"/>
                    </a:lnTo>
                    <a:lnTo>
                      <a:pt x="496" y="64"/>
                    </a:lnTo>
                    <a:lnTo>
                      <a:pt x="504" y="72"/>
                    </a:lnTo>
                    <a:lnTo>
                      <a:pt x="512" y="80"/>
                    </a:lnTo>
                    <a:lnTo>
                      <a:pt x="520" y="88"/>
                    </a:lnTo>
                    <a:lnTo>
                      <a:pt x="528" y="96"/>
                    </a:lnTo>
                    <a:lnTo>
                      <a:pt x="528" y="104"/>
                    </a:lnTo>
                    <a:lnTo>
                      <a:pt x="536" y="112"/>
                    </a:lnTo>
                    <a:lnTo>
                      <a:pt x="536" y="120"/>
                    </a:lnTo>
                    <a:lnTo>
                      <a:pt x="544" y="128"/>
                    </a:lnTo>
                    <a:lnTo>
                      <a:pt x="552" y="136"/>
                    </a:lnTo>
                    <a:lnTo>
                      <a:pt x="552" y="144"/>
                    </a:lnTo>
                    <a:lnTo>
                      <a:pt x="560" y="152"/>
                    </a:lnTo>
                    <a:lnTo>
                      <a:pt x="560" y="160"/>
                    </a:lnTo>
                    <a:lnTo>
                      <a:pt x="568" y="168"/>
                    </a:lnTo>
                    <a:lnTo>
                      <a:pt x="568" y="176"/>
                    </a:lnTo>
                    <a:lnTo>
                      <a:pt x="576" y="184"/>
                    </a:lnTo>
                    <a:lnTo>
                      <a:pt x="584" y="192"/>
                    </a:lnTo>
                    <a:lnTo>
                      <a:pt x="584" y="200"/>
                    </a:lnTo>
                    <a:lnTo>
                      <a:pt x="592" y="208"/>
                    </a:lnTo>
                    <a:lnTo>
                      <a:pt x="592" y="216"/>
                    </a:lnTo>
                    <a:lnTo>
                      <a:pt x="600" y="231"/>
                    </a:lnTo>
                    <a:lnTo>
                      <a:pt x="608" y="239"/>
                    </a:lnTo>
                    <a:lnTo>
                      <a:pt x="608" y="247"/>
                    </a:lnTo>
                    <a:lnTo>
                      <a:pt x="616" y="255"/>
                    </a:lnTo>
                    <a:lnTo>
                      <a:pt x="616" y="271"/>
                    </a:lnTo>
                    <a:lnTo>
                      <a:pt x="624" y="279"/>
                    </a:lnTo>
                    <a:lnTo>
                      <a:pt x="632" y="287"/>
                    </a:lnTo>
                    <a:lnTo>
                      <a:pt x="632" y="303"/>
                    </a:lnTo>
                    <a:lnTo>
                      <a:pt x="640" y="311"/>
                    </a:lnTo>
                    <a:lnTo>
                      <a:pt x="640" y="319"/>
                    </a:lnTo>
                    <a:lnTo>
                      <a:pt x="648" y="335"/>
                    </a:lnTo>
                    <a:lnTo>
                      <a:pt x="656" y="343"/>
                    </a:lnTo>
                    <a:lnTo>
                      <a:pt x="656" y="359"/>
                    </a:lnTo>
                    <a:lnTo>
                      <a:pt x="664" y="367"/>
                    </a:lnTo>
                    <a:lnTo>
                      <a:pt x="664" y="383"/>
                    </a:lnTo>
                    <a:lnTo>
                      <a:pt x="672" y="391"/>
                    </a:lnTo>
                    <a:lnTo>
                      <a:pt x="680" y="399"/>
                    </a:lnTo>
                    <a:lnTo>
                      <a:pt x="680" y="415"/>
                    </a:lnTo>
                    <a:lnTo>
                      <a:pt x="688" y="431"/>
                    </a:lnTo>
                    <a:lnTo>
                      <a:pt x="688" y="439"/>
                    </a:lnTo>
                    <a:lnTo>
                      <a:pt x="696" y="455"/>
                    </a:lnTo>
                    <a:lnTo>
                      <a:pt x="704" y="463"/>
                    </a:lnTo>
                    <a:lnTo>
                      <a:pt x="704" y="479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25" name="Freeform 61"/>
              <p:cNvSpPr>
                <a:spLocks/>
              </p:cNvSpPr>
              <p:nvPr/>
            </p:nvSpPr>
            <p:spPr bwMode="auto">
              <a:xfrm>
                <a:off x="1316" y="1837"/>
                <a:ext cx="705" cy="935"/>
              </a:xfrm>
              <a:custGeom>
                <a:avLst/>
                <a:gdLst/>
                <a:ahLst/>
                <a:cxnLst>
                  <a:cxn ang="0">
                    <a:pos x="8" y="24"/>
                  </a:cxn>
                  <a:cxn ang="0">
                    <a:pos x="24" y="64"/>
                  </a:cxn>
                  <a:cxn ang="0">
                    <a:pos x="41" y="104"/>
                  </a:cxn>
                  <a:cxn ang="0">
                    <a:pos x="57" y="136"/>
                  </a:cxn>
                  <a:cxn ang="0">
                    <a:pos x="65" y="176"/>
                  </a:cxn>
                  <a:cxn ang="0">
                    <a:pos x="81" y="216"/>
                  </a:cxn>
                  <a:cxn ang="0">
                    <a:pos x="97" y="256"/>
                  </a:cxn>
                  <a:cxn ang="0">
                    <a:pos x="113" y="296"/>
                  </a:cxn>
                  <a:cxn ang="0">
                    <a:pos x="129" y="336"/>
                  </a:cxn>
                  <a:cxn ang="0">
                    <a:pos x="137" y="376"/>
                  </a:cxn>
                  <a:cxn ang="0">
                    <a:pos x="153" y="416"/>
                  </a:cxn>
                  <a:cxn ang="0">
                    <a:pos x="169" y="456"/>
                  </a:cxn>
                  <a:cxn ang="0">
                    <a:pos x="185" y="488"/>
                  </a:cxn>
                  <a:cxn ang="0">
                    <a:pos x="201" y="528"/>
                  </a:cxn>
                  <a:cxn ang="0">
                    <a:pos x="209" y="560"/>
                  </a:cxn>
                  <a:cxn ang="0">
                    <a:pos x="225" y="600"/>
                  </a:cxn>
                  <a:cxn ang="0">
                    <a:pos x="241" y="632"/>
                  </a:cxn>
                  <a:cxn ang="0">
                    <a:pos x="257" y="664"/>
                  </a:cxn>
                  <a:cxn ang="0">
                    <a:pos x="265" y="696"/>
                  </a:cxn>
                  <a:cxn ang="0">
                    <a:pos x="281" y="720"/>
                  </a:cxn>
                  <a:cxn ang="0">
                    <a:pos x="297" y="752"/>
                  </a:cxn>
                  <a:cxn ang="0">
                    <a:pos x="313" y="776"/>
                  </a:cxn>
                  <a:cxn ang="0">
                    <a:pos x="329" y="800"/>
                  </a:cxn>
                  <a:cxn ang="0">
                    <a:pos x="337" y="824"/>
                  </a:cxn>
                  <a:cxn ang="0">
                    <a:pos x="361" y="848"/>
                  </a:cxn>
                  <a:cxn ang="0">
                    <a:pos x="377" y="872"/>
                  </a:cxn>
                  <a:cxn ang="0">
                    <a:pos x="401" y="895"/>
                  </a:cxn>
                  <a:cxn ang="0">
                    <a:pos x="425" y="911"/>
                  </a:cxn>
                  <a:cxn ang="0">
                    <a:pos x="449" y="927"/>
                  </a:cxn>
                  <a:cxn ang="0">
                    <a:pos x="473" y="935"/>
                  </a:cxn>
                  <a:cxn ang="0">
                    <a:pos x="497" y="927"/>
                  </a:cxn>
                  <a:cxn ang="0">
                    <a:pos x="521" y="927"/>
                  </a:cxn>
                  <a:cxn ang="0">
                    <a:pos x="545" y="911"/>
                  </a:cxn>
                  <a:cxn ang="0">
                    <a:pos x="569" y="895"/>
                  </a:cxn>
                  <a:cxn ang="0">
                    <a:pos x="593" y="864"/>
                  </a:cxn>
                  <a:cxn ang="0">
                    <a:pos x="609" y="840"/>
                  </a:cxn>
                  <a:cxn ang="0">
                    <a:pos x="625" y="824"/>
                  </a:cxn>
                  <a:cxn ang="0">
                    <a:pos x="641" y="800"/>
                  </a:cxn>
                  <a:cxn ang="0">
                    <a:pos x="657" y="776"/>
                  </a:cxn>
                  <a:cxn ang="0">
                    <a:pos x="665" y="752"/>
                  </a:cxn>
                  <a:cxn ang="0">
                    <a:pos x="681" y="720"/>
                  </a:cxn>
                  <a:cxn ang="0">
                    <a:pos x="697" y="696"/>
                  </a:cxn>
                </a:cxnLst>
                <a:rect l="0" t="0" r="r" b="b"/>
                <a:pathLst>
                  <a:path w="705" h="935">
                    <a:moveTo>
                      <a:pt x="0" y="0"/>
                    </a:moveTo>
                    <a:lnTo>
                      <a:pt x="8" y="8"/>
                    </a:lnTo>
                    <a:lnTo>
                      <a:pt x="8" y="24"/>
                    </a:lnTo>
                    <a:lnTo>
                      <a:pt x="16" y="32"/>
                    </a:lnTo>
                    <a:lnTo>
                      <a:pt x="24" y="48"/>
                    </a:lnTo>
                    <a:lnTo>
                      <a:pt x="24" y="64"/>
                    </a:lnTo>
                    <a:lnTo>
                      <a:pt x="33" y="72"/>
                    </a:lnTo>
                    <a:lnTo>
                      <a:pt x="33" y="88"/>
                    </a:lnTo>
                    <a:lnTo>
                      <a:pt x="41" y="104"/>
                    </a:lnTo>
                    <a:lnTo>
                      <a:pt x="49" y="112"/>
                    </a:lnTo>
                    <a:lnTo>
                      <a:pt x="49" y="128"/>
                    </a:lnTo>
                    <a:lnTo>
                      <a:pt x="57" y="136"/>
                    </a:lnTo>
                    <a:lnTo>
                      <a:pt x="57" y="152"/>
                    </a:lnTo>
                    <a:lnTo>
                      <a:pt x="65" y="168"/>
                    </a:lnTo>
                    <a:lnTo>
                      <a:pt x="65" y="176"/>
                    </a:lnTo>
                    <a:lnTo>
                      <a:pt x="73" y="192"/>
                    </a:lnTo>
                    <a:lnTo>
                      <a:pt x="81" y="208"/>
                    </a:lnTo>
                    <a:lnTo>
                      <a:pt x="81" y="216"/>
                    </a:lnTo>
                    <a:lnTo>
                      <a:pt x="89" y="232"/>
                    </a:lnTo>
                    <a:lnTo>
                      <a:pt x="89" y="248"/>
                    </a:lnTo>
                    <a:lnTo>
                      <a:pt x="97" y="256"/>
                    </a:lnTo>
                    <a:lnTo>
                      <a:pt x="105" y="272"/>
                    </a:lnTo>
                    <a:lnTo>
                      <a:pt x="105" y="288"/>
                    </a:lnTo>
                    <a:lnTo>
                      <a:pt x="113" y="296"/>
                    </a:lnTo>
                    <a:lnTo>
                      <a:pt x="113" y="312"/>
                    </a:lnTo>
                    <a:lnTo>
                      <a:pt x="121" y="328"/>
                    </a:lnTo>
                    <a:lnTo>
                      <a:pt x="129" y="336"/>
                    </a:lnTo>
                    <a:lnTo>
                      <a:pt x="129" y="352"/>
                    </a:lnTo>
                    <a:lnTo>
                      <a:pt x="137" y="368"/>
                    </a:lnTo>
                    <a:lnTo>
                      <a:pt x="137" y="376"/>
                    </a:lnTo>
                    <a:lnTo>
                      <a:pt x="145" y="392"/>
                    </a:lnTo>
                    <a:lnTo>
                      <a:pt x="153" y="400"/>
                    </a:lnTo>
                    <a:lnTo>
                      <a:pt x="153" y="416"/>
                    </a:lnTo>
                    <a:lnTo>
                      <a:pt x="161" y="432"/>
                    </a:lnTo>
                    <a:lnTo>
                      <a:pt x="161" y="440"/>
                    </a:lnTo>
                    <a:lnTo>
                      <a:pt x="169" y="456"/>
                    </a:lnTo>
                    <a:lnTo>
                      <a:pt x="177" y="464"/>
                    </a:lnTo>
                    <a:lnTo>
                      <a:pt x="177" y="480"/>
                    </a:lnTo>
                    <a:lnTo>
                      <a:pt x="185" y="488"/>
                    </a:lnTo>
                    <a:lnTo>
                      <a:pt x="185" y="504"/>
                    </a:lnTo>
                    <a:lnTo>
                      <a:pt x="193" y="520"/>
                    </a:lnTo>
                    <a:lnTo>
                      <a:pt x="201" y="528"/>
                    </a:lnTo>
                    <a:lnTo>
                      <a:pt x="201" y="544"/>
                    </a:lnTo>
                    <a:lnTo>
                      <a:pt x="209" y="552"/>
                    </a:lnTo>
                    <a:lnTo>
                      <a:pt x="209" y="560"/>
                    </a:lnTo>
                    <a:lnTo>
                      <a:pt x="217" y="576"/>
                    </a:lnTo>
                    <a:lnTo>
                      <a:pt x="225" y="584"/>
                    </a:lnTo>
                    <a:lnTo>
                      <a:pt x="225" y="600"/>
                    </a:lnTo>
                    <a:lnTo>
                      <a:pt x="233" y="608"/>
                    </a:lnTo>
                    <a:lnTo>
                      <a:pt x="233" y="624"/>
                    </a:lnTo>
                    <a:lnTo>
                      <a:pt x="241" y="632"/>
                    </a:lnTo>
                    <a:lnTo>
                      <a:pt x="249" y="640"/>
                    </a:lnTo>
                    <a:lnTo>
                      <a:pt x="249" y="656"/>
                    </a:lnTo>
                    <a:lnTo>
                      <a:pt x="257" y="664"/>
                    </a:lnTo>
                    <a:lnTo>
                      <a:pt x="257" y="672"/>
                    </a:lnTo>
                    <a:lnTo>
                      <a:pt x="265" y="688"/>
                    </a:lnTo>
                    <a:lnTo>
                      <a:pt x="265" y="696"/>
                    </a:lnTo>
                    <a:lnTo>
                      <a:pt x="273" y="704"/>
                    </a:lnTo>
                    <a:lnTo>
                      <a:pt x="281" y="712"/>
                    </a:lnTo>
                    <a:lnTo>
                      <a:pt x="281" y="720"/>
                    </a:lnTo>
                    <a:lnTo>
                      <a:pt x="289" y="736"/>
                    </a:lnTo>
                    <a:lnTo>
                      <a:pt x="289" y="744"/>
                    </a:lnTo>
                    <a:lnTo>
                      <a:pt x="297" y="752"/>
                    </a:lnTo>
                    <a:lnTo>
                      <a:pt x="305" y="760"/>
                    </a:lnTo>
                    <a:lnTo>
                      <a:pt x="305" y="768"/>
                    </a:lnTo>
                    <a:lnTo>
                      <a:pt x="313" y="776"/>
                    </a:lnTo>
                    <a:lnTo>
                      <a:pt x="313" y="784"/>
                    </a:lnTo>
                    <a:lnTo>
                      <a:pt x="321" y="792"/>
                    </a:lnTo>
                    <a:lnTo>
                      <a:pt x="329" y="800"/>
                    </a:lnTo>
                    <a:lnTo>
                      <a:pt x="329" y="808"/>
                    </a:lnTo>
                    <a:lnTo>
                      <a:pt x="337" y="816"/>
                    </a:lnTo>
                    <a:lnTo>
                      <a:pt x="337" y="824"/>
                    </a:lnTo>
                    <a:lnTo>
                      <a:pt x="345" y="832"/>
                    </a:lnTo>
                    <a:lnTo>
                      <a:pt x="353" y="840"/>
                    </a:lnTo>
                    <a:lnTo>
                      <a:pt x="361" y="848"/>
                    </a:lnTo>
                    <a:lnTo>
                      <a:pt x="361" y="856"/>
                    </a:lnTo>
                    <a:lnTo>
                      <a:pt x="369" y="864"/>
                    </a:lnTo>
                    <a:lnTo>
                      <a:pt x="377" y="872"/>
                    </a:lnTo>
                    <a:lnTo>
                      <a:pt x="385" y="880"/>
                    </a:lnTo>
                    <a:lnTo>
                      <a:pt x="393" y="888"/>
                    </a:lnTo>
                    <a:lnTo>
                      <a:pt x="401" y="895"/>
                    </a:lnTo>
                    <a:lnTo>
                      <a:pt x="409" y="903"/>
                    </a:lnTo>
                    <a:lnTo>
                      <a:pt x="417" y="911"/>
                    </a:lnTo>
                    <a:lnTo>
                      <a:pt x="425" y="911"/>
                    </a:lnTo>
                    <a:lnTo>
                      <a:pt x="433" y="919"/>
                    </a:lnTo>
                    <a:lnTo>
                      <a:pt x="441" y="927"/>
                    </a:lnTo>
                    <a:lnTo>
                      <a:pt x="449" y="927"/>
                    </a:lnTo>
                    <a:lnTo>
                      <a:pt x="457" y="927"/>
                    </a:lnTo>
                    <a:lnTo>
                      <a:pt x="465" y="927"/>
                    </a:lnTo>
                    <a:lnTo>
                      <a:pt x="473" y="935"/>
                    </a:lnTo>
                    <a:lnTo>
                      <a:pt x="481" y="935"/>
                    </a:lnTo>
                    <a:lnTo>
                      <a:pt x="489" y="935"/>
                    </a:lnTo>
                    <a:lnTo>
                      <a:pt x="497" y="927"/>
                    </a:lnTo>
                    <a:lnTo>
                      <a:pt x="505" y="927"/>
                    </a:lnTo>
                    <a:lnTo>
                      <a:pt x="513" y="927"/>
                    </a:lnTo>
                    <a:lnTo>
                      <a:pt x="521" y="927"/>
                    </a:lnTo>
                    <a:lnTo>
                      <a:pt x="529" y="919"/>
                    </a:lnTo>
                    <a:lnTo>
                      <a:pt x="537" y="911"/>
                    </a:lnTo>
                    <a:lnTo>
                      <a:pt x="545" y="911"/>
                    </a:lnTo>
                    <a:lnTo>
                      <a:pt x="553" y="903"/>
                    </a:lnTo>
                    <a:lnTo>
                      <a:pt x="561" y="895"/>
                    </a:lnTo>
                    <a:lnTo>
                      <a:pt x="569" y="895"/>
                    </a:lnTo>
                    <a:lnTo>
                      <a:pt x="585" y="880"/>
                    </a:lnTo>
                    <a:lnTo>
                      <a:pt x="585" y="872"/>
                    </a:lnTo>
                    <a:lnTo>
                      <a:pt x="593" y="864"/>
                    </a:lnTo>
                    <a:lnTo>
                      <a:pt x="601" y="856"/>
                    </a:lnTo>
                    <a:lnTo>
                      <a:pt x="617" y="840"/>
                    </a:lnTo>
                    <a:lnTo>
                      <a:pt x="609" y="840"/>
                    </a:lnTo>
                    <a:lnTo>
                      <a:pt x="617" y="840"/>
                    </a:lnTo>
                    <a:lnTo>
                      <a:pt x="625" y="832"/>
                    </a:lnTo>
                    <a:lnTo>
                      <a:pt x="625" y="824"/>
                    </a:lnTo>
                    <a:lnTo>
                      <a:pt x="633" y="816"/>
                    </a:lnTo>
                    <a:lnTo>
                      <a:pt x="633" y="808"/>
                    </a:lnTo>
                    <a:lnTo>
                      <a:pt x="641" y="800"/>
                    </a:lnTo>
                    <a:lnTo>
                      <a:pt x="641" y="792"/>
                    </a:lnTo>
                    <a:lnTo>
                      <a:pt x="649" y="784"/>
                    </a:lnTo>
                    <a:lnTo>
                      <a:pt x="657" y="776"/>
                    </a:lnTo>
                    <a:lnTo>
                      <a:pt x="657" y="768"/>
                    </a:lnTo>
                    <a:lnTo>
                      <a:pt x="665" y="760"/>
                    </a:lnTo>
                    <a:lnTo>
                      <a:pt x="665" y="752"/>
                    </a:lnTo>
                    <a:lnTo>
                      <a:pt x="673" y="744"/>
                    </a:lnTo>
                    <a:lnTo>
                      <a:pt x="681" y="736"/>
                    </a:lnTo>
                    <a:lnTo>
                      <a:pt x="681" y="720"/>
                    </a:lnTo>
                    <a:lnTo>
                      <a:pt x="689" y="712"/>
                    </a:lnTo>
                    <a:lnTo>
                      <a:pt x="689" y="704"/>
                    </a:lnTo>
                    <a:lnTo>
                      <a:pt x="697" y="696"/>
                    </a:lnTo>
                    <a:lnTo>
                      <a:pt x="705" y="688"/>
                    </a:lnTo>
                    <a:lnTo>
                      <a:pt x="705" y="672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26" name="Freeform 62"/>
              <p:cNvSpPr>
                <a:spLocks/>
              </p:cNvSpPr>
              <p:nvPr/>
            </p:nvSpPr>
            <p:spPr bwMode="auto">
              <a:xfrm>
                <a:off x="2021" y="1358"/>
                <a:ext cx="713" cy="1151"/>
              </a:xfrm>
              <a:custGeom>
                <a:avLst/>
                <a:gdLst/>
                <a:ahLst/>
                <a:cxnLst>
                  <a:cxn ang="0">
                    <a:pos x="8" y="1135"/>
                  </a:cxn>
                  <a:cxn ang="0">
                    <a:pos x="24" y="1103"/>
                  </a:cxn>
                  <a:cxn ang="0">
                    <a:pos x="40" y="1063"/>
                  </a:cxn>
                  <a:cxn ang="0">
                    <a:pos x="56" y="1031"/>
                  </a:cxn>
                  <a:cxn ang="0">
                    <a:pos x="72" y="999"/>
                  </a:cxn>
                  <a:cxn ang="0">
                    <a:pos x="80" y="959"/>
                  </a:cxn>
                  <a:cxn ang="0">
                    <a:pos x="96" y="919"/>
                  </a:cxn>
                  <a:cxn ang="0">
                    <a:pos x="112" y="879"/>
                  </a:cxn>
                  <a:cxn ang="0">
                    <a:pos x="128" y="847"/>
                  </a:cxn>
                  <a:cxn ang="0">
                    <a:pos x="136" y="807"/>
                  </a:cxn>
                  <a:cxn ang="0">
                    <a:pos x="152" y="767"/>
                  </a:cxn>
                  <a:cxn ang="0">
                    <a:pos x="168" y="727"/>
                  </a:cxn>
                  <a:cxn ang="0">
                    <a:pos x="184" y="687"/>
                  </a:cxn>
                  <a:cxn ang="0">
                    <a:pos x="200" y="647"/>
                  </a:cxn>
                  <a:cxn ang="0">
                    <a:pos x="208" y="607"/>
                  </a:cxn>
                  <a:cxn ang="0">
                    <a:pos x="224" y="567"/>
                  </a:cxn>
                  <a:cxn ang="0">
                    <a:pos x="240" y="527"/>
                  </a:cxn>
                  <a:cxn ang="0">
                    <a:pos x="256" y="487"/>
                  </a:cxn>
                  <a:cxn ang="0">
                    <a:pos x="272" y="455"/>
                  </a:cxn>
                  <a:cxn ang="0">
                    <a:pos x="280" y="415"/>
                  </a:cxn>
                  <a:cxn ang="0">
                    <a:pos x="296" y="383"/>
                  </a:cxn>
                  <a:cxn ang="0">
                    <a:pos x="312" y="343"/>
                  </a:cxn>
                  <a:cxn ang="0">
                    <a:pos x="328" y="311"/>
                  </a:cxn>
                  <a:cxn ang="0">
                    <a:pos x="336" y="279"/>
                  </a:cxn>
                  <a:cxn ang="0">
                    <a:pos x="353" y="247"/>
                  </a:cxn>
                  <a:cxn ang="0">
                    <a:pos x="369" y="216"/>
                  </a:cxn>
                  <a:cxn ang="0">
                    <a:pos x="385" y="192"/>
                  </a:cxn>
                  <a:cxn ang="0">
                    <a:pos x="401" y="168"/>
                  </a:cxn>
                  <a:cxn ang="0">
                    <a:pos x="409" y="144"/>
                  </a:cxn>
                  <a:cxn ang="0">
                    <a:pos x="425" y="120"/>
                  </a:cxn>
                  <a:cxn ang="0">
                    <a:pos x="441" y="96"/>
                  </a:cxn>
                  <a:cxn ang="0">
                    <a:pos x="465" y="64"/>
                  </a:cxn>
                  <a:cxn ang="0">
                    <a:pos x="489" y="40"/>
                  </a:cxn>
                  <a:cxn ang="0">
                    <a:pos x="513" y="16"/>
                  </a:cxn>
                  <a:cxn ang="0">
                    <a:pos x="537" y="8"/>
                  </a:cxn>
                  <a:cxn ang="0">
                    <a:pos x="561" y="0"/>
                  </a:cxn>
                  <a:cxn ang="0">
                    <a:pos x="585" y="8"/>
                  </a:cxn>
                  <a:cxn ang="0">
                    <a:pos x="609" y="8"/>
                  </a:cxn>
                  <a:cxn ang="0">
                    <a:pos x="633" y="24"/>
                  </a:cxn>
                  <a:cxn ang="0">
                    <a:pos x="657" y="48"/>
                  </a:cxn>
                  <a:cxn ang="0">
                    <a:pos x="689" y="72"/>
                  </a:cxn>
                  <a:cxn ang="0">
                    <a:pos x="705" y="96"/>
                  </a:cxn>
                </a:cxnLst>
                <a:rect l="0" t="0" r="r" b="b"/>
                <a:pathLst>
                  <a:path w="713" h="1151">
                    <a:moveTo>
                      <a:pt x="0" y="1151"/>
                    </a:moveTo>
                    <a:lnTo>
                      <a:pt x="8" y="1143"/>
                    </a:lnTo>
                    <a:lnTo>
                      <a:pt x="8" y="1135"/>
                    </a:lnTo>
                    <a:lnTo>
                      <a:pt x="16" y="1119"/>
                    </a:lnTo>
                    <a:lnTo>
                      <a:pt x="24" y="1111"/>
                    </a:lnTo>
                    <a:lnTo>
                      <a:pt x="24" y="1103"/>
                    </a:lnTo>
                    <a:lnTo>
                      <a:pt x="32" y="1087"/>
                    </a:lnTo>
                    <a:lnTo>
                      <a:pt x="32" y="1079"/>
                    </a:lnTo>
                    <a:lnTo>
                      <a:pt x="40" y="1063"/>
                    </a:lnTo>
                    <a:lnTo>
                      <a:pt x="48" y="1055"/>
                    </a:lnTo>
                    <a:lnTo>
                      <a:pt x="48" y="1039"/>
                    </a:lnTo>
                    <a:lnTo>
                      <a:pt x="56" y="1031"/>
                    </a:lnTo>
                    <a:lnTo>
                      <a:pt x="56" y="1023"/>
                    </a:lnTo>
                    <a:lnTo>
                      <a:pt x="64" y="1007"/>
                    </a:lnTo>
                    <a:lnTo>
                      <a:pt x="72" y="999"/>
                    </a:lnTo>
                    <a:lnTo>
                      <a:pt x="72" y="983"/>
                    </a:lnTo>
                    <a:lnTo>
                      <a:pt x="80" y="967"/>
                    </a:lnTo>
                    <a:lnTo>
                      <a:pt x="80" y="959"/>
                    </a:lnTo>
                    <a:lnTo>
                      <a:pt x="88" y="943"/>
                    </a:lnTo>
                    <a:lnTo>
                      <a:pt x="96" y="935"/>
                    </a:lnTo>
                    <a:lnTo>
                      <a:pt x="96" y="919"/>
                    </a:lnTo>
                    <a:lnTo>
                      <a:pt x="104" y="911"/>
                    </a:lnTo>
                    <a:lnTo>
                      <a:pt x="104" y="895"/>
                    </a:lnTo>
                    <a:lnTo>
                      <a:pt x="112" y="879"/>
                    </a:lnTo>
                    <a:lnTo>
                      <a:pt x="112" y="871"/>
                    </a:lnTo>
                    <a:lnTo>
                      <a:pt x="120" y="855"/>
                    </a:lnTo>
                    <a:lnTo>
                      <a:pt x="128" y="847"/>
                    </a:lnTo>
                    <a:lnTo>
                      <a:pt x="128" y="831"/>
                    </a:lnTo>
                    <a:lnTo>
                      <a:pt x="136" y="815"/>
                    </a:lnTo>
                    <a:lnTo>
                      <a:pt x="136" y="807"/>
                    </a:lnTo>
                    <a:lnTo>
                      <a:pt x="144" y="791"/>
                    </a:lnTo>
                    <a:lnTo>
                      <a:pt x="152" y="775"/>
                    </a:lnTo>
                    <a:lnTo>
                      <a:pt x="152" y="767"/>
                    </a:lnTo>
                    <a:lnTo>
                      <a:pt x="160" y="751"/>
                    </a:lnTo>
                    <a:lnTo>
                      <a:pt x="160" y="735"/>
                    </a:lnTo>
                    <a:lnTo>
                      <a:pt x="168" y="727"/>
                    </a:lnTo>
                    <a:lnTo>
                      <a:pt x="176" y="711"/>
                    </a:lnTo>
                    <a:lnTo>
                      <a:pt x="176" y="695"/>
                    </a:lnTo>
                    <a:lnTo>
                      <a:pt x="184" y="687"/>
                    </a:lnTo>
                    <a:lnTo>
                      <a:pt x="184" y="671"/>
                    </a:lnTo>
                    <a:lnTo>
                      <a:pt x="192" y="655"/>
                    </a:lnTo>
                    <a:lnTo>
                      <a:pt x="200" y="647"/>
                    </a:lnTo>
                    <a:lnTo>
                      <a:pt x="200" y="631"/>
                    </a:lnTo>
                    <a:lnTo>
                      <a:pt x="208" y="615"/>
                    </a:lnTo>
                    <a:lnTo>
                      <a:pt x="208" y="607"/>
                    </a:lnTo>
                    <a:lnTo>
                      <a:pt x="216" y="591"/>
                    </a:lnTo>
                    <a:lnTo>
                      <a:pt x="224" y="583"/>
                    </a:lnTo>
                    <a:lnTo>
                      <a:pt x="224" y="567"/>
                    </a:lnTo>
                    <a:lnTo>
                      <a:pt x="232" y="551"/>
                    </a:lnTo>
                    <a:lnTo>
                      <a:pt x="232" y="543"/>
                    </a:lnTo>
                    <a:lnTo>
                      <a:pt x="240" y="527"/>
                    </a:lnTo>
                    <a:lnTo>
                      <a:pt x="248" y="511"/>
                    </a:lnTo>
                    <a:lnTo>
                      <a:pt x="248" y="503"/>
                    </a:lnTo>
                    <a:lnTo>
                      <a:pt x="256" y="487"/>
                    </a:lnTo>
                    <a:lnTo>
                      <a:pt x="256" y="479"/>
                    </a:lnTo>
                    <a:lnTo>
                      <a:pt x="264" y="463"/>
                    </a:lnTo>
                    <a:lnTo>
                      <a:pt x="272" y="455"/>
                    </a:lnTo>
                    <a:lnTo>
                      <a:pt x="272" y="439"/>
                    </a:lnTo>
                    <a:lnTo>
                      <a:pt x="280" y="431"/>
                    </a:lnTo>
                    <a:lnTo>
                      <a:pt x="280" y="415"/>
                    </a:lnTo>
                    <a:lnTo>
                      <a:pt x="288" y="399"/>
                    </a:lnTo>
                    <a:lnTo>
                      <a:pt x="296" y="391"/>
                    </a:lnTo>
                    <a:lnTo>
                      <a:pt x="296" y="383"/>
                    </a:lnTo>
                    <a:lnTo>
                      <a:pt x="304" y="367"/>
                    </a:lnTo>
                    <a:lnTo>
                      <a:pt x="304" y="359"/>
                    </a:lnTo>
                    <a:lnTo>
                      <a:pt x="312" y="343"/>
                    </a:lnTo>
                    <a:lnTo>
                      <a:pt x="312" y="335"/>
                    </a:lnTo>
                    <a:lnTo>
                      <a:pt x="320" y="319"/>
                    </a:lnTo>
                    <a:lnTo>
                      <a:pt x="328" y="311"/>
                    </a:lnTo>
                    <a:lnTo>
                      <a:pt x="328" y="303"/>
                    </a:lnTo>
                    <a:lnTo>
                      <a:pt x="336" y="287"/>
                    </a:lnTo>
                    <a:lnTo>
                      <a:pt x="336" y="279"/>
                    </a:lnTo>
                    <a:lnTo>
                      <a:pt x="344" y="271"/>
                    </a:lnTo>
                    <a:lnTo>
                      <a:pt x="353" y="255"/>
                    </a:lnTo>
                    <a:lnTo>
                      <a:pt x="353" y="247"/>
                    </a:lnTo>
                    <a:lnTo>
                      <a:pt x="361" y="239"/>
                    </a:lnTo>
                    <a:lnTo>
                      <a:pt x="361" y="231"/>
                    </a:lnTo>
                    <a:lnTo>
                      <a:pt x="369" y="216"/>
                    </a:lnTo>
                    <a:lnTo>
                      <a:pt x="377" y="208"/>
                    </a:lnTo>
                    <a:lnTo>
                      <a:pt x="377" y="200"/>
                    </a:lnTo>
                    <a:lnTo>
                      <a:pt x="385" y="192"/>
                    </a:lnTo>
                    <a:lnTo>
                      <a:pt x="385" y="184"/>
                    </a:lnTo>
                    <a:lnTo>
                      <a:pt x="393" y="176"/>
                    </a:lnTo>
                    <a:lnTo>
                      <a:pt x="401" y="168"/>
                    </a:lnTo>
                    <a:lnTo>
                      <a:pt x="401" y="160"/>
                    </a:lnTo>
                    <a:lnTo>
                      <a:pt x="409" y="152"/>
                    </a:lnTo>
                    <a:lnTo>
                      <a:pt x="409" y="144"/>
                    </a:lnTo>
                    <a:lnTo>
                      <a:pt x="417" y="136"/>
                    </a:lnTo>
                    <a:lnTo>
                      <a:pt x="425" y="128"/>
                    </a:lnTo>
                    <a:lnTo>
                      <a:pt x="425" y="120"/>
                    </a:lnTo>
                    <a:lnTo>
                      <a:pt x="433" y="112"/>
                    </a:lnTo>
                    <a:lnTo>
                      <a:pt x="433" y="104"/>
                    </a:lnTo>
                    <a:lnTo>
                      <a:pt x="441" y="96"/>
                    </a:lnTo>
                    <a:lnTo>
                      <a:pt x="457" y="80"/>
                    </a:lnTo>
                    <a:lnTo>
                      <a:pt x="457" y="72"/>
                    </a:lnTo>
                    <a:lnTo>
                      <a:pt x="465" y="64"/>
                    </a:lnTo>
                    <a:lnTo>
                      <a:pt x="473" y="56"/>
                    </a:lnTo>
                    <a:lnTo>
                      <a:pt x="481" y="48"/>
                    </a:lnTo>
                    <a:lnTo>
                      <a:pt x="489" y="40"/>
                    </a:lnTo>
                    <a:lnTo>
                      <a:pt x="497" y="32"/>
                    </a:lnTo>
                    <a:lnTo>
                      <a:pt x="505" y="24"/>
                    </a:lnTo>
                    <a:lnTo>
                      <a:pt x="513" y="16"/>
                    </a:lnTo>
                    <a:lnTo>
                      <a:pt x="521" y="16"/>
                    </a:lnTo>
                    <a:lnTo>
                      <a:pt x="529" y="16"/>
                    </a:lnTo>
                    <a:lnTo>
                      <a:pt x="537" y="8"/>
                    </a:lnTo>
                    <a:lnTo>
                      <a:pt x="545" y="8"/>
                    </a:lnTo>
                    <a:lnTo>
                      <a:pt x="553" y="8"/>
                    </a:lnTo>
                    <a:lnTo>
                      <a:pt x="561" y="0"/>
                    </a:lnTo>
                    <a:lnTo>
                      <a:pt x="569" y="0"/>
                    </a:lnTo>
                    <a:lnTo>
                      <a:pt x="577" y="0"/>
                    </a:lnTo>
                    <a:lnTo>
                      <a:pt x="585" y="8"/>
                    </a:lnTo>
                    <a:lnTo>
                      <a:pt x="593" y="8"/>
                    </a:lnTo>
                    <a:lnTo>
                      <a:pt x="601" y="8"/>
                    </a:lnTo>
                    <a:lnTo>
                      <a:pt x="609" y="8"/>
                    </a:lnTo>
                    <a:lnTo>
                      <a:pt x="617" y="16"/>
                    </a:lnTo>
                    <a:lnTo>
                      <a:pt x="625" y="16"/>
                    </a:lnTo>
                    <a:lnTo>
                      <a:pt x="633" y="24"/>
                    </a:lnTo>
                    <a:lnTo>
                      <a:pt x="641" y="32"/>
                    </a:lnTo>
                    <a:lnTo>
                      <a:pt x="649" y="40"/>
                    </a:lnTo>
                    <a:lnTo>
                      <a:pt x="657" y="48"/>
                    </a:lnTo>
                    <a:lnTo>
                      <a:pt x="665" y="48"/>
                    </a:lnTo>
                    <a:lnTo>
                      <a:pt x="673" y="56"/>
                    </a:lnTo>
                    <a:lnTo>
                      <a:pt x="689" y="72"/>
                    </a:lnTo>
                    <a:lnTo>
                      <a:pt x="689" y="80"/>
                    </a:lnTo>
                    <a:lnTo>
                      <a:pt x="697" y="88"/>
                    </a:lnTo>
                    <a:lnTo>
                      <a:pt x="705" y="96"/>
                    </a:lnTo>
                    <a:lnTo>
                      <a:pt x="705" y="104"/>
                    </a:lnTo>
                    <a:lnTo>
                      <a:pt x="713" y="112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27" name="Freeform 63"/>
              <p:cNvSpPr>
                <a:spLocks/>
              </p:cNvSpPr>
              <p:nvPr/>
            </p:nvSpPr>
            <p:spPr bwMode="auto">
              <a:xfrm>
                <a:off x="2734" y="1470"/>
                <a:ext cx="673" cy="1302"/>
              </a:xfrm>
              <a:custGeom>
                <a:avLst/>
                <a:gdLst/>
                <a:ahLst/>
                <a:cxnLst>
                  <a:cxn ang="0">
                    <a:pos x="16" y="16"/>
                  </a:cxn>
                  <a:cxn ang="0">
                    <a:pos x="24" y="40"/>
                  </a:cxn>
                  <a:cxn ang="0">
                    <a:pos x="40" y="64"/>
                  </a:cxn>
                  <a:cxn ang="0">
                    <a:pos x="56" y="96"/>
                  </a:cxn>
                  <a:cxn ang="0">
                    <a:pos x="72" y="119"/>
                  </a:cxn>
                  <a:cxn ang="0">
                    <a:pos x="88" y="151"/>
                  </a:cxn>
                  <a:cxn ang="0">
                    <a:pos x="96" y="183"/>
                  </a:cxn>
                  <a:cxn ang="0">
                    <a:pos x="112" y="215"/>
                  </a:cxn>
                  <a:cxn ang="0">
                    <a:pos x="128" y="255"/>
                  </a:cxn>
                  <a:cxn ang="0">
                    <a:pos x="144" y="287"/>
                  </a:cxn>
                  <a:cxn ang="0">
                    <a:pos x="160" y="327"/>
                  </a:cxn>
                  <a:cxn ang="0">
                    <a:pos x="168" y="359"/>
                  </a:cxn>
                  <a:cxn ang="0">
                    <a:pos x="184" y="399"/>
                  </a:cxn>
                  <a:cxn ang="0">
                    <a:pos x="200" y="439"/>
                  </a:cxn>
                  <a:cxn ang="0">
                    <a:pos x="216" y="479"/>
                  </a:cxn>
                  <a:cxn ang="0">
                    <a:pos x="224" y="519"/>
                  </a:cxn>
                  <a:cxn ang="0">
                    <a:pos x="240" y="559"/>
                  </a:cxn>
                  <a:cxn ang="0">
                    <a:pos x="256" y="591"/>
                  </a:cxn>
                  <a:cxn ang="0">
                    <a:pos x="272" y="631"/>
                  </a:cxn>
                  <a:cxn ang="0">
                    <a:pos x="288" y="671"/>
                  </a:cxn>
                  <a:cxn ang="0">
                    <a:pos x="296" y="711"/>
                  </a:cxn>
                  <a:cxn ang="0">
                    <a:pos x="312" y="751"/>
                  </a:cxn>
                  <a:cxn ang="0">
                    <a:pos x="328" y="791"/>
                  </a:cxn>
                  <a:cxn ang="0">
                    <a:pos x="344" y="831"/>
                  </a:cxn>
                  <a:cxn ang="0">
                    <a:pos x="352" y="863"/>
                  </a:cxn>
                  <a:cxn ang="0">
                    <a:pos x="368" y="903"/>
                  </a:cxn>
                  <a:cxn ang="0">
                    <a:pos x="384" y="935"/>
                  </a:cxn>
                  <a:cxn ang="0">
                    <a:pos x="400" y="975"/>
                  </a:cxn>
                  <a:cxn ang="0">
                    <a:pos x="416" y="1007"/>
                  </a:cxn>
                  <a:cxn ang="0">
                    <a:pos x="424" y="1039"/>
                  </a:cxn>
                  <a:cxn ang="0">
                    <a:pos x="440" y="1071"/>
                  </a:cxn>
                  <a:cxn ang="0">
                    <a:pos x="456" y="1095"/>
                  </a:cxn>
                  <a:cxn ang="0">
                    <a:pos x="472" y="1127"/>
                  </a:cxn>
                  <a:cxn ang="0">
                    <a:pos x="488" y="1151"/>
                  </a:cxn>
                  <a:cxn ang="0">
                    <a:pos x="496" y="1175"/>
                  </a:cxn>
                  <a:cxn ang="0">
                    <a:pos x="520" y="1199"/>
                  </a:cxn>
                  <a:cxn ang="0">
                    <a:pos x="544" y="1231"/>
                  </a:cxn>
                  <a:cxn ang="0">
                    <a:pos x="560" y="1255"/>
                  </a:cxn>
                  <a:cxn ang="0">
                    <a:pos x="584" y="1270"/>
                  </a:cxn>
                  <a:cxn ang="0">
                    <a:pos x="608" y="1286"/>
                  </a:cxn>
                  <a:cxn ang="0">
                    <a:pos x="632" y="1294"/>
                  </a:cxn>
                  <a:cxn ang="0">
                    <a:pos x="656" y="1302"/>
                  </a:cxn>
                </a:cxnLst>
                <a:rect l="0" t="0" r="r" b="b"/>
                <a:pathLst>
                  <a:path w="673" h="1302">
                    <a:moveTo>
                      <a:pt x="0" y="0"/>
                    </a:moveTo>
                    <a:lnTo>
                      <a:pt x="8" y="8"/>
                    </a:lnTo>
                    <a:lnTo>
                      <a:pt x="16" y="16"/>
                    </a:lnTo>
                    <a:lnTo>
                      <a:pt x="16" y="24"/>
                    </a:lnTo>
                    <a:lnTo>
                      <a:pt x="24" y="32"/>
                    </a:lnTo>
                    <a:lnTo>
                      <a:pt x="24" y="40"/>
                    </a:lnTo>
                    <a:lnTo>
                      <a:pt x="32" y="48"/>
                    </a:lnTo>
                    <a:lnTo>
                      <a:pt x="40" y="56"/>
                    </a:lnTo>
                    <a:lnTo>
                      <a:pt x="40" y="64"/>
                    </a:lnTo>
                    <a:lnTo>
                      <a:pt x="48" y="80"/>
                    </a:lnTo>
                    <a:lnTo>
                      <a:pt x="48" y="88"/>
                    </a:lnTo>
                    <a:lnTo>
                      <a:pt x="56" y="96"/>
                    </a:lnTo>
                    <a:lnTo>
                      <a:pt x="64" y="104"/>
                    </a:lnTo>
                    <a:lnTo>
                      <a:pt x="64" y="111"/>
                    </a:lnTo>
                    <a:lnTo>
                      <a:pt x="72" y="119"/>
                    </a:lnTo>
                    <a:lnTo>
                      <a:pt x="72" y="135"/>
                    </a:lnTo>
                    <a:lnTo>
                      <a:pt x="80" y="143"/>
                    </a:lnTo>
                    <a:lnTo>
                      <a:pt x="88" y="151"/>
                    </a:lnTo>
                    <a:lnTo>
                      <a:pt x="88" y="159"/>
                    </a:lnTo>
                    <a:lnTo>
                      <a:pt x="96" y="175"/>
                    </a:lnTo>
                    <a:lnTo>
                      <a:pt x="96" y="183"/>
                    </a:lnTo>
                    <a:lnTo>
                      <a:pt x="104" y="199"/>
                    </a:lnTo>
                    <a:lnTo>
                      <a:pt x="112" y="207"/>
                    </a:lnTo>
                    <a:lnTo>
                      <a:pt x="112" y="215"/>
                    </a:lnTo>
                    <a:lnTo>
                      <a:pt x="120" y="231"/>
                    </a:lnTo>
                    <a:lnTo>
                      <a:pt x="120" y="239"/>
                    </a:lnTo>
                    <a:lnTo>
                      <a:pt x="128" y="255"/>
                    </a:lnTo>
                    <a:lnTo>
                      <a:pt x="136" y="263"/>
                    </a:lnTo>
                    <a:lnTo>
                      <a:pt x="136" y="271"/>
                    </a:lnTo>
                    <a:lnTo>
                      <a:pt x="144" y="287"/>
                    </a:lnTo>
                    <a:lnTo>
                      <a:pt x="144" y="295"/>
                    </a:lnTo>
                    <a:lnTo>
                      <a:pt x="152" y="311"/>
                    </a:lnTo>
                    <a:lnTo>
                      <a:pt x="160" y="327"/>
                    </a:lnTo>
                    <a:lnTo>
                      <a:pt x="160" y="335"/>
                    </a:lnTo>
                    <a:lnTo>
                      <a:pt x="168" y="351"/>
                    </a:lnTo>
                    <a:lnTo>
                      <a:pt x="168" y="359"/>
                    </a:lnTo>
                    <a:lnTo>
                      <a:pt x="176" y="375"/>
                    </a:lnTo>
                    <a:lnTo>
                      <a:pt x="176" y="383"/>
                    </a:lnTo>
                    <a:lnTo>
                      <a:pt x="184" y="399"/>
                    </a:lnTo>
                    <a:lnTo>
                      <a:pt x="192" y="415"/>
                    </a:lnTo>
                    <a:lnTo>
                      <a:pt x="192" y="423"/>
                    </a:lnTo>
                    <a:lnTo>
                      <a:pt x="200" y="439"/>
                    </a:lnTo>
                    <a:lnTo>
                      <a:pt x="200" y="447"/>
                    </a:lnTo>
                    <a:lnTo>
                      <a:pt x="208" y="463"/>
                    </a:lnTo>
                    <a:lnTo>
                      <a:pt x="216" y="479"/>
                    </a:lnTo>
                    <a:lnTo>
                      <a:pt x="216" y="487"/>
                    </a:lnTo>
                    <a:lnTo>
                      <a:pt x="224" y="503"/>
                    </a:lnTo>
                    <a:lnTo>
                      <a:pt x="224" y="519"/>
                    </a:lnTo>
                    <a:lnTo>
                      <a:pt x="232" y="527"/>
                    </a:lnTo>
                    <a:lnTo>
                      <a:pt x="240" y="543"/>
                    </a:lnTo>
                    <a:lnTo>
                      <a:pt x="240" y="559"/>
                    </a:lnTo>
                    <a:lnTo>
                      <a:pt x="248" y="567"/>
                    </a:lnTo>
                    <a:lnTo>
                      <a:pt x="248" y="583"/>
                    </a:lnTo>
                    <a:lnTo>
                      <a:pt x="256" y="591"/>
                    </a:lnTo>
                    <a:lnTo>
                      <a:pt x="264" y="607"/>
                    </a:lnTo>
                    <a:lnTo>
                      <a:pt x="264" y="623"/>
                    </a:lnTo>
                    <a:lnTo>
                      <a:pt x="272" y="631"/>
                    </a:lnTo>
                    <a:lnTo>
                      <a:pt x="272" y="647"/>
                    </a:lnTo>
                    <a:lnTo>
                      <a:pt x="280" y="663"/>
                    </a:lnTo>
                    <a:lnTo>
                      <a:pt x="288" y="671"/>
                    </a:lnTo>
                    <a:lnTo>
                      <a:pt x="288" y="687"/>
                    </a:lnTo>
                    <a:lnTo>
                      <a:pt x="296" y="703"/>
                    </a:lnTo>
                    <a:lnTo>
                      <a:pt x="296" y="711"/>
                    </a:lnTo>
                    <a:lnTo>
                      <a:pt x="304" y="727"/>
                    </a:lnTo>
                    <a:lnTo>
                      <a:pt x="312" y="743"/>
                    </a:lnTo>
                    <a:lnTo>
                      <a:pt x="312" y="751"/>
                    </a:lnTo>
                    <a:lnTo>
                      <a:pt x="320" y="767"/>
                    </a:lnTo>
                    <a:lnTo>
                      <a:pt x="320" y="775"/>
                    </a:lnTo>
                    <a:lnTo>
                      <a:pt x="328" y="791"/>
                    </a:lnTo>
                    <a:lnTo>
                      <a:pt x="336" y="807"/>
                    </a:lnTo>
                    <a:lnTo>
                      <a:pt x="336" y="815"/>
                    </a:lnTo>
                    <a:lnTo>
                      <a:pt x="344" y="831"/>
                    </a:lnTo>
                    <a:lnTo>
                      <a:pt x="344" y="839"/>
                    </a:lnTo>
                    <a:lnTo>
                      <a:pt x="352" y="855"/>
                    </a:lnTo>
                    <a:lnTo>
                      <a:pt x="352" y="863"/>
                    </a:lnTo>
                    <a:lnTo>
                      <a:pt x="360" y="879"/>
                    </a:lnTo>
                    <a:lnTo>
                      <a:pt x="368" y="895"/>
                    </a:lnTo>
                    <a:lnTo>
                      <a:pt x="368" y="903"/>
                    </a:lnTo>
                    <a:lnTo>
                      <a:pt x="376" y="919"/>
                    </a:lnTo>
                    <a:lnTo>
                      <a:pt x="376" y="927"/>
                    </a:lnTo>
                    <a:lnTo>
                      <a:pt x="384" y="935"/>
                    </a:lnTo>
                    <a:lnTo>
                      <a:pt x="392" y="951"/>
                    </a:lnTo>
                    <a:lnTo>
                      <a:pt x="392" y="959"/>
                    </a:lnTo>
                    <a:lnTo>
                      <a:pt x="400" y="975"/>
                    </a:lnTo>
                    <a:lnTo>
                      <a:pt x="400" y="983"/>
                    </a:lnTo>
                    <a:lnTo>
                      <a:pt x="408" y="991"/>
                    </a:lnTo>
                    <a:lnTo>
                      <a:pt x="416" y="1007"/>
                    </a:lnTo>
                    <a:lnTo>
                      <a:pt x="416" y="1015"/>
                    </a:lnTo>
                    <a:lnTo>
                      <a:pt x="424" y="1031"/>
                    </a:lnTo>
                    <a:lnTo>
                      <a:pt x="424" y="1039"/>
                    </a:lnTo>
                    <a:lnTo>
                      <a:pt x="432" y="1047"/>
                    </a:lnTo>
                    <a:lnTo>
                      <a:pt x="440" y="1055"/>
                    </a:lnTo>
                    <a:lnTo>
                      <a:pt x="440" y="1071"/>
                    </a:lnTo>
                    <a:lnTo>
                      <a:pt x="448" y="1079"/>
                    </a:lnTo>
                    <a:lnTo>
                      <a:pt x="448" y="1087"/>
                    </a:lnTo>
                    <a:lnTo>
                      <a:pt x="456" y="1095"/>
                    </a:lnTo>
                    <a:lnTo>
                      <a:pt x="464" y="1103"/>
                    </a:lnTo>
                    <a:lnTo>
                      <a:pt x="464" y="1111"/>
                    </a:lnTo>
                    <a:lnTo>
                      <a:pt x="472" y="1127"/>
                    </a:lnTo>
                    <a:lnTo>
                      <a:pt x="472" y="1135"/>
                    </a:lnTo>
                    <a:lnTo>
                      <a:pt x="480" y="1143"/>
                    </a:lnTo>
                    <a:lnTo>
                      <a:pt x="488" y="1151"/>
                    </a:lnTo>
                    <a:lnTo>
                      <a:pt x="488" y="1159"/>
                    </a:lnTo>
                    <a:lnTo>
                      <a:pt x="496" y="1167"/>
                    </a:lnTo>
                    <a:lnTo>
                      <a:pt x="496" y="1175"/>
                    </a:lnTo>
                    <a:lnTo>
                      <a:pt x="504" y="1183"/>
                    </a:lnTo>
                    <a:lnTo>
                      <a:pt x="512" y="1191"/>
                    </a:lnTo>
                    <a:lnTo>
                      <a:pt x="520" y="1199"/>
                    </a:lnTo>
                    <a:lnTo>
                      <a:pt x="520" y="1207"/>
                    </a:lnTo>
                    <a:lnTo>
                      <a:pt x="528" y="1215"/>
                    </a:lnTo>
                    <a:lnTo>
                      <a:pt x="544" y="1231"/>
                    </a:lnTo>
                    <a:lnTo>
                      <a:pt x="544" y="1239"/>
                    </a:lnTo>
                    <a:lnTo>
                      <a:pt x="552" y="1247"/>
                    </a:lnTo>
                    <a:lnTo>
                      <a:pt x="560" y="1255"/>
                    </a:lnTo>
                    <a:lnTo>
                      <a:pt x="568" y="1262"/>
                    </a:lnTo>
                    <a:lnTo>
                      <a:pt x="576" y="1270"/>
                    </a:lnTo>
                    <a:lnTo>
                      <a:pt x="584" y="1270"/>
                    </a:lnTo>
                    <a:lnTo>
                      <a:pt x="592" y="1278"/>
                    </a:lnTo>
                    <a:lnTo>
                      <a:pt x="600" y="1286"/>
                    </a:lnTo>
                    <a:lnTo>
                      <a:pt x="608" y="1286"/>
                    </a:lnTo>
                    <a:lnTo>
                      <a:pt x="616" y="1294"/>
                    </a:lnTo>
                    <a:lnTo>
                      <a:pt x="624" y="1294"/>
                    </a:lnTo>
                    <a:lnTo>
                      <a:pt x="632" y="1294"/>
                    </a:lnTo>
                    <a:lnTo>
                      <a:pt x="640" y="1302"/>
                    </a:lnTo>
                    <a:lnTo>
                      <a:pt x="648" y="1302"/>
                    </a:lnTo>
                    <a:lnTo>
                      <a:pt x="656" y="1302"/>
                    </a:lnTo>
                    <a:lnTo>
                      <a:pt x="665" y="1302"/>
                    </a:lnTo>
                    <a:lnTo>
                      <a:pt x="673" y="1294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28" name="Freeform 64"/>
              <p:cNvSpPr>
                <a:spLocks/>
              </p:cNvSpPr>
              <p:nvPr/>
            </p:nvSpPr>
            <p:spPr bwMode="auto">
              <a:xfrm>
                <a:off x="3407" y="1446"/>
                <a:ext cx="648" cy="1318"/>
              </a:xfrm>
              <a:custGeom>
                <a:avLst/>
                <a:gdLst/>
                <a:ahLst/>
                <a:cxnLst>
                  <a:cxn ang="0">
                    <a:pos x="16" y="1318"/>
                  </a:cxn>
                  <a:cxn ang="0">
                    <a:pos x="40" y="1302"/>
                  </a:cxn>
                  <a:cxn ang="0">
                    <a:pos x="64" y="1286"/>
                  </a:cxn>
                  <a:cxn ang="0">
                    <a:pos x="80" y="1263"/>
                  </a:cxn>
                  <a:cxn ang="0">
                    <a:pos x="104" y="1239"/>
                  </a:cxn>
                  <a:cxn ang="0">
                    <a:pos x="120" y="1215"/>
                  </a:cxn>
                  <a:cxn ang="0">
                    <a:pos x="136" y="1191"/>
                  </a:cxn>
                  <a:cxn ang="0">
                    <a:pos x="152" y="1167"/>
                  </a:cxn>
                  <a:cxn ang="0">
                    <a:pos x="168" y="1143"/>
                  </a:cxn>
                  <a:cxn ang="0">
                    <a:pos x="176" y="1119"/>
                  </a:cxn>
                  <a:cxn ang="0">
                    <a:pos x="192" y="1087"/>
                  </a:cxn>
                  <a:cxn ang="0">
                    <a:pos x="208" y="1055"/>
                  </a:cxn>
                  <a:cxn ang="0">
                    <a:pos x="224" y="1023"/>
                  </a:cxn>
                  <a:cxn ang="0">
                    <a:pos x="240" y="991"/>
                  </a:cxn>
                  <a:cxn ang="0">
                    <a:pos x="248" y="959"/>
                  </a:cxn>
                  <a:cxn ang="0">
                    <a:pos x="264" y="927"/>
                  </a:cxn>
                  <a:cxn ang="0">
                    <a:pos x="280" y="887"/>
                  </a:cxn>
                  <a:cxn ang="0">
                    <a:pos x="296" y="847"/>
                  </a:cxn>
                  <a:cxn ang="0">
                    <a:pos x="304" y="815"/>
                  </a:cxn>
                  <a:cxn ang="0">
                    <a:pos x="320" y="775"/>
                  </a:cxn>
                  <a:cxn ang="0">
                    <a:pos x="336" y="735"/>
                  </a:cxn>
                  <a:cxn ang="0">
                    <a:pos x="352" y="695"/>
                  </a:cxn>
                  <a:cxn ang="0">
                    <a:pos x="368" y="655"/>
                  </a:cxn>
                  <a:cxn ang="0">
                    <a:pos x="376" y="615"/>
                  </a:cxn>
                  <a:cxn ang="0">
                    <a:pos x="392" y="575"/>
                  </a:cxn>
                  <a:cxn ang="0">
                    <a:pos x="408" y="535"/>
                  </a:cxn>
                  <a:cxn ang="0">
                    <a:pos x="424" y="495"/>
                  </a:cxn>
                  <a:cxn ang="0">
                    <a:pos x="440" y="455"/>
                  </a:cxn>
                  <a:cxn ang="0">
                    <a:pos x="448" y="415"/>
                  </a:cxn>
                  <a:cxn ang="0">
                    <a:pos x="464" y="383"/>
                  </a:cxn>
                  <a:cxn ang="0">
                    <a:pos x="480" y="343"/>
                  </a:cxn>
                  <a:cxn ang="0">
                    <a:pos x="496" y="303"/>
                  </a:cxn>
                  <a:cxn ang="0">
                    <a:pos x="504" y="271"/>
                  </a:cxn>
                  <a:cxn ang="0">
                    <a:pos x="520" y="239"/>
                  </a:cxn>
                  <a:cxn ang="0">
                    <a:pos x="536" y="207"/>
                  </a:cxn>
                  <a:cxn ang="0">
                    <a:pos x="552" y="175"/>
                  </a:cxn>
                  <a:cxn ang="0">
                    <a:pos x="568" y="143"/>
                  </a:cxn>
                  <a:cxn ang="0">
                    <a:pos x="576" y="112"/>
                  </a:cxn>
                  <a:cxn ang="0">
                    <a:pos x="592" y="88"/>
                  </a:cxn>
                  <a:cxn ang="0">
                    <a:pos x="608" y="64"/>
                  </a:cxn>
                  <a:cxn ang="0">
                    <a:pos x="624" y="40"/>
                  </a:cxn>
                  <a:cxn ang="0">
                    <a:pos x="632" y="16"/>
                  </a:cxn>
                </a:cxnLst>
                <a:rect l="0" t="0" r="r" b="b"/>
                <a:pathLst>
                  <a:path w="648" h="1318">
                    <a:moveTo>
                      <a:pt x="0" y="1318"/>
                    </a:moveTo>
                    <a:lnTo>
                      <a:pt x="8" y="1318"/>
                    </a:lnTo>
                    <a:lnTo>
                      <a:pt x="16" y="1318"/>
                    </a:lnTo>
                    <a:lnTo>
                      <a:pt x="24" y="1310"/>
                    </a:lnTo>
                    <a:lnTo>
                      <a:pt x="32" y="1310"/>
                    </a:lnTo>
                    <a:lnTo>
                      <a:pt x="40" y="1302"/>
                    </a:lnTo>
                    <a:lnTo>
                      <a:pt x="48" y="1294"/>
                    </a:lnTo>
                    <a:lnTo>
                      <a:pt x="56" y="1294"/>
                    </a:lnTo>
                    <a:lnTo>
                      <a:pt x="64" y="1286"/>
                    </a:lnTo>
                    <a:lnTo>
                      <a:pt x="72" y="1279"/>
                    </a:lnTo>
                    <a:lnTo>
                      <a:pt x="88" y="1263"/>
                    </a:lnTo>
                    <a:lnTo>
                      <a:pt x="80" y="1263"/>
                    </a:lnTo>
                    <a:lnTo>
                      <a:pt x="88" y="1263"/>
                    </a:lnTo>
                    <a:lnTo>
                      <a:pt x="104" y="1247"/>
                    </a:lnTo>
                    <a:lnTo>
                      <a:pt x="104" y="1239"/>
                    </a:lnTo>
                    <a:lnTo>
                      <a:pt x="112" y="1231"/>
                    </a:lnTo>
                    <a:lnTo>
                      <a:pt x="120" y="1223"/>
                    </a:lnTo>
                    <a:lnTo>
                      <a:pt x="120" y="1215"/>
                    </a:lnTo>
                    <a:lnTo>
                      <a:pt x="128" y="1207"/>
                    </a:lnTo>
                    <a:lnTo>
                      <a:pt x="128" y="1199"/>
                    </a:lnTo>
                    <a:lnTo>
                      <a:pt x="136" y="1191"/>
                    </a:lnTo>
                    <a:lnTo>
                      <a:pt x="144" y="1183"/>
                    </a:lnTo>
                    <a:lnTo>
                      <a:pt x="144" y="1175"/>
                    </a:lnTo>
                    <a:lnTo>
                      <a:pt x="152" y="1167"/>
                    </a:lnTo>
                    <a:lnTo>
                      <a:pt x="152" y="1159"/>
                    </a:lnTo>
                    <a:lnTo>
                      <a:pt x="160" y="1151"/>
                    </a:lnTo>
                    <a:lnTo>
                      <a:pt x="168" y="1143"/>
                    </a:lnTo>
                    <a:lnTo>
                      <a:pt x="168" y="1135"/>
                    </a:lnTo>
                    <a:lnTo>
                      <a:pt x="176" y="1127"/>
                    </a:lnTo>
                    <a:lnTo>
                      <a:pt x="176" y="1119"/>
                    </a:lnTo>
                    <a:lnTo>
                      <a:pt x="184" y="1111"/>
                    </a:lnTo>
                    <a:lnTo>
                      <a:pt x="192" y="1095"/>
                    </a:lnTo>
                    <a:lnTo>
                      <a:pt x="192" y="1087"/>
                    </a:lnTo>
                    <a:lnTo>
                      <a:pt x="200" y="1079"/>
                    </a:lnTo>
                    <a:lnTo>
                      <a:pt x="200" y="1071"/>
                    </a:lnTo>
                    <a:lnTo>
                      <a:pt x="208" y="1055"/>
                    </a:lnTo>
                    <a:lnTo>
                      <a:pt x="216" y="1047"/>
                    </a:lnTo>
                    <a:lnTo>
                      <a:pt x="216" y="1039"/>
                    </a:lnTo>
                    <a:lnTo>
                      <a:pt x="224" y="1023"/>
                    </a:lnTo>
                    <a:lnTo>
                      <a:pt x="224" y="1015"/>
                    </a:lnTo>
                    <a:lnTo>
                      <a:pt x="232" y="1007"/>
                    </a:lnTo>
                    <a:lnTo>
                      <a:pt x="240" y="991"/>
                    </a:lnTo>
                    <a:lnTo>
                      <a:pt x="240" y="983"/>
                    </a:lnTo>
                    <a:lnTo>
                      <a:pt x="248" y="967"/>
                    </a:lnTo>
                    <a:lnTo>
                      <a:pt x="248" y="959"/>
                    </a:lnTo>
                    <a:lnTo>
                      <a:pt x="256" y="943"/>
                    </a:lnTo>
                    <a:lnTo>
                      <a:pt x="256" y="935"/>
                    </a:lnTo>
                    <a:lnTo>
                      <a:pt x="264" y="927"/>
                    </a:lnTo>
                    <a:lnTo>
                      <a:pt x="272" y="911"/>
                    </a:lnTo>
                    <a:lnTo>
                      <a:pt x="272" y="895"/>
                    </a:lnTo>
                    <a:lnTo>
                      <a:pt x="280" y="887"/>
                    </a:lnTo>
                    <a:lnTo>
                      <a:pt x="280" y="871"/>
                    </a:lnTo>
                    <a:lnTo>
                      <a:pt x="288" y="863"/>
                    </a:lnTo>
                    <a:lnTo>
                      <a:pt x="296" y="847"/>
                    </a:lnTo>
                    <a:lnTo>
                      <a:pt x="296" y="839"/>
                    </a:lnTo>
                    <a:lnTo>
                      <a:pt x="304" y="823"/>
                    </a:lnTo>
                    <a:lnTo>
                      <a:pt x="304" y="815"/>
                    </a:lnTo>
                    <a:lnTo>
                      <a:pt x="312" y="799"/>
                    </a:lnTo>
                    <a:lnTo>
                      <a:pt x="320" y="783"/>
                    </a:lnTo>
                    <a:lnTo>
                      <a:pt x="320" y="775"/>
                    </a:lnTo>
                    <a:lnTo>
                      <a:pt x="328" y="759"/>
                    </a:lnTo>
                    <a:lnTo>
                      <a:pt x="328" y="743"/>
                    </a:lnTo>
                    <a:lnTo>
                      <a:pt x="336" y="735"/>
                    </a:lnTo>
                    <a:lnTo>
                      <a:pt x="344" y="719"/>
                    </a:lnTo>
                    <a:lnTo>
                      <a:pt x="344" y="711"/>
                    </a:lnTo>
                    <a:lnTo>
                      <a:pt x="352" y="695"/>
                    </a:lnTo>
                    <a:lnTo>
                      <a:pt x="352" y="679"/>
                    </a:lnTo>
                    <a:lnTo>
                      <a:pt x="360" y="671"/>
                    </a:lnTo>
                    <a:lnTo>
                      <a:pt x="368" y="655"/>
                    </a:lnTo>
                    <a:lnTo>
                      <a:pt x="368" y="639"/>
                    </a:lnTo>
                    <a:lnTo>
                      <a:pt x="376" y="631"/>
                    </a:lnTo>
                    <a:lnTo>
                      <a:pt x="376" y="615"/>
                    </a:lnTo>
                    <a:lnTo>
                      <a:pt x="384" y="599"/>
                    </a:lnTo>
                    <a:lnTo>
                      <a:pt x="392" y="591"/>
                    </a:lnTo>
                    <a:lnTo>
                      <a:pt x="392" y="575"/>
                    </a:lnTo>
                    <a:lnTo>
                      <a:pt x="400" y="559"/>
                    </a:lnTo>
                    <a:lnTo>
                      <a:pt x="400" y="551"/>
                    </a:lnTo>
                    <a:lnTo>
                      <a:pt x="408" y="535"/>
                    </a:lnTo>
                    <a:lnTo>
                      <a:pt x="416" y="519"/>
                    </a:lnTo>
                    <a:lnTo>
                      <a:pt x="416" y="511"/>
                    </a:lnTo>
                    <a:lnTo>
                      <a:pt x="424" y="495"/>
                    </a:lnTo>
                    <a:lnTo>
                      <a:pt x="424" y="479"/>
                    </a:lnTo>
                    <a:lnTo>
                      <a:pt x="432" y="471"/>
                    </a:lnTo>
                    <a:lnTo>
                      <a:pt x="440" y="455"/>
                    </a:lnTo>
                    <a:lnTo>
                      <a:pt x="440" y="447"/>
                    </a:lnTo>
                    <a:lnTo>
                      <a:pt x="448" y="431"/>
                    </a:lnTo>
                    <a:lnTo>
                      <a:pt x="448" y="415"/>
                    </a:lnTo>
                    <a:lnTo>
                      <a:pt x="456" y="407"/>
                    </a:lnTo>
                    <a:lnTo>
                      <a:pt x="456" y="391"/>
                    </a:lnTo>
                    <a:lnTo>
                      <a:pt x="464" y="383"/>
                    </a:lnTo>
                    <a:lnTo>
                      <a:pt x="472" y="367"/>
                    </a:lnTo>
                    <a:lnTo>
                      <a:pt x="472" y="359"/>
                    </a:lnTo>
                    <a:lnTo>
                      <a:pt x="480" y="343"/>
                    </a:lnTo>
                    <a:lnTo>
                      <a:pt x="480" y="327"/>
                    </a:lnTo>
                    <a:lnTo>
                      <a:pt x="488" y="319"/>
                    </a:lnTo>
                    <a:lnTo>
                      <a:pt x="496" y="303"/>
                    </a:lnTo>
                    <a:lnTo>
                      <a:pt x="496" y="295"/>
                    </a:lnTo>
                    <a:lnTo>
                      <a:pt x="504" y="287"/>
                    </a:lnTo>
                    <a:lnTo>
                      <a:pt x="504" y="271"/>
                    </a:lnTo>
                    <a:lnTo>
                      <a:pt x="512" y="263"/>
                    </a:lnTo>
                    <a:lnTo>
                      <a:pt x="520" y="247"/>
                    </a:lnTo>
                    <a:lnTo>
                      <a:pt x="520" y="239"/>
                    </a:lnTo>
                    <a:lnTo>
                      <a:pt x="528" y="223"/>
                    </a:lnTo>
                    <a:lnTo>
                      <a:pt x="528" y="215"/>
                    </a:lnTo>
                    <a:lnTo>
                      <a:pt x="536" y="207"/>
                    </a:lnTo>
                    <a:lnTo>
                      <a:pt x="544" y="191"/>
                    </a:lnTo>
                    <a:lnTo>
                      <a:pt x="544" y="183"/>
                    </a:lnTo>
                    <a:lnTo>
                      <a:pt x="552" y="175"/>
                    </a:lnTo>
                    <a:lnTo>
                      <a:pt x="552" y="159"/>
                    </a:lnTo>
                    <a:lnTo>
                      <a:pt x="560" y="151"/>
                    </a:lnTo>
                    <a:lnTo>
                      <a:pt x="568" y="143"/>
                    </a:lnTo>
                    <a:lnTo>
                      <a:pt x="568" y="135"/>
                    </a:lnTo>
                    <a:lnTo>
                      <a:pt x="576" y="128"/>
                    </a:lnTo>
                    <a:lnTo>
                      <a:pt x="576" y="112"/>
                    </a:lnTo>
                    <a:lnTo>
                      <a:pt x="584" y="104"/>
                    </a:lnTo>
                    <a:lnTo>
                      <a:pt x="592" y="96"/>
                    </a:lnTo>
                    <a:lnTo>
                      <a:pt x="592" y="88"/>
                    </a:lnTo>
                    <a:lnTo>
                      <a:pt x="600" y="80"/>
                    </a:lnTo>
                    <a:lnTo>
                      <a:pt x="600" y="72"/>
                    </a:lnTo>
                    <a:lnTo>
                      <a:pt x="608" y="64"/>
                    </a:lnTo>
                    <a:lnTo>
                      <a:pt x="616" y="56"/>
                    </a:lnTo>
                    <a:lnTo>
                      <a:pt x="616" y="48"/>
                    </a:lnTo>
                    <a:lnTo>
                      <a:pt x="624" y="40"/>
                    </a:lnTo>
                    <a:lnTo>
                      <a:pt x="624" y="32"/>
                    </a:lnTo>
                    <a:lnTo>
                      <a:pt x="632" y="24"/>
                    </a:lnTo>
                    <a:lnTo>
                      <a:pt x="632" y="16"/>
                    </a:lnTo>
                    <a:lnTo>
                      <a:pt x="640" y="8"/>
                    </a:lnTo>
                    <a:lnTo>
                      <a:pt x="648" y="0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29" name="Freeform 65"/>
              <p:cNvSpPr>
                <a:spLocks/>
              </p:cNvSpPr>
              <p:nvPr/>
            </p:nvSpPr>
            <p:spPr bwMode="auto">
              <a:xfrm>
                <a:off x="4055" y="1358"/>
                <a:ext cx="697" cy="1159"/>
              </a:xfrm>
              <a:custGeom>
                <a:avLst/>
                <a:gdLst/>
                <a:ahLst/>
                <a:cxnLst>
                  <a:cxn ang="0">
                    <a:pos x="8" y="72"/>
                  </a:cxn>
                  <a:cxn ang="0">
                    <a:pos x="32" y="48"/>
                  </a:cxn>
                  <a:cxn ang="0">
                    <a:pos x="56" y="24"/>
                  </a:cxn>
                  <a:cxn ang="0">
                    <a:pos x="80" y="16"/>
                  </a:cxn>
                  <a:cxn ang="0">
                    <a:pos x="104" y="8"/>
                  </a:cxn>
                  <a:cxn ang="0">
                    <a:pos x="128" y="0"/>
                  </a:cxn>
                  <a:cxn ang="0">
                    <a:pos x="152" y="8"/>
                  </a:cxn>
                  <a:cxn ang="0">
                    <a:pos x="176" y="16"/>
                  </a:cxn>
                  <a:cxn ang="0">
                    <a:pos x="200" y="32"/>
                  </a:cxn>
                  <a:cxn ang="0">
                    <a:pos x="224" y="56"/>
                  </a:cxn>
                  <a:cxn ang="0">
                    <a:pos x="240" y="72"/>
                  </a:cxn>
                  <a:cxn ang="0">
                    <a:pos x="256" y="96"/>
                  </a:cxn>
                  <a:cxn ang="0">
                    <a:pos x="272" y="120"/>
                  </a:cxn>
                  <a:cxn ang="0">
                    <a:pos x="288" y="144"/>
                  </a:cxn>
                  <a:cxn ang="0">
                    <a:pos x="304" y="168"/>
                  </a:cxn>
                  <a:cxn ang="0">
                    <a:pos x="320" y="192"/>
                  </a:cxn>
                  <a:cxn ang="0">
                    <a:pos x="328" y="223"/>
                  </a:cxn>
                  <a:cxn ang="0">
                    <a:pos x="344" y="247"/>
                  </a:cxn>
                  <a:cxn ang="0">
                    <a:pos x="360" y="279"/>
                  </a:cxn>
                  <a:cxn ang="0">
                    <a:pos x="377" y="311"/>
                  </a:cxn>
                  <a:cxn ang="0">
                    <a:pos x="385" y="351"/>
                  </a:cxn>
                  <a:cxn ang="0">
                    <a:pos x="401" y="383"/>
                  </a:cxn>
                  <a:cxn ang="0">
                    <a:pos x="417" y="415"/>
                  </a:cxn>
                  <a:cxn ang="0">
                    <a:pos x="433" y="455"/>
                  </a:cxn>
                  <a:cxn ang="0">
                    <a:pos x="449" y="495"/>
                  </a:cxn>
                  <a:cxn ang="0">
                    <a:pos x="457" y="535"/>
                  </a:cxn>
                  <a:cxn ang="0">
                    <a:pos x="473" y="567"/>
                  </a:cxn>
                  <a:cxn ang="0">
                    <a:pos x="489" y="607"/>
                  </a:cxn>
                  <a:cxn ang="0">
                    <a:pos x="505" y="647"/>
                  </a:cxn>
                  <a:cxn ang="0">
                    <a:pos x="521" y="687"/>
                  </a:cxn>
                  <a:cxn ang="0">
                    <a:pos x="529" y="727"/>
                  </a:cxn>
                  <a:cxn ang="0">
                    <a:pos x="545" y="767"/>
                  </a:cxn>
                  <a:cxn ang="0">
                    <a:pos x="561" y="807"/>
                  </a:cxn>
                  <a:cxn ang="0">
                    <a:pos x="577" y="847"/>
                  </a:cxn>
                  <a:cxn ang="0">
                    <a:pos x="585" y="887"/>
                  </a:cxn>
                  <a:cxn ang="0">
                    <a:pos x="601" y="927"/>
                  </a:cxn>
                  <a:cxn ang="0">
                    <a:pos x="617" y="959"/>
                  </a:cxn>
                  <a:cxn ang="0">
                    <a:pos x="633" y="999"/>
                  </a:cxn>
                  <a:cxn ang="0">
                    <a:pos x="649" y="1031"/>
                  </a:cxn>
                  <a:cxn ang="0">
                    <a:pos x="657" y="1071"/>
                  </a:cxn>
                  <a:cxn ang="0">
                    <a:pos x="673" y="1103"/>
                  </a:cxn>
                  <a:cxn ang="0">
                    <a:pos x="689" y="1135"/>
                  </a:cxn>
                </a:cxnLst>
                <a:rect l="0" t="0" r="r" b="b"/>
                <a:pathLst>
                  <a:path w="697" h="1159">
                    <a:moveTo>
                      <a:pt x="0" y="88"/>
                    </a:moveTo>
                    <a:lnTo>
                      <a:pt x="16" y="72"/>
                    </a:lnTo>
                    <a:lnTo>
                      <a:pt x="8" y="72"/>
                    </a:lnTo>
                    <a:lnTo>
                      <a:pt x="16" y="72"/>
                    </a:lnTo>
                    <a:lnTo>
                      <a:pt x="32" y="56"/>
                    </a:lnTo>
                    <a:lnTo>
                      <a:pt x="32" y="48"/>
                    </a:lnTo>
                    <a:lnTo>
                      <a:pt x="40" y="40"/>
                    </a:lnTo>
                    <a:lnTo>
                      <a:pt x="48" y="32"/>
                    </a:lnTo>
                    <a:lnTo>
                      <a:pt x="56" y="24"/>
                    </a:lnTo>
                    <a:lnTo>
                      <a:pt x="64" y="24"/>
                    </a:lnTo>
                    <a:lnTo>
                      <a:pt x="72" y="16"/>
                    </a:lnTo>
                    <a:lnTo>
                      <a:pt x="80" y="16"/>
                    </a:lnTo>
                    <a:lnTo>
                      <a:pt x="88" y="8"/>
                    </a:lnTo>
                    <a:lnTo>
                      <a:pt x="96" y="8"/>
                    </a:lnTo>
                    <a:lnTo>
                      <a:pt x="104" y="8"/>
                    </a:lnTo>
                    <a:lnTo>
                      <a:pt x="112" y="8"/>
                    </a:lnTo>
                    <a:lnTo>
                      <a:pt x="120" y="0"/>
                    </a:lnTo>
                    <a:lnTo>
                      <a:pt x="128" y="0"/>
                    </a:lnTo>
                    <a:lnTo>
                      <a:pt x="136" y="0"/>
                    </a:lnTo>
                    <a:lnTo>
                      <a:pt x="144" y="8"/>
                    </a:lnTo>
                    <a:lnTo>
                      <a:pt x="152" y="8"/>
                    </a:lnTo>
                    <a:lnTo>
                      <a:pt x="160" y="8"/>
                    </a:lnTo>
                    <a:lnTo>
                      <a:pt x="168" y="16"/>
                    </a:lnTo>
                    <a:lnTo>
                      <a:pt x="176" y="16"/>
                    </a:lnTo>
                    <a:lnTo>
                      <a:pt x="184" y="24"/>
                    </a:lnTo>
                    <a:lnTo>
                      <a:pt x="192" y="24"/>
                    </a:lnTo>
                    <a:lnTo>
                      <a:pt x="200" y="32"/>
                    </a:lnTo>
                    <a:lnTo>
                      <a:pt x="208" y="40"/>
                    </a:lnTo>
                    <a:lnTo>
                      <a:pt x="216" y="48"/>
                    </a:lnTo>
                    <a:lnTo>
                      <a:pt x="224" y="56"/>
                    </a:lnTo>
                    <a:lnTo>
                      <a:pt x="240" y="72"/>
                    </a:lnTo>
                    <a:lnTo>
                      <a:pt x="232" y="72"/>
                    </a:lnTo>
                    <a:lnTo>
                      <a:pt x="240" y="72"/>
                    </a:lnTo>
                    <a:lnTo>
                      <a:pt x="248" y="80"/>
                    </a:lnTo>
                    <a:lnTo>
                      <a:pt x="248" y="88"/>
                    </a:lnTo>
                    <a:lnTo>
                      <a:pt x="256" y="96"/>
                    </a:lnTo>
                    <a:lnTo>
                      <a:pt x="264" y="104"/>
                    </a:lnTo>
                    <a:lnTo>
                      <a:pt x="272" y="112"/>
                    </a:lnTo>
                    <a:lnTo>
                      <a:pt x="272" y="120"/>
                    </a:lnTo>
                    <a:lnTo>
                      <a:pt x="280" y="128"/>
                    </a:lnTo>
                    <a:lnTo>
                      <a:pt x="280" y="136"/>
                    </a:lnTo>
                    <a:lnTo>
                      <a:pt x="288" y="144"/>
                    </a:lnTo>
                    <a:lnTo>
                      <a:pt x="296" y="152"/>
                    </a:lnTo>
                    <a:lnTo>
                      <a:pt x="296" y="160"/>
                    </a:lnTo>
                    <a:lnTo>
                      <a:pt x="304" y="168"/>
                    </a:lnTo>
                    <a:lnTo>
                      <a:pt x="304" y="176"/>
                    </a:lnTo>
                    <a:lnTo>
                      <a:pt x="312" y="184"/>
                    </a:lnTo>
                    <a:lnTo>
                      <a:pt x="320" y="192"/>
                    </a:lnTo>
                    <a:lnTo>
                      <a:pt x="320" y="200"/>
                    </a:lnTo>
                    <a:lnTo>
                      <a:pt x="328" y="216"/>
                    </a:lnTo>
                    <a:lnTo>
                      <a:pt x="328" y="223"/>
                    </a:lnTo>
                    <a:lnTo>
                      <a:pt x="336" y="231"/>
                    </a:lnTo>
                    <a:lnTo>
                      <a:pt x="344" y="239"/>
                    </a:lnTo>
                    <a:lnTo>
                      <a:pt x="344" y="247"/>
                    </a:lnTo>
                    <a:lnTo>
                      <a:pt x="352" y="263"/>
                    </a:lnTo>
                    <a:lnTo>
                      <a:pt x="352" y="271"/>
                    </a:lnTo>
                    <a:lnTo>
                      <a:pt x="360" y="279"/>
                    </a:lnTo>
                    <a:lnTo>
                      <a:pt x="369" y="295"/>
                    </a:lnTo>
                    <a:lnTo>
                      <a:pt x="369" y="303"/>
                    </a:lnTo>
                    <a:lnTo>
                      <a:pt x="377" y="311"/>
                    </a:lnTo>
                    <a:lnTo>
                      <a:pt x="377" y="327"/>
                    </a:lnTo>
                    <a:lnTo>
                      <a:pt x="385" y="335"/>
                    </a:lnTo>
                    <a:lnTo>
                      <a:pt x="385" y="351"/>
                    </a:lnTo>
                    <a:lnTo>
                      <a:pt x="393" y="359"/>
                    </a:lnTo>
                    <a:lnTo>
                      <a:pt x="401" y="375"/>
                    </a:lnTo>
                    <a:lnTo>
                      <a:pt x="401" y="383"/>
                    </a:lnTo>
                    <a:lnTo>
                      <a:pt x="409" y="391"/>
                    </a:lnTo>
                    <a:lnTo>
                      <a:pt x="409" y="407"/>
                    </a:lnTo>
                    <a:lnTo>
                      <a:pt x="417" y="415"/>
                    </a:lnTo>
                    <a:lnTo>
                      <a:pt x="425" y="431"/>
                    </a:lnTo>
                    <a:lnTo>
                      <a:pt x="425" y="447"/>
                    </a:lnTo>
                    <a:lnTo>
                      <a:pt x="433" y="455"/>
                    </a:lnTo>
                    <a:lnTo>
                      <a:pt x="433" y="471"/>
                    </a:lnTo>
                    <a:lnTo>
                      <a:pt x="441" y="479"/>
                    </a:lnTo>
                    <a:lnTo>
                      <a:pt x="449" y="495"/>
                    </a:lnTo>
                    <a:lnTo>
                      <a:pt x="449" y="503"/>
                    </a:lnTo>
                    <a:lnTo>
                      <a:pt x="457" y="519"/>
                    </a:lnTo>
                    <a:lnTo>
                      <a:pt x="457" y="535"/>
                    </a:lnTo>
                    <a:lnTo>
                      <a:pt x="465" y="543"/>
                    </a:lnTo>
                    <a:lnTo>
                      <a:pt x="473" y="559"/>
                    </a:lnTo>
                    <a:lnTo>
                      <a:pt x="473" y="567"/>
                    </a:lnTo>
                    <a:lnTo>
                      <a:pt x="481" y="583"/>
                    </a:lnTo>
                    <a:lnTo>
                      <a:pt x="481" y="599"/>
                    </a:lnTo>
                    <a:lnTo>
                      <a:pt x="489" y="607"/>
                    </a:lnTo>
                    <a:lnTo>
                      <a:pt x="497" y="623"/>
                    </a:lnTo>
                    <a:lnTo>
                      <a:pt x="497" y="639"/>
                    </a:lnTo>
                    <a:lnTo>
                      <a:pt x="505" y="647"/>
                    </a:lnTo>
                    <a:lnTo>
                      <a:pt x="505" y="663"/>
                    </a:lnTo>
                    <a:lnTo>
                      <a:pt x="513" y="679"/>
                    </a:lnTo>
                    <a:lnTo>
                      <a:pt x="521" y="687"/>
                    </a:lnTo>
                    <a:lnTo>
                      <a:pt x="521" y="703"/>
                    </a:lnTo>
                    <a:lnTo>
                      <a:pt x="529" y="719"/>
                    </a:lnTo>
                    <a:lnTo>
                      <a:pt x="529" y="727"/>
                    </a:lnTo>
                    <a:lnTo>
                      <a:pt x="537" y="743"/>
                    </a:lnTo>
                    <a:lnTo>
                      <a:pt x="545" y="759"/>
                    </a:lnTo>
                    <a:lnTo>
                      <a:pt x="545" y="767"/>
                    </a:lnTo>
                    <a:lnTo>
                      <a:pt x="553" y="783"/>
                    </a:lnTo>
                    <a:lnTo>
                      <a:pt x="553" y="799"/>
                    </a:lnTo>
                    <a:lnTo>
                      <a:pt x="561" y="807"/>
                    </a:lnTo>
                    <a:lnTo>
                      <a:pt x="561" y="823"/>
                    </a:lnTo>
                    <a:lnTo>
                      <a:pt x="569" y="831"/>
                    </a:lnTo>
                    <a:lnTo>
                      <a:pt x="577" y="847"/>
                    </a:lnTo>
                    <a:lnTo>
                      <a:pt x="577" y="863"/>
                    </a:lnTo>
                    <a:lnTo>
                      <a:pt x="585" y="871"/>
                    </a:lnTo>
                    <a:lnTo>
                      <a:pt x="585" y="887"/>
                    </a:lnTo>
                    <a:lnTo>
                      <a:pt x="593" y="903"/>
                    </a:lnTo>
                    <a:lnTo>
                      <a:pt x="601" y="911"/>
                    </a:lnTo>
                    <a:lnTo>
                      <a:pt x="601" y="927"/>
                    </a:lnTo>
                    <a:lnTo>
                      <a:pt x="609" y="935"/>
                    </a:lnTo>
                    <a:lnTo>
                      <a:pt x="609" y="951"/>
                    </a:lnTo>
                    <a:lnTo>
                      <a:pt x="617" y="959"/>
                    </a:lnTo>
                    <a:lnTo>
                      <a:pt x="625" y="975"/>
                    </a:lnTo>
                    <a:lnTo>
                      <a:pt x="625" y="983"/>
                    </a:lnTo>
                    <a:lnTo>
                      <a:pt x="633" y="999"/>
                    </a:lnTo>
                    <a:lnTo>
                      <a:pt x="633" y="1015"/>
                    </a:lnTo>
                    <a:lnTo>
                      <a:pt x="641" y="1023"/>
                    </a:lnTo>
                    <a:lnTo>
                      <a:pt x="649" y="1031"/>
                    </a:lnTo>
                    <a:lnTo>
                      <a:pt x="649" y="1047"/>
                    </a:lnTo>
                    <a:lnTo>
                      <a:pt x="657" y="1055"/>
                    </a:lnTo>
                    <a:lnTo>
                      <a:pt x="657" y="1071"/>
                    </a:lnTo>
                    <a:lnTo>
                      <a:pt x="665" y="1079"/>
                    </a:lnTo>
                    <a:lnTo>
                      <a:pt x="673" y="1095"/>
                    </a:lnTo>
                    <a:lnTo>
                      <a:pt x="673" y="1103"/>
                    </a:lnTo>
                    <a:lnTo>
                      <a:pt x="681" y="1111"/>
                    </a:lnTo>
                    <a:lnTo>
                      <a:pt x="681" y="1127"/>
                    </a:lnTo>
                    <a:lnTo>
                      <a:pt x="689" y="1135"/>
                    </a:lnTo>
                    <a:lnTo>
                      <a:pt x="697" y="1143"/>
                    </a:lnTo>
                    <a:lnTo>
                      <a:pt x="697" y="1159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30" name="Freeform 66"/>
              <p:cNvSpPr>
                <a:spLocks/>
              </p:cNvSpPr>
              <p:nvPr/>
            </p:nvSpPr>
            <p:spPr bwMode="auto">
              <a:xfrm>
                <a:off x="4752" y="2069"/>
                <a:ext cx="624" cy="703"/>
              </a:xfrm>
              <a:custGeom>
                <a:avLst/>
                <a:gdLst/>
                <a:ahLst/>
                <a:cxnLst>
                  <a:cxn ang="0">
                    <a:pos x="8" y="456"/>
                  </a:cxn>
                  <a:cxn ang="0">
                    <a:pos x="16" y="472"/>
                  </a:cxn>
                  <a:cxn ang="0">
                    <a:pos x="24" y="496"/>
                  </a:cxn>
                  <a:cxn ang="0">
                    <a:pos x="32" y="512"/>
                  </a:cxn>
                  <a:cxn ang="0">
                    <a:pos x="48" y="528"/>
                  </a:cxn>
                  <a:cxn ang="0">
                    <a:pos x="56" y="544"/>
                  </a:cxn>
                  <a:cxn ang="0">
                    <a:pos x="64" y="560"/>
                  </a:cxn>
                  <a:cxn ang="0">
                    <a:pos x="72" y="576"/>
                  </a:cxn>
                  <a:cxn ang="0">
                    <a:pos x="80" y="592"/>
                  </a:cxn>
                  <a:cxn ang="0">
                    <a:pos x="88" y="608"/>
                  </a:cxn>
                  <a:cxn ang="0">
                    <a:pos x="104" y="624"/>
                  </a:cxn>
                  <a:cxn ang="0">
                    <a:pos x="112" y="640"/>
                  </a:cxn>
                  <a:cxn ang="0">
                    <a:pos x="136" y="656"/>
                  </a:cxn>
                  <a:cxn ang="0">
                    <a:pos x="144" y="663"/>
                  </a:cxn>
                  <a:cxn ang="0">
                    <a:pos x="160" y="679"/>
                  </a:cxn>
                  <a:cxn ang="0">
                    <a:pos x="176" y="687"/>
                  </a:cxn>
                  <a:cxn ang="0">
                    <a:pos x="192" y="695"/>
                  </a:cxn>
                  <a:cxn ang="0">
                    <a:pos x="208" y="703"/>
                  </a:cxn>
                  <a:cxn ang="0">
                    <a:pos x="224" y="703"/>
                  </a:cxn>
                  <a:cxn ang="0">
                    <a:pos x="240" y="695"/>
                  </a:cxn>
                  <a:cxn ang="0">
                    <a:pos x="256" y="695"/>
                  </a:cxn>
                  <a:cxn ang="0">
                    <a:pos x="272" y="687"/>
                  </a:cxn>
                  <a:cxn ang="0">
                    <a:pos x="288" y="671"/>
                  </a:cxn>
                  <a:cxn ang="0">
                    <a:pos x="304" y="663"/>
                  </a:cxn>
                  <a:cxn ang="0">
                    <a:pos x="320" y="648"/>
                  </a:cxn>
                  <a:cxn ang="0">
                    <a:pos x="336" y="632"/>
                  </a:cxn>
                  <a:cxn ang="0">
                    <a:pos x="352" y="616"/>
                  </a:cxn>
                  <a:cxn ang="0">
                    <a:pos x="368" y="592"/>
                  </a:cxn>
                  <a:cxn ang="0">
                    <a:pos x="368" y="592"/>
                  </a:cxn>
                  <a:cxn ang="0">
                    <a:pos x="376" y="576"/>
                  </a:cxn>
                  <a:cxn ang="0">
                    <a:pos x="384" y="560"/>
                  </a:cxn>
                  <a:cxn ang="0">
                    <a:pos x="400" y="544"/>
                  </a:cxn>
                  <a:cxn ang="0">
                    <a:pos x="408" y="528"/>
                  </a:cxn>
                  <a:cxn ang="0">
                    <a:pos x="416" y="504"/>
                  </a:cxn>
                  <a:cxn ang="0">
                    <a:pos x="424" y="488"/>
                  </a:cxn>
                  <a:cxn ang="0">
                    <a:pos x="432" y="472"/>
                  </a:cxn>
                  <a:cxn ang="0">
                    <a:pos x="440" y="448"/>
                  </a:cxn>
                  <a:cxn ang="0">
                    <a:pos x="456" y="432"/>
                  </a:cxn>
                  <a:cxn ang="0">
                    <a:pos x="464" y="408"/>
                  </a:cxn>
                  <a:cxn ang="0">
                    <a:pos x="472" y="384"/>
                  </a:cxn>
                  <a:cxn ang="0">
                    <a:pos x="480" y="360"/>
                  </a:cxn>
                  <a:cxn ang="0">
                    <a:pos x="488" y="336"/>
                  </a:cxn>
                  <a:cxn ang="0">
                    <a:pos x="504" y="320"/>
                  </a:cxn>
                  <a:cxn ang="0">
                    <a:pos x="512" y="296"/>
                  </a:cxn>
                  <a:cxn ang="0">
                    <a:pos x="520" y="264"/>
                  </a:cxn>
                  <a:cxn ang="0">
                    <a:pos x="528" y="240"/>
                  </a:cxn>
                  <a:cxn ang="0">
                    <a:pos x="536" y="216"/>
                  </a:cxn>
                  <a:cxn ang="0">
                    <a:pos x="552" y="192"/>
                  </a:cxn>
                  <a:cxn ang="0">
                    <a:pos x="560" y="168"/>
                  </a:cxn>
                  <a:cxn ang="0">
                    <a:pos x="568" y="144"/>
                  </a:cxn>
                  <a:cxn ang="0">
                    <a:pos x="576" y="112"/>
                  </a:cxn>
                  <a:cxn ang="0">
                    <a:pos x="584" y="88"/>
                  </a:cxn>
                  <a:cxn ang="0">
                    <a:pos x="600" y="64"/>
                  </a:cxn>
                  <a:cxn ang="0">
                    <a:pos x="608" y="32"/>
                  </a:cxn>
                  <a:cxn ang="0">
                    <a:pos x="616" y="8"/>
                  </a:cxn>
                </a:cxnLst>
                <a:rect l="0" t="0" r="r" b="b"/>
                <a:pathLst>
                  <a:path w="624" h="703">
                    <a:moveTo>
                      <a:pt x="0" y="448"/>
                    </a:moveTo>
                    <a:lnTo>
                      <a:pt x="8" y="456"/>
                    </a:lnTo>
                    <a:lnTo>
                      <a:pt x="8" y="464"/>
                    </a:lnTo>
                    <a:lnTo>
                      <a:pt x="16" y="472"/>
                    </a:lnTo>
                    <a:lnTo>
                      <a:pt x="24" y="488"/>
                    </a:lnTo>
                    <a:lnTo>
                      <a:pt x="24" y="496"/>
                    </a:lnTo>
                    <a:lnTo>
                      <a:pt x="32" y="504"/>
                    </a:lnTo>
                    <a:lnTo>
                      <a:pt x="32" y="512"/>
                    </a:lnTo>
                    <a:lnTo>
                      <a:pt x="40" y="520"/>
                    </a:lnTo>
                    <a:lnTo>
                      <a:pt x="48" y="528"/>
                    </a:lnTo>
                    <a:lnTo>
                      <a:pt x="48" y="536"/>
                    </a:lnTo>
                    <a:lnTo>
                      <a:pt x="56" y="544"/>
                    </a:lnTo>
                    <a:lnTo>
                      <a:pt x="56" y="552"/>
                    </a:lnTo>
                    <a:lnTo>
                      <a:pt x="64" y="560"/>
                    </a:lnTo>
                    <a:lnTo>
                      <a:pt x="64" y="568"/>
                    </a:lnTo>
                    <a:lnTo>
                      <a:pt x="72" y="576"/>
                    </a:lnTo>
                    <a:lnTo>
                      <a:pt x="80" y="584"/>
                    </a:lnTo>
                    <a:lnTo>
                      <a:pt x="80" y="592"/>
                    </a:lnTo>
                    <a:lnTo>
                      <a:pt x="88" y="600"/>
                    </a:lnTo>
                    <a:lnTo>
                      <a:pt x="88" y="608"/>
                    </a:lnTo>
                    <a:lnTo>
                      <a:pt x="96" y="616"/>
                    </a:lnTo>
                    <a:lnTo>
                      <a:pt x="104" y="624"/>
                    </a:lnTo>
                    <a:lnTo>
                      <a:pt x="120" y="640"/>
                    </a:lnTo>
                    <a:lnTo>
                      <a:pt x="112" y="640"/>
                    </a:lnTo>
                    <a:lnTo>
                      <a:pt x="120" y="640"/>
                    </a:lnTo>
                    <a:lnTo>
                      <a:pt x="136" y="656"/>
                    </a:lnTo>
                    <a:lnTo>
                      <a:pt x="136" y="663"/>
                    </a:lnTo>
                    <a:lnTo>
                      <a:pt x="144" y="663"/>
                    </a:lnTo>
                    <a:lnTo>
                      <a:pt x="152" y="671"/>
                    </a:lnTo>
                    <a:lnTo>
                      <a:pt x="160" y="679"/>
                    </a:lnTo>
                    <a:lnTo>
                      <a:pt x="168" y="687"/>
                    </a:lnTo>
                    <a:lnTo>
                      <a:pt x="176" y="687"/>
                    </a:lnTo>
                    <a:lnTo>
                      <a:pt x="184" y="695"/>
                    </a:lnTo>
                    <a:lnTo>
                      <a:pt x="192" y="695"/>
                    </a:lnTo>
                    <a:lnTo>
                      <a:pt x="200" y="695"/>
                    </a:lnTo>
                    <a:lnTo>
                      <a:pt x="208" y="703"/>
                    </a:lnTo>
                    <a:lnTo>
                      <a:pt x="216" y="703"/>
                    </a:lnTo>
                    <a:lnTo>
                      <a:pt x="224" y="703"/>
                    </a:lnTo>
                    <a:lnTo>
                      <a:pt x="232" y="703"/>
                    </a:lnTo>
                    <a:lnTo>
                      <a:pt x="240" y="695"/>
                    </a:lnTo>
                    <a:lnTo>
                      <a:pt x="248" y="695"/>
                    </a:lnTo>
                    <a:lnTo>
                      <a:pt x="256" y="695"/>
                    </a:lnTo>
                    <a:lnTo>
                      <a:pt x="264" y="687"/>
                    </a:lnTo>
                    <a:lnTo>
                      <a:pt x="272" y="687"/>
                    </a:lnTo>
                    <a:lnTo>
                      <a:pt x="280" y="679"/>
                    </a:lnTo>
                    <a:lnTo>
                      <a:pt x="288" y="671"/>
                    </a:lnTo>
                    <a:lnTo>
                      <a:pt x="296" y="671"/>
                    </a:lnTo>
                    <a:lnTo>
                      <a:pt x="304" y="663"/>
                    </a:lnTo>
                    <a:lnTo>
                      <a:pt x="312" y="656"/>
                    </a:lnTo>
                    <a:lnTo>
                      <a:pt x="320" y="648"/>
                    </a:lnTo>
                    <a:lnTo>
                      <a:pt x="328" y="640"/>
                    </a:lnTo>
                    <a:lnTo>
                      <a:pt x="336" y="632"/>
                    </a:lnTo>
                    <a:lnTo>
                      <a:pt x="344" y="624"/>
                    </a:lnTo>
                    <a:lnTo>
                      <a:pt x="352" y="616"/>
                    </a:lnTo>
                    <a:lnTo>
                      <a:pt x="352" y="608"/>
                    </a:lnTo>
                    <a:lnTo>
                      <a:pt x="368" y="592"/>
                    </a:lnTo>
                    <a:lnTo>
                      <a:pt x="360" y="592"/>
                    </a:lnTo>
                    <a:lnTo>
                      <a:pt x="368" y="592"/>
                    </a:lnTo>
                    <a:lnTo>
                      <a:pt x="376" y="584"/>
                    </a:lnTo>
                    <a:lnTo>
                      <a:pt x="376" y="576"/>
                    </a:lnTo>
                    <a:lnTo>
                      <a:pt x="384" y="568"/>
                    </a:lnTo>
                    <a:lnTo>
                      <a:pt x="384" y="560"/>
                    </a:lnTo>
                    <a:lnTo>
                      <a:pt x="392" y="552"/>
                    </a:lnTo>
                    <a:lnTo>
                      <a:pt x="400" y="544"/>
                    </a:lnTo>
                    <a:lnTo>
                      <a:pt x="400" y="536"/>
                    </a:lnTo>
                    <a:lnTo>
                      <a:pt x="408" y="528"/>
                    </a:lnTo>
                    <a:lnTo>
                      <a:pt x="408" y="512"/>
                    </a:lnTo>
                    <a:lnTo>
                      <a:pt x="416" y="504"/>
                    </a:lnTo>
                    <a:lnTo>
                      <a:pt x="424" y="496"/>
                    </a:lnTo>
                    <a:lnTo>
                      <a:pt x="424" y="488"/>
                    </a:lnTo>
                    <a:lnTo>
                      <a:pt x="432" y="480"/>
                    </a:lnTo>
                    <a:lnTo>
                      <a:pt x="432" y="472"/>
                    </a:lnTo>
                    <a:lnTo>
                      <a:pt x="440" y="456"/>
                    </a:lnTo>
                    <a:lnTo>
                      <a:pt x="440" y="448"/>
                    </a:lnTo>
                    <a:lnTo>
                      <a:pt x="448" y="440"/>
                    </a:lnTo>
                    <a:lnTo>
                      <a:pt x="456" y="432"/>
                    </a:lnTo>
                    <a:lnTo>
                      <a:pt x="456" y="416"/>
                    </a:lnTo>
                    <a:lnTo>
                      <a:pt x="464" y="408"/>
                    </a:lnTo>
                    <a:lnTo>
                      <a:pt x="464" y="392"/>
                    </a:lnTo>
                    <a:lnTo>
                      <a:pt x="472" y="384"/>
                    </a:lnTo>
                    <a:lnTo>
                      <a:pt x="480" y="376"/>
                    </a:lnTo>
                    <a:lnTo>
                      <a:pt x="480" y="360"/>
                    </a:lnTo>
                    <a:lnTo>
                      <a:pt x="488" y="352"/>
                    </a:lnTo>
                    <a:lnTo>
                      <a:pt x="488" y="336"/>
                    </a:lnTo>
                    <a:lnTo>
                      <a:pt x="496" y="328"/>
                    </a:lnTo>
                    <a:lnTo>
                      <a:pt x="504" y="320"/>
                    </a:lnTo>
                    <a:lnTo>
                      <a:pt x="504" y="304"/>
                    </a:lnTo>
                    <a:lnTo>
                      <a:pt x="512" y="296"/>
                    </a:lnTo>
                    <a:lnTo>
                      <a:pt x="512" y="280"/>
                    </a:lnTo>
                    <a:lnTo>
                      <a:pt x="520" y="264"/>
                    </a:lnTo>
                    <a:lnTo>
                      <a:pt x="528" y="256"/>
                    </a:lnTo>
                    <a:lnTo>
                      <a:pt x="528" y="240"/>
                    </a:lnTo>
                    <a:lnTo>
                      <a:pt x="536" y="232"/>
                    </a:lnTo>
                    <a:lnTo>
                      <a:pt x="536" y="216"/>
                    </a:lnTo>
                    <a:lnTo>
                      <a:pt x="544" y="208"/>
                    </a:lnTo>
                    <a:lnTo>
                      <a:pt x="552" y="192"/>
                    </a:lnTo>
                    <a:lnTo>
                      <a:pt x="552" y="176"/>
                    </a:lnTo>
                    <a:lnTo>
                      <a:pt x="560" y="168"/>
                    </a:lnTo>
                    <a:lnTo>
                      <a:pt x="560" y="152"/>
                    </a:lnTo>
                    <a:lnTo>
                      <a:pt x="568" y="144"/>
                    </a:lnTo>
                    <a:lnTo>
                      <a:pt x="576" y="128"/>
                    </a:lnTo>
                    <a:lnTo>
                      <a:pt x="576" y="112"/>
                    </a:lnTo>
                    <a:lnTo>
                      <a:pt x="584" y="104"/>
                    </a:lnTo>
                    <a:lnTo>
                      <a:pt x="584" y="88"/>
                    </a:lnTo>
                    <a:lnTo>
                      <a:pt x="592" y="72"/>
                    </a:lnTo>
                    <a:lnTo>
                      <a:pt x="600" y="64"/>
                    </a:lnTo>
                    <a:lnTo>
                      <a:pt x="600" y="48"/>
                    </a:lnTo>
                    <a:lnTo>
                      <a:pt x="608" y="32"/>
                    </a:lnTo>
                    <a:lnTo>
                      <a:pt x="608" y="24"/>
                    </a:lnTo>
                    <a:lnTo>
                      <a:pt x="616" y="8"/>
                    </a:lnTo>
                    <a:lnTo>
                      <a:pt x="624" y="0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  <p:grpSp>
          <p:nvGrpSpPr>
            <p:cNvPr id="11340" name="Group 76"/>
            <p:cNvGrpSpPr>
              <a:grpSpLocks/>
            </p:cNvGrpSpPr>
            <p:nvPr/>
          </p:nvGrpSpPr>
          <p:grpSpPr bwMode="auto">
            <a:xfrm>
              <a:off x="5588000" y="2085975"/>
              <a:ext cx="2305050" cy="1427163"/>
              <a:chOff x="597" y="191"/>
              <a:chExt cx="4764" cy="3756"/>
            </a:xfrm>
          </p:grpSpPr>
          <p:sp>
            <p:nvSpPr>
              <p:cNvPr id="11341" name="Freeform 77"/>
              <p:cNvSpPr>
                <a:spLocks/>
              </p:cNvSpPr>
              <p:nvPr/>
            </p:nvSpPr>
            <p:spPr bwMode="auto">
              <a:xfrm>
                <a:off x="597" y="191"/>
                <a:ext cx="616" cy="3748"/>
              </a:xfrm>
              <a:custGeom>
                <a:avLst/>
                <a:gdLst/>
                <a:ahLst/>
                <a:cxnLst>
                  <a:cxn ang="0">
                    <a:pos x="8" y="1662"/>
                  </a:cxn>
                  <a:cxn ang="0">
                    <a:pos x="24" y="1454"/>
                  </a:cxn>
                  <a:cxn ang="0">
                    <a:pos x="40" y="1247"/>
                  </a:cxn>
                  <a:cxn ang="0">
                    <a:pos x="56" y="1055"/>
                  </a:cxn>
                  <a:cxn ang="0">
                    <a:pos x="64" y="871"/>
                  </a:cxn>
                  <a:cxn ang="0">
                    <a:pos x="80" y="695"/>
                  </a:cxn>
                  <a:cxn ang="0">
                    <a:pos x="96" y="535"/>
                  </a:cxn>
                  <a:cxn ang="0">
                    <a:pos x="112" y="399"/>
                  </a:cxn>
                  <a:cxn ang="0">
                    <a:pos x="128" y="279"/>
                  </a:cxn>
                  <a:cxn ang="0">
                    <a:pos x="136" y="176"/>
                  </a:cxn>
                  <a:cxn ang="0">
                    <a:pos x="152" y="96"/>
                  </a:cxn>
                  <a:cxn ang="0">
                    <a:pos x="168" y="40"/>
                  </a:cxn>
                  <a:cxn ang="0">
                    <a:pos x="192" y="0"/>
                  </a:cxn>
                  <a:cxn ang="0">
                    <a:pos x="200" y="0"/>
                  </a:cxn>
                  <a:cxn ang="0">
                    <a:pos x="216" y="32"/>
                  </a:cxn>
                  <a:cxn ang="0">
                    <a:pos x="232" y="88"/>
                  </a:cxn>
                  <a:cxn ang="0">
                    <a:pos x="248" y="168"/>
                  </a:cxn>
                  <a:cxn ang="0">
                    <a:pos x="264" y="263"/>
                  </a:cxn>
                  <a:cxn ang="0">
                    <a:pos x="280" y="383"/>
                  </a:cxn>
                  <a:cxn ang="0">
                    <a:pos x="288" y="519"/>
                  </a:cxn>
                  <a:cxn ang="0">
                    <a:pos x="304" y="679"/>
                  </a:cxn>
                  <a:cxn ang="0">
                    <a:pos x="320" y="847"/>
                  </a:cxn>
                  <a:cxn ang="0">
                    <a:pos x="336" y="1031"/>
                  </a:cxn>
                  <a:cxn ang="0">
                    <a:pos x="352" y="1231"/>
                  </a:cxn>
                  <a:cxn ang="0">
                    <a:pos x="360" y="1430"/>
                  </a:cxn>
                  <a:cxn ang="0">
                    <a:pos x="376" y="1638"/>
                  </a:cxn>
                  <a:cxn ang="0">
                    <a:pos x="392" y="1854"/>
                  </a:cxn>
                  <a:cxn ang="0">
                    <a:pos x="408" y="2062"/>
                  </a:cxn>
                  <a:cxn ang="0">
                    <a:pos x="416" y="2270"/>
                  </a:cxn>
                  <a:cxn ang="0">
                    <a:pos x="432" y="2478"/>
                  </a:cxn>
                  <a:cxn ang="0">
                    <a:pos x="448" y="2677"/>
                  </a:cxn>
                  <a:cxn ang="0">
                    <a:pos x="464" y="2861"/>
                  </a:cxn>
                  <a:cxn ang="0">
                    <a:pos x="480" y="3037"/>
                  </a:cxn>
                  <a:cxn ang="0">
                    <a:pos x="488" y="3197"/>
                  </a:cxn>
                  <a:cxn ang="0">
                    <a:pos x="504" y="3333"/>
                  </a:cxn>
                  <a:cxn ang="0">
                    <a:pos x="520" y="3461"/>
                  </a:cxn>
                  <a:cxn ang="0">
                    <a:pos x="536" y="3565"/>
                  </a:cxn>
                  <a:cxn ang="0">
                    <a:pos x="552" y="3645"/>
                  </a:cxn>
                  <a:cxn ang="0">
                    <a:pos x="560" y="3708"/>
                  </a:cxn>
                  <a:cxn ang="0">
                    <a:pos x="576" y="3740"/>
                  </a:cxn>
                  <a:cxn ang="0">
                    <a:pos x="592" y="3748"/>
                  </a:cxn>
                  <a:cxn ang="0">
                    <a:pos x="608" y="3732"/>
                  </a:cxn>
                </a:cxnLst>
                <a:rect l="0" t="0" r="r" b="b"/>
                <a:pathLst>
                  <a:path w="616" h="3748">
                    <a:moveTo>
                      <a:pt x="0" y="1806"/>
                    </a:moveTo>
                    <a:lnTo>
                      <a:pt x="8" y="1734"/>
                    </a:lnTo>
                    <a:lnTo>
                      <a:pt x="8" y="1662"/>
                    </a:lnTo>
                    <a:lnTo>
                      <a:pt x="16" y="1590"/>
                    </a:lnTo>
                    <a:lnTo>
                      <a:pt x="16" y="1518"/>
                    </a:lnTo>
                    <a:lnTo>
                      <a:pt x="24" y="1454"/>
                    </a:lnTo>
                    <a:lnTo>
                      <a:pt x="32" y="1383"/>
                    </a:lnTo>
                    <a:lnTo>
                      <a:pt x="32" y="1319"/>
                    </a:lnTo>
                    <a:lnTo>
                      <a:pt x="40" y="1247"/>
                    </a:lnTo>
                    <a:lnTo>
                      <a:pt x="40" y="1183"/>
                    </a:lnTo>
                    <a:lnTo>
                      <a:pt x="48" y="1119"/>
                    </a:lnTo>
                    <a:lnTo>
                      <a:pt x="56" y="1055"/>
                    </a:lnTo>
                    <a:lnTo>
                      <a:pt x="56" y="991"/>
                    </a:lnTo>
                    <a:lnTo>
                      <a:pt x="64" y="927"/>
                    </a:lnTo>
                    <a:lnTo>
                      <a:pt x="64" y="871"/>
                    </a:lnTo>
                    <a:lnTo>
                      <a:pt x="72" y="807"/>
                    </a:lnTo>
                    <a:lnTo>
                      <a:pt x="80" y="751"/>
                    </a:lnTo>
                    <a:lnTo>
                      <a:pt x="80" y="695"/>
                    </a:lnTo>
                    <a:lnTo>
                      <a:pt x="88" y="639"/>
                    </a:lnTo>
                    <a:lnTo>
                      <a:pt x="88" y="591"/>
                    </a:lnTo>
                    <a:lnTo>
                      <a:pt x="96" y="535"/>
                    </a:lnTo>
                    <a:lnTo>
                      <a:pt x="104" y="487"/>
                    </a:lnTo>
                    <a:lnTo>
                      <a:pt x="104" y="439"/>
                    </a:lnTo>
                    <a:lnTo>
                      <a:pt x="112" y="399"/>
                    </a:lnTo>
                    <a:lnTo>
                      <a:pt x="112" y="351"/>
                    </a:lnTo>
                    <a:lnTo>
                      <a:pt x="120" y="311"/>
                    </a:lnTo>
                    <a:lnTo>
                      <a:pt x="128" y="279"/>
                    </a:lnTo>
                    <a:lnTo>
                      <a:pt x="128" y="239"/>
                    </a:lnTo>
                    <a:lnTo>
                      <a:pt x="136" y="208"/>
                    </a:lnTo>
                    <a:lnTo>
                      <a:pt x="136" y="176"/>
                    </a:lnTo>
                    <a:lnTo>
                      <a:pt x="144" y="144"/>
                    </a:lnTo>
                    <a:lnTo>
                      <a:pt x="152" y="120"/>
                    </a:lnTo>
                    <a:lnTo>
                      <a:pt x="152" y="96"/>
                    </a:lnTo>
                    <a:lnTo>
                      <a:pt x="160" y="72"/>
                    </a:lnTo>
                    <a:lnTo>
                      <a:pt x="160" y="56"/>
                    </a:lnTo>
                    <a:lnTo>
                      <a:pt x="168" y="40"/>
                    </a:lnTo>
                    <a:lnTo>
                      <a:pt x="176" y="24"/>
                    </a:lnTo>
                    <a:lnTo>
                      <a:pt x="176" y="16"/>
                    </a:lnTo>
                    <a:lnTo>
                      <a:pt x="192" y="0"/>
                    </a:lnTo>
                    <a:lnTo>
                      <a:pt x="184" y="0"/>
                    </a:lnTo>
                    <a:lnTo>
                      <a:pt x="192" y="0"/>
                    </a:lnTo>
                    <a:lnTo>
                      <a:pt x="200" y="0"/>
                    </a:lnTo>
                    <a:lnTo>
                      <a:pt x="208" y="8"/>
                    </a:lnTo>
                    <a:lnTo>
                      <a:pt x="216" y="24"/>
                    </a:lnTo>
                    <a:lnTo>
                      <a:pt x="216" y="32"/>
                    </a:lnTo>
                    <a:lnTo>
                      <a:pt x="224" y="48"/>
                    </a:lnTo>
                    <a:lnTo>
                      <a:pt x="232" y="64"/>
                    </a:lnTo>
                    <a:lnTo>
                      <a:pt x="232" y="88"/>
                    </a:lnTo>
                    <a:lnTo>
                      <a:pt x="240" y="112"/>
                    </a:lnTo>
                    <a:lnTo>
                      <a:pt x="240" y="136"/>
                    </a:lnTo>
                    <a:lnTo>
                      <a:pt x="248" y="168"/>
                    </a:lnTo>
                    <a:lnTo>
                      <a:pt x="256" y="192"/>
                    </a:lnTo>
                    <a:lnTo>
                      <a:pt x="256" y="232"/>
                    </a:lnTo>
                    <a:lnTo>
                      <a:pt x="264" y="263"/>
                    </a:lnTo>
                    <a:lnTo>
                      <a:pt x="264" y="303"/>
                    </a:lnTo>
                    <a:lnTo>
                      <a:pt x="272" y="343"/>
                    </a:lnTo>
                    <a:lnTo>
                      <a:pt x="280" y="383"/>
                    </a:lnTo>
                    <a:lnTo>
                      <a:pt x="280" y="423"/>
                    </a:lnTo>
                    <a:lnTo>
                      <a:pt x="288" y="471"/>
                    </a:lnTo>
                    <a:lnTo>
                      <a:pt x="288" y="519"/>
                    </a:lnTo>
                    <a:lnTo>
                      <a:pt x="296" y="567"/>
                    </a:lnTo>
                    <a:lnTo>
                      <a:pt x="304" y="623"/>
                    </a:lnTo>
                    <a:lnTo>
                      <a:pt x="304" y="679"/>
                    </a:lnTo>
                    <a:lnTo>
                      <a:pt x="312" y="735"/>
                    </a:lnTo>
                    <a:lnTo>
                      <a:pt x="312" y="791"/>
                    </a:lnTo>
                    <a:lnTo>
                      <a:pt x="320" y="847"/>
                    </a:lnTo>
                    <a:lnTo>
                      <a:pt x="328" y="911"/>
                    </a:lnTo>
                    <a:lnTo>
                      <a:pt x="328" y="967"/>
                    </a:lnTo>
                    <a:lnTo>
                      <a:pt x="336" y="1031"/>
                    </a:lnTo>
                    <a:lnTo>
                      <a:pt x="336" y="1095"/>
                    </a:lnTo>
                    <a:lnTo>
                      <a:pt x="344" y="1159"/>
                    </a:lnTo>
                    <a:lnTo>
                      <a:pt x="352" y="1231"/>
                    </a:lnTo>
                    <a:lnTo>
                      <a:pt x="352" y="1295"/>
                    </a:lnTo>
                    <a:lnTo>
                      <a:pt x="360" y="1359"/>
                    </a:lnTo>
                    <a:lnTo>
                      <a:pt x="360" y="1430"/>
                    </a:lnTo>
                    <a:lnTo>
                      <a:pt x="368" y="1502"/>
                    </a:lnTo>
                    <a:lnTo>
                      <a:pt x="376" y="1566"/>
                    </a:lnTo>
                    <a:lnTo>
                      <a:pt x="376" y="1638"/>
                    </a:lnTo>
                    <a:lnTo>
                      <a:pt x="384" y="1710"/>
                    </a:lnTo>
                    <a:lnTo>
                      <a:pt x="384" y="1782"/>
                    </a:lnTo>
                    <a:lnTo>
                      <a:pt x="392" y="1854"/>
                    </a:lnTo>
                    <a:lnTo>
                      <a:pt x="392" y="1918"/>
                    </a:lnTo>
                    <a:lnTo>
                      <a:pt x="400" y="1990"/>
                    </a:lnTo>
                    <a:lnTo>
                      <a:pt x="408" y="2062"/>
                    </a:lnTo>
                    <a:lnTo>
                      <a:pt x="408" y="2134"/>
                    </a:lnTo>
                    <a:lnTo>
                      <a:pt x="416" y="2206"/>
                    </a:lnTo>
                    <a:lnTo>
                      <a:pt x="416" y="2270"/>
                    </a:lnTo>
                    <a:lnTo>
                      <a:pt x="424" y="2342"/>
                    </a:lnTo>
                    <a:lnTo>
                      <a:pt x="432" y="2406"/>
                    </a:lnTo>
                    <a:lnTo>
                      <a:pt x="432" y="2478"/>
                    </a:lnTo>
                    <a:lnTo>
                      <a:pt x="440" y="2541"/>
                    </a:lnTo>
                    <a:lnTo>
                      <a:pt x="440" y="2605"/>
                    </a:lnTo>
                    <a:lnTo>
                      <a:pt x="448" y="2677"/>
                    </a:lnTo>
                    <a:lnTo>
                      <a:pt x="456" y="2741"/>
                    </a:lnTo>
                    <a:lnTo>
                      <a:pt x="456" y="2797"/>
                    </a:lnTo>
                    <a:lnTo>
                      <a:pt x="464" y="2861"/>
                    </a:lnTo>
                    <a:lnTo>
                      <a:pt x="464" y="2917"/>
                    </a:lnTo>
                    <a:lnTo>
                      <a:pt x="472" y="2981"/>
                    </a:lnTo>
                    <a:lnTo>
                      <a:pt x="480" y="3037"/>
                    </a:lnTo>
                    <a:lnTo>
                      <a:pt x="480" y="3093"/>
                    </a:lnTo>
                    <a:lnTo>
                      <a:pt x="488" y="3141"/>
                    </a:lnTo>
                    <a:lnTo>
                      <a:pt x="488" y="3197"/>
                    </a:lnTo>
                    <a:lnTo>
                      <a:pt x="496" y="3245"/>
                    </a:lnTo>
                    <a:lnTo>
                      <a:pt x="504" y="3293"/>
                    </a:lnTo>
                    <a:lnTo>
                      <a:pt x="504" y="3333"/>
                    </a:lnTo>
                    <a:lnTo>
                      <a:pt x="512" y="3381"/>
                    </a:lnTo>
                    <a:lnTo>
                      <a:pt x="512" y="3421"/>
                    </a:lnTo>
                    <a:lnTo>
                      <a:pt x="520" y="3461"/>
                    </a:lnTo>
                    <a:lnTo>
                      <a:pt x="528" y="3501"/>
                    </a:lnTo>
                    <a:lnTo>
                      <a:pt x="528" y="3533"/>
                    </a:lnTo>
                    <a:lnTo>
                      <a:pt x="536" y="3565"/>
                    </a:lnTo>
                    <a:lnTo>
                      <a:pt x="536" y="3597"/>
                    </a:lnTo>
                    <a:lnTo>
                      <a:pt x="544" y="3621"/>
                    </a:lnTo>
                    <a:lnTo>
                      <a:pt x="552" y="3645"/>
                    </a:lnTo>
                    <a:lnTo>
                      <a:pt x="552" y="3669"/>
                    </a:lnTo>
                    <a:lnTo>
                      <a:pt x="560" y="3685"/>
                    </a:lnTo>
                    <a:lnTo>
                      <a:pt x="560" y="3708"/>
                    </a:lnTo>
                    <a:lnTo>
                      <a:pt x="568" y="3716"/>
                    </a:lnTo>
                    <a:lnTo>
                      <a:pt x="568" y="3732"/>
                    </a:lnTo>
                    <a:lnTo>
                      <a:pt x="576" y="3740"/>
                    </a:lnTo>
                    <a:lnTo>
                      <a:pt x="584" y="3748"/>
                    </a:lnTo>
                    <a:lnTo>
                      <a:pt x="600" y="3748"/>
                    </a:lnTo>
                    <a:lnTo>
                      <a:pt x="592" y="3748"/>
                    </a:lnTo>
                    <a:lnTo>
                      <a:pt x="600" y="3748"/>
                    </a:lnTo>
                    <a:lnTo>
                      <a:pt x="608" y="3740"/>
                    </a:lnTo>
                    <a:lnTo>
                      <a:pt x="608" y="3732"/>
                    </a:lnTo>
                    <a:lnTo>
                      <a:pt x="616" y="3716"/>
                    </a:lnTo>
                    <a:lnTo>
                      <a:pt x="616" y="3708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42" name="Freeform 78"/>
              <p:cNvSpPr>
                <a:spLocks/>
              </p:cNvSpPr>
              <p:nvPr/>
            </p:nvSpPr>
            <p:spPr bwMode="auto">
              <a:xfrm>
                <a:off x="1213" y="191"/>
                <a:ext cx="617" cy="3708"/>
              </a:xfrm>
              <a:custGeom>
                <a:avLst/>
                <a:gdLst/>
                <a:ahLst/>
                <a:cxnLst>
                  <a:cxn ang="0">
                    <a:pos x="16" y="3669"/>
                  </a:cxn>
                  <a:cxn ang="0">
                    <a:pos x="24" y="3597"/>
                  </a:cxn>
                  <a:cxn ang="0">
                    <a:pos x="40" y="3501"/>
                  </a:cxn>
                  <a:cxn ang="0">
                    <a:pos x="56" y="3381"/>
                  </a:cxn>
                  <a:cxn ang="0">
                    <a:pos x="72" y="3245"/>
                  </a:cxn>
                  <a:cxn ang="0">
                    <a:pos x="88" y="3093"/>
                  </a:cxn>
                  <a:cxn ang="0">
                    <a:pos x="96" y="2917"/>
                  </a:cxn>
                  <a:cxn ang="0">
                    <a:pos x="112" y="2741"/>
                  </a:cxn>
                  <a:cxn ang="0">
                    <a:pos x="129" y="2541"/>
                  </a:cxn>
                  <a:cxn ang="0">
                    <a:pos x="145" y="2342"/>
                  </a:cxn>
                  <a:cxn ang="0">
                    <a:pos x="153" y="2134"/>
                  </a:cxn>
                  <a:cxn ang="0">
                    <a:pos x="169" y="1918"/>
                  </a:cxn>
                  <a:cxn ang="0">
                    <a:pos x="185" y="1710"/>
                  </a:cxn>
                  <a:cxn ang="0">
                    <a:pos x="201" y="1502"/>
                  </a:cxn>
                  <a:cxn ang="0">
                    <a:pos x="217" y="1295"/>
                  </a:cxn>
                  <a:cxn ang="0">
                    <a:pos x="225" y="1095"/>
                  </a:cxn>
                  <a:cxn ang="0">
                    <a:pos x="241" y="911"/>
                  </a:cxn>
                  <a:cxn ang="0">
                    <a:pos x="257" y="735"/>
                  </a:cxn>
                  <a:cxn ang="0">
                    <a:pos x="273" y="567"/>
                  </a:cxn>
                  <a:cxn ang="0">
                    <a:pos x="289" y="423"/>
                  </a:cxn>
                  <a:cxn ang="0">
                    <a:pos x="297" y="303"/>
                  </a:cxn>
                  <a:cxn ang="0">
                    <a:pos x="313" y="192"/>
                  </a:cxn>
                  <a:cxn ang="0">
                    <a:pos x="329" y="112"/>
                  </a:cxn>
                  <a:cxn ang="0">
                    <a:pos x="345" y="48"/>
                  </a:cxn>
                  <a:cxn ang="0">
                    <a:pos x="353" y="8"/>
                  </a:cxn>
                  <a:cxn ang="0">
                    <a:pos x="377" y="0"/>
                  </a:cxn>
                  <a:cxn ang="0">
                    <a:pos x="393" y="24"/>
                  </a:cxn>
                  <a:cxn ang="0">
                    <a:pos x="409" y="72"/>
                  </a:cxn>
                  <a:cxn ang="0">
                    <a:pos x="425" y="144"/>
                  </a:cxn>
                  <a:cxn ang="0">
                    <a:pos x="441" y="239"/>
                  </a:cxn>
                  <a:cxn ang="0">
                    <a:pos x="449" y="351"/>
                  </a:cxn>
                  <a:cxn ang="0">
                    <a:pos x="465" y="487"/>
                  </a:cxn>
                  <a:cxn ang="0">
                    <a:pos x="481" y="639"/>
                  </a:cxn>
                  <a:cxn ang="0">
                    <a:pos x="497" y="807"/>
                  </a:cxn>
                  <a:cxn ang="0">
                    <a:pos x="513" y="991"/>
                  </a:cxn>
                  <a:cxn ang="0">
                    <a:pos x="521" y="1183"/>
                  </a:cxn>
                  <a:cxn ang="0">
                    <a:pos x="537" y="1383"/>
                  </a:cxn>
                  <a:cxn ang="0">
                    <a:pos x="553" y="1590"/>
                  </a:cxn>
                  <a:cxn ang="0">
                    <a:pos x="569" y="1806"/>
                  </a:cxn>
                  <a:cxn ang="0">
                    <a:pos x="577" y="2014"/>
                  </a:cxn>
                  <a:cxn ang="0">
                    <a:pos x="593" y="2230"/>
                  </a:cxn>
                  <a:cxn ang="0">
                    <a:pos x="609" y="2430"/>
                  </a:cxn>
                </a:cxnLst>
                <a:rect l="0" t="0" r="r" b="b"/>
                <a:pathLst>
                  <a:path w="617" h="3708">
                    <a:moveTo>
                      <a:pt x="0" y="3708"/>
                    </a:moveTo>
                    <a:lnTo>
                      <a:pt x="8" y="3685"/>
                    </a:lnTo>
                    <a:lnTo>
                      <a:pt x="16" y="3669"/>
                    </a:lnTo>
                    <a:lnTo>
                      <a:pt x="16" y="3645"/>
                    </a:lnTo>
                    <a:lnTo>
                      <a:pt x="24" y="3621"/>
                    </a:lnTo>
                    <a:lnTo>
                      <a:pt x="24" y="3597"/>
                    </a:lnTo>
                    <a:lnTo>
                      <a:pt x="32" y="3565"/>
                    </a:lnTo>
                    <a:lnTo>
                      <a:pt x="40" y="3533"/>
                    </a:lnTo>
                    <a:lnTo>
                      <a:pt x="40" y="3501"/>
                    </a:lnTo>
                    <a:lnTo>
                      <a:pt x="48" y="3461"/>
                    </a:lnTo>
                    <a:lnTo>
                      <a:pt x="48" y="3421"/>
                    </a:lnTo>
                    <a:lnTo>
                      <a:pt x="56" y="3381"/>
                    </a:lnTo>
                    <a:lnTo>
                      <a:pt x="64" y="3333"/>
                    </a:lnTo>
                    <a:lnTo>
                      <a:pt x="64" y="3293"/>
                    </a:lnTo>
                    <a:lnTo>
                      <a:pt x="72" y="3245"/>
                    </a:lnTo>
                    <a:lnTo>
                      <a:pt x="72" y="3197"/>
                    </a:lnTo>
                    <a:lnTo>
                      <a:pt x="80" y="3141"/>
                    </a:lnTo>
                    <a:lnTo>
                      <a:pt x="88" y="3093"/>
                    </a:lnTo>
                    <a:lnTo>
                      <a:pt x="88" y="3037"/>
                    </a:lnTo>
                    <a:lnTo>
                      <a:pt x="96" y="2981"/>
                    </a:lnTo>
                    <a:lnTo>
                      <a:pt x="96" y="2917"/>
                    </a:lnTo>
                    <a:lnTo>
                      <a:pt x="104" y="2861"/>
                    </a:lnTo>
                    <a:lnTo>
                      <a:pt x="112" y="2797"/>
                    </a:lnTo>
                    <a:lnTo>
                      <a:pt x="112" y="2741"/>
                    </a:lnTo>
                    <a:lnTo>
                      <a:pt x="121" y="2677"/>
                    </a:lnTo>
                    <a:lnTo>
                      <a:pt x="121" y="2605"/>
                    </a:lnTo>
                    <a:lnTo>
                      <a:pt x="129" y="2541"/>
                    </a:lnTo>
                    <a:lnTo>
                      <a:pt x="137" y="2478"/>
                    </a:lnTo>
                    <a:lnTo>
                      <a:pt x="137" y="2406"/>
                    </a:lnTo>
                    <a:lnTo>
                      <a:pt x="145" y="2342"/>
                    </a:lnTo>
                    <a:lnTo>
                      <a:pt x="145" y="2270"/>
                    </a:lnTo>
                    <a:lnTo>
                      <a:pt x="153" y="2206"/>
                    </a:lnTo>
                    <a:lnTo>
                      <a:pt x="153" y="2134"/>
                    </a:lnTo>
                    <a:lnTo>
                      <a:pt x="161" y="2062"/>
                    </a:lnTo>
                    <a:lnTo>
                      <a:pt x="169" y="1990"/>
                    </a:lnTo>
                    <a:lnTo>
                      <a:pt x="169" y="1918"/>
                    </a:lnTo>
                    <a:lnTo>
                      <a:pt x="177" y="1854"/>
                    </a:lnTo>
                    <a:lnTo>
                      <a:pt x="177" y="1782"/>
                    </a:lnTo>
                    <a:lnTo>
                      <a:pt x="185" y="1710"/>
                    </a:lnTo>
                    <a:lnTo>
                      <a:pt x="193" y="1638"/>
                    </a:lnTo>
                    <a:lnTo>
                      <a:pt x="193" y="1566"/>
                    </a:lnTo>
                    <a:lnTo>
                      <a:pt x="201" y="1502"/>
                    </a:lnTo>
                    <a:lnTo>
                      <a:pt x="201" y="1430"/>
                    </a:lnTo>
                    <a:lnTo>
                      <a:pt x="209" y="1359"/>
                    </a:lnTo>
                    <a:lnTo>
                      <a:pt x="217" y="1295"/>
                    </a:lnTo>
                    <a:lnTo>
                      <a:pt x="217" y="1231"/>
                    </a:lnTo>
                    <a:lnTo>
                      <a:pt x="225" y="1159"/>
                    </a:lnTo>
                    <a:lnTo>
                      <a:pt x="225" y="1095"/>
                    </a:lnTo>
                    <a:lnTo>
                      <a:pt x="233" y="1031"/>
                    </a:lnTo>
                    <a:lnTo>
                      <a:pt x="241" y="967"/>
                    </a:lnTo>
                    <a:lnTo>
                      <a:pt x="241" y="911"/>
                    </a:lnTo>
                    <a:lnTo>
                      <a:pt x="249" y="847"/>
                    </a:lnTo>
                    <a:lnTo>
                      <a:pt x="249" y="791"/>
                    </a:lnTo>
                    <a:lnTo>
                      <a:pt x="257" y="735"/>
                    </a:lnTo>
                    <a:lnTo>
                      <a:pt x="265" y="679"/>
                    </a:lnTo>
                    <a:lnTo>
                      <a:pt x="265" y="623"/>
                    </a:lnTo>
                    <a:lnTo>
                      <a:pt x="273" y="567"/>
                    </a:lnTo>
                    <a:lnTo>
                      <a:pt x="273" y="519"/>
                    </a:lnTo>
                    <a:lnTo>
                      <a:pt x="281" y="471"/>
                    </a:lnTo>
                    <a:lnTo>
                      <a:pt x="289" y="423"/>
                    </a:lnTo>
                    <a:lnTo>
                      <a:pt x="289" y="383"/>
                    </a:lnTo>
                    <a:lnTo>
                      <a:pt x="297" y="343"/>
                    </a:lnTo>
                    <a:lnTo>
                      <a:pt x="297" y="303"/>
                    </a:lnTo>
                    <a:lnTo>
                      <a:pt x="305" y="263"/>
                    </a:lnTo>
                    <a:lnTo>
                      <a:pt x="313" y="232"/>
                    </a:lnTo>
                    <a:lnTo>
                      <a:pt x="313" y="192"/>
                    </a:lnTo>
                    <a:lnTo>
                      <a:pt x="321" y="168"/>
                    </a:lnTo>
                    <a:lnTo>
                      <a:pt x="321" y="136"/>
                    </a:lnTo>
                    <a:lnTo>
                      <a:pt x="329" y="112"/>
                    </a:lnTo>
                    <a:lnTo>
                      <a:pt x="337" y="88"/>
                    </a:lnTo>
                    <a:lnTo>
                      <a:pt x="337" y="64"/>
                    </a:lnTo>
                    <a:lnTo>
                      <a:pt x="345" y="48"/>
                    </a:lnTo>
                    <a:lnTo>
                      <a:pt x="345" y="32"/>
                    </a:lnTo>
                    <a:lnTo>
                      <a:pt x="353" y="24"/>
                    </a:lnTo>
                    <a:lnTo>
                      <a:pt x="353" y="8"/>
                    </a:lnTo>
                    <a:lnTo>
                      <a:pt x="361" y="0"/>
                    </a:lnTo>
                    <a:lnTo>
                      <a:pt x="369" y="0"/>
                    </a:lnTo>
                    <a:lnTo>
                      <a:pt x="377" y="0"/>
                    </a:lnTo>
                    <a:lnTo>
                      <a:pt x="385" y="8"/>
                    </a:lnTo>
                    <a:lnTo>
                      <a:pt x="393" y="16"/>
                    </a:lnTo>
                    <a:lnTo>
                      <a:pt x="393" y="24"/>
                    </a:lnTo>
                    <a:lnTo>
                      <a:pt x="401" y="40"/>
                    </a:lnTo>
                    <a:lnTo>
                      <a:pt x="401" y="56"/>
                    </a:lnTo>
                    <a:lnTo>
                      <a:pt x="409" y="72"/>
                    </a:lnTo>
                    <a:lnTo>
                      <a:pt x="417" y="96"/>
                    </a:lnTo>
                    <a:lnTo>
                      <a:pt x="417" y="120"/>
                    </a:lnTo>
                    <a:lnTo>
                      <a:pt x="425" y="144"/>
                    </a:lnTo>
                    <a:lnTo>
                      <a:pt x="425" y="176"/>
                    </a:lnTo>
                    <a:lnTo>
                      <a:pt x="433" y="208"/>
                    </a:lnTo>
                    <a:lnTo>
                      <a:pt x="441" y="239"/>
                    </a:lnTo>
                    <a:lnTo>
                      <a:pt x="441" y="279"/>
                    </a:lnTo>
                    <a:lnTo>
                      <a:pt x="449" y="311"/>
                    </a:lnTo>
                    <a:lnTo>
                      <a:pt x="449" y="351"/>
                    </a:lnTo>
                    <a:lnTo>
                      <a:pt x="457" y="399"/>
                    </a:lnTo>
                    <a:lnTo>
                      <a:pt x="465" y="439"/>
                    </a:lnTo>
                    <a:lnTo>
                      <a:pt x="465" y="487"/>
                    </a:lnTo>
                    <a:lnTo>
                      <a:pt x="473" y="535"/>
                    </a:lnTo>
                    <a:lnTo>
                      <a:pt x="473" y="591"/>
                    </a:lnTo>
                    <a:lnTo>
                      <a:pt x="481" y="639"/>
                    </a:lnTo>
                    <a:lnTo>
                      <a:pt x="489" y="695"/>
                    </a:lnTo>
                    <a:lnTo>
                      <a:pt x="489" y="751"/>
                    </a:lnTo>
                    <a:lnTo>
                      <a:pt x="497" y="807"/>
                    </a:lnTo>
                    <a:lnTo>
                      <a:pt x="497" y="871"/>
                    </a:lnTo>
                    <a:lnTo>
                      <a:pt x="505" y="927"/>
                    </a:lnTo>
                    <a:lnTo>
                      <a:pt x="513" y="991"/>
                    </a:lnTo>
                    <a:lnTo>
                      <a:pt x="513" y="1055"/>
                    </a:lnTo>
                    <a:lnTo>
                      <a:pt x="521" y="1119"/>
                    </a:lnTo>
                    <a:lnTo>
                      <a:pt x="521" y="1183"/>
                    </a:lnTo>
                    <a:lnTo>
                      <a:pt x="529" y="1247"/>
                    </a:lnTo>
                    <a:lnTo>
                      <a:pt x="529" y="1319"/>
                    </a:lnTo>
                    <a:lnTo>
                      <a:pt x="537" y="1383"/>
                    </a:lnTo>
                    <a:lnTo>
                      <a:pt x="545" y="1454"/>
                    </a:lnTo>
                    <a:lnTo>
                      <a:pt x="545" y="1518"/>
                    </a:lnTo>
                    <a:lnTo>
                      <a:pt x="553" y="1590"/>
                    </a:lnTo>
                    <a:lnTo>
                      <a:pt x="553" y="1662"/>
                    </a:lnTo>
                    <a:lnTo>
                      <a:pt x="561" y="1734"/>
                    </a:lnTo>
                    <a:lnTo>
                      <a:pt x="569" y="1806"/>
                    </a:lnTo>
                    <a:lnTo>
                      <a:pt x="569" y="1870"/>
                    </a:lnTo>
                    <a:lnTo>
                      <a:pt x="577" y="1942"/>
                    </a:lnTo>
                    <a:lnTo>
                      <a:pt x="577" y="2014"/>
                    </a:lnTo>
                    <a:lnTo>
                      <a:pt x="585" y="2086"/>
                    </a:lnTo>
                    <a:lnTo>
                      <a:pt x="593" y="2158"/>
                    </a:lnTo>
                    <a:lnTo>
                      <a:pt x="593" y="2230"/>
                    </a:lnTo>
                    <a:lnTo>
                      <a:pt x="601" y="2294"/>
                    </a:lnTo>
                    <a:lnTo>
                      <a:pt x="601" y="2366"/>
                    </a:lnTo>
                    <a:lnTo>
                      <a:pt x="609" y="2430"/>
                    </a:lnTo>
                    <a:lnTo>
                      <a:pt x="617" y="2502"/>
                    </a:lnTo>
                    <a:lnTo>
                      <a:pt x="617" y="2565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43" name="Freeform 79"/>
              <p:cNvSpPr>
                <a:spLocks/>
              </p:cNvSpPr>
              <p:nvPr/>
            </p:nvSpPr>
            <p:spPr bwMode="auto">
              <a:xfrm>
                <a:off x="1830" y="191"/>
                <a:ext cx="625" cy="3748"/>
              </a:xfrm>
              <a:custGeom>
                <a:avLst/>
                <a:gdLst/>
                <a:ahLst/>
                <a:cxnLst>
                  <a:cxn ang="0">
                    <a:pos x="8" y="2693"/>
                  </a:cxn>
                  <a:cxn ang="0">
                    <a:pos x="24" y="2877"/>
                  </a:cxn>
                  <a:cxn ang="0">
                    <a:pos x="40" y="3053"/>
                  </a:cxn>
                  <a:cxn ang="0">
                    <a:pos x="56" y="3213"/>
                  </a:cxn>
                  <a:cxn ang="0">
                    <a:pos x="72" y="3349"/>
                  </a:cxn>
                  <a:cxn ang="0">
                    <a:pos x="80" y="3469"/>
                  </a:cxn>
                  <a:cxn ang="0">
                    <a:pos x="96" y="3573"/>
                  </a:cxn>
                  <a:cxn ang="0">
                    <a:pos x="112" y="3653"/>
                  </a:cxn>
                  <a:cxn ang="0">
                    <a:pos x="128" y="3708"/>
                  </a:cxn>
                  <a:cxn ang="0">
                    <a:pos x="136" y="3740"/>
                  </a:cxn>
                  <a:cxn ang="0">
                    <a:pos x="160" y="3748"/>
                  </a:cxn>
                  <a:cxn ang="0">
                    <a:pos x="176" y="3716"/>
                  </a:cxn>
                  <a:cxn ang="0">
                    <a:pos x="192" y="3661"/>
                  </a:cxn>
                  <a:cxn ang="0">
                    <a:pos x="208" y="3581"/>
                  </a:cxn>
                  <a:cxn ang="0">
                    <a:pos x="224" y="3485"/>
                  </a:cxn>
                  <a:cxn ang="0">
                    <a:pos x="232" y="3365"/>
                  </a:cxn>
                  <a:cxn ang="0">
                    <a:pos x="248" y="3229"/>
                  </a:cxn>
                  <a:cxn ang="0">
                    <a:pos x="264" y="3069"/>
                  </a:cxn>
                  <a:cxn ang="0">
                    <a:pos x="280" y="2901"/>
                  </a:cxn>
                  <a:cxn ang="0">
                    <a:pos x="288" y="2717"/>
                  </a:cxn>
                  <a:cxn ang="0">
                    <a:pos x="304" y="2518"/>
                  </a:cxn>
                  <a:cxn ang="0">
                    <a:pos x="320" y="2318"/>
                  </a:cxn>
                  <a:cxn ang="0">
                    <a:pos x="336" y="2110"/>
                  </a:cxn>
                  <a:cxn ang="0">
                    <a:pos x="352" y="1894"/>
                  </a:cxn>
                  <a:cxn ang="0">
                    <a:pos x="360" y="1686"/>
                  </a:cxn>
                  <a:cxn ang="0">
                    <a:pos x="376" y="1478"/>
                  </a:cxn>
                  <a:cxn ang="0">
                    <a:pos x="392" y="1271"/>
                  </a:cxn>
                  <a:cxn ang="0">
                    <a:pos x="408" y="1071"/>
                  </a:cxn>
                  <a:cxn ang="0">
                    <a:pos x="424" y="887"/>
                  </a:cxn>
                  <a:cxn ang="0">
                    <a:pos x="432" y="711"/>
                  </a:cxn>
                  <a:cxn ang="0">
                    <a:pos x="448" y="551"/>
                  </a:cxn>
                  <a:cxn ang="0">
                    <a:pos x="464" y="415"/>
                  </a:cxn>
                  <a:cxn ang="0">
                    <a:pos x="480" y="287"/>
                  </a:cxn>
                  <a:cxn ang="0">
                    <a:pos x="488" y="184"/>
                  </a:cxn>
                  <a:cxn ang="0">
                    <a:pos x="504" y="104"/>
                  </a:cxn>
                  <a:cxn ang="0">
                    <a:pos x="520" y="40"/>
                  </a:cxn>
                  <a:cxn ang="0">
                    <a:pos x="545" y="0"/>
                  </a:cxn>
                  <a:cxn ang="0">
                    <a:pos x="553" y="0"/>
                  </a:cxn>
                  <a:cxn ang="0">
                    <a:pos x="577" y="32"/>
                  </a:cxn>
                  <a:cxn ang="0">
                    <a:pos x="585" y="80"/>
                  </a:cxn>
                  <a:cxn ang="0">
                    <a:pos x="601" y="152"/>
                  </a:cxn>
                  <a:cxn ang="0">
                    <a:pos x="617" y="247"/>
                  </a:cxn>
                </a:cxnLst>
                <a:rect l="0" t="0" r="r" b="b"/>
                <a:pathLst>
                  <a:path w="625" h="3748">
                    <a:moveTo>
                      <a:pt x="0" y="2565"/>
                    </a:moveTo>
                    <a:lnTo>
                      <a:pt x="8" y="2629"/>
                    </a:lnTo>
                    <a:lnTo>
                      <a:pt x="8" y="2693"/>
                    </a:lnTo>
                    <a:lnTo>
                      <a:pt x="16" y="2757"/>
                    </a:lnTo>
                    <a:lnTo>
                      <a:pt x="24" y="2821"/>
                    </a:lnTo>
                    <a:lnTo>
                      <a:pt x="24" y="2877"/>
                    </a:lnTo>
                    <a:lnTo>
                      <a:pt x="32" y="2941"/>
                    </a:lnTo>
                    <a:lnTo>
                      <a:pt x="32" y="2997"/>
                    </a:lnTo>
                    <a:lnTo>
                      <a:pt x="40" y="3053"/>
                    </a:lnTo>
                    <a:lnTo>
                      <a:pt x="48" y="3109"/>
                    </a:lnTo>
                    <a:lnTo>
                      <a:pt x="48" y="3157"/>
                    </a:lnTo>
                    <a:lnTo>
                      <a:pt x="56" y="3213"/>
                    </a:lnTo>
                    <a:lnTo>
                      <a:pt x="56" y="3261"/>
                    </a:lnTo>
                    <a:lnTo>
                      <a:pt x="64" y="3309"/>
                    </a:lnTo>
                    <a:lnTo>
                      <a:pt x="72" y="3349"/>
                    </a:lnTo>
                    <a:lnTo>
                      <a:pt x="72" y="3397"/>
                    </a:lnTo>
                    <a:lnTo>
                      <a:pt x="80" y="3437"/>
                    </a:lnTo>
                    <a:lnTo>
                      <a:pt x="80" y="3469"/>
                    </a:lnTo>
                    <a:lnTo>
                      <a:pt x="88" y="3509"/>
                    </a:lnTo>
                    <a:lnTo>
                      <a:pt x="96" y="3541"/>
                    </a:lnTo>
                    <a:lnTo>
                      <a:pt x="96" y="3573"/>
                    </a:lnTo>
                    <a:lnTo>
                      <a:pt x="104" y="3605"/>
                    </a:lnTo>
                    <a:lnTo>
                      <a:pt x="104" y="3629"/>
                    </a:lnTo>
                    <a:lnTo>
                      <a:pt x="112" y="3653"/>
                    </a:lnTo>
                    <a:lnTo>
                      <a:pt x="112" y="3677"/>
                    </a:lnTo>
                    <a:lnTo>
                      <a:pt x="120" y="3692"/>
                    </a:lnTo>
                    <a:lnTo>
                      <a:pt x="128" y="3708"/>
                    </a:lnTo>
                    <a:lnTo>
                      <a:pt x="128" y="3724"/>
                    </a:lnTo>
                    <a:lnTo>
                      <a:pt x="136" y="3732"/>
                    </a:lnTo>
                    <a:lnTo>
                      <a:pt x="136" y="3740"/>
                    </a:lnTo>
                    <a:lnTo>
                      <a:pt x="144" y="3748"/>
                    </a:lnTo>
                    <a:lnTo>
                      <a:pt x="152" y="3748"/>
                    </a:lnTo>
                    <a:lnTo>
                      <a:pt x="160" y="3748"/>
                    </a:lnTo>
                    <a:lnTo>
                      <a:pt x="168" y="3740"/>
                    </a:lnTo>
                    <a:lnTo>
                      <a:pt x="176" y="3724"/>
                    </a:lnTo>
                    <a:lnTo>
                      <a:pt x="176" y="3716"/>
                    </a:lnTo>
                    <a:lnTo>
                      <a:pt x="184" y="3700"/>
                    </a:lnTo>
                    <a:lnTo>
                      <a:pt x="184" y="3685"/>
                    </a:lnTo>
                    <a:lnTo>
                      <a:pt x="192" y="3661"/>
                    </a:lnTo>
                    <a:lnTo>
                      <a:pt x="200" y="3637"/>
                    </a:lnTo>
                    <a:lnTo>
                      <a:pt x="200" y="3613"/>
                    </a:lnTo>
                    <a:lnTo>
                      <a:pt x="208" y="3581"/>
                    </a:lnTo>
                    <a:lnTo>
                      <a:pt x="208" y="3557"/>
                    </a:lnTo>
                    <a:lnTo>
                      <a:pt x="216" y="3517"/>
                    </a:lnTo>
                    <a:lnTo>
                      <a:pt x="224" y="3485"/>
                    </a:lnTo>
                    <a:lnTo>
                      <a:pt x="224" y="3445"/>
                    </a:lnTo>
                    <a:lnTo>
                      <a:pt x="232" y="3405"/>
                    </a:lnTo>
                    <a:lnTo>
                      <a:pt x="232" y="3365"/>
                    </a:lnTo>
                    <a:lnTo>
                      <a:pt x="240" y="3325"/>
                    </a:lnTo>
                    <a:lnTo>
                      <a:pt x="248" y="3277"/>
                    </a:lnTo>
                    <a:lnTo>
                      <a:pt x="248" y="3229"/>
                    </a:lnTo>
                    <a:lnTo>
                      <a:pt x="256" y="3181"/>
                    </a:lnTo>
                    <a:lnTo>
                      <a:pt x="256" y="3125"/>
                    </a:lnTo>
                    <a:lnTo>
                      <a:pt x="264" y="3069"/>
                    </a:lnTo>
                    <a:lnTo>
                      <a:pt x="272" y="3013"/>
                    </a:lnTo>
                    <a:lnTo>
                      <a:pt x="272" y="2957"/>
                    </a:lnTo>
                    <a:lnTo>
                      <a:pt x="280" y="2901"/>
                    </a:lnTo>
                    <a:lnTo>
                      <a:pt x="280" y="2837"/>
                    </a:lnTo>
                    <a:lnTo>
                      <a:pt x="288" y="2781"/>
                    </a:lnTo>
                    <a:lnTo>
                      <a:pt x="288" y="2717"/>
                    </a:lnTo>
                    <a:lnTo>
                      <a:pt x="296" y="2653"/>
                    </a:lnTo>
                    <a:lnTo>
                      <a:pt x="304" y="2589"/>
                    </a:lnTo>
                    <a:lnTo>
                      <a:pt x="304" y="2518"/>
                    </a:lnTo>
                    <a:lnTo>
                      <a:pt x="312" y="2454"/>
                    </a:lnTo>
                    <a:lnTo>
                      <a:pt x="312" y="2390"/>
                    </a:lnTo>
                    <a:lnTo>
                      <a:pt x="320" y="2318"/>
                    </a:lnTo>
                    <a:lnTo>
                      <a:pt x="328" y="2246"/>
                    </a:lnTo>
                    <a:lnTo>
                      <a:pt x="328" y="2182"/>
                    </a:lnTo>
                    <a:lnTo>
                      <a:pt x="336" y="2110"/>
                    </a:lnTo>
                    <a:lnTo>
                      <a:pt x="336" y="2038"/>
                    </a:lnTo>
                    <a:lnTo>
                      <a:pt x="344" y="1966"/>
                    </a:lnTo>
                    <a:lnTo>
                      <a:pt x="352" y="1894"/>
                    </a:lnTo>
                    <a:lnTo>
                      <a:pt x="352" y="1830"/>
                    </a:lnTo>
                    <a:lnTo>
                      <a:pt x="360" y="1758"/>
                    </a:lnTo>
                    <a:lnTo>
                      <a:pt x="360" y="1686"/>
                    </a:lnTo>
                    <a:lnTo>
                      <a:pt x="368" y="1614"/>
                    </a:lnTo>
                    <a:lnTo>
                      <a:pt x="376" y="1542"/>
                    </a:lnTo>
                    <a:lnTo>
                      <a:pt x="376" y="1478"/>
                    </a:lnTo>
                    <a:lnTo>
                      <a:pt x="384" y="1406"/>
                    </a:lnTo>
                    <a:lnTo>
                      <a:pt x="384" y="1343"/>
                    </a:lnTo>
                    <a:lnTo>
                      <a:pt x="392" y="1271"/>
                    </a:lnTo>
                    <a:lnTo>
                      <a:pt x="400" y="1207"/>
                    </a:lnTo>
                    <a:lnTo>
                      <a:pt x="400" y="1143"/>
                    </a:lnTo>
                    <a:lnTo>
                      <a:pt x="408" y="1071"/>
                    </a:lnTo>
                    <a:lnTo>
                      <a:pt x="408" y="1007"/>
                    </a:lnTo>
                    <a:lnTo>
                      <a:pt x="416" y="951"/>
                    </a:lnTo>
                    <a:lnTo>
                      <a:pt x="424" y="887"/>
                    </a:lnTo>
                    <a:lnTo>
                      <a:pt x="424" y="831"/>
                    </a:lnTo>
                    <a:lnTo>
                      <a:pt x="432" y="767"/>
                    </a:lnTo>
                    <a:lnTo>
                      <a:pt x="432" y="711"/>
                    </a:lnTo>
                    <a:lnTo>
                      <a:pt x="440" y="655"/>
                    </a:lnTo>
                    <a:lnTo>
                      <a:pt x="448" y="607"/>
                    </a:lnTo>
                    <a:lnTo>
                      <a:pt x="448" y="551"/>
                    </a:lnTo>
                    <a:lnTo>
                      <a:pt x="456" y="503"/>
                    </a:lnTo>
                    <a:lnTo>
                      <a:pt x="456" y="455"/>
                    </a:lnTo>
                    <a:lnTo>
                      <a:pt x="464" y="415"/>
                    </a:lnTo>
                    <a:lnTo>
                      <a:pt x="472" y="367"/>
                    </a:lnTo>
                    <a:lnTo>
                      <a:pt x="472" y="327"/>
                    </a:lnTo>
                    <a:lnTo>
                      <a:pt x="480" y="287"/>
                    </a:lnTo>
                    <a:lnTo>
                      <a:pt x="480" y="247"/>
                    </a:lnTo>
                    <a:lnTo>
                      <a:pt x="488" y="216"/>
                    </a:lnTo>
                    <a:lnTo>
                      <a:pt x="488" y="184"/>
                    </a:lnTo>
                    <a:lnTo>
                      <a:pt x="496" y="152"/>
                    </a:lnTo>
                    <a:lnTo>
                      <a:pt x="504" y="128"/>
                    </a:lnTo>
                    <a:lnTo>
                      <a:pt x="504" y="104"/>
                    </a:lnTo>
                    <a:lnTo>
                      <a:pt x="512" y="80"/>
                    </a:lnTo>
                    <a:lnTo>
                      <a:pt x="512" y="64"/>
                    </a:lnTo>
                    <a:lnTo>
                      <a:pt x="520" y="40"/>
                    </a:lnTo>
                    <a:lnTo>
                      <a:pt x="529" y="32"/>
                    </a:lnTo>
                    <a:lnTo>
                      <a:pt x="529" y="16"/>
                    </a:lnTo>
                    <a:lnTo>
                      <a:pt x="545" y="0"/>
                    </a:lnTo>
                    <a:lnTo>
                      <a:pt x="537" y="0"/>
                    </a:lnTo>
                    <a:lnTo>
                      <a:pt x="545" y="0"/>
                    </a:lnTo>
                    <a:lnTo>
                      <a:pt x="553" y="0"/>
                    </a:lnTo>
                    <a:lnTo>
                      <a:pt x="561" y="8"/>
                    </a:lnTo>
                    <a:lnTo>
                      <a:pt x="569" y="16"/>
                    </a:lnTo>
                    <a:lnTo>
                      <a:pt x="577" y="32"/>
                    </a:lnTo>
                    <a:lnTo>
                      <a:pt x="577" y="40"/>
                    </a:lnTo>
                    <a:lnTo>
                      <a:pt x="585" y="64"/>
                    </a:lnTo>
                    <a:lnTo>
                      <a:pt x="585" y="80"/>
                    </a:lnTo>
                    <a:lnTo>
                      <a:pt x="593" y="104"/>
                    </a:lnTo>
                    <a:lnTo>
                      <a:pt x="601" y="128"/>
                    </a:lnTo>
                    <a:lnTo>
                      <a:pt x="601" y="152"/>
                    </a:lnTo>
                    <a:lnTo>
                      <a:pt x="609" y="184"/>
                    </a:lnTo>
                    <a:lnTo>
                      <a:pt x="609" y="216"/>
                    </a:lnTo>
                    <a:lnTo>
                      <a:pt x="617" y="247"/>
                    </a:lnTo>
                    <a:lnTo>
                      <a:pt x="625" y="287"/>
                    </a:lnTo>
                    <a:lnTo>
                      <a:pt x="625" y="327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44" name="Freeform 80"/>
              <p:cNvSpPr>
                <a:spLocks/>
              </p:cNvSpPr>
              <p:nvPr/>
            </p:nvSpPr>
            <p:spPr bwMode="auto">
              <a:xfrm>
                <a:off x="2455" y="518"/>
                <a:ext cx="616" cy="3421"/>
              </a:xfrm>
              <a:custGeom>
                <a:avLst/>
                <a:gdLst/>
                <a:ahLst/>
                <a:cxnLst>
                  <a:cxn ang="0">
                    <a:pos x="8" y="88"/>
                  </a:cxn>
                  <a:cxn ang="0">
                    <a:pos x="24" y="224"/>
                  </a:cxn>
                  <a:cxn ang="0">
                    <a:pos x="40" y="384"/>
                  </a:cxn>
                  <a:cxn ang="0">
                    <a:pos x="56" y="560"/>
                  </a:cxn>
                  <a:cxn ang="0">
                    <a:pos x="64" y="744"/>
                  </a:cxn>
                  <a:cxn ang="0">
                    <a:pos x="80" y="944"/>
                  </a:cxn>
                  <a:cxn ang="0">
                    <a:pos x="96" y="1151"/>
                  </a:cxn>
                  <a:cxn ang="0">
                    <a:pos x="112" y="1359"/>
                  </a:cxn>
                  <a:cxn ang="0">
                    <a:pos x="128" y="1567"/>
                  </a:cxn>
                  <a:cxn ang="0">
                    <a:pos x="136" y="1783"/>
                  </a:cxn>
                  <a:cxn ang="0">
                    <a:pos x="152" y="1991"/>
                  </a:cxn>
                  <a:cxn ang="0">
                    <a:pos x="168" y="2191"/>
                  </a:cxn>
                  <a:cxn ang="0">
                    <a:pos x="184" y="2390"/>
                  </a:cxn>
                  <a:cxn ang="0">
                    <a:pos x="200" y="2574"/>
                  </a:cxn>
                  <a:cxn ang="0">
                    <a:pos x="208" y="2742"/>
                  </a:cxn>
                  <a:cxn ang="0">
                    <a:pos x="224" y="2902"/>
                  </a:cxn>
                  <a:cxn ang="0">
                    <a:pos x="240" y="3038"/>
                  </a:cxn>
                  <a:cxn ang="0">
                    <a:pos x="256" y="3158"/>
                  </a:cxn>
                  <a:cxn ang="0">
                    <a:pos x="264" y="3254"/>
                  </a:cxn>
                  <a:cxn ang="0">
                    <a:pos x="280" y="3334"/>
                  </a:cxn>
                  <a:cxn ang="0">
                    <a:pos x="296" y="3389"/>
                  </a:cxn>
                  <a:cxn ang="0">
                    <a:pos x="312" y="3421"/>
                  </a:cxn>
                  <a:cxn ang="0">
                    <a:pos x="336" y="3413"/>
                  </a:cxn>
                  <a:cxn ang="0">
                    <a:pos x="352" y="3381"/>
                  </a:cxn>
                  <a:cxn ang="0">
                    <a:pos x="360" y="3326"/>
                  </a:cxn>
                  <a:cxn ang="0">
                    <a:pos x="376" y="3246"/>
                  </a:cxn>
                  <a:cxn ang="0">
                    <a:pos x="392" y="3142"/>
                  </a:cxn>
                  <a:cxn ang="0">
                    <a:pos x="408" y="3022"/>
                  </a:cxn>
                  <a:cxn ang="0">
                    <a:pos x="424" y="2886"/>
                  </a:cxn>
                  <a:cxn ang="0">
                    <a:pos x="432" y="2726"/>
                  </a:cxn>
                  <a:cxn ang="0">
                    <a:pos x="448" y="2550"/>
                  </a:cxn>
                  <a:cxn ang="0">
                    <a:pos x="464" y="2366"/>
                  </a:cxn>
                  <a:cxn ang="0">
                    <a:pos x="480" y="2175"/>
                  </a:cxn>
                  <a:cxn ang="0">
                    <a:pos x="488" y="1967"/>
                  </a:cxn>
                  <a:cxn ang="0">
                    <a:pos x="504" y="1759"/>
                  </a:cxn>
                  <a:cxn ang="0">
                    <a:pos x="520" y="1551"/>
                  </a:cxn>
                  <a:cxn ang="0">
                    <a:pos x="536" y="1335"/>
                  </a:cxn>
                  <a:cxn ang="0">
                    <a:pos x="552" y="1127"/>
                  </a:cxn>
                  <a:cxn ang="0">
                    <a:pos x="560" y="920"/>
                  </a:cxn>
                  <a:cxn ang="0">
                    <a:pos x="576" y="728"/>
                  </a:cxn>
                  <a:cxn ang="0">
                    <a:pos x="592" y="544"/>
                  </a:cxn>
                  <a:cxn ang="0">
                    <a:pos x="608" y="368"/>
                  </a:cxn>
                </a:cxnLst>
                <a:rect l="0" t="0" r="r" b="b"/>
                <a:pathLst>
                  <a:path w="616" h="3421">
                    <a:moveTo>
                      <a:pt x="0" y="0"/>
                    </a:moveTo>
                    <a:lnTo>
                      <a:pt x="8" y="40"/>
                    </a:lnTo>
                    <a:lnTo>
                      <a:pt x="8" y="88"/>
                    </a:lnTo>
                    <a:lnTo>
                      <a:pt x="16" y="128"/>
                    </a:lnTo>
                    <a:lnTo>
                      <a:pt x="24" y="176"/>
                    </a:lnTo>
                    <a:lnTo>
                      <a:pt x="24" y="224"/>
                    </a:lnTo>
                    <a:lnTo>
                      <a:pt x="32" y="280"/>
                    </a:lnTo>
                    <a:lnTo>
                      <a:pt x="32" y="328"/>
                    </a:lnTo>
                    <a:lnTo>
                      <a:pt x="40" y="384"/>
                    </a:lnTo>
                    <a:lnTo>
                      <a:pt x="48" y="440"/>
                    </a:lnTo>
                    <a:lnTo>
                      <a:pt x="48" y="504"/>
                    </a:lnTo>
                    <a:lnTo>
                      <a:pt x="56" y="560"/>
                    </a:lnTo>
                    <a:lnTo>
                      <a:pt x="56" y="624"/>
                    </a:lnTo>
                    <a:lnTo>
                      <a:pt x="64" y="680"/>
                    </a:lnTo>
                    <a:lnTo>
                      <a:pt x="64" y="744"/>
                    </a:lnTo>
                    <a:lnTo>
                      <a:pt x="72" y="816"/>
                    </a:lnTo>
                    <a:lnTo>
                      <a:pt x="80" y="880"/>
                    </a:lnTo>
                    <a:lnTo>
                      <a:pt x="80" y="944"/>
                    </a:lnTo>
                    <a:lnTo>
                      <a:pt x="88" y="1016"/>
                    </a:lnTo>
                    <a:lnTo>
                      <a:pt x="88" y="1079"/>
                    </a:lnTo>
                    <a:lnTo>
                      <a:pt x="96" y="1151"/>
                    </a:lnTo>
                    <a:lnTo>
                      <a:pt x="104" y="1215"/>
                    </a:lnTo>
                    <a:lnTo>
                      <a:pt x="104" y="1287"/>
                    </a:lnTo>
                    <a:lnTo>
                      <a:pt x="112" y="1359"/>
                    </a:lnTo>
                    <a:lnTo>
                      <a:pt x="112" y="1431"/>
                    </a:lnTo>
                    <a:lnTo>
                      <a:pt x="120" y="1503"/>
                    </a:lnTo>
                    <a:lnTo>
                      <a:pt x="128" y="1567"/>
                    </a:lnTo>
                    <a:lnTo>
                      <a:pt x="128" y="1639"/>
                    </a:lnTo>
                    <a:lnTo>
                      <a:pt x="136" y="1711"/>
                    </a:lnTo>
                    <a:lnTo>
                      <a:pt x="136" y="1783"/>
                    </a:lnTo>
                    <a:lnTo>
                      <a:pt x="144" y="1855"/>
                    </a:lnTo>
                    <a:lnTo>
                      <a:pt x="152" y="1919"/>
                    </a:lnTo>
                    <a:lnTo>
                      <a:pt x="152" y="1991"/>
                    </a:lnTo>
                    <a:lnTo>
                      <a:pt x="160" y="2063"/>
                    </a:lnTo>
                    <a:lnTo>
                      <a:pt x="160" y="2127"/>
                    </a:lnTo>
                    <a:lnTo>
                      <a:pt x="168" y="2191"/>
                    </a:lnTo>
                    <a:lnTo>
                      <a:pt x="176" y="2262"/>
                    </a:lnTo>
                    <a:lnTo>
                      <a:pt x="176" y="2326"/>
                    </a:lnTo>
                    <a:lnTo>
                      <a:pt x="184" y="2390"/>
                    </a:lnTo>
                    <a:lnTo>
                      <a:pt x="184" y="2454"/>
                    </a:lnTo>
                    <a:lnTo>
                      <a:pt x="192" y="2510"/>
                    </a:lnTo>
                    <a:lnTo>
                      <a:pt x="200" y="2574"/>
                    </a:lnTo>
                    <a:lnTo>
                      <a:pt x="200" y="2630"/>
                    </a:lnTo>
                    <a:lnTo>
                      <a:pt x="208" y="2686"/>
                    </a:lnTo>
                    <a:lnTo>
                      <a:pt x="208" y="2742"/>
                    </a:lnTo>
                    <a:lnTo>
                      <a:pt x="216" y="2798"/>
                    </a:lnTo>
                    <a:lnTo>
                      <a:pt x="224" y="2854"/>
                    </a:lnTo>
                    <a:lnTo>
                      <a:pt x="224" y="2902"/>
                    </a:lnTo>
                    <a:lnTo>
                      <a:pt x="232" y="2950"/>
                    </a:lnTo>
                    <a:lnTo>
                      <a:pt x="232" y="2998"/>
                    </a:lnTo>
                    <a:lnTo>
                      <a:pt x="240" y="3038"/>
                    </a:lnTo>
                    <a:lnTo>
                      <a:pt x="240" y="3078"/>
                    </a:lnTo>
                    <a:lnTo>
                      <a:pt x="248" y="3118"/>
                    </a:lnTo>
                    <a:lnTo>
                      <a:pt x="256" y="3158"/>
                    </a:lnTo>
                    <a:lnTo>
                      <a:pt x="256" y="3190"/>
                    </a:lnTo>
                    <a:lnTo>
                      <a:pt x="264" y="3230"/>
                    </a:lnTo>
                    <a:lnTo>
                      <a:pt x="264" y="3254"/>
                    </a:lnTo>
                    <a:lnTo>
                      <a:pt x="272" y="3286"/>
                    </a:lnTo>
                    <a:lnTo>
                      <a:pt x="280" y="3310"/>
                    </a:lnTo>
                    <a:lnTo>
                      <a:pt x="280" y="3334"/>
                    </a:lnTo>
                    <a:lnTo>
                      <a:pt x="288" y="3358"/>
                    </a:lnTo>
                    <a:lnTo>
                      <a:pt x="288" y="3373"/>
                    </a:lnTo>
                    <a:lnTo>
                      <a:pt x="296" y="3389"/>
                    </a:lnTo>
                    <a:lnTo>
                      <a:pt x="304" y="3397"/>
                    </a:lnTo>
                    <a:lnTo>
                      <a:pt x="304" y="3413"/>
                    </a:lnTo>
                    <a:lnTo>
                      <a:pt x="312" y="3421"/>
                    </a:lnTo>
                    <a:lnTo>
                      <a:pt x="320" y="3421"/>
                    </a:lnTo>
                    <a:lnTo>
                      <a:pt x="328" y="3421"/>
                    </a:lnTo>
                    <a:lnTo>
                      <a:pt x="336" y="3413"/>
                    </a:lnTo>
                    <a:lnTo>
                      <a:pt x="336" y="3405"/>
                    </a:lnTo>
                    <a:lnTo>
                      <a:pt x="344" y="3397"/>
                    </a:lnTo>
                    <a:lnTo>
                      <a:pt x="352" y="3381"/>
                    </a:lnTo>
                    <a:lnTo>
                      <a:pt x="352" y="3365"/>
                    </a:lnTo>
                    <a:lnTo>
                      <a:pt x="360" y="3350"/>
                    </a:lnTo>
                    <a:lnTo>
                      <a:pt x="360" y="3326"/>
                    </a:lnTo>
                    <a:lnTo>
                      <a:pt x="368" y="3302"/>
                    </a:lnTo>
                    <a:lnTo>
                      <a:pt x="376" y="3278"/>
                    </a:lnTo>
                    <a:lnTo>
                      <a:pt x="376" y="3246"/>
                    </a:lnTo>
                    <a:lnTo>
                      <a:pt x="384" y="3214"/>
                    </a:lnTo>
                    <a:lnTo>
                      <a:pt x="384" y="3182"/>
                    </a:lnTo>
                    <a:lnTo>
                      <a:pt x="392" y="3142"/>
                    </a:lnTo>
                    <a:lnTo>
                      <a:pt x="400" y="3110"/>
                    </a:lnTo>
                    <a:lnTo>
                      <a:pt x="400" y="3070"/>
                    </a:lnTo>
                    <a:lnTo>
                      <a:pt x="408" y="3022"/>
                    </a:lnTo>
                    <a:lnTo>
                      <a:pt x="408" y="2982"/>
                    </a:lnTo>
                    <a:lnTo>
                      <a:pt x="416" y="2934"/>
                    </a:lnTo>
                    <a:lnTo>
                      <a:pt x="424" y="2886"/>
                    </a:lnTo>
                    <a:lnTo>
                      <a:pt x="424" y="2830"/>
                    </a:lnTo>
                    <a:lnTo>
                      <a:pt x="432" y="2782"/>
                    </a:lnTo>
                    <a:lnTo>
                      <a:pt x="432" y="2726"/>
                    </a:lnTo>
                    <a:lnTo>
                      <a:pt x="440" y="2670"/>
                    </a:lnTo>
                    <a:lnTo>
                      <a:pt x="440" y="2614"/>
                    </a:lnTo>
                    <a:lnTo>
                      <a:pt x="448" y="2550"/>
                    </a:lnTo>
                    <a:lnTo>
                      <a:pt x="456" y="2494"/>
                    </a:lnTo>
                    <a:lnTo>
                      <a:pt x="456" y="2430"/>
                    </a:lnTo>
                    <a:lnTo>
                      <a:pt x="464" y="2366"/>
                    </a:lnTo>
                    <a:lnTo>
                      <a:pt x="464" y="2302"/>
                    </a:lnTo>
                    <a:lnTo>
                      <a:pt x="472" y="2238"/>
                    </a:lnTo>
                    <a:lnTo>
                      <a:pt x="480" y="2175"/>
                    </a:lnTo>
                    <a:lnTo>
                      <a:pt x="480" y="2103"/>
                    </a:lnTo>
                    <a:lnTo>
                      <a:pt x="488" y="2039"/>
                    </a:lnTo>
                    <a:lnTo>
                      <a:pt x="488" y="1967"/>
                    </a:lnTo>
                    <a:lnTo>
                      <a:pt x="496" y="1903"/>
                    </a:lnTo>
                    <a:lnTo>
                      <a:pt x="504" y="1831"/>
                    </a:lnTo>
                    <a:lnTo>
                      <a:pt x="504" y="1759"/>
                    </a:lnTo>
                    <a:lnTo>
                      <a:pt x="512" y="1687"/>
                    </a:lnTo>
                    <a:lnTo>
                      <a:pt x="512" y="1615"/>
                    </a:lnTo>
                    <a:lnTo>
                      <a:pt x="520" y="1551"/>
                    </a:lnTo>
                    <a:lnTo>
                      <a:pt x="528" y="1479"/>
                    </a:lnTo>
                    <a:lnTo>
                      <a:pt x="528" y="1407"/>
                    </a:lnTo>
                    <a:lnTo>
                      <a:pt x="536" y="1335"/>
                    </a:lnTo>
                    <a:lnTo>
                      <a:pt x="536" y="1263"/>
                    </a:lnTo>
                    <a:lnTo>
                      <a:pt x="544" y="1191"/>
                    </a:lnTo>
                    <a:lnTo>
                      <a:pt x="552" y="1127"/>
                    </a:lnTo>
                    <a:lnTo>
                      <a:pt x="552" y="1056"/>
                    </a:lnTo>
                    <a:lnTo>
                      <a:pt x="560" y="992"/>
                    </a:lnTo>
                    <a:lnTo>
                      <a:pt x="560" y="920"/>
                    </a:lnTo>
                    <a:lnTo>
                      <a:pt x="568" y="856"/>
                    </a:lnTo>
                    <a:lnTo>
                      <a:pt x="576" y="792"/>
                    </a:lnTo>
                    <a:lnTo>
                      <a:pt x="576" y="728"/>
                    </a:lnTo>
                    <a:lnTo>
                      <a:pt x="584" y="664"/>
                    </a:lnTo>
                    <a:lnTo>
                      <a:pt x="584" y="600"/>
                    </a:lnTo>
                    <a:lnTo>
                      <a:pt x="592" y="544"/>
                    </a:lnTo>
                    <a:lnTo>
                      <a:pt x="600" y="480"/>
                    </a:lnTo>
                    <a:lnTo>
                      <a:pt x="600" y="424"/>
                    </a:lnTo>
                    <a:lnTo>
                      <a:pt x="608" y="368"/>
                    </a:lnTo>
                    <a:lnTo>
                      <a:pt x="608" y="312"/>
                    </a:lnTo>
                    <a:lnTo>
                      <a:pt x="616" y="264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45" name="Freeform 81"/>
              <p:cNvSpPr>
                <a:spLocks/>
              </p:cNvSpPr>
              <p:nvPr/>
            </p:nvSpPr>
            <p:spPr bwMode="auto">
              <a:xfrm>
                <a:off x="3071" y="191"/>
                <a:ext cx="625" cy="3756"/>
              </a:xfrm>
              <a:custGeom>
                <a:avLst/>
                <a:gdLst/>
                <a:ahLst/>
                <a:cxnLst>
                  <a:cxn ang="0">
                    <a:pos x="8" y="487"/>
                  </a:cxn>
                  <a:cxn ang="0">
                    <a:pos x="24" y="351"/>
                  </a:cxn>
                  <a:cxn ang="0">
                    <a:pos x="40" y="239"/>
                  </a:cxn>
                  <a:cxn ang="0">
                    <a:pos x="48" y="144"/>
                  </a:cxn>
                  <a:cxn ang="0">
                    <a:pos x="64" y="72"/>
                  </a:cxn>
                  <a:cxn ang="0">
                    <a:pos x="80" y="24"/>
                  </a:cxn>
                  <a:cxn ang="0">
                    <a:pos x="96" y="0"/>
                  </a:cxn>
                  <a:cxn ang="0">
                    <a:pos x="120" y="8"/>
                  </a:cxn>
                  <a:cxn ang="0">
                    <a:pos x="136" y="48"/>
                  </a:cxn>
                  <a:cxn ang="0">
                    <a:pos x="144" y="112"/>
                  </a:cxn>
                  <a:cxn ang="0">
                    <a:pos x="160" y="192"/>
                  </a:cxn>
                  <a:cxn ang="0">
                    <a:pos x="176" y="303"/>
                  </a:cxn>
                  <a:cxn ang="0">
                    <a:pos x="192" y="423"/>
                  </a:cxn>
                  <a:cxn ang="0">
                    <a:pos x="200" y="567"/>
                  </a:cxn>
                  <a:cxn ang="0">
                    <a:pos x="216" y="735"/>
                  </a:cxn>
                  <a:cxn ang="0">
                    <a:pos x="232" y="911"/>
                  </a:cxn>
                  <a:cxn ang="0">
                    <a:pos x="248" y="1095"/>
                  </a:cxn>
                  <a:cxn ang="0">
                    <a:pos x="264" y="1295"/>
                  </a:cxn>
                  <a:cxn ang="0">
                    <a:pos x="272" y="1502"/>
                  </a:cxn>
                  <a:cxn ang="0">
                    <a:pos x="288" y="1710"/>
                  </a:cxn>
                  <a:cxn ang="0">
                    <a:pos x="304" y="1918"/>
                  </a:cxn>
                  <a:cxn ang="0">
                    <a:pos x="321" y="2134"/>
                  </a:cxn>
                  <a:cxn ang="0">
                    <a:pos x="337" y="2342"/>
                  </a:cxn>
                  <a:cxn ang="0">
                    <a:pos x="345" y="2541"/>
                  </a:cxn>
                  <a:cxn ang="0">
                    <a:pos x="361" y="2741"/>
                  </a:cxn>
                  <a:cxn ang="0">
                    <a:pos x="377" y="2917"/>
                  </a:cxn>
                  <a:cxn ang="0">
                    <a:pos x="393" y="3093"/>
                  </a:cxn>
                  <a:cxn ang="0">
                    <a:pos x="401" y="3245"/>
                  </a:cxn>
                  <a:cxn ang="0">
                    <a:pos x="417" y="3381"/>
                  </a:cxn>
                  <a:cxn ang="0">
                    <a:pos x="433" y="3501"/>
                  </a:cxn>
                  <a:cxn ang="0">
                    <a:pos x="449" y="3597"/>
                  </a:cxn>
                  <a:cxn ang="0">
                    <a:pos x="465" y="3669"/>
                  </a:cxn>
                  <a:cxn ang="0">
                    <a:pos x="473" y="3716"/>
                  </a:cxn>
                  <a:cxn ang="0">
                    <a:pos x="497" y="3756"/>
                  </a:cxn>
                  <a:cxn ang="0">
                    <a:pos x="521" y="3732"/>
                  </a:cxn>
                  <a:cxn ang="0">
                    <a:pos x="537" y="3685"/>
                  </a:cxn>
                  <a:cxn ang="0">
                    <a:pos x="545" y="3621"/>
                  </a:cxn>
                  <a:cxn ang="0">
                    <a:pos x="561" y="3533"/>
                  </a:cxn>
                  <a:cxn ang="0">
                    <a:pos x="577" y="3421"/>
                  </a:cxn>
                  <a:cxn ang="0">
                    <a:pos x="593" y="3293"/>
                  </a:cxn>
                  <a:cxn ang="0">
                    <a:pos x="601" y="3141"/>
                  </a:cxn>
                  <a:cxn ang="0">
                    <a:pos x="617" y="2981"/>
                  </a:cxn>
                </a:cxnLst>
                <a:rect l="0" t="0" r="r" b="b"/>
                <a:pathLst>
                  <a:path w="625" h="3756">
                    <a:moveTo>
                      <a:pt x="0" y="591"/>
                    </a:moveTo>
                    <a:lnTo>
                      <a:pt x="0" y="535"/>
                    </a:lnTo>
                    <a:lnTo>
                      <a:pt x="8" y="487"/>
                    </a:lnTo>
                    <a:lnTo>
                      <a:pt x="16" y="439"/>
                    </a:lnTo>
                    <a:lnTo>
                      <a:pt x="16" y="399"/>
                    </a:lnTo>
                    <a:lnTo>
                      <a:pt x="24" y="351"/>
                    </a:lnTo>
                    <a:lnTo>
                      <a:pt x="24" y="311"/>
                    </a:lnTo>
                    <a:lnTo>
                      <a:pt x="32" y="279"/>
                    </a:lnTo>
                    <a:lnTo>
                      <a:pt x="40" y="239"/>
                    </a:lnTo>
                    <a:lnTo>
                      <a:pt x="40" y="208"/>
                    </a:lnTo>
                    <a:lnTo>
                      <a:pt x="48" y="176"/>
                    </a:lnTo>
                    <a:lnTo>
                      <a:pt x="48" y="144"/>
                    </a:lnTo>
                    <a:lnTo>
                      <a:pt x="56" y="120"/>
                    </a:lnTo>
                    <a:lnTo>
                      <a:pt x="64" y="96"/>
                    </a:lnTo>
                    <a:lnTo>
                      <a:pt x="64" y="72"/>
                    </a:lnTo>
                    <a:lnTo>
                      <a:pt x="72" y="56"/>
                    </a:lnTo>
                    <a:lnTo>
                      <a:pt x="72" y="40"/>
                    </a:lnTo>
                    <a:lnTo>
                      <a:pt x="80" y="24"/>
                    </a:lnTo>
                    <a:lnTo>
                      <a:pt x="88" y="16"/>
                    </a:lnTo>
                    <a:lnTo>
                      <a:pt x="88" y="8"/>
                    </a:lnTo>
                    <a:lnTo>
                      <a:pt x="96" y="0"/>
                    </a:lnTo>
                    <a:lnTo>
                      <a:pt x="104" y="0"/>
                    </a:lnTo>
                    <a:lnTo>
                      <a:pt x="112" y="0"/>
                    </a:lnTo>
                    <a:lnTo>
                      <a:pt x="120" y="8"/>
                    </a:lnTo>
                    <a:lnTo>
                      <a:pt x="120" y="24"/>
                    </a:lnTo>
                    <a:lnTo>
                      <a:pt x="128" y="32"/>
                    </a:lnTo>
                    <a:lnTo>
                      <a:pt x="136" y="48"/>
                    </a:lnTo>
                    <a:lnTo>
                      <a:pt x="136" y="64"/>
                    </a:lnTo>
                    <a:lnTo>
                      <a:pt x="144" y="88"/>
                    </a:lnTo>
                    <a:lnTo>
                      <a:pt x="144" y="112"/>
                    </a:lnTo>
                    <a:lnTo>
                      <a:pt x="152" y="136"/>
                    </a:lnTo>
                    <a:lnTo>
                      <a:pt x="160" y="168"/>
                    </a:lnTo>
                    <a:lnTo>
                      <a:pt x="160" y="192"/>
                    </a:lnTo>
                    <a:lnTo>
                      <a:pt x="168" y="232"/>
                    </a:lnTo>
                    <a:lnTo>
                      <a:pt x="168" y="263"/>
                    </a:lnTo>
                    <a:lnTo>
                      <a:pt x="176" y="303"/>
                    </a:lnTo>
                    <a:lnTo>
                      <a:pt x="184" y="343"/>
                    </a:lnTo>
                    <a:lnTo>
                      <a:pt x="184" y="383"/>
                    </a:lnTo>
                    <a:lnTo>
                      <a:pt x="192" y="423"/>
                    </a:lnTo>
                    <a:lnTo>
                      <a:pt x="192" y="471"/>
                    </a:lnTo>
                    <a:lnTo>
                      <a:pt x="200" y="519"/>
                    </a:lnTo>
                    <a:lnTo>
                      <a:pt x="200" y="567"/>
                    </a:lnTo>
                    <a:lnTo>
                      <a:pt x="208" y="623"/>
                    </a:lnTo>
                    <a:lnTo>
                      <a:pt x="216" y="679"/>
                    </a:lnTo>
                    <a:lnTo>
                      <a:pt x="216" y="735"/>
                    </a:lnTo>
                    <a:lnTo>
                      <a:pt x="224" y="791"/>
                    </a:lnTo>
                    <a:lnTo>
                      <a:pt x="224" y="847"/>
                    </a:lnTo>
                    <a:lnTo>
                      <a:pt x="232" y="911"/>
                    </a:lnTo>
                    <a:lnTo>
                      <a:pt x="240" y="967"/>
                    </a:lnTo>
                    <a:lnTo>
                      <a:pt x="240" y="1031"/>
                    </a:lnTo>
                    <a:lnTo>
                      <a:pt x="248" y="1095"/>
                    </a:lnTo>
                    <a:lnTo>
                      <a:pt x="248" y="1159"/>
                    </a:lnTo>
                    <a:lnTo>
                      <a:pt x="256" y="1231"/>
                    </a:lnTo>
                    <a:lnTo>
                      <a:pt x="264" y="1295"/>
                    </a:lnTo>
                    <a:lnTo>
                      <a:pt x="264" y="1359"/>
                    </a:lnTo>
                    <a:lnTo>
                      <a:pt x="272" y="1430"/>
                    </a:lnTo>
                    <a:lnTo>
                      <a:pt x="272" y="1502"/>
                    </a:lnTo>
                    <a:lnTo>
                      <a:pt x="280" y="1566"/>
                    </a:lnTo>
                    <a:lnTo>
                      <a:pt x="288" y="1638"/>
                    </a:lnTo>
                    <a:lnTo>
                      <a:pt x="288" y="1710"/>
                    </a:lnTo>
                    <a:lnTo>
                      <a:pt x="296" y="1782"/>
                    </a:lnTo>
                    <a:lnTo>
                      <a:pt x="296" y="1854"/>
                    </a:lnTo>
                    <a:lnTo>
                      <a:pt x="304" y="1918"/>
                    </a:lnTo>
                    <a:lnTo>
                      <a:pt x="313" y="1990"/>
                    </a:lnTo>
                    <a:lnTo>
                      <a:pt x="313" y="2062"/>
                    </a:lnTo>
                    <a:lnTo>
                      <a:pt x="321" y="2134"/>
                    </a:lnTo>
                    <a:lnTo>
                      <a:pt x="321" y="2206"/>
                    </a:lnTo>
                    <a:lnTo>
                      <a:pt x="329" y="2270"/>
                    </a:lnTo>
                    <a:lnTo>
                      <a:pt x="337" y="2342"/>
                    </a:lnTo>
                    <a:lnTo>
                      <a:pt x="337" y="2406"/>
                    </a:lnTo>
                    <a:lnTo>
                      <a:pt x="345" y="2478"/>
                    </a:lnTo>
                    <a:lnTo>
                      <a:pt x="345" y="2541"/>
                    </a:lnTo>
                    <a:lnTo>
                      <a:pt x="353" y="2605"/>
                    </a:lnTo>
                    <a:lnTo>
                      <a:pt x="361" y="2677"/>
                    </a:lnTo>
                    <a:lnTo>
                      <a:pt x="361" y="2741"/>
                    </a:lnTo>
                    <a:lnTo>
                      <a:pt x="369" y="2797"/>
                    </a:lnTo>
                    <a:lnTo>
                      <a:pt x="369" y="2861"/>
                    </a:lnTo>
                    <a:lnTo>
                      <a:pt x="377" y="2917"/>
                    </a:lnTo>
                    <a:lnTo>
                      <a:pt x="385" y="2981"/>
                    </a:lnTo>
                    <a:lnTo>
                      <a:pt x="385" y="3037"/>
                    </a:lnTo>
                    <a:lnTo>
                      <a:pt x="393" y="3093"/>
                    </a:lnTo>
                    <a:lnTo>
                      <a:pt x="393" y="3141"/>
                    </a:lnTo>
                    <a:lnTo>
                      <a:pt x="401" y="3197"/>
                    </a:lnTo>
                    <a:lnTo>
                      <a:pt x="401" y="3245"/>
                    </a:lnTo>
                    <a:lnTo>
                      <a:pt x="409" y="3293"/>
                    </a:lnTo>
                    <a:lnTo>
                      <a:pt x="417" y="3333"/>
                    </a:lnTo>
                    <a:lnTo>
                      <a:pt x="417" y="3381"/>
                    </a:lnTo>
                    <a:lnTo>
                      <a:pt x="425" y="3421"/>
                    </a:lnTo>
                    <a:lnTo>
                      <a:pt x="425" y="3461"/>
                    </a:lnTo>
                    <a:lnTo>
                      <a:pt x="433" y="3501"/>
                    </a:lnTo>
                    <a:lnTo>
                      <a:pt x="441" y="3533"/>
                    </a:lnTo>
                    <a:lnTo>
                      <a:pt x="441" y="3565"/>
                    </a:lnTo>
                    <a:lnTo>
                      <a:pt x="449" y="3597"/>
                    </a:lnTo>
                    <a:lnTo>
                      <a:pt x="449" y="3621"/>
                    </a:lnTo>
                    <a:lnTo>
                      <a:pt x="457" y="3645"/>
                    </a:lnTo>
                    <a:lnTo>
                      <a:pt x="465" y="3669"/>
                    </a:lnTo>
                    <a:lnTo>
                      <a:pt x="465" y="3685"/>
                    </a:lnTo>
                    <a:lnTo>
                      <a:pt x="473" y="3708"/>
                    </a:lnTo>
                    <a:lnTo>
                      <a:pt x="473" y="3716"/>
                    </a:lnTo>
                    <a:lnTo>
                      <a:pt x="481" y="3732"/>
                    </a:lnTo>
                    <a:lnTo>
                      <a:pt x="497" y="3748"/>
                    </a:lnTo>
                    <a:lnTo>
                      <a:pt x="497" y="3756"/>
                    </a:lnTo>
                    <a:lnTo>
                      <a:pt x="505" y="3748"/>
                    </a:lnTo>
                    <a:lnTo>
                      <a:pt x="513" y="3740"/>
                    </a:lnTo>
                    <a:lnTo>
                      <a:pt x="521" y="3732"/>
                    </a:lnTo>
                    <a:lnTo>
                      <a:pt x="521" y="3716"/>
                    </a:lnTo>
                    <a:lnTo>
                      <a:pt x="529" y="3708"/>
                    </a:lnTo>
                    <a:lnTo>
                      <a:pt x="537" y="3685"/>
                    </a:lnTo>
                    <a:lnTo>
                      <a:pt x="537" y="3669"/>
                    </a:lnTo>
                    <a:lnTo>
                      <a:pt x="545" y="3645"/>
                    </a:lnTo>
                    <a:lnTo>
                      <a:pt x="545" y="3621"/>
                    </a:lnTo>
                    <a:lnTo>
                      <a:pt x="553" y="3597"/>
                    </a:lnTo>
                    <a:lnTo>
                      <a:pt x="561" y="3565"/>
                    </a:lnTo>
                    <a:lnTo>
                      <a:pt x="561" y="3533"/>
                    </a:lnTo>
                    <a:lnTo>
                      <a:pt x="569" y="3501"/>
                    </a:lnTo>
                    <a:lnTo>
                      <a:pt x="569" y="3461"/>
                    </a:lnTo>
                    <a:lnTo>
                      <a:pt x="577" y="3421"/>
                    </a:lnTo>
                    <a:lnTo>
                      <a:pt x="577" y="3381"/>
                    </a:lnTo>
                    <a:lnTo>
                      <a:pt x="585" y="3333"/>
                    </a:lnTo>
                    <a:lnTo>
                      <a:pt x="593" y="3293"/>
                    </a:lnTo>
                    <a:lnTo>
                      <a:pt x="593" y="3245"/>
                    </a:lnTo>
                    <a:lnTo>
                      <a:pt x="601" y="3197"/>
                    </a:lnTo>
                    <a:lnTo>
                      <a:pt x="601" y="3141"/>
                    </a:lnTo>
                    <a:lnTo>
                      <a:pt x="609" y="3093"/>
                    </a:lnTo>
                    <a:lnTo>
                      <a:pt x="617" y="3037"/>
                    </a:lnTo>
                    <a:lnTo>
                      <a:pt x="617" y="2981"/>
                    </a:lnTo>
                    <a:lnTo>
                      <a:pt x="625" y="2917"/>
                    </a:lnTo>
                    <a:lnTo>
                      <a:pt x="625" y="2861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46" name="Freeform 82"/>
              <p:cNvSpPr>
                <a:spLocks/>
              </p:cNvSpPr>
              <p:nvPr/>
            </p:nvSpPr>
            <p:spPr bwMode="auto">
              <a:xfrm>
                <a:off x="3696" y="191"/>
                <a:ext cx="616" cy="3605"/>
              </a:xfrm>
              <a:custGeom>
                <a:avLst/>
                <a:gdLst/>
                <a:ahLst/>
                <a:cxnLst>
                  <a:cxn ang="0">
                    <a:pos x="16" y="2741"/>
                  </a:cxn>
                  <a:cxn ang="0">
                    <a:pos x="24" y="2541"/>
                  </a:cxn>
                  <a:cxn ang="0">
                    <a:pos x="40" y="2342"/>
                  </a:cxn>
                  <a:cxn ang="0">
                    <a:pos x="56" y="2134"/>
                  </a:cxn>
                  <a:cxn ang="0">
                    <a:pos x="72" y="1918"/>
                  </a:cxn>
                  <a:cxn ang="0">
                    <a:pos x="88" y="1710"/>
                  </a:cxn>
                  <a:cxn ang="0">
                    <a:pos x="96" y="1502"/>
                  </a:cxn>
                  <a:cxn ang="0">
                    <a:pos x="112" y="1295"/>
                  </a:cxn>
                  <a:cxn ang="0">
                    <a:pos x="128" y="1095"/>
                  </a:cxn>
                  <a:cxn ang="0">
                    <a:pos x="144" y="911"/>
                  </a:cxn>
                  <a:cxn ang="0">
                    <a:pos x="152" y="735"/>
                  </a:cxn>
                  <a:cxn ang="0">
                    <a:pos x="168" y="567"/>
                  </a:cxn>
                  <a:cxn ang="0">
                    <a:pos x="184" y="423"/>
                  </a:cxn>
                  <a:cxn ang="0">
                    <a:pos x="200" y="303"/>
                  </a:cxn>
                  <a:cxn ang="0">
                    <a:pos x="216" y="192"/>
                  </a:cxn>
                  <a:cxn ang="0">
                    <a:pos x="224" y="112"/>
                  </a:cxn>
                  <a:cxn ang="0">
                    <a:pos x="240" y="48"/>
                  </a:cxn>
                  <a:cxn ang="0">
                    <a:pos x="256" y="8"/>
                  </a:cxn>
                  <a:cxn ang="0">
                    <a:pos x="280" y="0"/>
                  </a:cxn>
                  <a:cxn ang="0">
                    <a:pos x="296" y="24"/>
                  </a:cxn>
                  <a:cxn ang="0">
                    <a:pos x="312" y="72"/>
                  </a:cxn>
                  <a:cxn ang="0">
                    <a:pos x="320" y="144"/>
                  </a:cxn>
                  <a:cxn ang="0">
                    <a:pos x="336" y="239"/>
                  </a:cxn>
                  <a:cxn ang="0">
                    <a:pos x="352" y="351"/>
                  </a:cxn>
                  <a:cxn ang="0">
                    <a:pos x="368" y="487"/>
                  </a:cxn>
                  <a:cxn ang="0">
                    <a:pos x="376" y="639"/>
                  </a:cxn>
                  <a:cxn ang="0">
                    <a:pos x="392" y="807"/>
                  </a:cxn>
                  <a:cxn ang="0">
                    <a:pos x="408" y="991"/>
                  </a:cxn>
                  <a:cxn ang="0">
                    <a:pos x="424" y="1183"/>
                  </a:cxn>
                  <a:cxn ang="0">
                    <a:pos x="440" y="1383"/>
                  </a:cxn>
                  <a:cxn ang="0">
                    <a:pos x="448" y="1590"/>
                  </a:cxn>
                  <a:cxn ang="0">
                    <a:pos x="464" y="1806"/>
                  </a:cxn>
                  <a:cxn ang="0">
                    <a:pos x="480" y="2014"/>
                  </a:cxn>
                  <a:cxn ang="0">
                    <a:pos x="496" y="2230"/>
                  </a:cxn>
                  <a:cxn ang="0">
                    <a:pos x="512" y="2430"/>
                  </a:cxn>
                  <a:cxn ang="0">
                    <a:pos x="520" y="2629"/>
                  </a:cxn>
                  <a:cxn ang="0">
                    <a:pos x="536" y="2821"/>
                  </a:cxn>
                  <a:cxn ang="0">
                    <a:pos x="552" y="2997"/>
                  </a:cxn>
                  <a:cxn ang="0">
                    <a:pos x="568" y="3157"/>
                  </a:cxn>
                  <a:cxn ang="0">
                    <a:pos x="576" y="3309"/>
                  </a:cxn>
                  <a:cxn ang="0">
                    <a:pos x="592" y="3437"/>
                  </a:cxn>
                  <a:cxn ang="0">
                    <a:pos x="608" y="3541"/>
                  </a:cxn>
                </a:cxnLst>
                <a:rect l="0" t="0" r="r" b="b"/>
                <a:pathLst>
                  <a:path w="616" h="3605">
                    <a:moveTo>
                      <a:pt x="0" y="2861"/>
                    </a:moveTo>
                    <a:lnTo>
                      <a:pt x="8" y="2797"/>
                    </a:lnTo>
                    <a:lnTo>
                      <a:pt x="16" y="2741"/>
                    </a:lnTo>
                    <a:lnTo>
                      <a:pt x="16" y="2677"/>
                    </a:lnTo>
                    <a:lnTo>
                      <a:pt x="24" y="2605"/>
                    </a:lnTo>
                    <a:lnTo>
                      <a:pt x="24" y="2541"/>
                    </a:lnTo>
                    <a:lnTo>
                      <a:pt x="32" y="2478"/>
                    </a:lnTo>
                    <a:lnTo>
                      <a:pt x="40" y="2406"/>
                    </a:lnTo>
                    <a:lnTo>
                      <a:pt x="40" y="2342"/>
                    </a:lnTo>
                    <a:lnTo>
                      <a:pt x="48" y="2270"/>
                    </a:lnTo>
                    <a:lnTo>
                      <a:pt x="48" y="2206"/>
                    </a:lnTo>
                    <a:lnTo>
                      <a:pt x="56" y="2134"/>
                    </a:lnTo>
                    <a:lnTo>
                      <a:pt x="64" y="2062"/>
                    </a:lnTo>
                    <a:lnTo>
                      <a:pt x="64" y="1990"/>
                    </a:lnTo>
                    <a:lnTo>
                      <a:pt x="72" y="1918"/>
                    </a:lnTo>
                    <a:lnTo>
                      <a:pt x="72" y="1854"/>
                    </a:lnTo>
                    <a:lnTo>
                      <a:pt x="80" y="1782"/>
                    </a:lnTo>
                    <a:lnTo>
                      <a:pt x="88" y="1710"/>
                    </a:lnTo>
                    <a:lnTo>
                      <a:pt x="88" y="1638"/>
                    </a:lnTo>
                    <a:lnTo>
                      <a:pt x="96" y="1566"/>
                    </a:lnTo>
                    <a:lnTo>
                      <a:pt x="96" y="1502"/>
                    </a:lnTo>
                    <a:lnTo>
                      <a:pt x="104" y="1430"/>
                    </a:lnTo>
                    <a:lnTo>
                      <a:pt x="112" y="1359"/>
                    </a:lnTo>
                    <a:lnTo>
                      <a:pt x="112" y="1295"/>
                    </a:lnTo>
                    <a:lnTo>
                      <a:pt x="120" y="1231"/>
                    </a:lnTo>
                    <a:lnTo>
                      <a:pt x="120" y="1159"/>
                    </a:lnTo>
                    <a:lnTo>
                      <a:pt x="128" y="1095"/>
                    </a:lnTo>
                    <a:lnTo>
                      <a:pt x="136" y="1031"/>
                    </a:lnTo>
                    <a:lnTo>
                      <a:pt x="136" y="967"/>
                    </a:lnTo>
                    <a:lnTo>
                      <a:pt x="144" y="911"/>
                    </a:lnTo>
                    <a:lnTo>
                      <a:pt x="144" y="847"/>
                    </a:lnTo>
                    <a:lnTo>
                      <a:pt x="152" y="791"/>
                    </a:lnTo>
                    <a:lnTo>
                      <a:pt x="152" y="735"/>
                    </a:lnTo>
                    <a:lnTo>
                      <a:pt x="160" y="679"/>
                    </a:lnTo>
                    <a:lnTo>
                      <a:pt x="168" y="623"/>
                    </a:lnTo>
                    <a:lnTo>
                      <a:pt x="168" y="567"/>
                    </a:lnTo>
                    <a:lnTo>
                      <a:pt x="176" y="519"/>
                    </a:lnTo>
                    <a:lnTo>
                      <a:pt x="176" y="471"/>
                    </a:lnTo>
                    <a:lnTo>
                      <a:pt x="184" y="423"/>
                    </a:lnTo>
                    <a:lnTo>
                      <a:pt x="192" y="383"/>
                    </a:lnTo>
                    <a:lnTo>
                      <a:pt x="192" y="343"/>
                    </a:lnTo>
                    <a:lnTo>
                      <a:pt x="200" y="303"/>
                    </a:lnTo>
                    <a:lnTo>
                      <a:pt x="200" y="263"/>
                    </a:lnTo>
                    <a:lnTo>
                      <a:pt x="208" y="232"/>
                    </a:lnTo>
                    <a:lnTo>
                      <a:pt x="216" y="192"/>
                    </a:lnTo>
                    <a:lnTo>
                      <a:pt x="216" y="168"/>
                    </a:lnTo>
                    <a:lnTo>
                      <a:pt x="224" y="136"/>
                    </a:lnTo>
                    <a:lnTo>
                      <a:pt x="224" y="112"/>
                    </a:lnTo>
                    <a:lnTo>
                      <a:pt x="232" y="88"/>
                    </a:lnTo>
                    <a:lnTo>
                      <a:pt x="240" y="64"/>
                    </a:lnTo>
                    <a:lnTo>
                      <a:pt x="240" y="48"/>
                    </a:lnTo>
                    <a:lnTo>
                      <a:pt x="248" y="32"/>
                    </a:lnTo>
                    <a:lnTo>
                      <a:pt x="248" y="24"/>
                    </a:lnTo>
                    <a:lnTo>
                      <a:pt x="256" y="8"/>
                    </a:lnTo>
                    <a:lnTo>
                      <a:pt x="264" y="0"/>
                    </a:lnTo>
                    <a:lnTo>
                      <a:pt x="272" y="0"/>
                    </a:lnTo>
                    <a:lnTo>
                      <a:pt x="280" y="0"/>
                    </a:lnTo>
                    <a:lnTo>
                      <a:pt x="288" y="8"/>
                    </a:lnTo>
                    <a:lnTo>
                      <a:pt x="288" y="16"/>
                    </a:lnTo>
                    <a:lnTo>
                      <a:pt x="296" y="24"/>
                    </a:lnTo>
                    <a:lnTo>
                      <a:pt x="296" y="40"/>
                    </a:lnTo>
                    <a:lnTo>
                      <a:pt x="304" y="56"/>
                    </a:lnTo>
                    <a:lnTo>
                      <a:pt x="312" y="72"/>
                    </a:lnTo>
                    <a:lnTo>
                      <a:pt x="312" y="96"/>
                    </a:lnTo>
                    <a:lnTo>
                      <a:pt x="320" y="120"/>
                    </a:lnTo>
                    <a:lnTo>
                      <a:pt x="320" y="144"/>
                    </a:lnTo>
                    <a:lnTo>
                      <a:pt x="328" y="176"/>
                    </a:lnTo>
                    <a:lnTo>
                      <a:pt x="328" y="208"/>
                    </a:lnTo>
                    <a:lnTo>
                      <a:pt x="336" y="239"/>
                    </a:lnTo>
                    <a:lnTo>
                      <a:pt x="344" y="279"/>
                    </a:lnTo>
                    <a:lnTo>
                      <a:pt x="344" y="311"/>
                    </a:lnTo>
                    <a:lnTo>
                      <a:pt x="352" y="351"/>
                    </a:lnTo>
                    <a:lnTo>
                      <a:pt x="352" y="399"/>
                    </a:lnTo>
                    <a:lnTo>
                      <a:pt x="360" y="439"/>
                    </a:lnTo>
                    <a:lnTo>
                      <a:pt x="368" y="487"/>
                    </a:lnTo>
                    <a:lnTo>
                      <a:pt x="368" y="535"/>
                    </a:lnTo>
                    <a:lnTo>
                      <a:pt x="376" y="591"/>
                    </a:lnTo>
                    <a:lnTo>
                      <a:pt x="376" y="639"/>
                    </a:lnTo>
                    <a:lnTo>
                      <a:pt x="384" y="695"/>
                    </a:lnTo>
                    <a:lnTo>
                      <a:pt x="392" y="751"/>
                    </a:lnTo>
                    <a:lnTo>
                      <a:pt x="392" y="807"/>
                    </a:lnTo>
                    <a:lnTo>
                      <a:pt x="400" y="871"/>
                    </a:lnTo>
                    <a:lnTo>
                      <a:pt x="400" y="927"/>
                    </a:lnTo>
                    <a:lnTo>
                      <a:pt x="408" y="991"/>
                    </a:lnTo>
                    <a:lnTo>
                      <a:pt x="416" y="1055"/>
                    </a:lnTo>
                    <a:lnTo>
                      <a:pt x="416" y="1119"/>
                    </a:lnTo>
                    <a:lnTo>
                      <a:pt x="424" y="1183"/>
                    </a:lnTo>
                    <a:lnTo>
                      <a:pt x="424" y="1247"/>
                    </a:lnTo>
                    <a:lnTo>
                      <a:pt x="432" y="1319"/>
                    </a:lnTo>
                    <a:lnTo>
                      <a:pt x="440" y="1383"/>
                    </a:lnTo>
                    <a:lnTo>
                      <a:pt x="440" y="1454"/>
                    </a:lnTo>
                    <a:lnTo>
                      <a:pt x="448" y="1518"/>
                    </a:lnTo>
                    <a:lnTo>
                      <a:pt x="448" y="1590"/>
                    </a:lnTo>
                    <a:lnTo>
                      <a:pt x="456" y="1662"/>
                    </a:lnTo>
                    <a:lnTo>
                      <a:pt x="464" y="1734"/>
                    </a:lnTo>
                    <a:lnTo>
                      <a:pt x="464" y="1806"/>
                    </a:lnTo>
                    <a:lnTo>
                      <a:pt x="472" y="1870"/>
                    </a:lnTo>
                    <a:lnTo>
                      <a:pt x="472" y="1942"/>
                    </a:lnTo>
                    <a:lnTo>
                      <a:pt x="480" y="2014"/>
                    </a:lnTo>
                    <a:lnTo>
                      <a:pt x="488" y="2086"/>
                    </a:lnTo>
                    <a:lnTo>
                      <a:pt x="488" y="2158"/>
                    </a:lnTo>
                    <a:lnTo>
                      <a:pt x="496" y="2230"/>
                    </a:lnTo>
                    <a:lnTo>
                      <a:pt x="496" y="2294"/>
                    </a:lnTo>
                    <a:lnTo>
                      <a:pt x="504" y="2366"/>
                    </a:lnTo>
                    <a:lnTo>
                      <a:pt x="512" y="2430"/>
                    </a:lnTo>
                    <a:lnTo>
                      <a:pt x="512" y="2502"/>
                    </a:lnTo>
                    <a:lnTo>
                      <a:pt x="520" y="2565"/>
                    </a:lnTo>
                    <a:lnTo>
                      <a:pt x="520" y="2629"/>
                    </a:lnTo>
                    <a:lnTo>
                      <a:pt x="528" y="2693"/>
                    </a:lnTo>
                    <a:lnTo>
                      <a:pt x="528" y="2757"/>
                    </a:lnTo>
                    <a:lnTo>
                      <a:pt x="536" y="2821"/>
                    </a:lnTo>
                    <a:lnTo>
                      <a:pt x="544" y="2877"/>
                    </a:lnTo>
                    <a:lnTo>
                      <a:pt x="544" y="2941"/>
                    </a:lnTo>
                    <a:lnTo>
                      <a:pt x="552" y="2997"/>
                    </a:lnTo>
                    <a:lnTo>
                      <a:pt x="552" y="3053"/>
                    </a:lnTo>
                    <a:lnTo>
                      <a:pt x="560" y="3109"/>
                    </a:lnTo>
                    <a:lnTo>
                      <a:pt x="568" y="3157"/>
                    </a:lnTo>
                    <a:lnTo>
                      <a:pt x="568" y="3213"/>
                    </a:lnTo>
                    <a:lnTo>
                      <a:pt x="576" y="3261"/>
                    </a:lnTo>
                    <a:lnTo>
                      <a:pt x="576" y="3309"/>
                    </a:lnTo>
                    <a:lnTo>
                      <a:pt x="584" y="3349"/>
                    </a:lnTo>
                    <a:lnTo>
                      <a:pt x="592" y="3397"/>
                    </a:lnTo>
                    <a:lnTo>
                      <a:pt x="592" y="3437"/>
                    </a:lnTo>
                    <a:lnTo>
                      <a:pt x="600" y="3469"/>
                    </a:lnTo>
                    <a:lnTo>
                      <a:pt x="600" y="3509"/>
                    </a:lnTo>
                    <a:lnTo>
                      <a:pt x="608" y="3541"/>
                    </a:lnTo>
                    <a:lnTo>
                      <a:pt x="616" y="3573"/>
                    </a:lnTo>
                    <a:lnTo>
                      <a:pt x="616" y="3605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47" name="Freeform 83"/>
              <p:cNvSpPr>
                <a:spLocks/>
              </p:cNvSpPr>
              <p:nvPr/>
            </p:nvSpPr>
            <p:spPr bwMode="auto">
              <a:xfrm>
                <a:off x="4312" y="191"/>
                <a:ext cx="625" cy="3748"/>
              </a:xfrm>
              <a:custGeom>
                <a:avLst/>
                <a:gdLst/>
                <a:ahLst/>
                <a:cxnLst>
                  <a:cxn ang="0">
                    <a:pos x="8" y="3653"/>
                  </a:cxn>
                  <a:cxn ang="0">
                    <a:pos x="24" y="3708"/>
                  </a:cxn>
                  <a:cxn ang="0">
                    <a:pos x="40" y="3740"/>
                  </a:cxn>
                  <a:cxn ang="0">
                    <a:pos x="64" y="3748"/>
                  </a:cxn>
                  <a:cxn ang="0">
                    <a:pos x="80" y="3716"/>
                  </a:cxn>
                  <a:cxn ang="0">
                    <a:pos x="97" y="3661"/>
                  </a:cxn>
                  <a:cxn ang="0">
                    <a:pos x="105" y="3581"/>
                  </a:cxn>
                  <a:cxn ang="0">
                    <a:pos x="121" y="3485"/>
                  </a:cxn>
                  <a:cxn ang="0">
                    <a:pos x="137" y="3365"/>
                  </a:cxn>
                  <a:cxn ang="0">
                    <a:pos x="153" y="3229"/>
                  </a:cxn>
                  <a:cxn ang="0">
                    <a:pos x="161" y="3069"/>
                  </a:cxn>
                  <a:cxn ang="0">
                    <a:pos x="177" y="2901"/>
                  </a:cxn>
                  <a:cxn ang="0">
                    <a:pos x="193" y="2717"/>
                  </a:cxn>
                  <a:cxn ang="0">
                    <a:pos x="209" y="2518"/>
                  </a:cxn>
                  <a:cxn ang="0">
                    <a:pos x="225" y="2318"/>
                  </a:cxn>
                  <a:cxn ang="0">
                    <a:pos x="233" y="2110"/>
                  </a:cxn>
                  <a:cxn ang="0">
                    <a:pos x="249" y="1894"/>
                  </a:cxn>
                  <a:cxn ang="0">
                    <a:pos x="265" y="1686"/>
                  </a:cxn>
                  <a:cxn ang="0">
                    <a:pos x="281" y="1478"/>
                  </a:cxn>
                  <a:cxn ang="0">
                    <a:pos x="289" y="1271"/>
                  </a:cxn>
                  <a:cxn ang="0">
                    <a:pos x="305" y="1071"/>
                  </a:cxn>
                  <a:cxn ang="0">
                    <a:pos x="321" y="887"/>
                  </a:cxn>
                  <a:cxn ang="0">
                    <a:pos x="337" y="711"/>
                  </a:cxn>
                  <a:cxn ang="0">
                    <a:pos x="353" y="551"/>
                  </a:cxn>
                  <a:cxn ang="0">
                    <a:pos x="361" y="415"/>
                  </a:cxn>
                  <a:cxn ang="0">
                    <a:pos x="377" y="287"/>
                  </a:cxn>
                  <a:cxn ang="0">
                    <a:pos x="393" y="184"/>
                  </a:cxn>
                  <a:cxn ang="0">
                    <a:pos x="409" y="104"/>
                  </a:cxn>
                  <a:cxn ang="0">
                    <a:pos x="425" y="40"/>
                  </a:cxn>
                  <a:cxn ang="0">
                    <a:pos x="433" y="8"/>
                  </a:cxn>
                  <a:cxn ang="0">
                    <a:pos x="457" y="0"/>
                  </a:cxn>
                  <a:cxn ang="0">
                    <a:pos x="473" y="32"/>
                  </a:cxn>
                  <a:cxn ang="0">
                    <a:pos x="489" y="80"/>
                  </a:cxn>
                  <a:cxn ang="0">
                    <a:pos x="505" y="152"/>
                  </a:cxn>
                  <a:cxn ang="0">
                    <a:pos x="513" y="247"/>
                  </a:cxn>
                  <a:cxn ang="0">
                    <a:pos x="529" y="367"/>
                  </a:cxn>
                  <a:cxn ang="0">
                    <a:pos x="545" y="503"/>
                  </a:cxn>
                  <a:cxn ang="0">
                    <a:pos x="561" y="655"/>
                  </a:cxn>
                  <a:cxn ang="0">
                    <a:pos x="577" y="831"/>
                  </a:cxn>
                  <a:cxn ang="0">
                    <a:pos x="585" y="1007"/>
                  </a:cxn>
                  <a:cxn ang="0">
                    <a:pos x="601" y="1207"/>
                  </a:cxn>
                  <a:cxn ang="0">
                    <a:pos x="617" y="1406"/>
                  </a:cxn>
                </a:cxnLst>
                <a:rect l="0" t="0" r="r" b="b"/>
                <a:pathLst>
                  <a:path w="625" h="3748">
                    <a:moveTo>
                      <a:pt x="0" y="3605"/>
                    </a:moveTo>
                    <a:lnTo>
                      <a:pt x="8" y="3629"/>
                    </a:lnTo>
                    <a:lnTo>
                      <a:pt x="8" y="3653"/>
                    </a:lnTo>
                    <a:lnTo>
                      <a:pt x="16" y="3677"/>
                    </a:lnTo>
                    <a:lnTo>
                      <a:pt x="24" y="3692"/>
                    </a:lnTo>
                    <a:lnTo>
                      <a:pt x="24" y="3708"/>
                    </a:lnTo>
                    <a:lnTo>
                      <a:pt x="32" y="3724"/>
                    </a:lnTo>
                    <a:lnTo>
                      <a:pt x="32" y="3732"/>
                    </a:lnTo>
                    <a:lnTo>
                      <a:pt x="40" y="3740"/>
                    </a:lnTo>
                    <a:lnTo>
                      <a:pt x="48" y="3748"/>
                    </a:lnTo>
                    <a:lnTo>
                      <a:pt x="56" y="3748"/>
                    </a:lnTo>
                    <a:lnTo>
                      <a:pt x="64" y="3748"/>
                    </a:lnTo>
                    <a:lnTo>
                      <a:pt x="72" y="3740"/>
                    </a:lnTo>
                    <a:lnTo>
                      <a:pt x="72" y="3724"/>
                    </a:lnTo>
                    <a:lnTo>
                      <a:pt x="80" y="3716"/>
                    </a:lnTo>
                    <a:lnTo>
                      <a:pt x="80" y="3700"/>
                    </a:lnTo>
                    <a:lnTo>
                      <a:pt x="88" y="3685"/>
                    </a:lnTo>
                    <a:lnTo>
                      <a:pt x="97" y="3661"/>
                    </a:lnTo>
                    <a:lnTo>
                      <a:pt x="97" y="3637"/>
                    </a:lnTo>
                    <a:lnTo>
                      <a:pt x="105" y="3613"/>
                    </a:lnTo>
                    <a:lnTo>
                      <a:pt x="105" y="3581"/>
                    </a:lnTo>
                    <a:lnTo>
                      <a:pt x="113" y="3557"/>
                    </a:lnTo>
                    <a:lnTo>
                      <a:pt x="113" y="3517"/>
                    </a:lnTo>
                    <a:lnTo>
                      <a:pt x="121" y="3485"/>
                    </a:lnTo>
                    <a:lnTo>
                      <a:pt x="129" y="3445"/>
                    </a:lnTo>
                    <a:lnTo>
                      <a:pt x="129" y="3405"/>
                    </a:lnTo>
                    <a:lnTo>
                      <a:pt x="137" y="3365"/>
                    </a:lnTo>
                    <a:lnTo>
                      <a:pt x="137" y="3325"/>
                    </a:lnTo>
                    <a:lnTo>
                      <a:pt x="145" y="3277"/>
                    </a:lnTo>
                    <a:lnTo>
                      <a:pt x="153" y="3229"/>
                    </a:lnTo>
                    <a:lnTo>
                      <a:pt x="153" y="3181"/>
                    </a:lnTo>
                    <a:lnTo>
                      <a:pt x="161" y="3125"/>
                    </a:lnTo>
                    <a:lnTo>
                      <a:pt x="161" y="3069"/>
                    </a:lnTo>
                    <a:lnTo>
                      <a:pt x="169" y="3013"/>
                    </a:lnTo>
                    <a:lnTo>
                      <a:pt x="177" y="2957"/>
                    </a:lnTo>
                    <a:lnTo>
                      <a:pt x="177" y="2901"/>
                    </a:lnTo>
                    <a:lnTo>
                      <a:pt x="185" y="2837"/>
                    </a:lnTo>
                    <a:lnTo>
                      <a:pt x="185" y="2781"/>
                    </a:lnTo>
                    <a:lnTo>
                      <a:pt x="193" y="2717"/>
                    </a:lnTo>
                    <a:lnTo>
                      <a:pt x="201" y="2653"/>
                    </a:lnTo>
                    <a:lnTo>
                      <a:pt x="201" y="2589"/>
                    </a:lnTo>
                    <a:lnTo>
                      <a:pt x="209" y="2518"/>
                    </a:lnTo>
                    <a:lnTo>
                      <a:pt x="209" y="2454"/>
                    </a:lnTo>
                    <a:lnTo>
                      <a:pt x="217" y="2390"/>
                    </a:lnTo>
                    <a:lnTo>
                      <a:pt x="225" y="2318"/>
                    </a:lnTo>
                    <a:lnTo>
                      <a:pt x="225" y="2246"/>
                    </a:lnTo>
                    <a:lnTo>
                      <a:pt x="233" y="2182"/>
                    </a:lnTo>
                    <a:lnTo>
                      <a:pt x="233" y="2110"/>
                    </a:lnTo>
                    <a:lnTo>
                      <a:pt x="241" y="2038"/>
                    </a:lnTo>
                    <a:lnTo>
                      <a:pt x="249" y="1966"/>
                    </a:lnTo>
                    <a:lnTo>
                      <a:pt x="249" y="1894"/>
                    </a:lnTo>
                    <a:lnTo>
                      <a:pt x="257" y="1830"/>
                    </a:lnTo>
                    <a:lnTo>
                      <a:pt x="257" y="1758"/>
                    </a:lnTo>
                    <a:lnTo>
                      <a:pt x="265" y="1686"/>
                    </a:lnTo>
                    <a:lnTo>
                      <a:pt x="273" y="1614"/>
                    </a:lnTo>
                    <a:lnTo>
                      <a:pt x="273" y="1542"/>
                    </a:lnTo>
                    <a:lnTo>
                      <a:pt x="281" y="1478"/>
                    </a:lnTo>
                    <a:lnTo>
                      <a:pt x="281" y="1406"/>
                    </a:lnTo>
                    <a:lnTo>
                      <a:pt x="289" y="1343"/>
                    </a:lnTo>
                    <a:lnTo>
                      <a:pt x="289" y="1271"/>
                    </a:lnTo>
                    <a:lnTo>
                      <a:pt x="297" y="1207"/>
                    </a:lnTo>
                    <a:lnTo>
                      <a:pt x="305" y="1143"/>
                    </a:lnTo>
                    <a:lnTo>
                      <a:pt x="305" y="1071"/>
                    </a:lnTo>
                    <a:lnTo>
                      <a:pt x="313" y="1007"/>
                    </a:lnTo>
                    <a:lnTo>
                      <a:pt x="313" y="951"/>
                    </a:lnTo>
                    <a:lnTo>
                      <a:pt x="321" y="887"/>
                    </a:lnTo>
                    <a:lnTo>
                      <a:pt x="329" y="831"/>
                    </a:lnTo>
                    <a:lnTo>
                      <a:pt x="329" y="767"/>
                    </a:lnTo>
                    <a:lnTo>
                      <a:pt x="337" y="711"/>
                    </a:lnTo>
                    <a:lnTo>
                      <a:pt x="337" y="655"/>
                    </a:lnTo>
                    <a:lnTo>
                      <a:pt x="345" y="607"/>
                    </a:lnTo>
                    <a:lnTo>
                      <a:pt x="353" y="551"/>
                    </a:lnTo>
                    <a:lnTo>
                      <a:pt x="353" y="503"/>
                    </a:lnTo>
                    <a:lnTo>
                      <a:pt x="361" y="455"/>
                    </a:lnTo>
                    <a:lnTo>
                      <a:pt x="361" y="415"/>
                    </a:lnTo>
                    <a:lnTo>
                      <a:pt x="369" y="367"/>
                    </a:lnTo>
                    <a:lnTo>
                      <a:pt x="377" y="327"/>
                    </a:lnTo>
                    <a:lnTo>
                      <a:pt x="377" y="287"/>
                    </a:lnTo>
                    <a:lnTo>
                      <a:pt x="385" y="247"/>
                    </a:lnTo>
                    <a:lnTo>
                      <a:pt x="385" y="216"/>
                    </a:lnTo>
                    <a:lnTo>
                      <a:pt x="393" y="184"/>
                    </a:lnTo>
                    <a:lnTo>
                      <a:pt x="401" y="152"/>
                    </a:lnTo>
                    <a:lnTo>
                      <a:pt x="401" y="128"/>
                    </a:lnTo>
                    <a:lnTo>
                      <a:pt x="409" y="104"/>
                    </a:lnTo>
                    <a:lnTo>
                      <a:pt x="409" y="80"/>
                    </a:lnTo>
                    <a:lnTo>
                      <a:pt x="417" y="64"/>
                    </a:lnTo>
                    <a:lnTo>
                      <a:pt x="425" y="40"/>
                    </a:lnTo>
                    <a:lnTo>
                      <a:pt x="425" y="32"/>
                    </a:lnTo>
                    <a:lnTo>
                      <a:pt x="433" y="16"/>
                    </a:lnTo>
                    <a:lnTo>
                      <a:pt x="433" y="8"/>
                    </a:lnTo>
                    <a:lnTo>
                      <a:pt x="441" y="0"/>
                    </a:lnTo>
                    <a:lnTo>
                      <a:pt x="449" y="0"/>
                    </a:lnTo>
                    <a:lnTo>
                      <a:pt x="457" y="0"/>
                    </a:lnTo>
                    <a:lnTo>
                      <a:pt x="465" y="8"/>
                    </a:lnTo>
                    <a:lnTo>
                      <a:pt x="473" y="16"/>
                    </a:lnTo>
                    <a:lnTo>
                      <a:pt x="473" y="32"/>
                    </a:lnTo>
                    <a:lnTo>
                      <a:pt x="481" y="40"/>
                    </a:lnTo>
                    <a:lnTo>
                      <a:pt x="481" y="64"/>
                    </a:lnTo>
                    <a:lnTo>
                      <a:pt x="489" y="80"/>
                    </a:lnTo>
                    <a:lnTo>
                      <a:pt x="489" y="104"/>
                    </a:lnTo>
                    <a:lnTo>
                      <a:pt x="497" y="128"/>
                    </a:lnTo>
                    <a:lnTo>
                      <a:pt x="505" y="152"/>
                    </a:lnTo>
                    <a:lnTo>
                      <a:pt x="505" y="184"/>
                    </a:lnTo>
                    <a:lnTo>
                      <a:pt x="513" y="216"/>
                    </a:lnTo>
                    <a:lnTo>
                      <a:pt x="513" y="247"/>
                    </a:lnTo>
                    <a:lnTo>
                      <a:pt x="521" y="287"/>
                    </a:lnTo>
                    <a:lnTo>
                      <a:pt x="529" y="327"/>
                    </a:lnTo>
                    <a:lnTo>
                      <a:pt x="529" y="367"/>
                    </a:lnTo>
                    <a:lnTo>
                      <a:pt x="537" y="415"/>
                    </a:lnTo>
                    <a:lnTo>
                      <a:pt x="537" y="455"/>
                    </a:lnTo>
                    <a:lnTo>
                      <a:pt x="545" y="503"/>
                    </a:lnTo>
                    <a:lnTo>
                      <a:pt x="553" y="551"/>
                    </a:lnTo>
                    <a:lnTo>
                      <a:pt x="553" y="607"/>
                    </a:lnTo>
                    <a:lnTo>
                      <a:pt x="561" y="655"/>
                    </a:lnTo>
                    <a:lnTo>
                      <a:pt x="561" y="711"/>
                    </a:lnTo>
                    <a:lnTo>
                      <a:pt x="569" y="767"/>
                    </a:lnTo>
                    <a:lnTo>
                      <a:pt x="577" y="831"/>
                    </a:lnTo>
                    <a:lnTo>
                      <a:pt x="577" y="887"/>
                    </a:lnTo>
                    <a:lnTo>
                      <a:pt x="585" y="951"/>
                    </a:lnTo>
                    <a:lnTo>
                      <a:pt x="585" y="1007"/>
                    </a:lnTo>
                    <a:lnTo>
                      <a:pt x="593" y="1071"/>
                    </a:lnTo>
                    <a:lnTo>
                      <a:pt x="601" y="1143"/>
                    </a:lnTo>
                    <a:lnTo>
                      <a:pt x="601" y="1207"/>
                    </a:lnTo>
                    <a:lnTo>
                      <a:pt x="609" y="1271"/>
                    </a:lnTo>
                    <a:lnTo>
                      <a:pt x="609" y="1343"/>
                    </a:lnTo>
                    <a:lnTo>
                      <a:pt x="617" y="1406"/>
                    </a:lnTo>
                    <a:lnTo>
                      <a:pt x="625" y="1478"/>
                    </a:lnTo>
                    <a:lnTo>
                      <a:pt x="625" y="1542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11348" name="Freeform 84"/>
              <p:cNvSpPr>
                <a:spLocks/>
              </p:cNvSpPr>
              <p:nvPr/>
            </p:nvSpPr>
            <p:spPr bwMode="auto">
              <a:xfrm>
                <a:off x="4937" y="1733"/>
                <a:ext cx="424" cy="2206"/>
              </a:xfrm>
              <a:custGeom>
                <a:avLst/>
                <a:gdLst/>
                <a:ahLst/>
                <a:cxnLst>
                  <a:cxn ang="0">
                    <a:pos x="8" y="72"/>
                  </a:cxn>
                  <a:cxn ang="0">
                    <a:pos x="16" y="216"/>
                  </a:cxn>
                  <a:cxn ang="0">
                    <a:pos x="24" y="352"/>
                  </a:cxn>
                  <a:cxn ang="0">
                    <a:pos x="32" y="496"/>
                  </a:cxn>
                  <a:cxn ang="0">
                    <a:pos x="40" y="640"/>
                  </a:cxn>
                  <a:cxn ang="0">
                    <a:pos x="56" y="776"/>
                  </a:cxn>
                  <a:cxn ang="0">
                    <a:pos x="64" y="912"/>
                  </a:cxn>
                  <a:cxn ang="0">
                    <a:pos x="72" y="1047"/>
                  </a:cxn>
                  <a:cxn ang="0">
                    <a:pos x="80" y="1175"/>
                  </a:cxn>
                  <a:cxn ang="0">
                    <a:pos x="88" y="1295"/>
                  </a:cxn>
                  <a:cxn ang="0">
                    <a:pos x="104" y="1415"/>
                  </a:cxn>
                  <a:cxn ang="0">
                    <a:pos x="112" y="1527"/>
                  </a:cxn>
                  <a:cxn ang="0">
                    <a:pos x="120" y="1639"/>
                  </a:cxn>
                  <a:cxn ang="0">
                    <a:pos x="128" y="1735"/>
                  </a:cxn>
                  <a:cxn ang="0">
                    <a:pos x="136" y="1823"/>
                  </a:cxn>
                  <a:cxn ang="0">
                    <a:pos x="152" y="1903"/>
                  </a:cxn>
                  <a:cxn ang="0">
                    <a:pos x="160" y="1975"/>
                  </a:cxn>
                  <a:cxn ang="0">
                    <a:pos x="168" y="2039"/>
                  </a:cxn>
                  <a:cxn ang="0">
                    <a:pos x="176" y="2095"/>
                  </a:cxn>
                  <a:cxn ang="0">
                    <a:pos x="184" y="2143"/>
                  </a:cxn>
                  <a:cxn ang="0">
                    <a:pos x="200" y="2174"/>
                  </a:cxn>
                  <a:cxn ang="0">
                    <a:pos x="216" y="2206"/>
                  </a:cxn>
                  <a:cxn ang="0">
                    <a:pos x="216" y="2206"/>
                  </a:cxn>
                  <a:cxn ang="0">
                    <a:pos x="232" y="2198"/>
                  </a:cxn>
                  <a:cxn ang="0">
                    <a:pos x="240" y="2182"/>
                  </a:cxn>
                  <a:cxn ang="0">
                    <a:pos x="256" y="2150"/>
                  </a:cxn>
                  <a:cxn ang="0">
                    <a:pos x="264" y="2111"/>
                  </a:cxn>
                  <a:cxn ang="0">
                    <a:pos x="272" y="2063"/>
                  </a:cxn>
                  <a:cxn ang="0">
                    <a:pos x="280" y="1999"/>
                  </a:cxn>
                  <a:cxn ang="0">
                    <a:pos x="288" y="1927"/>
                  </a:cxn>
                  <a:cxn ang="0">
                    <a:pos x="304" y="1855"/>
                  </a:cxn>
                  <a:cxn ang="0">
                    <a:pos x="312" y="1767"/>
                  </a:cxn>
                  <a:cxn ang="0">
                    <a:pos x="320" y="1671"/>
                  </a:cxn>
                  <a:cxn ang="0">
                    <a:pos x="328" y="1567"/>
                  </a:cxn>
                  <a:cxn ang="0">
                    <a:pos x="336" y="1455"/>
                  </a:cxn>
                  <a:cxn ang="0">
                    <a:pos x="352" y="1335"/>
                  </a:cxn>
                  <a:cxn ang="0">
                    <a:pos x="360" y="1215"/>
                  </a:cxn>
                  <a:cxn ang="0">
                    <a:pos x="368" y="1087"/>
                  </a:cxn>
                  <a:cxn ang="0">
                    <a:pos x="376" y="960"/>
                  </a:cxn>
                  <a:cxn ang="0">
                    <a:pos x="384" y="824"/>
                  </a:cxn>
                  <a:cxn ang="0">
                    <a:pos x="400" y="688"/>
                  </a:cxn>
                  <a:cxn ang="0">
                    <a:pos x="408" y="544"/>
                  </a:cxn>
                  <a:cxn ang="0">
                    <a:pos x="416" y="400"/>
                  </a:cxn>
                </a:cxnLst>
                <a:rect l="0" t="0" r="r" b="b"/>
                <a:pathLst>
                  <a:path w="424" h="2206">
                    <a:moveTo>
                      <a:pt x="0" y="0"/>
                    </a:moveTo>
                    <a:lnTo>
                      <a:pt x="8" y="72"/>
                    </a:lnTo>
                    <a:lnTo>
                      <a:pt x="8" y="144"/>
                    </a:lnTo>
                    <a:lnTo>
                      <a:pt x="16" y="216"/>
                    </a:lnTo>
                    <a:lnTo>
                      <a:pt x="24" y="288"/>
                    </a:lnTo>
                    <a:lnTo>
                      <a:pt x="24" y="352"/>
                    </a:lnTo>
                    <a:lnTo>
                      <a:pt x="32" y="424"/>
                    </a:lnTo>
                    <a:lnTo>
                      <a:pt x="32" y="496"/>
                    </a:lnTo>
                    <a:lnTo>
                      <a:pt x="40" y="568"/>
                    </a:lnTo>
                    <a:lnTo>
                      <a:pt x="40" y="640"/>
                    </a:lnTo>
                    <a:lnTo>
                      <a:pt x="48" y="704"/>
                    </a:lnTo>
                    <a:lnTo>
                      <a:pt x="56" y="776"/>
                    </a:lnTo>
                    <a:lnTo>
                      <a:pt x="56" y="848"/>
                    </a:lnTo>
                    <a:lnTo>
                      <a:pt x="64" y="912"/>
                    </a:lnTo>
                    <a:lnTo>
                      <a:pt x="64" y="976"/>
                    </a:lnTo>
                    <a:lnTo>
                      <a:pt x="72" y="1047"/>
                    </a:lnTo>
                    <a:lnTo>
                      <a:pt x="80" y="1111"/>
                    </a:lnTo>
                    <a:lnTo>
                      <a:pt x="80" y="1175"/>
                    </a:lnTo>
                    <a:lnTo>
                      <a:pt x="88" y="1239"/>
                    </a:lnTo>
                    <a:lnTo>
                      <a:pt x="88" y="1295"/>
                    </a:lnTo>
                    <a:lnTo>
                      <a:pt x="96" y="1359"/>
                    </a:lnTo>
                    <a:lnTo>
                      <a:pt x="104" y="1415"/>
                    </a:lnTo>
                    <a:lnTo>
                      <a:pt x="104" y="1471"/>
                    </a:lnTo>
                    <a:lnTo>
                      <a:pt x="112" y="1527"/>
                    </a:lnTo>
                    <a:lnTo>
                      <a:pt x="112" y="1583"/>
                    </a:lnTo>
                    <a:lnTo>
                      <a:pt x="120" y="1639"/>
                    </a:lnTo>
                    <a:lnTo>
                      <a:pt x="128" y="1687"/>
                    </a:lnTo>
                    <a:lnTo>
                      <a:pt x="128" y="1735"/>
                    </a:lnTo>
                    <a:lnTo>
                      <a:pt x="136" y="1783"/>
                    </a:lnTo>
                    <a:lnTo>
                      <a:pt x="136" y="1823"/>
                    </a:lnTo>
                    <a:lnTo>
                      <a:pt x="144" y="1863"/>
                    </a:lnTo>
                    <a:lnTo>
                      <a:pt x="152" y="1903"/>
                    </a:lnTo>
                    <a:lnTo>
                      <a:pt x="152" y="1943"/>
                    </a:lnTo>
                    <a:lnTo>
                      <a:pt x="160" y="1975"/>
                    </a:lnTo>
                    <a:lnTo>
                      <a:pt x="160" y="2015"/>
                    </a:lnTo>
                    <a:lnTo>
                      <a:pt x="168" y="2039"/>
                    </a:lnTo>
                    <a:lnTo>
                      <a:pt x="176" y="2071"/>
                    </a:lnTo>
                    <a:lnTo>
                      <a:pt x="176" y="2095"/>
                    </a:lnTo>
                    <a:lnTo>
                      <a:pt x="184" y="2119"/>
                    </a:lnTo>
                    <a:lnTo>
                      <a:pt x="184" y="2143"/>
                    </a:lnTo>
                    <a:lnTo>
                      <a:pt x="192" y="2158"/>
                    </a:lnTo>
                    <a:lnTo>
                      <a:pt x="200" y="2174"/>
                    </a:lnTo>
                    <a:lnTo>
                      <a:pt x="200" y="2182"/>
                    </a:lnTo>
                    <a:lnTo>
                      <a:pt x="216" y="2206"/>
                    </a:lnTo>
                    <a:lnTo>
                      <a:pt x="208" y="2206"/>
                    </a:lnTo>
                    <a:lnTo>
                      <a:pt x="216" y="2206"/>
                    </a:lnTo>
                    <a:lnTo>
                      <a:pt x="224" y="2206"/>
                    </a:lnTo>
                    <a:lnTo>
                      <a:pt x="232" y="2198"/>
                    </a:lnTo>
                    <a:lnTo>
                      <a:pt x="240" y="2190"/>
                    </a:lnTo>
                    <a:lnTo>
                      <a:pt x="240" y="2182"/>
                    </a:lnTo>
                    <a:lnTo>
                      <a:pt x="248" y="2166"/>
                    </a:lnTo>
                    <a:lnTo>
                      <a:pt x="256" y="2150"/>
                    </a:lnTo>
                    <a:lnTo>
                      <a:pt x="256" y="2135"/>
                    </a:lnTo>
                    <a:lnTo>
                      <a:pt x="264" y="2111"/>
                    </a:lnTo>
                    <a:lnTo>
                      <a:pt x="264" y="2087"/>
                    </a:lnTo>
                    <a:lnTo>
                      <a:pt x="272" y="2063"/>
                    </a:lnTo>
                    <a:lnTo>
                      <a:pt x="280" y="2031"/>
                    </a:lnTo>
                    <a:lnTo>
                      <a:pt x="280" y="1999"/>
                    </a:lnTo>
                    <a:lnTo>
                      <a:pt x="288" y="1967"/>
                    </a:lnTo>
                    <a:lnTo>
                      <a:pt x="288" y="1927"/>
                    </a:lnTo>
                    <a:lnTo>
                      <a:pt x="296" y="1895"/>
                    </a:lnTo>
                    <a:lnTo>
                      <a:pt x="304" y="1855"/>
                    </a:lnTo>
                    <a:lnTo>
                      <a:pt x="304" y="1807"/>
                    </a:lnTo>
                    <a:lnTo>
                      <a:pt x="312" y="1767"/>
                    </a:lnTo>
                    <a:lnTo>
                      <a:pt x="312" y="1719"/>
                    </a:lnTo>
                    <a:lnTo>
                      <a:pt x="320" y="1671"/>
                    </a:lnTo>
                    <a:lnTo>
                      <a:pt x="328" y="1615"/>
                    </a:lnTo>
                    <a:lnTo>
                      <a:pt x="328" y="1567"/>
                    </a:lnTo>
                    <a:lnTo>
                      <a:pt x="336" y="1511"/>
                    </a:lnTo>
                    <a:lnTo>
                      <a:pt x="336" y="1455"/>
                    </a:lnTo>
                    <a:lnTo>
                      <a:pt x="344" y="1399"/>
                    </a:lnTo>
                    <a:lnTo>
                      <a:pt x="352" y="1335"/>
                    </a:lnTo>
                    <a:lnTo>
                      <a:pt x="352" y="1279"/>
                    </a:lnTo>
                    <a:lnTo>
                      <a:pt x="360" y="1215"/>
                    </a:lnTo>
                    <a:lnTo>
                      <a:pt x="360" y="1151"/>
                    </a:lnTo>
                    <a:lnTo>
                      <a:pt x="368" y="1087"/>
                    </a:lnTo>
                    <a:lnTo>
                      <a:pt x="376" y="1023"/>
                    </a:lnTo>
                    <a:lnTo>
                      <a:pt x="376" y="960"/>
                    </a:lnTo>
                    <a:lnTo>
                      <a:pt x="384" y="888"/>
                    </a:lnTo>
                    <a:lnTo>
                      <a:pt x="384" y="824"/>
                    </a:lnTo>
                    <a:lnTo>
                      <a:pt x="392" y="752"/>
                    </a:lnTo>
                    <a:lnTo>
                      <a:pt x="400" y="688"/>
                    </a:lnTo>
                    <a:lnTo>
                      <a:pt x="400" y="616"/>
                    </a:lnTo>
                    <a:lnTo>
                      <a:pt x="408" y="544"/>
                    </a:lnTo>
                    <a:lnTo>
                      <a:pt x="408" y="472"/>
                    </a:lnTo>
                    <a:lnTo>
                      <a:pt x="416" y="400"/>
                    </a:lnTo>
                    <a:lnTo>
                      <a:pt x="424" y="336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51863EE-C162-1B43-79F4-8F904EA01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29636-B5C9-1FCD-14F2-24EC83A5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35</a:t>
            </a:fld>
            <a:endParaRPr lang="en-CL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7804150" y="2195513"/>
            <a:ext cx="2305050" cy="2813050"/>
            <a:chOff x="597" y="454"/>
            <a:chExt cx="4764" cy="3222"/>
          </a:xfrm>
        </p:grpSpPr>
        <p:sp>
          <p:nvSpPr>
            <p:cNvPr id="9219" name="Freeform 3"/>
            <p:cNvSpPr>
              <a:spLocks/>
            </p:cNvSpPr>
            <p:nvPr/>
          </p:nvSpPr>
          <p:spPr bwMode="auto">
            <a:xfrm>
              <a:off x="597" y="454"/>
              <a:ext cx="704" cy="1911"/>
            </a:xfrm>
            <a:custGeom>
              <a:avLst/>
              <a:gdLst/>
              <a:ahLst/>
              <a:cxnLst>
                <a:cxn ang="0">
                  <a:pos x="8" y="1351"/>
                </a:cxn>
                <a:cxn ang="0">
                  <a:pos x="24" y="1104"/>
                </a:cxn>
                <a:cxn ang="0">
                  <a:pos x="40" y="864"/>
                </a:cxn>
                <a:cxn ang="0">
                  <a:pos x="56" y="648"/>
                </a:cxn>
                <a:cxn ang="0">
                  <a:pos x="64" y="456"/>
                </a:cxn>
                <a:cxn ang="0">
                  <a:pos x="80" y="288"/>
                </a:cxn>
                <a:cxn ang="0">
                  <a:pos x="96" y="160"/>
                </a:cxn>
                <a:cxn ang="0">
                  <a:pos x="112" y="72"/>
                </a:cxn>
                <a:cxn ang="0">
                  <a:pos x="136" y="8"/>
                </a:cxn>
                <a:cxn ang="0">
                  <a:pos x="152" y="16"/>
                </a:cxn>
                <a:cxn ang="0">
                  <a:pos x="160" y="56"/>
                </a:cxn>
                <a:cxn ang="0">
                  <a:pos x="176" y="136"/>
                </a:cxn>
                <a:cxn ang="0">
                  <a:pos x="192" y="232"/>
                </a:cxn>
                <a:cxn ang="0">
                  <a:pos x="208" y="360"/>
                </a:cxn>
                <a:cxn ang="0">
                  <a:pos x="216" y="504"/>
                </a:cxn>
                <a:cxn ang="0">
                  <a:pos x="232" y="664"/>
                </a:cxn>
                <a:cxn ang="0">
                  <a:pos x="248" y="824"/>
                </a:cxn>
                <a:cxn ang="0">
                  <a:pos x="264" y="984"/>
                </a:cxn>
                <a:cxn ang="0">
                  <a:pos x="280" y="1143"/>
                </a:cxn>
                <a:cxn ang="0">
                  <a:pos x="288" y="1295"/>
                </a:cxn>
                <a:cxn ang="0">
                  <a:pos x="304" y="1431"/>
                </a:cxn>
                <a:cxn ang="0">
                  <a:pos x="320" y="1551"/>
                </a:cxn>
                <a:cxn ang="0">
                  <a:pos x="336" y="1655"/>
                </a:cxn>
                <a:cxn ang="0">
                  <a:pos x="352" y="1743"/>
                </a:cxn>
                <a:cxn ang="0">
                  <a:pos x="360" y="1807"/>
                </a:cxn>
                <a:cxn ang="0">
                  <a:pos x="376" y="1863"/>
                </a:cxn>
                <a:cxn ang="0">
                  <a:pos x="392" y="1887"/>
                </a:cxn>
                <a:cxn ang="0">
                  <a:pos x="408" y="1911"/>
                </a:cxn>
                <a:cxn ang="0">
                  <a:pos x="432" y="1903"/>
                </a:cxn>
                <a:cxn ang="0">
                  <a:pos x="448" y="1887"/>
                </a:cxn>
                <a:cxn ang="0">
                  <a:pos x="464" y="1863"/>
                </a:cxn>
                <a:cxn ang="0">
                  <a:pos x="480" y="1839"/>
                </a:cxn>
                <a:cxn ang="0">
                  <a:pos x="488" y="1815"/>
                </a:cxn>
                <a:cxn ang="0">
                  <a:pos x="520" y="1783"/>
                </a:cxn>
                <a:cxn ang="0">
                  <a:pos x="536" y="1767"/>
                </a:cxn>
                <a:cxn ang="0">
                  <a:pos x="544" y="1759"/>
                </a:cxn>
                <a:cxn ang="0">
                  <a:pos x="568" y="1759"/>
                </a:cxn>
                <a:cxn ang="0">
                  <a:pos x="592" y="1767"/>
                </a:cxn>
                <a:cxn ang="0">
                  <a:pos x="616" y="1783"/>
                </a:cxn>
                <a:cxn ang="0">
                  <a:pos x="640" y="1799"/>
                </a:cxn>
                <a:cxn ang="0">
                  <a:pos x="664" y="1799"/>
                </a:cxn>
                <a:cxn ang="0">
                  <a:pos x="688" y="1799"/>
                </a:cxn>
              </a:cxnLst>
              <a:rect l="0" t="0" r="r" b="b"/>
              <a:pathLst>
                <a:path w="704" h="1911">
                  <a:moveTo>
                    <a:pt x="0" y="1527"/>
                  </a:moveTo>
                  <a:lnTo>
                    <a:pt x="8" y="1439"/>
                  </a:lnTo>
                  <a:lnTo>
                    <a:pt x="8" y="1351"/>
                  </a:lnTo>
                  <a:lnTo>
                    <a:pt x="16" y="1263"/>
                  </a:lnTo>
                  <a:lnTo>
                    <a:pt x="16" y="1183"/>
                  </a:lnTo>
                  <a:lnTo>
                    <a:pt x="24" y="1104"/>
                  </a:lnTo>
                  <a:lnTo>
                    <a:pt x="32" y="1016"/>
                  </a:lnTo>
                  <a:lnTo>
                    <a:pt x="32" y="936"/>
                  </a:lnTo>
                  <a:lnTo>
                    <a:pt x="40" y="864"/>
                  </a:lnTo>
                  <a:lnTo>
                    <a:pt x="40" y="784"/>
                  </a:lnTo>
                  <a:lnTo>
                    <a:pt x="48" y="712"/>
                  </a:lnTo>
                  <a:lnTo>
                    <a:pt x="56" y="648"/>
                  </a:lnTo>
                  <a:lnTo>
                    <a:pt x="56" y="576"/>
                  </a:lnTo>
                  <a:lnTo>
                    <a:pt x="64" y="512"/>
                  </a:lnTo>
                  <a:lnTo>
                    <a:pt x="64" y="456"/>
                  </a:lnTo>
                  <a:lnTo>
                    <a:pt x="72" y="392"/>
                  </a:lnTo>
                  <a:lnTo>
                    <a:pt x="80" y="344"/>
                  </a:lnTo>
                  <a:lnTo>
                    <a:pt x="80" y="288"/>
                  </a:lnTo>
                  <a:lnTo>
                    <a:pt x="88" y="248"/>
                  </a:lnTo>
                  <a:lnTo>
                    <a:pt x="88" y="200"/>
                  </a:lnTo>
                  <a:lnTo>
                    <a:pt x="96" y="160"/>
                  </a:lnTo>
                  <a:lnTo>
                    <a:pt x="104" y="128"/>
                  </a:lnTo>
                  <a:lnTo>
                    <a:pt x="104" y="96"/>
                  </a:lnTo>
                  <a:lnTo>
                    <a:pt x="112" y="72"/>
                  </a:lnTo>
                  <a:lnTo>
                    <a:pt x="112" y="48"/>
                  </a:lnTo>
                  <a:lnTo>
                    <a:pt x="120" y="32"/>
                  </a:lnTo>
                  <a:lnTo>
                    <a:pt x="136" y="8"/>
                  </a:lnTo>
                  <a:lnTo>
                    <a:pt x="136" y="0"/>
                  </a:lnTo>
                  <a:lnTo>
                    <a:pt x="144" y="8"/>
                  </a:lnTo>
                  <a:lnTo>
                    <a:pt x="152" y="16"/>
                  </a:lnTo>
                  <a:lnTo>
                    <a:pt x="152" y="24"/>
                  </a:lnTo>
                  <a:lnTo>
                    <a:pt x="160" y="40"/>
                  </a:lnTo>
                  <a:lnTo>
                    <a:pt x="160" y="56"/>
                  </a:lnTo>
                  <a:lnTo>
                    <a:pt x="168" y="80"/>
                  </a:lnTo>
                  <a:lnTo>
                    <a:pt x="176" y="104"/>
                  </a:lnTo>
                  <a:lnTo>
                    <a:pt x="176" y="136"/>
                  </a:lnTo>
                  <a:lnTo>
                    <a:pt x="184" y="168"/>
                  </a:lnTo>
                  <a:lnTo>
                    <a:pt x="184" y="200"/>
                  </a:lnTo>
                  <a:lnTo>
                    <a:pt x="192" y="232"/>
                  </a:lnTo>
                  <a:lnTo>
                    <a:pt x="192" y="272"/>
                  </a:lnTo>
                  <a:lnTo>
                    <a:pt x="200" y="320"/>
                  </a:lnTo>
                  <a:lnTo>
                    <a:pt x="208" y="360"/>
                  </a:lnTo>
                  <a:lnTo>
                    <a:pt x="208" y="408"/>
                  </a:lnTo>
                  <a:lnTo>
                    <a:pt x="216" y="456"/>
                  </a:lnTo>
                  <a:lnTo>
                    <a:pt x="216" y="504"/>
                  </a:lnTo>
                  <a:lnTo>
                    <a:pt x="224" y="552"/>
                  </a:lnTo>
                  <a:lnTo>
                    <a:pt x="232" y="608"/>
                  </a:lnTo>
                  <a:lnTo>
                    <a:pt x="232" y="664"/>
                  </a:lnTo>
                  <a:lnTo>
                    <a:pt x="240" y="712"/>
                  </a:lnTo>
                  <a:lnTo>
                    <a:pt x="240" y="768"/>
                  </a:lnTo>
                  <a:lnTo>
                    <a:pt x="248" y="824"/>
                  </a:lnTo>
                  <a:lnTo>
                    <a:pt x="256" y="880"/>
                  </a:lnTo>
                  <a:lnTo>
                    <a:pt x="256" y="928"/>
                  </a:lnTo>
                  <a:lnTo>
                    <a:pt x="264" y="984"/>
                  </a:lnTo>
                  <a:lnTo>
                    <a:pt x="264" y="1040"/>
                  </a:lnTo>
                  <a:lnTo>
                    <a:pt x="272" y="1088"/>
                  </a:lnTo>
                  <a:lnTo>
                    <a:pt x="280" y="1143"/>
                  </a:lnTo>
                  <a:lnTo>
                    <a:pt x="280" y="1191"/>
                  </a:lnTo>
                  <a:lnTo>
                    <a:pt x="288" y="1247"/>
                  </a:lnTo>
                  <a:lnTo>
                    <a:pt x="288" y="1295"/>
                  </a:lnTo>
                  <a:lnTo>
                    <a:pt x="296" y="1343"/>
                  </a:lnTo>
                  <a:lnTo>
                    <a:pt x="304" y="1383"/>
                  </a:lnTo>
                  <a:lnTo>
                    <a:pt x="304" y="1431"/>
                  </a:lnTo>
                  <a:lnTo>
                    <a:pt x="312" y="1471"/>
                  </a:lnTo>
                  <a:lnTo>
                    <a:pt x="312" y="1511"/>
                  </a:lnTo>
                  <a:lnTo>
                    <a:pt x="320" y="1551"/>
                  </a:lnTo>
                  <a:lnTo>
                    <a:pt x="328" y="1591"/>
                  </a:lnTo>
                  <a:lnTo>
                    <a:pt x="328" y="1623"/>
                  </a:lnTo>
                  <a:lnTo>
                    <a:pt x="336" y="1655"/>
                  </a:lnTo>
                  <a:lnTo>
                    <a:pt x="336" y="1687"/>
                  </a:lnTo>
                  <a:lnTo>
                    <a:pt x="344" y="1719"/>
                  </a:lnTo>
                  <a:lnTo>
                    <a:pt x="352" y="1743"/>
                  </a:lnTo>
                  <a:lnTo>
                    <a:pt x="352" y="1767"/>
                  </a:lnTo>
                  <a:lnTo>
                    <a:pt x="360" y="1791"/>
                  </a:lnTo>
                  <a:lnTo>
                    <a:pt x="360" y="1807"/>
                  </a:lnTo>
                  <a:lnTo>
                    <a:pt x="368" y="1831"/>
                  </a:lnTo>
                  <a:lnTo>
                    <a:pt x="376" y="1847"/>
                  </a:lnTo>
                  <a:lnTo>
                    <a:pt x="376" y="1863"/>
                  </a:lnTo>
                  <a:lnTo>
                    <a:pt x="384" y="1871"/>
                  </a:lnTo>
                  <a:lnTo>
                    <a:pt x="384" y="1879"/>
                  </a:lnTo>
                  <a:lnTo>
                    <a:pt x="392" y="1887"/>
                  </a:lnTo>
                  <a:lnTo>
                    <a:pt x="392" y="1895"/>
                  </a:lnTo>
                  <a:lnTo>
                    <a:pt x="400" y="1903"/>
                  </a:lnTo>
                  <a:lnTo>
                    <a:pt x="408" y="1911"/>
                  </a:lnTo>
                  <a:lnTo>
                    <a:pt x="416" y="1911"/>
                  </a:lnTo>
                  <a:lnTo>
                    <a:pt x="424" y="1903"/>
                  </a:lnTo>
                  <a:lnTo>
                    <a:pt x="432" y="1903"/>
                  </a:lnTo>
                  <a:lnTo>
                    <a:pt x="448" y="1887"/>
                  </a:lnTo>
                  <a:lnTo>
                    <a:pt x="440" y="1887"/>
                  </a:lnTo>
                  <a:lnTo>
                    <a:pt x="448" y="1887"/>
                  </a:lnTo>
                  <a:lnTo>
                    <a:pt x="456" y="1879"/>
                  </a:lnTo>
                  <a:lnTo>
                    <a:pt x="456" y="1871"/>
                  </a:lnTo>
                  <a:lnTo>
                    <a:pt x="464" y="1863"/>
                  </a:lnTo>
                  <a:lnTo>
                    <a:pt x="464" y="1855"/>
                  </a:lnTo>
                  <a:lnTo>
                    <a:pt x="472" y="1847"/>
                  </a:lnTo>
                  <a:lnTo>
                    <a:pt x="480" y="1839"/>
                  </a:lnTo>
                  <a:lnTo>
                    <a:pt x="480" y="1831"/>
                  </a:lnTo>
                  <a:lnTo>
                    <a:pt x="488" y="1823"/>
                  </a:lnTo>
                  <a:lnTo>
                    <a:pt x="488" y="1815"/>
                  </a:lnTo>
                  <a:lnTo>
                    <a:pt x="496" y="1807"/>
                  </a:lnTo>
                  <a:lnTo>
                    <a:pt x="504" y="1799"/>
                  </a:lnTo>
                  <a:lnTo>
                    <a:pt x="520" y="1783"/>
                  </a:lnTo>
                  <a:lnTo>
                    <a:pt x="512" y="1783"/>
                  </a:lnTo>
                  <a:lnTo>
                    <a:pt x="520" y="1783"/>
                  </a:lnTo>
                  <a:lnTo>
                    <a:pt x="536" y="1767"/>
                  </a:lnTo>
                  <a:lnTo>
                    <a:pt x="528" y="1767"/>
                  </a:lnTo>
                  <a:lnTo>
                    <a:pt x="536" y="1767"/>
                  </a:lnTo>
                  <a:lnTo>
                    <a:pt x="544" y="1759"/>
                  </a:lnTo>
                  <a:lnTo>
                    <a:pt x="552" y="1759"/>
                  </a:lnTo>
                  <a:lnTo>
                    <a:pt x="560" y="1759"/>
                  </a:lnTo>
                  <a:lnTo>
                    <a:pt x="568" y="1759"/>
                  </a:lnTo>
                  <a:lnTo>
                    <a:pt x="576" y="1759"/>
                  </a:lnTo>
                  <a:lnTo>
                    <a:pt x="584" y="1759"/>
                  </a:lnTo>
                  <a:lnTo>
                    <a:pt x="592" y="1767"/>
                  </a:lnTo>
                  <a:lnTo>
                    <a:pt x="600" y="1767"/>
                  </a:lnTo>
                  <a:lnTo>
                    <a:pt x="608" y="1775"/>
                  </a:lnTo>
                  <a:lnTo>
                    <a:pt x="616" y="1783"/>
                  </a:lnTo>
                  <a:lnTo>
                    <a:pt x="624" y="1783"/>
                  </a:lnTo>
                  <a:lnTo>
                    <a:pt x="632" y="1791"/>
                  </a:lnTo>
                  <a:lnTo>
                    <a:pt x="640" y="1799"/>
                  </a:lnTo>
                  <a:lnTo>
                    <a:pt x="648" y="1799"/>
                  </a:lnTo>
                  <a:lnTo>
                    <a:pt x="656" y="1799"/>
                  </a:lnTo>
                  <a:lnTo>
                    <a:pt x="664" y="1799"/>
                  </a:lnTo>
                  <a:lnTo>
                    <a:pt x="672" y="1799"/>
                  </a:lnTo>
                  <a:lnTo>
                    <a:pt x="680" y="1799"/>
                  </a:lnTo>
                  <a:lnTo>
                    <a:pt x="688" y="1799"/>
                  </a:lnTo>
                  <a:lnTo>
                    <a:pt x="696" y="1791"/>
                  </a:lnTo>
                  <a:lnTo>
                    <a:pt x="704" y="1783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220" name="Freeform 4"/>
            <p:cNvSpPr>
              <a:spLocks/>
            </p:cNvSpPr>
            <p:nvPr/>
          </p:nvSpPr>
          <p:spPr bwMode="auto">
            <a:xfrm>
              <a:off x="1301" y="1765"/>
              <a:ext cx="721" cy="1879"/>
            </a:xfrm>
            <a:custGeom>
              <a:avLst/>
              <a:gdLst/>
              <a:ahLst/>
              <a:cxnLst>
                <a:cxn ang="0">
                  <a:pos x="16" y="456"/>
                </a:cxn>
                <a:cxn ang="0">
                  <a:pos x="33" y="432"/>
                </a:cxn>
                <a:cxn ang="0">
                  <a:pos x="49" y="400"/>
                </a:cxn>
                <a:cxn ang="0">
                  <a:pos x="57" y="368"/>
                </a:cxn>
                <a:cxn ang="0">
                  <a:pos x="73" y="336"/>
                </a:cxn>
                <a:cxn ang="0">
                  <a:pos x="89" y="296"/>
                </a:cxn>
                <a:cxn ang="0">
                  <a:pos x="105" y="256"/>
                </a:cxn>
                <a:cxn ang="0">
                  <a:pos x="113" y="224"/>
                </a:cxn>
                <a:cxn ang="0">
                  <a:pos x="129" y="192"/>
                </a:cxn>
                <a:cxn ang="0">
                  <a:pos x="145" y="160"/>
                </a:cxn>
                <a:cxn ang="0">
                  <a:pos x="161" y="136"/>
                </a:cxn>
                <a:cxn ang="0">
                  <a:pos x="185" y="112"/>
                </a:cxn>
                <a:cxn ang="0">
                  <a:pos x="209" y="112"/>
                </a:cxn>
                <a:cxn ang="0">
                  <a:pos x="233" y="112"/>
                </a:cxn>
                <a:cxn ang="0">
                  <a:pos x="257" y="128"/>
                </a:cxn>
                <a:cxn ang="0">
                  <a:pos x="281" y="144"/>
                </a:cxn>
                <a:cxn ang="0">
                  <a:pos x="305" y="152"/>
                </a:cxn>
                <a:cxn ang="0">
                  <a:pos x="329" y="152"/>
                </a:cxn>
                <a:cxn ang="0">
                  <a:pos x="353" y="136"/>
                </a:cxn>
                <a:cxn ang="0">
                  <a:pos x="369" y="120"/>
                </a:cxn>
                <a:cxn ang="0">
                  <a:pos x="385" y="96"/>
                </a:cxn>
                <a:cxn ang="0">
                  <a:pos x="401" y="72"/>
                </a:cxn>
                <a:cxn ang="0">
                  <a:pos x="409" y="48"/>
                </a:cxn>
                <a:cxn ang="0">
                  <a:pos x="441" y="16"/>
                </a:cxn>
                <a:cxn ang="0">
                  <a:pos x="457" y="0"/>
                </a:cxn>
                <a:cxn ang="0">
                  <a:pos x="481" y="16"/>
                </a:cxn>
                <a:cxn ang="0">
                  <a:pos x="497" y="48"/>
                </a:cxn>
                <a:cxn ang="0">
                  <a:pos x="513" y="96"/>
                </a:cxn>
                <a:cxn ang="0">
                  <a:pos x="529" y="160"/>
                </a:cxn>
                <a:cxn ang="0">
                  <a:pos x="537" y="240"/>
                </a:cxn>
                <a:cxn ang="0">
                  <a:pos x="553" y="344"/>
                </a:cxn>
                <a:cxn ang="0">
                  <a:pos x="569" y="464"/>
                </a:cxn>
                <a:cxn ang="0">
                  <a:pos x="585" y="600"/>
                </a:cxn>
                <a:cxn ang="0">
                  <a:pos x="601" y="752"/>
                </a:cxn>
                <a:cxn ang="0">
                  <a:pos x="609" y="912"/>
                </a:cxn>
                <a:cxn ang="0">
                  <a:pos x="625" y="1071"/>
                </a:cxn>
                <a:cxn ang="0">
                  <a:pos x="641" y="1231"/>
                </a:cxn>
                <a:cxn ang="0">
                  <a:pos x="657" y="1391"/>
                </a:cxn>
                <a:cxn ang="0">
                  <a:pos x="665" y="1535"/>
                </a:cxn>
                <a:cxn ang="0">
                  <a:pos x="681" y="1663"/>
                </a:cxn>
                <a:cxn ang="0">
                  <a:pos x="697" y="1767"/>
                </a:cxn>
                <a:cxn ang="0">
                  <a:pos x="713" y="1847"/>
                </a:cxn>
              </a:cxnLst>
              <a:rect l="0" t="0" r="r" b="b"/>
              <a:pathLst>
                <a:path w="721" h="1879">
                  <a:moveTo>
                    <a:pt x="0" y="472"/>
                  </a:moveTo>
                  <a:lnTo>
                    <a:pt x="8" y="464"/>
                  </a:lnTo>
                  <a:lnTo>
                    <a:pt x="16" y="456"/>
                  </a:lnTo>
                  <a:lnTo>
                    <a:pt x="24" y="448"/>
                  </a:lnTo>
                  <a:lnTo>
                    <a:pt x="24" y="440"/>
                  </a:lnTo>
                  <a:lnTo>
                    <a:pt x="33" y="432"/>
                  </a:lnTo>
                  <a:lnTo>
                    <a:pt x="33" y="424"/>
                  </a:lnTo>
                  <a:lnTo>
                    <a:pt x="41" y="408"/>
                  </a:lnTo>
                  <a:lnTo>
                    <a:pt x="49" y="400"/>
                  </a:lnTo>
                  <a:lnTo>
                    <a:pt x="49" y="392"/>
                  </a:lnTo>
                  <a:lnTo>
                    <a:pt x="57" y="376"/>
                  </a:lnTo>
                  <a:lnTo>
                    <a:pt x="57" y="368"/>
                  </a:lnTo>
                  <a:lnTo>
                    <a:pt x="65" y="360"/>
                  </a:lnTo>
                  <a:lnTo>
                    <a:pt x="65" y="344"/>
                  </a:lnTo>
                  <a:lnTo>
                    <a:pt x="73" y="336"/>
                  </a:lnTo>
                  <a:lnTo>
                    <a:pt x="81" y="320"/>
                  </a:lnTo>
                  <a:lnTo>
                    <a:pt x="81" y="312"/>
                  </a:lnTo>
                  <a:lnTo>
                    <a:pt x="89" y="296"/>
                  </a:lnTo>
                  <a:lnTo>
                    <a:pt x="89" y="280"/>
                  </a:lnTo>
                  <a:lnTo>
                    <a:pt x="97" y="272"/>
                  </a:lnTo>
                  <a:lnTo>
                    <a:pt x="105" y="256"/>
                  </a:lnTo>
                  <a:lnTo>
                    <a:pt x="105" y="248"/>
                  </a:lnTo>
                  <a:lnTo>
                    <a:pt x="113" y="232"/>
                  </a:lnTo>
                  <a:lnTo>
                    <a:pt x="113" y="224"/>
                  </a:lnTo>
                  <a:lnTo>
                    <a:pt x="121" y="216"/>
                  </a:lnTo>
                  <a:lnTo>
                    <a:pt x="129" y="200"/>
                  </a:lnTo>
                  <a:lnTo>
                    <a:pt x="129" y="192"/>
                  </a:lnTo>
                  <a:lnTo>
                    <a:pt x="137" y="184"/>
                  </a:lnTo>
                  <a:lnTo>
                    <a:pt x="137" y="176"/>
                  </a:lnTo>
                  <a:lnTo>
                    <a:pt x="145" y="160"/>
                  </a:lnTo>
                  <a:lnTo>
                    <a:pt x="153" y="152"/>
                  </a:lnTo>
                  <a:lnTo>
                    <a:pt x="161" y="144"/>
                  </a:lnTo>
                  <a:lnTo>
                    <a:pt x="161" y="136"/>
                  </a:lnTo>
                  <a:lnTo>
                    <a:pt x="169" y="128"/>
                  </a:lnTo>
                  <a:lnTo>
                    <a:pt x="177" y="120"/>
                  </a:lnTo>
                  <a:lnTo>
                    <a:pt x="185" y="112"/>
                  </a:lnTo>
                  <a:lnTo>
                    <a:pt x="193" y="112"/>
                  </a:lnTo>
                  <a:lnTo>
                    <a:pt x="201" y="112"/>
                  </a:lnTo>
                  <a:lnTo>
                    <a:pt x="209" y="112"/>
                  </a:lnTo>
                  <a:lnTo>
                    <a:pt x="217" y="112"/>
                  </a:lnTo>
                  <a:lnTo>
                    <a:pt x="225" y="112"/>
                  </a:lnTo>
                  <a:lnTo>
                    <a:pt x="233" y="112"/>
                  </a:lnTo>
                  <a:lnTo>
                    <a:pt x="241" y="120"/>
                  </a:lnTo>
                  <a:lnTo>
                    <a:pt x="249" y="128"/>
                  </a:lnTo>
                  <a:lnTo>
                    <a:pt x="257" y="128"/>
                  </a:lnTo>
                  <a:lnTo>
                    <a:pt x="265" y="136"/>
                  </a:lnTo>
                  <a:lnTo>
                    <a:pt x="273" y="136"/>
                  </a:lnTo>
                  <a:lnTo>
                    <a:pt x="281" y="144"/>
                  </a:lnTo>
                  <a:lnTo>
                    <a:pt x="289" y="152"/>
                  </a:lnTo>
                  <a:lnTo>
                    <a:pt x="297" y="152"/>
                  </a:lnTo>
                  <a:lnTo>
                    <a:pt x="305" y="152"/>
                  </a:lnTo>
                  <a:lnTo>
                    <a:pt x="313" y="152"/>
                  </a:lnTo>
                  <a:lnTo>
                    <a:pt x="321" y="152"/>
                  </a:lnTo>
                  <a:lnTo>
                    <a:pt x="329" y="152"/>
                  </a:lnTo>
                  <a:lnTo>
                    <a:pt x="337" y="144"/>
                  </a:lnTo>
                  <a:lnTo>
                    <a:pt x="345" y="144"/>
                  </a:lnTo>
                  <a:lnTo>
                    <a:pt x="353" y="136"/>
                  </a:lnTo>
                  <a:lnTo>
                    <a:pt x="369" y="120"/>
                  </a:lnTo>
                  <a:lnTo>
                    <a:pt x="361" y="120"/>
                  </a:lnTo>
                  <a:lnTo>
                    <a:pt x="369" y="120"/>
                  </a:lnTo>
                  <a:lnTo>
                    <a:pt x="377" y="112"/>
                  </a:lnTo>
                  <a:lnTo>
                    <a:pt x="377" y="104"/>
                  </a:lnTo>
                  <a:lnTo>
                    <a:pt x="385" y="96"/>
                  </a:lnTo>
                  <a:lnTo>
                    <a:pt x="385" y="88"/>
                  </a:lnTo>
                  <a:lnTo>
                    <a:pt x="393" y="80"/>
                  </a:lnTo>
                  <a:lnTo>
                    <a:pt x="401" y="72"/>
                  </a:lnTo>
                  <a:lnTo>
                    <a:pt x="401" y="64"/>
                  </a:lnTo>
                  <a:lnTo>
                    <a:pt x="409" y="56"/>
                  </a:lnTo>
                  <a:lnTo>
                    <a:pt x="409" y="48"/>
                  </a:lnTo>
                  <a:lnTo>
                    <a:pt x="417" y="40"/>
                  </a:lnTo>
                  <a:lnTo>
                    <a:pt x="425" y="32"/>
                  </a:lnTo>
                  <a:lnTo>
                    <a:pt x="441" y="16"/>
                  </a:lnTo>
                  <a:lnTo>
                    <a:pt x="441" y="8"/>
                  </a:lnTo>
                  <a:lnTo>
                    <a:pt x="449" y="8"/>
                  </a:lnTo>
                  <a:lnTo>
                    <a:pt x="457" y="0"/>
                  </a:lnTo>
                  <a:lnTo>
                    <a:pt x="465" y="8"/>
                  </a:lnTo>
                  <a:lnTo>
                    <a:pt x="473" y="8"/>
                  </a:lnTo>
                  <a:lnTo>
                    <a:pt x="481" y="16"/>
                  </a:lnTo>
                  <a:lnTo>
                    <a:pt x="489" y="24"/>
                  </a:lnTo>
                  <a:lnTo>
                    <a:pt x="489" y="32"/>
                  </a:lnTo>
                  <a:lnTo>
                    <a:pt x="497" y="48"/>
                  </a:lnTo>
                  <a:lnTo>
                    <a:pt x="505" y="64"/>
                  </a:lnTo>
                  <a:lnTo>
                    <a:pt x="505" y="80"/>
                  </a:lnTo>
                  <a:lnTo>
                    <a:pt x="513" y="96"/>
                  </a:lnTo>
                  <a:lnTo>
                    <a:pt x="513" y="112"/>
                  </a:lnTo>
                  <a:lnTo>
                    <a:pt x="521" y="136"/>
                  </a:lnTo>
                  <a:lnTo>
                    <a:pt x="529" y="160"/>
                  </a:lnTo>
                  <a:lnTo>
                    <a:pt x="529" y="184"/>
                  </a:lnTo>
                  <a:lnTo>
                    <a:pt x="537" y="216"/>
                  </a:lnTo>
                  <a:lnTo>
                    <a:pt x="537" y="240"/>
                  </a:lnTo>
                  <a:lnTo>
                    <a:pt x="545" y="272"/>
                  </a:lnTo>
                  <a:lnTo>
                    <a:pt x="553" y="312"/>
                  </a:lnTo>
                  <a:lnTo>
                    <a:pt x="553" y="344"/>
                  </a:lnTo>
                  <a:lnTo>
                    <a:pt x="561" y="384"/>
                  </a:lnTo>
                  <a:lnTo>
                    <a:pt x="561" y="424"/>
                  </a:lnTo>
                  <a:lnTo>
                    <a:pt x="569" y="464"/>
                  </a:lnTo>
                  <a:lnTo>
                    <a:pt x="577" y="512"/>
                  </a:lnTo>
                  <a:lnTo>
                    <a:pt x="577" y="552"/>
                  </a:lnTo>
                  <a:lnTo>
                    <a:pt x="585" y="600"/>
                  </a:lnTo>
                  <a:lnTo>
                    <a:pt x="585" y="648"/>
                  </a:lnTo>
                  <a:lnTo>
                    <a:pt x="593" y="704"/>
                  </a:lnTo>
                  <a:lnTo>
                    <a:pt x="601" y="752"/>
                  </a:lnTo>
                  <a:lnTo>
                    <a:pt x="601" y="800"/>
                  </a:lnTo>
                  <a:lnTo>
                    <a:pt x="609" y="856"/>
                  </a:lnTo>
                  <a:lnTo>
                    <a:pt x="609" y="912"/>
                  </a:lnTo>
                  <a:lnTo>
                    <a:pt x="617" y="960"/>
                  </a:lnTo>
                  <a:lnTo>
                    <a:pt x="625" y="1015"/>
                  </a:lnTo>
                  <a:lnTo>
                    <a:pt x="625" y="1071"/>
                  </a:lnTo>
                  <a:lnTo>
                    <a:pt x="633" y="1127"/>
                  </a:lnTo>
                  <a:lnTo>
                    <a:pt x="633" y="1183"/>
                  </a:lnTo>
                  <a:lnTo>
                    <a:pt x="641" y="1231"/>
                  </a:lnTo>
                  <a:lnTo>
                    <a:pt x="641" y="1287"/>
                  </a:lnTo>
                  <a:lnTo>
                    <a:pt x="649" y="1335"/>
                  </a:lnTo>
                  <a:lnTo>
                    <a:pt x="657" y="1391"/>
                  </a:lnTo>
                  <a:lnTo>
                    <a:pt x="657" y="1439"/>
                  </a:lnTo>
                  <a:lnTo>
                    <a:pt x="665" y="1487"/>
                  </a:lnTo>
                  <a:lnTo>
                    <a:pt x="665" y="1535"/>
                  </a:lnTo>
                  <a:lnTo>
                    <a:pt x="673" y="1583"/>
                  </a:lnTo>
                  <a:lnTo>
                    <a:pt x="681" y="1623"/>
                  </a:lnTo>
                  <a:lnTo>
                    <a:pt x="681" y="1663"/>
                  </a:lnTo>
                  <a:lnTo>
                    <a:pt x="689" y="1703"/>
                  </a:lnTo>
                  <a:lnTo>
                    <a:pt x="689" y="1735"/>
                  </a:lnTo>
                  <a:lnTo>
                    <a:pt x="697" y="1767"/>
                  </a:lnTo>
                  <a:lnTo>
                    <a:pt x="705" y="1799"/>
                  </a:lnTo>
                  <a:lnTo>
                    <a:pt x="705" y="1823"/>
                  </a:lnTo>
                  <a:lnTo>
                    <a:pt x="713" y="1847"/>
                  </a:lnTo>
                  <a:lnTo>
                    <a:pt x="713" y="1863"/>
                  </a:lnTo>
                  <a:lnTo>
                    <a:pt x="721" y="187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221" name="Freeform 5"/>
            <p:cNvSpPr>
              <a:spLocks/>
            </p:cNvSpPr>
            <p:nvPr/>
          </p:nvSpPr>
          <p:spPr bwMode="auto">
            <a:xfrm>
              <a:off x="2022" y="454"/>
              <a:ext cx="641" cy="3222"/>
            </a:xfrm>
            <a:custGeom>
              <a:avLst/>
              <a:gdLst/>
              <a:ahLst/>
              <a:cxnLst>
                <a:cxn ang="0">
                  <a:pos x="16" y="3222"/>
                </a:cxn>
                <a:cxn ang="0">
                  <a:pos x="32" y="3198"/>
                </a:cxn>
                <a:cxn ang="0">
                  <a:pos x="48" y="3134"/>
                </a:cxn>
                <a:cxn ang="0">
                  <a:pos x="64" y="3030"/>
                </a:cxn>
                <a:cxn ang="0">
                  <a:pos x="80" y="2902"/>
                </a:cxn>
                <a:cxn ang="0">
                  <a:pos x="88" y="2726"/>
                </a:cxn>
                <a:cxn ang="0">
                  <a:pos x="104" y="2534"/>
                </a:cxn>
                <a:cxn ang="0">
                  <a:pos x="120" y="2310"/>
                </a:cxn>
                <a:cxn ang="0">
                  <a:pos x="136" y="2071"/>
                </a:cxn>
                <a:cxn ang="0">
                  <a:pos x="144" y="1815"/>
                </a:cxn>
                <a:cxn ang="0">
                  <a:pos x="160" y="1551"/>
                </a:cxn>
                <a:cxn ang="0">
                  <a:pos x="176" y="1295"/>
                </a:cxn>
                <a:cxn ang="0">
                  <a:pos x="192" y="1048"/>
                </a:cxn>
                <a:cxn ang="0">
                  <a:pos x="208" y="808"/>
                </a:cxn>
                <a:cxn ang="0">
                  <a:pos x="216" y="600"/>
                </a:cxn>
                <a:cxn ang="0">
                  <a:pos x="232" y="416"/>
                </a:cxn>
                <a:cxn ang="0">
                  <a:pos x="248" y="256"/>
                </a:cxn>
                <a:cxn ang="0">
                  <a:pos x="264" y="136"/>
                </a:cxn>
                <a:cxn ang="0">
                  <a:pos x="280" y="56"/>
                </a:cxn>
                <a:cxn ang="0">
                  <a:pos x="288" y="16"/>
                </a:cxn>
                <a:cxn ang="0">
                  <a:pos x="304" y="8"/>
                </a:cxn>
                <a:cxn ang="0">
                  <a:pos x="320" y="32"/>
                </a:cxn>
                <a:cxn ang="0">
                  <a:pos x="337" y="96"/>
                </a:cxn>
                <a:cxn ang="0">
                  <a:pos x="345" y="184"/>
                </a:cxn>
                <a:cxn ang="0">
                  <a:pos x="361" y="304"/>
                </a:cxn>
                <a:cxn ang="0">
                  <a:pos x="377" y="440"/>
                </a:cxn>
                <a:cxn ang="0">
                  <a:pos x="393" y="592"/>
                </a:cxn>
                <a:cxn ang="0">
                  <a:pos x="409" y="752"/>
                </a:cxn>
                <a:cxn ang="0">
                  <a:pos x="417" y="912"/>
                </a:cxn>
                <a:cxn ang="0">
                  <a:pos x="433" y="1072"/>
                </a:cxn>
                <a:cxn ang="0">
                  <a:pos x="449" y="1231"/>
                </a:cxn>
                <a:cxn ang="0">
                  <a:pos x="465" y="1367"/>
                </a:cxn>
                <a:cxn ang="0">
                  <a:pos x="481" y="1503"/>
                </a:cxn>
                <a:cxn ang="0">
                  <a:pos x="489" y="1615"/>
                </a:cxn>
                <a:cxn ang="0">
                  <a:pos x="505" y="1711"/>
                </a:cxn>
                <a:cxn ang="0">
                  <a:pos x="521" y="1783"/>
                </a:cxn>
                <a:cxn ang="0">
                  <a:pos x="537" y="1839"/>
                </a:cxn>
                <a:cxn ang="0">
                  <a:pos x="545" y="1879"/>
                </a:cxn>
                <a:cxn ang="0">
                  <a:pos x="569" y="1911"/>
                </a:cxn>
                <a:cxn ang="0">
                  <a:pos x="593" y="1903"/>
                </a:cxn>
                <a:cxn ang="0">
                  <a:pos x="617" y="1879"/>
                </a:cxn>
                <a:cxn ang="0">
                  <a:pos x="633" y="1855"/>
                </a:cxn>
              </a:cxnLst>
              <a:rect l="0" t="0" r="r" b="b"/>
              <a:pathLst>
                <a:path w="641" h="3222">
                  <a:moveTo>
                    <a:pt x="0" y="3190"/>
                  </a:moveTo>
                  <a:lnTo>
                    <a:pt x="16" y="3214"/>
                  </a:lnTo>
                  <a:lnTo>
                    <a:pt x="16" y="3222"/>
                  </a:lnTo>
                  <a:lnTo>
                    <a:pt x="24" y="3214"/>
                  </a:lnTo>
                  <a:lnTo>
                    <a:pt x="32" y="3206"/>
                  </a:lnTo>
                  <a:lnTo>
                    <a:pt x="32" y="3198"/>
                  </a:lnTo>
                  <a:lnTo>
                    <a:pt x="40" y="3182"/>
                  </a:lnTo>
                  <a:lnTo>
                    <a:pt x="40" y="3158"/>
                  </a:lnTo>
                  <a:lnTo>
                    <a:pt x="48" y="3134"/>
                  </a:lnTo>
                  <a:lnTo>
                    <a:pt x="56" y="3102"/>
                  </a:lnTo>
                  <a:lnTo>
                    <a:pt x="56" y="3070"/>
                  </a:lnTo>
                  <a:lnTo>
                    <a:pt x="64" y="3030"/>
                  </a:lnTo>
                  <a:lnTo>
                    <a:pt x="64" y="2990"/>
                  </a:lnTo>
                  <a:lnTo>
                    <a:pt x="72" y="2950"/>
                  </a:lnTo>
                  <a:lnTo>
                    <a:pt x="80" y="2902"/>
                  </a:lnTo>
                  <a:lnTo>
                    <a:pt x="80" y="2846"/>
                  </a:lnTo>
                  <a:lnTo>
                    <a:pt x="88" y="2790"/>
                  </a:lnTo>
                  <a:lnTo>
                    <a:pt x="88" y="2726"/>
                  </a:lnTo>
                  <a:lnTo>
                    <a:pt x="96" y="2670"/>
                  </a:lnTo>
                  <a:lnTo>
                    <a:pt x="96" y="2598"/>
                  </a:lnTo>
                  <a:lnTo>
                    <a:pt x="104" y="2534"/>
                  </a:lnTo>
                  <a:lnTo>
                    <a:pt x="112" y="2462"/>
                  </a:lnTo>
                  <a:lnTo>
                    <a:pt x="112" y="2382"/>
                  </a:lnTo>
                  <a:lnTo>
                    <a:pt x="120" y="2310"/>
                  </a:lnTo>
                  <a:lnTo>
                    <a:pt x="120" y="2231"/>
                  </a:lnTo>
                  <a:lnTo>
                    <a:pt x="128" y="2151"/>
                  </a:lnTo>
                  <a:lnTo>
                    <a:pt x="136" y="2071"/>
                  </a:lnTo>
                  <a:lnTo>
                    <a:pt x="136" y="1983"/>
                  </a:lnTo>
                  <a:lnTo>
                    <a:pt x="144" y="1895"/>
                  </a:lnTo>
                  <a:lnTo>
                    <a:pt x="144" y="1815"/>
                  </a:lnTo>
                  <a:lnTo>
                    <a:pt x="152" y="1727"/>
                  </a:lnTo>
                  <a:lnTo>
                    <a:pt x="160" y="1639"/>
                  </a:lnTo>
                  <a:lnTo>
                    <a:pt x="160" y="1551"/>
                  </a:lnTo>
                  <a:lnTo>
                    <a:pt x="168" y="1463"/>
                  </a:lnTo>
                  <a:lnTo>
                    <a:pt x="168" y="1383"/>
                  </a:lnTo>
                  <a:lnTo>
                    <a:pt x="176" y="1295"/>
                  </a:lnTo>
                  <a:lnTo>
                    <a:pt x="184" y="1207"/>
                  </a:lnTo>
                  <a:lnTo>
                    <a:pt x="184" y="1127"/>
                  </a:lnTo>
                  <a:lnTo>
                    <a:pt x="192" y="1048"/>
                  </a:lnTo>
                  <a:lnTo>
                    <a:pt x="192" y="968"/>
                  </a:lnTo>
                  <a:lnTo>
                    <a:pt x="200" y="888"/>
                  </a:lnTo>
                  <a:lnTo>
                    <a:pt x="208" y="808"/>
                  </a:lnTo>
                  <a:lnTo>
                    <a:pt x="208" y="736"/>
                  </a:lnTo>
                  <a:lnTo>
                    <a:pt x="216" y="664"/>
                  </a:lnTo>
                  <a:lnTo>
                    <a:pt x="216" y="600"/>
                  </a:lnTo>
                  <a:lnTo>
                    <a:pt x="224" y="536"/>
                  </a:lnTo>
                  <a:lnTo>
                    <a:pt x="232" y="472"/>
                  </a:lnTo>
                  <a:lnTo>
                    <a:pt x="232" y="416"/>
                  </a:lnTo>
                  <a:lnTo>
                    <a:pt x="240" y="360"/>
                  </a:lnTo>
                  <a:lnTo>
                    <a:pt x="240" y="304"/>
                  </a:lnTo>
                  <a:lnTo>
                    <a:pt x="248" y="256"/>
                  </a:lnTo>
                  <a:lnTo>
                    <a:pt x="256" y="216"/>
                  </a:lnTo>
                  <a:lnTo>
                    <a:pt x="256" y="176"/>
                  </a:lnTo>
                  <a:lnTo>
                    <a:pt x="264" y="136"/>
                  </a:lnTo>
                  <a:lnTo>
                    <a:pt x="264" y="112"/>
                  </a:lnTo>
                  <a:lnTo>
                    <a:pt x="272" y="80"/>
                  </a:lnTo>
                  <a:lnTo>
                    <a:pt x="280" y="56"/>
                  </a:lnTo>
                  <a:lnTo>
                    <a:pt x="280" y="40"/>
                  </a:lnTo>
                  <a:lnTo>
                    <a:pt x="288" y="24"/>
                  </a:lnTo>
                  <a:lnTo>
                    <a:pt x="288" y="16"/>
                  </a:lnTo>
                  <a:lnTo>
                    <a:pt x="296" y="8"/>
                  </a:lnTo>
                  <a:lnTo>
                    <a:pt x="296" y="0"/>
                  </a:lnTo>
                  <a:lnTo>
                    <a:pt x="304" y="8"/>
                  </a:lnTo>
                  <a:lnTo>
                    <a:pt x="312" y="8"/>
                  </a:lnTo>
                  <a:lnTo>
                    <a:pt x="312" y="24"/>
                  </a:lnTo>
                  <a:lnTo>
                    <a:pt x="320" y="32"/>
                  </a:lnTo>
                  <a:lnTo>
                    <a:pt x="320" y="48"/>
                  </a:lnTo>
                  <a:lnTo>
                    <a:pt x="328" y="72"/>
                  </a:lnTo>
                  <a:lnTo>
                    <a:pt x="337" y="96"/>
                  </a:lnTo>
                  <a:lnTo>
                    <a:pt x="337" y="120"/>
                  </a:lnTo>
                  <a:lnTo>
                    <a:pt x="345" y="152"/>
                  </a:lnTo>
                  <a:lnTo>
                    <a:pt x="345" y="184"/>
                  </a:lnTo>
                  <a:lnTo>
                    <a:pt x="353" y="224"/>
                  </a:lnTo>
                  <a:lnTo>
                    <a:pt x="361" y="264"/>
                  </a:lnTo>
                  <a:lnTo>
                    <a:pt x="361" y="304"/>
                  </a:lnTo>
                  <a:lnTo>
                    <a:pt x="369" y="344"/>
                  </a:lnTo>
                  <a:lnTo>
                    <a:pt x="369" y="392"/>
                  </a:lnTo>
                  <a:lnTo>
                    <a:pt x="377" y="440"/>
                  </a:lnTo>
                  <a:lnTo>
                    <a:pt x="385" y="488"/>
                  </a:lnTo>
                  <a:lnTo>
                    <a:pt x="385" y="536"/>
                  </a:lnTo>
                  <a:lnTo>
                    <a:pt x="393" y="592"/>
                  </a:lnTo>
                  <a:lnTo>
                    <a:pt x="393" y="640"/>
                  </a:lnTo>
                  <a:lnTo>
                    <a:pt x="401" y="696"/>
                  </a:lnTo>
                  <a:lnTo>
                    <a:pt x="409" y="752"/>
                  </a:lnTo>
                  <a:lnTo>
                    <a:pt x="409" y="800"/>
                  </a:lnTo>
                  <a:lnTo>
                    <a:pt x="417" y="856"/>
                  </a:lnTo>
                  <a:lnTo>
                    <a:pt x="417" y="912"/>
                  </a:lnTo>
                  <a:lnTo>
                    <a:pt x="425" y="968"/>
                  </a:lnTo>
                  <a:lnTo>
                    <a:pt x="433" y="1024"/>
                  </a:lnTo>
                  <a:lnTo>
                    <a:pt x="433" y="1072"/>
                  </a:lnTo>
                  <a:lnTo>
                    <a:pt x="441" y="1127"/>
                  </a:lnTo>
                  <a:lnTo>
                    <a:pt x="441" y="1175"/>
                  </a:lnTo>
                  <a:lnTo>
                    <a:pt x="449" y="1231"/>
                  </a:lnTo>
                  <a:lnTo>
                    <a:pt x="457" y="1279"/>
                  </a:lnTo>
                  <a:lnTo>
                    <a:pt x="457" y="1327"/>
                  </a:lnTo>
                  <a:lnTo>
                    <a:pt x="465" y="1367"/>
                  </a:lnTo>
                  <a:lnTo>
                    <a:pt x="465" y="1415"/>
                  </a:lnTo>
                  <a:lnTo>
                    <a:pt x="473" y="1463"/>
                  </a:lnTo>
                  <a:lnTo>
                    <a:pt x="481" y="1503"/>
                  </a:lnTo>
                  <a:lnTo>
                    <a:pt x="481" y="1543"/>
                  </a:lnTo>
                  <a:lnTo>
                    <a:pt x="489" y="1575"/>
                  </a:lnTo>
                  <a:lnTo>
                    <a:pt x="489" y="1615"/>
                  </a:lnTo>
                  <a:lnTo>
                    <a:pt x="497" y="1647"/>
                  </a:lnTo>
                  <a:lnTo>
                    <a:pt x="497" y="1679"/>
                  </a:lnTo>
                  <a:lnTo>
                    <a:pt x="505" y="1711"/>
                  </a:lnTo>
                  <a:lnTo>
                    <a:pt x="513" y="1735"/>
                  </a:lnTo>
                  <a:lnTo>
                    <a:pt x="513" y="1759"/>
                  </a:lnTo>
                  <a:lnTo>
                    <a:pt x="521" y="1783"/>
                  </a:lnTo>
                  <a:lnTo>
                    <a:pt x="521" y="1807"/>
                  </a:lnTo>
                  <a:lnTo>
                    <a:pt x="529" y="1823"/>
                  </a:lnTo>
                  <a:lnTo>
                    <a:pt x="537" y="1839"/>
                  </a:lnTo>
                  <a:lnTo>
                    <a:pt x="537" y="1855"/>
                  </a:lnTo>
                  <a:lnTo>
                    <a:pt x="545" y="1871"/>
                  </a:lnTo>
                  <a:lnTo>
                    <a:pt x="545" y="1879"/>
                  </a:lnTo>
                  <a:lnTo>
                    <a:pt x="553" y="1887"/>
                  </a:lnTo>
                  <a:lnTo>
                    <a:pt x="569" y="1903"/>
                  </a:lnTo>
                  <a:lnTo>
                    <a:pt x="569" y="1911"/>
                  </a:lnTo>
                  <a:lnTo>
                    <a:pt x="577" y="1911"/>
                  </a:lnTo>
                  <a:lnTo>
                    <a:pt x="585" y="1911"/>
                  </a:lnTo>
                  <a:lnTo>
                    <a:pt x="593" y="1903"/>
                  </a:lnTo>
                  <a:lnTo>
                    <a:pt x="601" y="1895"/>
                  </a:lnTo>
                  <a:lnTo>
                    <a:pt x="609" y="1887"/>
                  </a:lnTo>
                  <a:lnTo>
                    <a:pt x="617" y="1879"/>
                  </a:lnTo>
                  <a:lnTo>
                    <a:pt x="617" y="1871"/>
                  </a:lnTo>
                  <a:lnTo>
                    <a:pt x="625" y="1863"/>
                  </a:lnTo>
                  <a:lnTo>
                    <a:pt x="633" y="1855"/>
                  </a:lnTo>
                  <a:lnTo>
                    <a:pt x="633" y="1847"/>
                  </a:lnTo>
                  <a:lnTo>
                    <a:pt x="641" y="183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222" name="Freeform 6"/>
            <p:cNvSpPr>
              <a:spLocks/>
            </p:cNvSpPr>
            <p:nvPr/>
          </p:nvSpPr>
          <p:spPr bwMode="auto">
            <a:xfrm>
              <a:off x="2663" y="1765"/>
              <a:ext cx="801" cy="528"/>
            </a:xfrm>
            <a:custGeom>
              <a:avLst/>
              <a:gdLst/>
              <a:ahLst/>
              <a:cxnLst>
                <a:cxn ang="0">
                  <a:pos x="16" y="512"/>
                </a:cxn>
                <a:cxn ang="0">
                  <a:pos x="24" y="488"/>
                </a:cxn>
                <a:cxn ang="0">
                  <a:pos x="40" y="472"/>
                </a:cxn>
                <a:cxn ang="0">
                  <a:pos x="64" y="448"/>
                </a:cxn>
                <a:cxn ang="0">
                  <a:pos x="88" y="448"/>
                </a:cxn>
                <a:cxn ang="0">
                  <a:pos x="112" y="456"/>
                </a:cxn>
                <a:cxn ang="0">
                  <a:pos x="136" y="464"/>
                </a:cxn>
                <a:cxn ang="0">
                  <a:pos x="160" y="480"/>
                </a:cxn>
                <a:cxn ang="0">
                  <a:pos x="184" y="488"/>
                </a:cxn>
                <a:cxn ang="0">
                  <a:pos x="208" y="488"/>
                </a:cxn>
                <a:cxn ang="0">
                  <a:pos x="232" y="464"/>
                </a:cxn>
                <a:cxn ang="0">
                  <a:pos x="248" y="440"/>
                </a:cxn>
                <a:cxn ang="0">
                  <a:pos x="264" y="416"/>
                </a:cxn>
                <a:cxn ang="0">
                  <a:pos x="280" y="384"/>
                </a:cxn>
                <a:cxn ang="0">
                  <a:pos x="296" y="352"/>
                </a:cxn>
                <a:cxn ang="0">
                  <a:pos x="304" y="312"/>
                </a:cxn>
                <a:cxn ang="0">
                  <a:pos x="320" y="272"/>
                </a:cxn>
                <a:cxn ang="0">
                  <a:pos x="336" y="240"/>
                </a:cxn>
                <a:cxn ang="0">
                  <a:pos x="352" y="208"/>
                </a:cxn>
                <a:cxn ang="0">
                  <a:pos x="368" y="176"/>
                </a:cxn>
                <a:cxn ang="0">
                  <a:pos x="376" y="152"/>
                </a:cxn>
                <a:cxn ang="0">
                  <a:pos x="400" y="120"/>
                </a:cxn>
                <a:cxn ang="0">
                  <a:pos x="424" y="112"/>
                </a:cxn>
                <a:cxn ang="0">
                  <a:pos x="448" y="112"/>
                </a:cxn>
                <a:cxn ang="0">
                  <a:pos x="472" y="120"/>
                </a:cxn>
                <a:cxn ang="0">
                  <a:pos x="496" y="136"/>
                </a:cxn>
                <a:cxn ang="0">
                  <a:pos x="520" y="152"/>
                </a:cxn>
                <a:cxn ang="0">
                  <a:pos x="544" y="152"/>
                </a:cxn>
                <a:cxn ang="0">
                  <a:pos x="568" y="144"/>
                </a:cxn>
                <a:cxn ang="0">
                  <a:pos x="592" y="120"/>
                </a:cxn>
                <a:cxn ang="0">
                  <a:pos x="608" y="96"/>
                </a:cxn>
                <a:cxn ang="0">
                  <a:pos x="624" y="72"/>
                </a:cxn>
                <a:cxn ang="0">
                  <a:pos x="640" y="48"/>
                </a:cxn>
                <a:cxn ang="0">
                  <a:pos x="664" y="16"/>
                </a:cxn>
                <a:cxn ang="0">
                  <a:pos x="672" y="8"/>
                </a:cxn>
                <a:cxn ang="0">
                  <a:pos x="696" y="8"/>
                </a:cxn>
                <a:cxn ang="0">
                  <a:pos x="721" y="32"/>
                </a:cxn>
                <a:cxn ang="0">
                  <a:pos x="729" y="72"/>
                </a:cxn>
                <a:cxn ang="0">
                  <a:pos x="745" y="128"/>
                </a:cxn>
                <a:cxn ang="0">
                  <a:pos x="761" y="200"/>
                </a:cxn>
                <a:cxn ang="0">
                  <a:pos x="777" y="296"/>
                </a:cxn>
                <a:cxn ang="0">
                  <a:pos x="793" y="408"/>
                </a:cxn>
              </a:cxnLst>
              <a:rect l="0" t="0" r="r" b="b"/>
              <a:pathLst>
                <a:path w="801" h="528">
                  <a:moveTo>
                    <a:pt x="0" y="528"/>
                  </a:moveTo>
                  <a:lnTo>
                    <a:pt x="8" y="520"/>
                  </a:lnTo>
                  <a:lnTo>
                    <a:pt x="16" y="512"/>
                  </a:lnTo>
                  <a:lnTo>
                    <a:pt x="16" y="504"/>
                  </a:lnTo>
                  <a:lnTo>
                    <a:pt x="24" y="496"/>
                  </a:lnTo>
                  <a:lnTo>
                    <a:pt x="24" y="488"/>
                  </a:lnTo>
                  <a:lnTo>
                    <a:pt x="40" y="472"/>
                  </a:lnTo>
                  <a:lnTo>
                    <a:pt x="32" y="472"/>
                  </a:lnTo>
                  <a:lnTo>
                    <a:pt x="40" y="472"/>
                  </a:lnTo>
                  <a:lnTo>
                    <a:pt x="48" y="464"/>
                  </a:lnTo>
                  <a:lnTo>
                    <a:pt x="56" y="456"/>
                  </a:lnTo>
                  <a:lnTo>
                    <a:pt x="64" y="448"/>
                  </a:lnTo>
                  <a:lnTo>
                    <a:pt x="72" y="448"/>
                  </a:lnTo>
                  <a:lnTo>
                    <a:pt x="80" y="448"/>
                  </a:lnTo>
                  <a:lnTo>
                    <a:pt x="88" y="448"/>
                  </a:lnTo>
                  <a:lnTo>
                    <a:pt x="96" y="448"/>
                  </a:lnTo>
                  <a:lnTo>
                    <a:pt x="104" y="448"/>
                  </a:lnTo>
                  <a:lnTo>
                    <a:pt x="112" y="456"/>
                  </a:lnTo>
                  <a:lnTo>
                    <a:pt x="120" y="456"/>
                  </a:lnTo>
                  <a:lnTo>
                    <a:pt x="128" y="464"/>
                  </a:lnTo>
                  <a:lnTo>
                    <a:pt x="136" y="464"/>
                  </a:lnTo>
                  <a:lnTo>
                    <a:pt x="144" y="472"/>
                  </a:lnTo>
                  <a:lnTo>
                    <a:pt x="152" y="480"/>
                  </a:lnTo>
                  <a:lnTo>
                    <a:pt x="160" y="480"/>
                  </a:lnTo>
                  <a:lnTo>
                    <a:pt x="168" y="488"/>
                  </a:lnTo>
                  <a:lnTo>
                    <a:pt x="176" y="488"/>
                  </a:lnTo>
                  <a:lnTo>
                    <a:pt x="184" y="488"/>
                  </a:lnTo>
                  <a:lnTo>
                    <a:pt x="192" y="488"/>
                  </a:lnTo>
                  <a:lnTo>
                    <a:pt x="200" y="488"/>
                  </a:lnTo>
                  <a:lnTo>
                    <a:pt x="208" y="488"/>
                  </a:lnTo>
                  <a:lnTo>
                    <a:pt x="216" y="480"/>
                  </a:lnTo>
                  <a:lnTo>
                    <a:pt x="224" y="472"/>
                  </a:lnTo>
                  <a:lnTo>
                    <a:pt x="232" y="464"/>
                  </a:lnTo>
                  <a:lnTo>
                    <a:pt x="240" y="456"/>
                  </a:lnTo>
                  <a:lnTo>
                    <a:pt x="248" y="448"/>
                  </a:lnTo>
                  <a:lnTo>
                    <a:pt x="248" y="440"/>
                  </a:lnTo>
                  <a:lnTo>
                    <a:pt x="256" y="432"/>
                  </a:lnTo>
                  <a:lnTo>
                    <a:pt x="256" y="424"/>
                  </a:lnTo>
                  <a:lnTo>
                    <a:pt x="264" y="416"/>
                  </a:lnTo>
                  <a:lnTo>
                    <a:pt x="272" y="408"/>
                  </a:lnTo>
                  <a:lnTo>
                    <a:pt x="272" y="392"/>
                  </a:lnTo>
                  <a:lnTo>
                    <a:pt x="280" y="384"/>
                  </a:lnTo>
                  <a:lnTo>
                    <a:pt x="280" y="376"/>
                  </a:lnTo>
                  <a:lnTo>
                    <a:pt x="288" y="360"/>
                  </a:lnTo>
                  <a:lnTo>
                    <a:pt x="296" y="352"/>
                  </a:lnTo>
                  <a:lnTo>
                    <a:pt x="296" y="336"/>
                  </a:lnTo>
                  <a:lnTo>
                    <a:pt x="304" y="328"/>
                  </a:lnTo>
                  <a:lnTo>
                    <a:pt x="304" y="312"/>
                  </a:lnTo>
                  <a:lnTo>
                    <a:pt x="312" y="304"/>
                  </a:lnTo>
                  <a:lnTo>
                    <a:pt x="320" y="288"/>
                  </a:lnTo>
                  <a:lnTo>
                    <a:pt x="320" y="272"/>
                  </a:lnTo>
                  <a:lnTo>
                    <a:pt x="328" y="264"/>
                  </a:lnTo>
                  <a:lnTo>
                    <a:pt x="328" y="248"/>
                  </a:lnTo>
                  <a:lnTo>
                    <a:pt x="336" y="240"/>
                  </a:lnTo>
                  <a:lnTo>
                    <a:pt x="344" y="224"/>
                  </a:lnTo>
                  <a:lnTo>
                    <a:pt x="344" y="216"/>
                  </a:lnTo>
                  <a:lnTo>
                    <a:pt x="352" y="208"/>
                  </a:lnTo>
                  <a:lnTo>
                    <a:pt x="352" y="192"/>
                  </a:lnTo>
                  <a:lnTo>
                    <a:pt x="360" y="184"/>
                  </a:lnTo>
                  <a:lnTo>
                    <a:pt x="368" y="176"/>
                  </a:lnTo>
                  <a:lnTo>
                    <a:pt x="368" y="168"/>
                  </a:lnTo>
                  <a:lnTo>
                    <a:pt x="376" y="160"/>
                  </a:lnTo>
                  <a:lnTo>
                    <a:pt x="376" y="152"/>
                  </a:lnTo>
                  <a:lnTo>
                    <a:pt x="384" y="144"/>
                  </a:lnTo>
                  <a:lnTo>
                    <a:pt x="400" y="128"/>
                  </a:lnTo>
                  <a:lnTo>
                    <a:pt x="400" y="120"/>
                  </a:lnTo>
                  <a:lnTo>
                    <a:pt x="408" y="112"/>
                  </a:lnTo>
                  <a:lnTo>
                    <a:pt x="416" y="112"/>
                  </a:lnTo>
                  <a:lnTo>
                    <a:pt x="424" y="112"/>
                  </a:lnTo>
                  <a:lnTo>
                    <a:pt x="432" y="112"/>
                  </a:lnTo>
                  <a:lnTo>
                    <a:pt x="440" y="112"/>
                  </a:lnTo>
                  <a:lnTo>
                    <a:pt x="448" y="112"/>
                  </a:lnTo>
                  <a:lnTo>
                    <a:pt x="456" y="112"/>
                  </a:lnTo>
                  <a:lnTo>
                    <a:pt x="464" y="120"/>
                  </a:lnTo>
                  <a:lnTo>
                    <a:pt x="472" y="120"/>
                  </a:lnTo>
                  <a:lnTo>
                    <a:pt x="480" y="128"/>
                  </a:lnTo>
                  <a:lnTo>
                    <a:pt x="488" y="136"/>
                  </a:lnTo>
                  <a:lnTo>
                    <a:pt x="496" y="136"/>
                  </a:lnTo>
                  <a:lnTo>
                    <a:pt x="504" y="144"/>
                  </a:lnTo>
                  <a:lnTo>
                    <a:pt x="512" y="144"/>
                  </a:lnTo>
                  <a:lnTo>
                    <a:pt x="520" y="152"/>
                  </a:lnTo>
                  <a:lnTo>
                    <a:pt x="528" y="152"/>
                  </a:lnTo>
                  <a:lnTo>
                    <a:pt x="536" y="152"/>
                  </a:lnTo>
                  <a:lnTo>
                    <a:pt x="544" y="152"/>
                  </a:lnTo>
                  <a:lnTo>
                    <a:pt x="552" y="152"/>
                  </a:lnTo>
                  <a:lnTo>
                    <a:pt x="560" y="152"/>
                  </a:lnTo>
                  <a:lnTo>
                    <a:pt x="568" y="144"/>
                  </a:lnTo>
                  <a:lnTo>
                    <a:pt x="576" y="136"/>
                  </a:lnTo>
                  <a:lnTo>
                    <a:pt x="584" y="128"/>
                  </a:lnTo>
                  <a:lnTo>
                    <a:pt x="592" y="120"/>
                  </a:lnTo>
                  <a:lnTo>
                    <a:pt x="600" y="112"/>
                  </a:lnTo>
                  <a:lnTo>
                    <a:pt x="600" y="104"/>
                  </a:lnTo>
                  <a:lnTo>
                    <a:pt x="608" y="96"/>
                  </a:lnTo>
                  <a:lnTo>
                    <a:pt x="608" y="88"/>
                  </a:lnTo>
                  <a:lnTo>
                    <a:pt x="616" y="80"/>
                  </a:lnTo>
                  <a:lnTo>
                    <a:pt x="624" y="72"/>
                  </a:lnTo>
                  <a:lnTo>
                    <a:pt x="632" y="64"/>
                  </a:lnTo>
                  <a:lnTo>
                    <a:pt x="632" y="56"/>
                  </a:lnTo>
                  <a:lnTo>
                    <a:pt x="640" y="48"/>
                  </a:lnTo>
                  <a:lnTo>
                    <a:pt x="648" y="40"/>
                  </a:lnTo>
                  <a:lnTo>
                    <a:pt x="648" y="32"/>
                  </a:lnTo>
                  <a:lnTo>
                    <a:pt x="664" y="16"/>
                  </a:lnTo>
                  <a:lnTo>
                    <a:pt x="656" y="16"/>
                  </a:lnTo>
                  <a:lnTo>
                    <a:pt x="664" y="16"/>
                  </a:lnTo>
                  <a:lnTo>
                    <a:pt x="672" y="8"/>
                  </a:lnTo>
                  <a:lnTo>
                    <a:pt x="680" y="0"/>
                  </a:lnTo>
                  <a:lnTo>
                    <a:pt x="688" y="0"/>
                  </a:lnTo>
                  <a:lnTo>
                    <a:pt x="696" y="8"/>
                  </a:lnTo>
                  <a:lnTo>
                    <a:pt x="704" y="16"/>
                  </a:lnTo>
                  <a:lnTo>
                    <a:pt x="712" y="24"/>
                  </a:lnTo>
                  <a:lnTo>
                    <a:pt x="721" y="32"/>
                  </a:lnTo>
                  <a:lnTo>
                    <a:pt x="721" y="40"/>
                  </a:lnTo>
                  <a:lnTo>
                    <a:pt x="729" y="56"/>
                  </a:lnTo>
                  <a:lnTo>
                    <a:pt x="729" y="72"/>
                  </a:lnTo>
                  <a:lnTo>
                    <a:pt x="737" y="88"/>
                  </a:lnTo>
                  <a:lnTo>
                    <a:pt x="745" y="104"/>
                  </a:lnTo>
                  <a:lnTo>
                    <a:pt x="745" y="128"/>
                  </a:lnTo>
                  <a:lnTo>
                    <a:pt x="753" y="152"/>
                  </a:lnTo>
                  <a:lnTo>
                    <a:pt x="753" y="176"/>
                  </a:lnTo>
                  <a:lnTo>
                    <a:pt x="761" y="200"/>
                  </a:lnTo>
                  <a:lnTo>
                    <a:pt x="769" y="232"/>
                  </a:lnTo>
                  <a:lnTo>
                    <a:pt x="769" y="264"/>
                  </a:lnTo>
                  <a:lnTo>
                    <a:pt x="777" y="296"/>
                  </a:lnTo>
                  <a:lnTo>
                    <a:pt x="777" y="336"/>
                  </a:lnTo>
                  <a:lnTo>
                    <a:pt x="785" y="368"/>
                  </a:lnTo>
                  <a:lnTo>
                    <a:pt x="793" y="408"/>
                  </a:lnTo>
                  <a:lnTo>
                    <a:pt x="793" y="448"/>
                  </a:lnTo>
                  <a:lnTo>
                    <a:pt x="801" y="496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223" name="Freeform 7"/>
            <p:cNvSpPr>
              <a:spLocks/>
            </p:cNvSpPr>
            <p:nvPr/>
          </p:nvSpPr>
          <p:spPr bwMode="auto">
            <a:xfrm>
              <a:off x="3464" y="462"/>
              <a:ext cx="608" cy="3214"/>
            </a:xfrm>
            <a:custGeom>
              <a:avLst/>
              <a:gdLst/>
              <a:ahLst/>
              <a:cxnLst>
                <a:cxn ang="0">
                  <a:pos x="8" y="1887"/>
                </a:cxn>
                <a:cxn ang="0">
                  <a:pos x="24" y="2039"/>
                </a:cxn>
                <a:cxn ang="0">
                  <a:pos x="32" y="2191"/>
                </a:cxn>
                <a:cxn ang="0">
                  <a:pos x="48" y="2358"/>
                </a:cxn>
                <a:cxn ang="0">
                  <a:pos x="64" y="2518"/>
                </a:cxn>
                <a:cxn ang="0">
                  <a:pos x="80" y="2678"/>
                </a:cxn>
                <a:cxn ang="0">
                  <a:pos x="96" y="2822"/>
                </a:cxn>
                <a:cxn ang="0">
                  <a:pos x="104" y="2950"/>
                </a:cxn>
                <a:cxn ang="0">
                  <a:pos x="120" y="3062"/>
                </a:cxn>
                <a:cxn ang="0">
                  <a:pos x="136" y="3142"/>
                </a:cxn>
                <a:cxn ang="0">
                  <a:pos x="152" y="3190"/>
                </a:cxn>
                <a:cxn ang="0">
                  <a:pos x="168" y="3214"/>
                </a:cxn>
                <a:cxn ang="0">
                  <a:pos x="176" y="3190"/>
                </a:cxn>
                <a:cxn ang="0">
                  <a:pos x="192" y="3134"/>
                </a:cxn>
                <a:cxn ang="0">
                  <a:pos x="208" y="3038"/>
                </a:cxn>
                <a:cxn ang="0">
                  <a:pos x="224" y="2910"/>
                </a:cxn>
                <a:cxn ang="0">
                  <a:pos x="232" y="2742"/>
                </a:cxn>
                <a:cxn ang="0">
                  <a:pos x="248" y="2550"/>
                </a:cxn>
                <a:cxn ang="0">
                  <a:pos x="264" y="2326"/>
                </a:cxn>
                <a:cxn ang="0">
                  <a:pos x="280" y="2087"/>
                </a:cxn>
                <a:cxn ang="0">
                  <a:pos x="296" y="1831"/>
                </a:cxn>
                <a:cxn ang="0">
                  <a:pos x="304" y="1575"/>
                </a:cxn>
                <a:cxn ang="0">
                  <a:pos x="320" y="1319"/>
                </a:cxn>
                <a:cxn ang="0">
                  <a:pos x="336" y="1064"/>
                </a:cxn>
                <a:cxn ang="0">
                  <a:pos x="352" y="832"/>
                </a:cxn>
                <a:cxn ang="0">
                  <a:pos x="368" y="616"/>
                </a:cxn>
                <a:cxn ang="0">
                  <a:pos x="376" y="424"/>
                </a:cxn>
                <a:cxn ang="0">
                  <a:pos x="392" y="264"/>
                </a:cxn>
                <a:cxn ang="0">
                  <a:pos x="408" y="144"/>
                </a:cxn>
                <a:cxn ang="0">
                  <a:pos x="424" y="56"/>
                </a:cxn>
                <a:cxn ang="0">
                  <a:pos x="432" y="8"/>
                </a:cxn>
                <a:cxn ang="0">
                  <a:pos x="456" y="8"/>
                </a:cxn>
                <a:cxn ang="0">
                  <a:pos x="472" y="56"/>
                </a:cxn>
                <a:cxn ang="0">
                  <a:pos x="488" y="136"/>
                </a:cxn>
                <a:cxn ang="0">
                  <a:pos x="504" y="240"/>
                </a:cxn>
                <a:cxn ang="0">
                  <a:pos x="520" y="368"/>
                </a:cxn>
                <a:cxn ang="0">
                  <a:pos x="528" y="512"/>
                </a:cxn>
                <a:cxn ang="0">
                  <a:pos x="544" y="672"/>
                </a:cxn>
                <a:cxn ang="0">
                  <a:pos x="560" y="832"/>
                </a:cxn>
                <a:cxn ang="0">
                  <a:pos x="576" y="992"/>
                </a:cxn>
                <a:cxn ang="0">
                  <a:pos x="584" y="1151"/>
                </a:cxn>
                <a:cxn ang="0">
                  <a:pos x="600" y="1303"/>
                </a:cxn>
              </a:cxnLst>
              <a:rect l="0" t="0" r="r" b="b"/>
              <a:pathLst>
                <a:path w="608" h="3214">
                  <a:moveTo>
                    <a:pt x="0" y="1799"/>
                  </a:moveTo>
                  <a:lnTo>
                    <a:pt x="0" y="1847"/>
                  </a:lnTo>
                  <a:lnTo>
                    <a:pt x="8" y="1887"/>
                  </a:lnTo>
                  <a:lnTo>
                    <a:pt x="8" y="1935"/>
                  </a:lnTo>
                  <a:lnTo>
                    <a:pt x="16" y="1983"/>
                  </a:lnTo>
                  <a:lnTo>
                    <a:pt x="24" y="2039"/>
                  </a:lnTo>
                  <a:lnTo>
                    <a:pt x="24" y="2087"/>
                  </a:lnTo>
                  <a:lnTo>
                    <a:pt x="32" y="2143"/>
                  </a:lnTo>
                  <a:lnTo>
                    <a:pt x="32" y="2191"/>
                  </a:lnTo>
                  <a:lnTo>
                    <a:pt x="40" y="2247"/>
                  </a:lnTo>
                  <a:lnTo>
                    <a:pt x="48" y="2302"/>
                  </a:lnTo>
                  <a:lnTo>
                    <a:pt x="48" y="2358"/>
                  </a:lnTo>
                  <a:lnTo>
                    <a:pt x="56" y="2414"/>
                  </a:lnTo>
                  <a:lnTo>
                    <a:pt x="56" y="2462"/>
                  </a:lnTo>
                  <a:lnTo>
                    <a:pt x="64" y="2518"/>
                  </a:lnTo>
                  <a:lnTo>
                    <a:pt x="72" y="2574"/>
                  </a:lnTo>
                  <a:lnTo>
                    <a:pt x="72" y="2622"/>
                  </a:lnTo>
                  <a:lnTo>
                    <a:pt x="80" y="2678"/>
                  </a:lnTo>
                  <a:lnTo>
                    <a:pt x="80" y="2726"/>
                  </a:lnTo>
                  <a:lnTo>
                    <a:pt x="88" y="2774"/>
                  </a:lnTo>
                  <a:lnTo>
                    <a:pt x="96" y="2822"/>
                  </a:lnTo>
                  <a:lnTo>
                    <a:pt x="96" y="2870"/>
                  </a:lnTo>
                  <a:lnTo>
                    <a:pt x="104" y="2910"/>
                  </a:lnTo>
                  <a:lnTo>
                    <a:pt x="104" y="2950"/>
                  </a:lnTo>
                  <a:lnTo>
                    <a:pt x="112" y="2990"/>
                  </a:lnTo>
                  <a:lnTo>
                    <a:pt x="120" y="3030"/>
                  </a:lnTo>
                  <a:lnTo>
                    <a:pt x="120" y="3062"/>
                  </a:lnTo>
                  <a:lnTo>
                    <a:pt x="128" y="3094"/>
                  </a:lnTo>
                  <a:lnTo>
                    <a:pt x="128" y="3118"/>
                  </a:lnTo>
                  <a:lnTo>
                    <a:pt x="136" y="3142"/>
                  </a:lnTo>
                  <a:lnTo>
                    <a:pt x="144" y="3166"/>
                  </a:lnTo>
                  <a:lnTo>
                    <a:pt x="144" y="3182"/>
                  </a:lnTo>
                  <a:lnTo>
                    <a:pt x="152" y="3190"/>
                  </a:lnTo>
                  <a:lnTo>
                    <a:pt x="152" y="3206"/>
                  </a:lnTo>
                  <a:lnTo>
                    <a:pt x="160" y="3206"/>
                  </a:lnTo>
                  <a:lnTo>
                    <a:pt x="168" y="3214"/>
                  </a:lnTo>
                  <a:lnTo>
                    <a:pt x="168" y="3206"/>
                  </a:lnTo>
                  <a:lnTo>
                    <a:pt x="176" y="3198"/>
                  </a:lnTo>
                  <a:lnTo>
                    <a:pt x="176" y="3190"/>
                  </a:lnTo>
                  <a:lnTo>
                    <a:pt x="184" y="3174"/>
                  </a:lnTo>
                  <a:lnTo>
                    <a:pt x="184" y="3158"/>
                  </a:lnTo>
                  <a:lnTo>
                    <a:pt x="192" y="3134"/>
                  </a:lnTo>
                  <a:lnTo>
                    <a:pt x="200" y="3102"/>
                  </a:lnTo>
                  <a:lnTo>
                    <a:pt x="200" y="3078"/>
                  </a:lnTo>
                  <a:lnTo>
                    <a:pt x="208" y="3038"/>
                  </a:lnTo>
                  <a:lnTo>
                    <a:pt x="208" y="2998"/>
                  </a:lnTo>
                  <a:lnTo>
                    <a:pt x="216" y="2958"/>
                  </a:lnTo>
                  <a:lnTo>
                    <a:pt x="224" y="2910"/>
                  </a:lnTo>
                  <a:lnTo>
                    <a:pt x="224" y="2854"/>
                  </a:lnTo>
                  <a:lnTo>
                    <a:pt x="232" y="2798"/>
                  </a:lnTo>
                  <a:lnTo>
                    <a:pt x="232" y="2742"/>
                  </a:lnTo>
                  <a:lnTo>
                    <a:pt x="240" y="2678"/>
                  </a:lnTo>
                  <a:lnTo>
                    <a:pt x="248" y="2614"/>
                  </a:lnTo>
                  <a:lnTo>
                    <a:pt x="248" y="2550"/>
                  </a:lnTo>
                  <a:lnTo>
                    <a:pt x="256" y="2478"/>
                  </a:lnTo>
                  <a:lnTo>
                    <a:pt x="256" y="2406"/>
                  </a:lnTo>
                  <a:lnTo>
                    <a:pt x="264" y="2326"/>
                  </a:lnTo>
                  <a:lnTo>
                    <a:pt x="272" y="2247"/>
                  </a:lnTo>
                  <a:lnTo>
                    <a:pt x="272" y="2167"/>
                  </a:lnTo>
                  <a:lnTo>
                    <a:pt x="280" y="2087"/>
                  </a:lnTo>
                  <a:lnTo>
                    <a:pt x="280" y="2007"/>
                  </a:lnTo>
                  <a:lnTo>
                    <a:pt x="288" y="1919"/>
                  </a:lnTo>
                  <a:lnTo>
                    <a:pt x="296" y="1831"/>
                  </a:lnTo>
                  <a:lnTo>
                    <a:pt x="296" y="1751"/>
                  </a:lnTo>
                  <a:lnTo>
                    <a:pt x="304" y="1663"/>
                  </a:lnTo>
                  <a:lnTo>
                    <a:pt x="304" y="1575"/>
                  </a:lnTo>
                  <a:lnTo>
                    <a:pt x="312" y="1487"/>
                  </a:lnTo>
                  <a:lnTo>
                    <a:pt x="320" y="1399"/>
                  </a:lnTo>
                  <a:lnTo>
                    <a:pt x="320" y="1319"/>
                  </a:lnTo>
                  <a:lnTo>
                    <a:pt x="328" y="1231"/>
                  </a:lnTo>
                  <a:lnTo>
                    <a:pt x="328" y="1143"/>
                  </a:lnTo>
                  <a:lnTo>
                    <a:pt x="336" y="1064"/>
                  </a:lnTo>
                  <a:lnTo>
                    <a:pt x="344" y="984"/>
                  </a:lnTo>
                  <a:lnTo>
                    <a:pt x="344" y="904"/>
                  </a:lnTo>
                  <a:lnTo>
                    <a:pt x="352" y="832"/>
                  </a:lnTo>
                  <a:lnTo>
                    <a:pt x="352" y="752"/>
                  </a:lnTo>
                  <a:lnTo>
                    <a:pt x="360" y="680"/>
                  </a:lnTo>
                  <a:lnTo>
                    <a:pt x="368" y="616"/>
                  </a:lnTo>
                  <a:lnTo>
                    <a:pt x="368" y="544"/>
                  </a:lnTo>
                  <a:lnTo>
                    <a:pt x="376" y="488"/>
                  </a:lnTo>
                  <a:lnTo>
                    <a:pt x="376" y="424"/>
                  </a:lnTo>
                  <a:lnTo>
                    <a:pt x="384" y="368"/>
                  </a:lnTo>
                  <a:lnTo>
                    <a:pt x="384" y="312"/>
                  </a:lnTo>
                  <a:lnTo>
                    <a:pt x="392" y="264"/>
                  </a:lnTo>
                  <a:lnTo>
                    <a:pt x="400" y="224"/>
                  </a:lnTo>
                  <a:lnTo>
                    <a:pt x="400" y="184"/>
                  </a:lnTo>
                  <a:lnTo>
                    <a:pt x="408" y="144"/>
                  </a:lnTo>
                  <a:lnTo>
                    <a:pt x="408" y="112"/>
                  </a:lnTo>
                  <a:lnTo>
                    <a:pt x="416" y="80"/>
                  </a:lnTo>
                  <a:lnTo>
                    <a:pt x="424" y="56"/>
                  </a:lnTo>
                  <a:lnTo>
                    <a:pt x="424" y="32"/>
                  </a:lnTo>
                  <a:lnTo>
                    <a:pt x="432" y="16"/>
                  </a:lnTo>
                  <a:lnTo>
                    <a:pt x="432" y="8"/>
                  </a:lnTo>
                  <a:lnTo>
                    <a:pt x="440" y="0"/>
                  </a:lnTo>
                  <a:lnTo>
                    <a:pt x="456" y="0"/>
                  </a:lnTo>
                  <a:lnTo>
                    <a:pt x="456" y="8"/>
                  </a:lnTo>
                  <a:lnTo>
                    <a:pt x="464" y="24"/>
                  </a:lnTo>
                  <a:lnTo>
                    <a:pt x="472" y="40"/>
                  </a:lnTo>
                  <a:lnTo>
                    <a:pt x="472" y="56"/>
                  </a:lnTo>
                  <a:lnTo>
                    <a:pt x="480" y="80"/>
                  </a:lnTo>
                  <a:lnTo>
                    <a:pt x="480" y="104"/>
                  </a:lnTo>
                  <a:lnTo>
                    <a:pt x="488" y="136"/>
                  </a:lnTo>
                  <a:lnTo>
                    <a:pt x="496" y="168"/>
                  </a:lnTo>
                  <a:lnTo>
                    <a:pt x="496" y="200"/>
                  </a:lnTo>
                  <a:lnTo>
                    <a:pt x="504" y="240"/>
                  </a:lnTo>
                  <a:lnTo>
                    <a:pt x="504" y="280"/>
                  </a:lnTo>
                  <a:lnTo>
                    <a:pt x="512" y="320"/>
                  </a:lnTo>
                  <a:lnTo>
                    <a:pt x="520" y="368"/>
                  </a:lnTo>
                  <a:lnTo>
                    <a:pt x="520" y="416"/>
                  </a:lnTo>
                  <a:lnTo>
                    <a:pt x="528" y="464"/>
                  </a:lnTo>
                  <a:lnTo>
                    <a:pt x="528" y="512"/>
                  </a:lnTo>
                  <a:lnTo>
                    <a:pt x="536" y="568"/>
                  </a:lnTo>
                  <a:lnTo>
                    <a:pt x="544" y="616"/>
                  </a:lnTo>
                  <a:lnTo>
                    <a:pt x="544" y="672"/>
                  </a:lnTo>
                  <a:lnTo>
                    <a:pt x="552" y="720"/>
                  </a:lnTo>
                  <a:lnTo>
                    <a:pt x="552" y="776"/>
                  </a:lnTo>
                  <a:lnTo>
                    <a:pt x="560" y="832"/>
                  </a:lnTo>
                  <a:lnTo>
                    <a:pt x="560" y="888"/>
                  </a:lnTo>
                  <a:lnTo>
                    <a:pt x="568" y="944"/>
                  </a:lnTo>
                  <a:lnTo>
                    <a:pt x="576" y="992"/>
                  </a:lnTo>
                  <a:lnTo>
                    <a:pt x="576" y="1048"/>
                  </a:lnTo>
                  <a:lnTo>
                    <a:pt x="584" y="1104"/>
                  </a:lnTo>
                  <a:lnTo>
                    <a:pt x="584" y="1151"/>
                  </a:lnTo>
                  <a:lnTo>
                    <a:pt x="592" y="1199"/>
                  </a:lnTo>
                  <a:lnTo>
                    <a:pt x="600" y="1255"/>
                  </a:lnTo>
                  <a:lnTo>
                    <a:pt x="600" y="1303"/>
                  </a:lnTo>
                  <a:lnTo>
                    <a:pt x="608" y="1351"/>
                  </a:lnTo>
                  <a:lnTo>
                    <a:pt x="608" y="1391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224" name="Freeform 8"/>
            <p:cNvSpPr>
              <a:spLocks/>
            </p:cNvSpPr>
            <p:nvPr/>
          </p:nvSpPr>
          <p:spPr bwMode="auto">
            <a:xfrm>
              <a:off x="4072" y="1837"/>
              <a:ext cx="801" cy="528"/>
            </a:xfrm>
            <a:custGeom>
              <a:avLst/>
              <a:gdLst/>
              <a:ahLst/>
              <a:cxnLst>
                <a:cxn ang="0">
                  <a:pos x="16" y="104"/>
                </a:cxn>
                <a:cxn ang="0">
                  <a:pos x="24" y="216"/>
                </a:cxn>
                <a:cxn ang="0">
                  <a:pos x="40" y="312"/>
                </a:cxn>
                <a:cxn ang="0">
                  <a:pos x="56" y="392"/>
                </a:cxn>
                <a:cxn ang="0">
                  <a:pos x="72" y="448"/>
                </a:cxn>
                <a:cxn ang="0">
                  <a:pos x="88" y="496"/>
                </a:cxn>
                <a:cxn ang="0">
                  <a:pos x="96" y="520"/>
                </a:cxn>
                <a:cxn ang="0">
                  <a:pos x="120" y="528"/>
                </a:cxn>
                <a:cxn ang="0">
                  <a:pos x="144" y="504"/>
                </a:cxn>
                <a:cxn ang="0">
                  <a:pos x="168" y="480"/>
                </a:cxn>
                <a:cxn ang="0">
                  <a:pos x="176" y="456"/>
                </a:cxn>
                <a:cxn ang="0">
                  <a:pos x="192" y="432"/>
                </a:cxn>
                <a:cxn ang="0">
                  <a:pos x="208" y="408"/>
                </a:cxn>
                <a:cxn ang="0">
                  <a:pos x="232" y="384"/>
                </a:cxn>
                <a:cxn ang="0">
                  <a:pos x="256" y="376"/>
                </a:cxn>
                <a:cxn ang="0">
                  <a:pos x="280" y="376"/>
                </a:cxn>
                <a:cxn ang="0">
                  <a:pos x="304" y="392"/>
                </a:cxn>
                <a:cxn ang="0">
                  <a:pos x="328" y="400"/>
                </a:cxn>
                <a:cxn ang="0">
                  <a:pos x="353" y="416"/>
                </a:cxn>
                <a:cxn ang="0">
                  <a:pos x="377" y="416"/>
                </a:cxn>
                <a:cxn ang="0">
                  <a:pos x="401" y="400"/>
                </a:cxn>
                <a:cxn ang="0">
                  <a:pos x="417" y="384"/>
                </a:cxn>
                <a:cxn ang="0">
                  <a:pos x="441" y="352"/>
                </a:cxn>
                <a:cxn ang="0">
                  <a:pos x="449" y="328"/>
                </a:cxn>
                <a:cxn ang="0">
                  <a:pos x="465" y="296"/>
                </a:cxn>
                <a:cxn ang="0">
                  <a:pos x="481" y="256"/>
                </a:cxn>
                <a:cxn ang="0">
                  <a:pos x="497" y="216"/>
                </a:cxn>
                <a:cxn ang="0">
                  <a:pos x="513" y="184"/>
                </a:cxn>
                <a:cxn ang="0">
                  <a:pos x="521" y="152"/>
                </a:cxn>
                <a:cxn ang="0">
                  <a:pos x="537" y="120"/>
                </a:cxn>
                <a:cxn ang="0">
                  <a:pos x="553" y="88"/>
                </a:cxn>
                <a:cxn ang="0">
                  <a:pos x="569" y="64"/>
                </a:cxn>
                <a:cxn ang="0">
                  <a:pos x="585" y="48"/>
                </a:cxn>
                <a:cxn ang="0">
                  <a:pos x="609" y="40"/>
                </a:cxn>
                <a:cxn ang="0">
                  <a:pos x="633" y="40"/>
                </a:cxn>
                <a:cxn ang="0">
                  <a:pos x="657" y="56"/>
                </a:cxn>
                <a:cxn ang="0">
                  <a:pos x="681" y="72"/>
                </a:cxn>
                <a:cxn ang="0">
                  <a:pos x="705" y="80"/>
                </a:cxn>
                <a:cxn ang="0">
                  <a:pos x="729" y="80"/>
                </a:cxn>
                <a:cxn ang="0">
                  <a:pos x="753" y="64"/>
                </a:cxn>
                <a:cxn ang="0">
                  <a:pos x="777" y="40"/>
                </a:cxn>
                <a:cxn ang="0">
                  <a:pos x="793" y="16"/>
                </a:cxn>
              </a:cxnLst>
              <a:rect l="0" t="0" r="r" b="b"/>
              <a:pathLst>
                <a:path w="801" h="528">
                  <a:moveTo>
                    <a:pt x="0" y="16"/>
                  </a:moveTo>
                  <a:lnTo>
                    <a:pt x="8" y="64"/>
                  </a:lnTo>
                  <a:lnTo>
                    <a:pt x="16" y="104"/>
                  </a:lnTo>
                  <a:lnTo>
                    <a:pt x="16" y="144"/>
                  </a:lnTo>
                  <a:lnTo>
                    <a:pt x="24" y="184"/>
                  </a:lnTo>
                  <a:lnTo>
                    <a:pt x="24" y="216"/>
                  </a:lnTo>
                  <a:lnTo>
                    <a:pt x="32" y="256"/>
                  </a:lnTo>
                  <a:lnTo>
                    <a:pt x="40" y="288"/>
                  </a:lnTo>
                  <a:lnTo>
                    <a:pt x="40" y="312"/>
                  </a:lnTo>
                  <a:lnTo>
                    <a:pt x="48" y="344"/>
                  </a:lnTo>
                  <a:lnTo>
                    <a:pt x="48" y="368"/>
                  </a:lnTo>
                  <a:lnTo>
                    <a:pt x="56" y="392"/>
                  </a:lnTo>
                  <a:lnTo>
                    <a:pt x="64" y="416"/>
                  </a:lnTo>
                  <a:lnTo>
                    <a:pt x="64" y="432"/>
                  </a:lnTo>
                  <a:lnTo>
                    <a:pt x="72" y="448"/>
                  </a:lnTo>
                  <a:lnTo>
                    <a:pt x="72" y="464"/>
                  </a:lnTo>
                  <a:lnTo>
                    <a:pt x="80" y="480"/>
                  </a:lnTo>
                  <a:lnTo>
                    <a:pt x="88" y="496"/>
                  </a:lnTo>
                  <a:lnTo>
                    <a:pt x="88" y="504"/>
                  </a:lnTo>
                  <a:lnTo>
                    <a:pt x="104" y="520"/>
                  </a:lnTo>
                  <a:lnTo>
                    <a:pt x="96" y="520"/>
                  </a:lnTo>
                  <a:lnTo>
                    <a:pt x="104" y="520"/>
                  </a:lnTo>
                  <a:lnTo>
                    <a:pt x="112" y="528"/>
                  </a:lnTo>
                  <a:lnTo>
                    <a:pt x="120" y="528"/>
                  </a:lnTo>
                  <a:lnTo>
                    <a:pt x="128" y="520"/>
                  </a:lnTo>
                  <a:lnTo>
                    <a:pt x="136" y="512"/>
                  </a:lnTo>
                  <a:lnTo>
                    <a:pt x="144" y="504"/>
                  </a:lnTo>
                  <a:lnTo>
                    <a:pt x="152" y="496"/>
                  </a:lnTo>
                  <a:lnTo>
                    <a:pt x="160" y="488"/>
                  </a:lnTo>
                  <a:lnTo>
                    <a:pt x="168" y="480"/>
                  </a:lnTo>
                  <a:lnTo>
                    <a:pt x="168" y="472"/>
                  </a:lnTo>
                  <a:lnTo>
                    <a:pt x="176" y="464"/>
                  </a:lnTo>
                  <a:lnTo>
                    <a:pt x="176" y="456"/>
                  </a:lnTo>
                  <a:lnTo>
                    <a:pt x="184" y="448"/>
                  </a:lnTo>
                  <a:lnTo>
                    <a:pt x="192" y="440"/>
                  </a:lnTo>
                  <a:lnTo>
                    <a:pt x="192" y="432"/>
                  </a:lnTo>
                  <a:lnTo>
                    <a:pt x="200" y="424"/>
                  </a:lnTo>
                  <a:lnTo>
                    <a:pt x="200" y="416"/>
                  </a:lnTo>
                  <a:lnTo>
                    <a:pt x="208" y="408"/>
                  </a:lnTo>
                  <a:lnTo>
                    <a:pt x="216" y="400"/>
                  </a:lnTo>
                  <a:lnTo>
                    <a:pt x="224" y="392"/>
                  </a:lnTo>
                  <a:lnTo>
                    <a:pt x="232" y="384"/>
                  </a:lnTo>
                  <a:lnTo>
                    <a:pt x="240" y="376"/>
                  </a:lnTo>
                  <a:lnTo>
                    <a:pt x="248" y="376"/>
                  </a:lnTo>
                  <a:lnTo>
                    <a:pt x="256" y="376"/>
                  </a:lnTo>
                  <a:lnTo>
                    <a:pt x="264" y="376"/>
                  </a:lnTo>
                  <a:lnTo>
                    <a:pt x="272" y="376"/>
                  </a:lnTo>
                  <a:lnTo>
                    <a:pt x="280" y="376"/>
                  </a:lnTo>
                  <a:lnTo>
                    <a:pt x="288" y="384"/>
                  </a:lnTo>
                  <a:lnTo>
                    <a:pt x="296" y="384"/>
                  </a:lnTo>
                  <a:lnTo>
                    <a:pt x="304" y="392"/>
                  </a:lnTo>
                  <a:lnTo>
                    <a:pt x="312" y="392"/>
                  </a:lnTo>
                  <a:lnTo>
                    <a:pt x="320" y="400"/>
                  </a:lnTo>
                  <a:lnTo>
                    <a:pt x="328" y="400"/>
                  </a:lnTo>
                  <a:lnTo>
                    <a:pt x="337" y="408"/>
                  </a:lnTo>
                  <a:lnTo>
                    <a:pt x="345" y="416"/>
                  </a:lnTo>
                  <a:lnTo>
                    <a:pt x="353" y="416"/>
                  </a:lnTo>
                  <a:lnTo>
                    <a:pt x="361" y="416"/>
                  </a:lnTo>
                  <a:lnTo>
                    <a:pt x="369" y="416"/>
                  </a:lnTo>
                  <a:lnTo>
                    <a:pt x="377" y="416"/>
                  </a:lnTo>
                  <a:lnTo>
                    <a:pt x="385" y="416"/>
                  </a:lnTo>
                  <a:lnTo>
                    <a:pt x="393" y="408"/>
                  </a:lnTo>
                  <a:lnTo>
                    <a:pt x="401" y="400"/>
                  </a:lnTo>
                  <a:lnTo>
                    <a:pt x="409" y="400"/>
                  </a:lnTo>
                  <a:lnTo>
                    <a:pt x="417" y="392"/>
                  </a:lnTo>
                  <a:lnTo>
                    <a:pt x="417" y="384"/>
                  </a:lnTo>
                  <a:lnTo>
                    <a:pt x="425" y="376"/>
                  </a:lnTo>
                  <a:lnTo>
                    <a:pt x="433" y="368"/>
                  </a:lnTo>
                  <a:lnTo>
                    <a:pt x="441" y="352"/>
                  </a:lnTo>
                  <a:lnTo>
                    <a:pt x="441" y="344"/>
                  </a:lnTo>
                  <a:lnTo>
                    <a:pt x="449" y="336"/>
                  </a:lnTo>
                  <a:lnTo>
                    <a:pt x="449" y="328"/>
                  </a:lnTo>
                  <a:lnTo>
                    <a:pt x="457" y="312"/>
                  </a:lnTo>
                  <a:lnTo>
                    <a:pt x="465" y="304"/>
                  </a:lnTo>
                  <a:lnTo>
                    <a:pt x="465" y="296"/>
                  </a:lnTo>
                  <a:lnTo>
                    <a:pt x="473" y="280"/>
                  </a:lnTo>
                  <a:lnTo>
                    <a:pt x="473" y="272"/>
                  </a:lnTo>
                  <a:lnTo>
                    <a:pt x="481" y="256"/>
                  </a:lnTo>
                  <a:lnTo>
                    <a:pt x="489" y="248"/>
                  </a:lnTo>
                  <a:lnTo>
                    <a:pt x="489" y="232"/>
                  </a:lnTo>
                  <a:lnTo>
                    <a:pt x="497" y="216"/>
                  </a:lnTo>
                  <a:lnTo>
                    <a:pt x="497" y="208"/>
                  </a:lnTo>
                  <a:lnTo>
                    <a:pt x="505" y="192"/>
                  </a:lnTo>
                  <a:lnTo>
                    <a:pt x="513" y="184"/>
                  </a:lnTo>
                  <a:lnTo>
                    <a:pt x="513" y="168"/>
                  </a:lnTo>
                  <a:lnTo>
                    <a:pt x="521" y="160"/>
                  </a:lnTo>
                  <a:lnTo>
                    <a:pt x="521" y="152"/>
                  </a:lnTo>
                  <a:lnTo>
                    <a:pt x="529" y="136"/>
                  </a:lnTo>
                  <a:lnTo>
                    <a:pt x="529" y="128"/>
                  </a:lnTo>
                  <a:lnTo>
                    <a:pt x="537" y="120"/>
                  </a:lnTo>
                  <a:lnTo>
                    <a:pt x="545" y="104"/>
                  </a:lnTo>
                  <a:lnTo>
                    <a:pt x="545" y="96"/>
                  </a:lnTo>
                  <a:lnTo>
                    <a:pt x="553" y="88"/>
                  </a:lnTo>
                  <a:lnTo>
                    <a:pt x="553" y="80"/>
                  </a:lnTo>
                  <a:lnTo>
                    <a:pt x="561" y="72"/>
                  </a:lnTo>
                  <a:lnTo>
                    <a:pt x="569" y="64"/>
                  </a:lnTo>
                  <a:lnTo>
                    <a:pt x="585" y="48"/>
                  </a:lnTo>
                  <a:lnTo>
                    <a:pt x="577" y="48"/>
                  </a:lnTo>
                  <a:lnTo>
                    <a:pt x="585" y="48"/>
                  </a:lnTo>
                  <a:lnTo>
                    <a:pt x="593" y="40"/>
                  </a:lnTo>
                  <a:lnTo>
                    <a:pt x="601" y="40"/>
                  </a:lnTo>
                  <a:lnTo>
                    <a:pt x="609" y="40"/>
                  </a:lnTo>
                  <a:lnTo>
                    <a:pt x="617" y="40"/>
                  </a:lnTo>
                  <a:lnTo>
                    <a:pt x="625" y="40"/>
                  </a:lnTo>
                  <a:lnTo>
                    <a:pt x="633" y="40"/>
                  </a:lnTo>
                  <a:lnTo>
                    <a:pt x="641" y="48"/>
                  </a:lnTo>
                  <a:lnTo>
                    <a:pt x="649" y="48"/>
                  </a:lnTo>
                  <a:lnTo>
                    <a:pt x="657" y="56"/>
                  </a:lnTo>
                  <a:lnTo>
                    <a:pt x="665" y="56"/>
                  </a:lnTo>
                  <a:lnTo>
                    <a:pt x="673" y="64"/>
                  </a:lnTo>
                  <a:lnTo>
                    <a:pt x="681" y="72"/>
                  </a:lnTo>
                  <a:lnTo>
                    <a:pt x="689" y="72"/>
                  </a:lnTo>
                  <a:lnTo>
                    <a:pt x="697" y="80"/>
                  </a:lnTo>
                  <a:lnTo>
                    <a:pt x="705" y="80"/>
                  </a:lnTo>
                  <a:lnTo>
                    <a:pt x="713" y="80"/>
                  </a:lnTo>
                  <a:lnTo>
                    <a:pt x="721" y="80"/>
                  </a:lnTo>
                  <a:lnTo>
                    <a:pt x="729" y="80"/>
                  </a:lnTo>
                  <a:lnTo>
                    <a:pt x="737" y="80"/>
                  </a:lnTo>
                  <a:lnTo>
                    <a:pt x="745" y="72"/>
                  </a:lnTo>
                  <a:lnTo>
                    <a:pt x="753" y="64"/>
                  </a:lnTo>
                  <a:lnTo>
                    <a:pt x="761" y="56"/>
                  </a:lnTo>
                  <a:lnTo>
                    <a:pt x="769" y="48"/>
                  </a:lnTo>
                  <a:lnTo>
                    <a:pt x="777" y="40"/>
                  </a:lnTo>
                  <a:lnTo>
                    <a:pt x="785" y="32"/>
                  </a:lnTo>
                  <a:lnTo>
                    <a:pt x="793" y="24"/>
                  </a:lnTo>
                  <a:lnTo>
                    <a:pt x="793" y="16"/>
                  </a:lnTo>
                  <a:lnTo>
                    <a:pt x="801" y="8"/>
                  </a:lnTo>
                  <a:lnTo>
                    <a:pt x="801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225" name="Freeform 9"/>
            <p:cNvSpPr>
              <a:spLocks/>
            </p:cNvSpPr>
            <p:nvPr/>
          </p:nvSpPr>
          <p:spPr bwMode="auto">
            <a:xfrm>
              <a:off x="4873" y="1765"/>
              <a:ext cx="488" cy="1903"/>
            </a:xfrm>
            <a:custGeom>
              <a:avLst/>
              <a:gdLst/>
              <a:ahLst/>
              <a:cxnLst>
                <a:cxn ang="0">
                  <a:pos x="8" y="64"/>
                </a:cxn>
                <a:cxn ang="0">
                  <a:pos x="16" y="48"/>
                </a:cxn>
                <a:cxn ang="0">
                  <a:pos x="24" y="32"/>
                </a:cxn>
                <a:cxn ang="0">
                  <a:pos x="40" y="16"/>
                </a:cxn>
                <a:cxn ang="0">
                  <a:pos x="56" y="8"/>
                </a:cxn>
                <a:cxn ang="0">
                  <a:pos x="72" y="8"/>
                </a:cxn>
                <a:cxn ang="0">
                  <a:pos x="88" y="16"/>
                </a:cxn>
                <a:cxn ang="0">
                  <a:pos x="96" y="32"/>
                </a:cxn>
                <a:cxn ang="0">
                  <a:pos x="104" y="48"/>
                </a:cxn>
                <a:cxn ang="0">
                  <a:pos x="112" y="80"/>
                </a:cxn>
                <a:cxn ang="0">
                  <a:pos x="120" y="120"/>
                </a:cxn>
                <a:cxn ang="0">
                  <a:pos x="128" y="168"/>
                </a:cxn>
                <a:cxn ang="0">
                  <a:pos x="144" y="224"/>
                </a:cxn>
                <a:cxn ang="0">
                  <a:pos x="152" y="288"/>
                </a:cxn>
                <a:cxn ang="0">
                  <a:pos x="160" y="360"/>
                </a:cxn>
                <a:cxn ang="0">
                  <a:pos x="168" y="440"/>
                </a:cxn>
                <a:cxn ang="0">
                  <a:pos x="176" y="528"/>
                </a:cxn>
                <a:cxn ang="0">
                  <a:pos x="192" y="616"/>
                </a:cxn>
                <a:cxn ang="0">
                  <a:pos x="200" y="720"/>
                </a:cxn>
                <a:cxn ang="0">
                  <a:pos x="208" y="824"/>
                </a:cxn>
                <a:cxn ang="0">
                  <a:pos x="216" y="928"/>
                </a:cxn>
                <a:cxn ang="0">
                  <a:pos x="224" y="1031"/>
                </a:cxn>
                <a:cxn ang="0">
                  <a:pos x="240" y="1143"/>
                </a:cxn>
                <a:cxn ang="0">
                  <a:pos x="248" y="1247"/>
                </a:cxn>
                <a:cxn ang="0">
                  <a:pos x="256" y="1359"/>
                </a:cxn>
                <a:cxn ang="0">
                  <a:pos x="264" y="1455"/>
                </a:cxn>
                <a:cxn ang="0">
                  <a:pos x="272" y="1551"/>
                </a:cxn>
                <a:cxn ang="0">
                  <a:pos x="288" y="1639"/>
                </a:cxn>
                <a:cxn ang="0">
                  <a:pos x="296" y="1711"/>
                </a:cxn>
                <a:cxn ang="0">
                  <a:pos x="304" y="1775"/>
                </a:cxn>
                <a:cxn ang="0">
                  <a:pos x="312" y="1831"/>
                </a:cxn>
                <a:cxn ang="0">
                  <a:pos x="320" y="1871"/>
                </a:cxn>
                <a:cxn ang="0">
                  <a:pos x="328" y="1895"/>
                </a:cxn>
                <a:cxn ang="0">
                  <a:pos x="352" y="1903"/>
                </a:cxn>
                <a:cxn ang="0">
                  <a:pos x="360" y="1879"/>
                </a:cxn>
                <a:cxn ang="0">
                  <a:pos x="368" y="1839"/>
                </a:cxn>
                <a:cxn ang="0">
                  <a:pos x="376" y="1783"/>
                </a:cxn>
                <a:cxn ang="0">
                  <a:pos x="392" y="1711"/>
                </a:cxn>
                <a:cxn ang="0">
                  <a:pos x="400" y="1623"/>
                </a:cxn>
                <a:cxn ang="0">
                  <a:pos x="408" y="1519"/>
                </a:cxn>
                <a:cxn ang="0">
                  <a:pos x="416" y="1399"/>
                </a:cxn>
                <a:cxn ang="0">
                  <a:pos x="424" y="1263"/>
                </a:cxn>
                <a:cxn ang="0">
                  <a:pos x="440" y="1127"/>
                </a:cxn>
                <a:cxn ang="0">
                  <a:pos x="448" y="975"/>
                </a:cxn>
                <a:cxn ang="0">
                  <a:pos x="456" y="808"/>
                </a:cxn>
                <a:cxn ang="0">
                  <a:pos x="464" y="648"/>
                </a:cxn>
                <a:cxn ang="0">
                  <a:pos x="472" y="472"/>
                </a:cxn>
                <a:cxn ang="0">
                  <a:pos x="488" y="304"/>
                </a:cxn>
              </a:cxnLst>
              <a:rect l="0" t="0" r="r" b="b"/>
              <a:pathLst>
                <a:path w="488" h="1903">
                  <a:moveTo>
                    <a:pt x="0" y="72"/>
                  </a:moveTo>
                  <a:lnTo>
                    <a:pt x="8" y="64"/>
                  </a:lnTo>
                  <a:lnTo>
                    <a:pt x="16" y="56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48" y="8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0" y="8"/>
                  </a:lnTo>
                  <a:lnTo>
                    <a:pt x="88" y="16"/>
                  </a:lnTo>
                  <a:lnTo>
                    <a:pt x="88" y="24"/>
                  </a:lnTo>
                  <a:lnTo>
                    <a:pt x="96" y="32"/>
                  </a:lnTo>
                  <a:lnTo>
                    <a:pt x="96" y="40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12" y="80"/>
                  </a:lnTo>
                  <a:lnTo>
                    <a:pt x="120" y="104"/>
                  </a:lnTo>
                  <a:lnTo>
                    <a:pt x="120" y="120"/>
                  </a:lnTo>
                  <a:lnTo>
                    <a:pt x="128" y="144"/>
                  </a:lnTo>
                  <a:lnTo>
                    <a:pt x="128" y="168"/>
                  </a:lnTo>
                  <a:lnTo>
                    <a:pt x="136" y="192"/>
                  </a:lnTo>
                  <a:lnTo>
                    <a:pt x="144" y="224"/>
                  </a:lnTo>
                  <a:lnTo>
                    <a:pt x="144" y="256"/>
                  </a:lnTo>
                  <a:lnTo>
                    <a:pt x="152" y="288"/>
                  </a:lnTo>
                  <a:lnTo>
                    <a:pt x="152" y="320"/>
                  </a:lnTo>
                  <a:lnTo>
                    <a:pt x="160" y="360"/>
                  </a:lnTo>
                  <a:lnTo>
                    <a:pt x="168" y="400"/>
                  </a:lnTo>
                  <a:lnTo>
                    <a:pt x="168" y="440"/>
                  </a:lnTo>
                  <a:lnTo>
                    <a:pt x="176" y="480"/>
                  </a:lnTo>
                  <a:lnTo>
                    <a:pt x="176" y="528"/>
                  </a:lnTo>
                  <a:lnTo>
                    <a:pt x="184" y="568"/>
                  </a:lnTo>
                  <a:lnTo>
                    <a:pt x="192" y="616"/>
                  </a:lnTo>
                  <a:lnTo>
                    <a:pt x="192" y="664"/>
                  </a:lnTo>
                  <a:lnTo>
                    <a:pt x="200" y="720"/>
                  </a:lnTo>
                  <a:lnTo>
                    <a:pt x="200" y="768"/>
                  </a:lnTo>
                  <a:lnTo>
                    <a:pt x="208" y="824"/>
                  </a:lnTo>
                  <a:lnTo>
                    <a:pt x="216" y="872"/>
                  </a:lnTo>
                  <a:lnTo>
                    <a:pt x="216" y="928"/>
                  </a:lnTo>
                  <a:lnTo>
                    <a:pt x="224" y="983"/>
                  </a:lnTo>
                  <a:lnTo>
                    <a:pt x="224" y="1031"/>
                  </a:lnTo>
                  <a:lnTo>
                    <a:pt x="232" y="1087"/>
                  </a:lnTo>
                  <a:lnTo>
                    <a:pt x="240" y="1143"/>
                  </a:lnTo>
                  <a:lnTo>
                    <a:pt x="240" y="1199"/>
                  </a:lnTo>
                  <a:lnTo>
                    <a:pt x="248" y="1247"/>
                  </a:lnTo>
                  <a:lnTo>
                    <a:pt x="248" y="1303"/>
                  </a:lnTo>
                  <a:lnTo>
                    <a:pt x="256" y="1359"/>
                  </a:lnTo>
                  <a:lnTo>
                    <a:pt x="264" y="1407"/>
                  </a:lnTo>
                  <a:lnTo>
                    <a:pt x="264" y="1455"/>
                  </a:lnTo>
                  <a:lnTo>
                    <a:pt x="272" y="1503"/>
                  </a:lnTo>
                  <a:lnTo>
                    <a:pt x="272" y="1551"/>
                  </a:lnTo>
                  <a:lnTo>
                    <a:pt x="280" y="1591"/>
                  </a:lnTo>
                  <a:lnTo>
                    <a:pt x="288" y="1639"/>
                  </a:lnTo>
                  <a:lnTo>
                    <a:pt x="288" y="1679"/>
                  </a:lnTo>
                  <a:lnTo>
                    <a:pt x="296" y="1711"/>
                  </a:lnTo>
                  <a:lnTo>
                    <a:pt x="296" y="1743"/>
                  </a:lnTo>
                  <a:lnTo>
                    <a:pt x="304" y="1775"/>
                  </a:lnTo>
                  <a:lnTo>
                    <a:pt x="304" y="1807"/>
                  </a:lnTo>
                  <a:lnTo>
                    <a:pt x="312" y="1831"/>
                  </a:lnTo>
                  <a:lnTo>
                    <a:pt x="320" y="1855"/>
                  </a:lnTo>
                  <a:lnTo>
                    <a:pt x="320" y="1871"/>
                  </a:lnTo>
                  <a:lnTo>
                    <a:pt x="328" y="1887"/>
                  </a:lnTo>
                  <a:lnTo>
                    <a:pt x="328" y="1895"/>
                  </a:lnTo>
                  <a:lnTo>
                    <a:pt x="336" y="1903"/>
                  </a:lnTo>
                  <a:lnTo>
                    <a:pt x="352" y="1903"/>
                  </a:lnTo>
                  <a:lnTo>
                    <a:pt x="352" y="1895"/>
                  </a:lnTo>
                  <a:lnTo>
                    <a:pt x="360" y="1879"/>
                  </a:lnTo>
                  <a:lnTo>
                    <a:pt x="368" y="1863"/>
                  </a:lnTo>
                  <a:lnTo>
                    <a:pt x="368" y="1839"/>
                  </a:lnTo>
                  <a:lnTo>
                    <a:pt x="376" y="1815"/>
                  </a:lnTo>
                  <a:lnTo>
                    <a:pt x="376" y="1783"/>
                  </a:lnTo>
                  <a:lnTo>
                    <a:pt x="384" y="1751"/>
                  </a:lnTo>
                  <a:lnTo>
                    <a:pt x="392" y="1711"/>
                  </a:lnTo>
                  <a:lnTo>
                    <a:pt x="392" y="1663"/>
                  </a:lnTo>
                  <a:lnTo>
                    <a:pt x="400" y="1623"/>
                  </a:lnTo>
                  <a:lnTo>
                    <a:pt x="400" y="1567"/>
                  </a:lnTo>
                  <a:lnTo>
                    <a:pt x="408" y="1519"/>
                  </a:lnTo>
                  <a:lnTo>
                    <a:pt x="416" y="1455"/>
                  </a:lnTo>
                  <a:lnTo>
                    <a:pt x="416" y="1399"/>
                  </a:lnTo>
                  <a:lnTo>
                    <a:pt x="424" y="1335"/>
                  </a:lnTo>
                  <a:lnTo>
                    <a:pt x="424" y="1263"/>
                  </a:lnTo>
                  <a:lnTo>
                    <a:pt x="432" y="1199"/>
                  </a:lnTo>
                  <a:lnTo>
                    <a:pt x="440" y="1127"/>
                  </a:lnTo>
                  <a:lnTo>
                    <a:pt x="440" y="1047"/>
                  </a:lnTo>
                  <a:lnTo>
                    <a:pt x="448" y="975"/>
                  </a:lnTo>
                  <a:lnTo>
                    <a:pt x="448" y="896"/>
                  </a:lnTo>
                  <a:lnTo>
                    <a:pt x="456" y="808"/>
                  </a:lnTo>
                  <a:lnTo>
                    <a:pt x="464" y="728"/>
                  </a:lnTo>
                  <a:lnTo>
                    <a:pt x="464" y="648"/>
                  </a:lnTo>
                  <a:lnTo>
                    <a:pt x="472" y="560"/>
                  </a:lnTo>
                  <a:lnTo>
                    <a:pt x="472" y="472"/>
                  </a:lnTo>
                  <a:lnTo>
                    <a:pt x="480" y="384"/>
                  </a:lnTo>
                  <a:lnTo>
                    <a:pt x="488" y="304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073EA59-A2EB-0702-ED2C-9414BDF80345}"/>
              </a:ext>
            </a:extLst>
          </p:cNvPr>
          <p:cNvGrpSpPr/>
          <p:nvPr/>
        </p:nvGrpSpPr>
        <p:grpSpPr>
          <a:xfrm>
            <a:off x="2255838" y="3852864"/>
            <a:ext cx="2305050" cy="2376487"/>
            <a:chOff x="731838" y="3852863"/>
            <a:chExt cx="2305050" cy="2376487"/>
          </a:xfrm>
        </p:grpSpPr>
        <p:grpSp>
          <p:nvGrpSpPr>
            <p:cNvPr id="9275" name="Group 59"/>
            <p:cNvGrpSpPr>
              <a:grpSpLocks/>
            </p:cNvGrpSpPr>
            <p:nvPr/>
          </p:nvGrpSpPr>
          <p:grpSpPr bwMode="auto">
            <a:xfrm>
              <a:off x="731838" y="5797550"/>
              <a:ext cx="2305050" cy="431800"/>
              <a:chOff x="612" y="1358"/>
              <a:chExt cx="4764" cy="1414"/>
            </a:xfrm>
          </p:grpSpPr>
          <p:sp>
            <p:nvSpPr>
              <p:cNvPr id="9276" name="Freeform 60"/>
              <p:cNvSpPr>
                <a:spLocks/>
              </p:cNvSpPr>
              <p:nvPr/>
            </p:nvSpPr>
            <p:spPr bwMode="auto">
              <a:xfrm>
                <a:off x="612" y="1358"/>
                <a:ext cx="616" cy="1414"/>
              </a:xfrm>
              <a:custGeom>
                <a:avLst/>
                <a:gdLst/>
                <a:ahLst/>
                <a:cxnLst>
                  <a:cxn ang="0">
                    <a:pos x="8" y="551"/>
                  </a:cxn>
                  <a:cxn ang="0">
                    <a:pos x="24" y="399"/>
                  </a:cxn>
                  <a:cxn ang="0">
                    <a:pos x="40" y="263"/>
                  </a:cxn>
                  <a:cxn ang="0">
                    <a:pos x="56" y="152"/>
                  </a:cxn>
                  <a:cxn ang="0">
                    <a:pos x="64" y="72"/>
                  </a:cxn>
                  <a:cxn ang="0">
                    <a:pos x="80" y="16"/>
                  </a:cxn>
                  <a:cxn ang="0">
                    <a:pos x="104" y="8"/>
                  </a:cxn>
                  <a:cxn ang="0">
                    <a:pos x="112" y="40"/>
                  </a:cxn>
                  <a:cxn ang="0">
                    <a:pos x="128" y="104"/>
                  </a:cxn>
                  <a:cxn ang="0">
                    <a:pos x="144" y="200"/>
                  </a:cxn>
                  <a:cxn ang="0">
                    <a:pos x="160" y="319"/>
                  </a:cxn>
                  <a:cxn ang="0">
                    <a:pos x="176" y="463"/>
                  </a:cxn>
                  <a:cxn ang="0">
                    <a:pos x="184" y="615"/>
                  </a:cxn>
                  <a:cxn ang="0">
                    <a:pos x="200" y="775"/>
                  </a:cxn>
                  <a:cxn ang="0">
                    <a:pos x="216" y="935"/>
                  </a:cxn>
                  <a:cxn ang="0">
                    <a:pos x="232" y="1079"/>
                  </a:cxn>
                  <a:cxn ang="0">
                    <a:pos x="240" y="1199"/>
                  </a:cxn>
                  <a:cxn ang="0">
                    <a:pos x="256" y="1303"/>
                  </a:cxn>
                  <a:cxn ang="0">
                    <a:pos x="272" y="1374"/>
                  </a:cxn>
                  <a:cxn ang="0">
                    <a:pos x="296" y="1414"/>
                  </a:cxn>
                  <a:cxn ang="0">
                    <a:pos x="304" y="1398"/>
                  </a:cxn>
                  <a:cxn ang="0">
                    <a:pos x="320" y="1351"/>
                  </a:cxn>
                  <a:cxn ang="0">
                    <a:pos x="336" y="1271"/>
                  </a:cxn>
                  <a:cxn ang="0">
                    <a:pos x="352" y="1167"/>
                  </a:cxn>
                  <a:cxn ang="0">
                    <a:pos x="360" y="1031"/>
                  </a:cxn>
                  <a:cxn ang="0">
                    <a:pos x="376" y="879"/>
                  </a:cxn>
                  <a:cxn ang="0">
                    <a:pos x="392" y="727"/>
                  </a:cxn>
                  <a:cxn ang="0">
                    <a:pos x="408" y="567"/>
                  </a:cxn>
                  <a:cxn ang="0">
                    <a:pos x="416" y="415"/>
                  </a:cxn>
                  <a:cxn ang="0">
                    <a:pos x="432" y="279"/>
                  </a:cxn>
                  <a:cxn ang="0">
                    <a:pos x="448" y="168"/>
                  </a:cxn>
                  <a:cxn ang="0">
                    <a:pos x="464" y="80"/>
                  </a:cxn>
                  <a:cxn ang="0">
                    <a:pos x="480" y="24"/>
                  </a:cxn>
                  <a:cxn ang="0">
                    <a:pos x="488" y="0"/>
                  </a:cxn>
                  <a:cxn ang="0">
                    <a:pos x="512" y="32"/>
                  </a:cxn>
                  <a:cxn ang="0">
                    <a:pos x="528" y="96"/>
                  </a:cxn>
                  <a:cxn ang="0">
                    <a:pos x="536" y="192"/>
                  </a:cxn>
                  <a:cxn ang="0">
                    <a:pos x="552" y="311"/>
                  </a:cxn>
                  <a:cxn ang="0">
                    <a:pos x="568" y="447"/>
                  </a:cxn>
                  <a:cxn ang="0">
                    <a:pos x="584" y="599"/>
                  </a:cxn>
                  <a:cxn ang="0">
                    <a:pos x="592" y="759"/>
                  </a:cxn>
                  <a:cxn ang="0">
                    <a:pos x="608" y="919"/>
                  </a:cxn>
                </a:cxnLst>
                <a:rect l="0" t="0" r="r" b="b"/>
                <a:pathLst>
                  <a:path w="616" h="1414">
                    <a:moveTo>
                      <a:pt x="0" y="655"/>
                    </a:moveTo>
                    <a:lnTo>
                      <a:pt x="8" y="599"/>
                    </a:lnTo>
                    <a:lnTo>
                      <a:pt x="8" y="551"/>
                    </a:lnTo>
                    <a:lnTo>
                      <a:pt x="16" y="495"/>
                    </a:lnTo>
                    <a:lnTo>
                      <a:pt x="16" y="447"/>
                    </a:lnTo>
                    <a:lnTo>
                      <a:pt x="24" y="399"/>
                    </a:lnTo>
                    <a:lnTo>
                      <a:pt x="32" y="351"/>
                    </a:lnTo>
                    <a:lnTo>
                      <a:pt x="32" y="311"/>
                    </a:lnTo>
                    <a:lnTo>
                      <a:pt x="40" y="263"/>
                    </a:lnTo>
                    <a:lnTo>
                      <a:pt x="40" y="223"/>
                    </a:lnTo>
                    <a:lnTo>
                      <a:pt x="48" y="192"/>
                    </a:lnTo>
                    <a:lnTo>
                      <a:pt x="56" y="152"/>
                    </a:lnTo>
                    <a:lnTo>
                      <a:pt x="56" y="120"/>
                    </a:lnTo>
                    <a:lnTo>
                      <a:pt x="64" y="96"/>
                    </a:lnTo>
                    <a:lnTo>
                      <a:pt x="64" y="72"/>
                    </a:lnTo>
                    <a:lnTo>
                      <a:pt x="72" y="48"/>
                    </a:lnTo>
                    <a:lnTo>
                      <a:pt x="80" y="32"/>
                    </a:lnTo>
                    <a:lnTo>
                      <a:pt x="80" y="16"/>
                    </a:lnTo>
                    <a:lnTo>
                      <a:pt x="88" y="8"/>
                    </a:lnTo>
                    <a:lnTo>
                      <a:pt x="96" y="0"/>
                    </a:lnTo>
                    <a:lnTo>
                      <a:pt x="104" y="8"/>
                    </a:lnTo>
                    <a:lnTo>
                      <a:pt x="104" y="16"/>
                    </a:lnTo>
                    <a:lnTo>
                      <a:pt x="112" y="24"/>
                    </a:lnTo>
                    <a:lnTo>
                      <a:pt x="112" y="40"/>
                    </a:lnTo>
                    <a:lnTo>
                      <a:pt x="120" y="56"/>
                    </a:lnTo>
                    <a:lnTo>
                      <a:pt x="128" y="80"/>
                    </a:lnTo>
                    <a:lnTo>
                      <a:pt x="128" y="104"/>
                    </a:lnTo>
                    <a:lnTo>
                      <a:pt x="136" y="136"/>
                    </a:lnTo>
                    <a:lnTo>
                      <a:pt x="136" y="168"/>
                    </a:lnTo>
                    <a:lnTo>
                      <a:pt x="144" y="200"/>
                    </a:lnTo>
                    <a:lnTo>
                      <a:pt x="152" y="239"/>
                    </a:lnTo>
                    <a:lnTo>
                      <a:pt x="152" y="279"/>
                    </a:lnTo>
                    <a:lnTo>
                      <a:pt x="160" y="319"/>
                    </a:lnTo>
                    <a:lnTo>
                      <a:pt x="160" y="367"/>
                    </a:lnTo>
                    <a:lnTo>
                      <a:pt x="168" y="415"/>
                    </a:lnTo>
                    <a:lnTo>
                      <a:pt x="176" y="463"/>
                    </a:lnTo>
                    <a:lnTo>
                      <a:pt x="176" y="511"/>
                    </a:lnTo>
                    <a:lnTo>
                      <a:pt x="184" y="567"/>
                    </a:lnTo>
                    <a:lnTo>
                      <a:pt x="184" y="615"/>
                    </a:lnTo>
                    <a:lnTo>
                      <a:pt x="192" y="671"/>
                    </a:lnTo>
                    <a:lnTo>
                      <a:pt x="192" y="727"/>
                    </a:lnTo>
                    <a:lnTo>
                      <a:pt x="200" y="775"/>
                    </a:lnTo>
                    <a:lnTo>
                      <a:pt x="208" y="831"/>
                    </a:lnTo>
                    <a:lnTo>
                      <a:pt x="208" y="879"/>
                    </a:lnTo>
                    <a:lnTo>
                      <a:pt x="216" y="935"/>
                    </a:lnTo>
                    <a:lnTo>
                      <a:pt x="216" y="983"/>
                    </a:lnTo>
                    <a:lnTo>
                      <a:pt x="224" y="1031"/>
                    </a:lnTo>
                    <a:lnTo>
                      <a:pt x="232" y="1079"/>
                    </a:lnTo>
                    <a:lnTo>
                      <a:pt x="232" y="1119"/>
                    </a:lnTo>
                    <a:lnTo>
                      <a:pt x="240" y="1167"/>
                    </a:lnTo>
                    <a:lnTo>
                      <a:pt x="240" y="1199"/>
                    </a:lnTo>
                    <a:lnTo>
                      <a:pt x="248" y="1239"/>
                    </a:lnTo>
                    <a:lnTo>
                      <a:pt x="256" y="1271"/>
                    </a:lnTo>
                    <a:lnTo>
                      <a:pt x="256" y="1303"/>
                    </a:lnTo>
                    <a:lnTo>
                      <a:pt x="264" y="1327"/>
                    </a:lnTo>
                    <a:lnTo>
                      <a:pt x="264" y="1351"/>
                    </a:lnTo>
                    <a:lnTo>
                      <a:pt x="272" y="1374"/>
                    </a:lnTo>
                    <a:lnTo>
                      <a:pt x="280" y="1390"/>
                    </a:lnTo>
                    <a:lnTo>
                      <a:pt x="280" y="1398"/>
                    </a:lnTo>
                    <a:lnTo>
                      <a:pt x="296" y="1414"/>
                    </a:lnTo>
                    <a:lnTo>
                      <a:pt x="296" y="1414"/>
                    </a:lnTo>
                    <a:lnTo>
                      <a:pt x="304" y="1406"/>
                    </a:lnTo>
                    <a:lnTo>
                      <a:pt x="304" y="1398"/>
                    </a:lnTo>
                    <a:lnTo>
                      <a:pt x="312" y="1390"/>
                    </a:lnTo>
                    <a:lnTo>
                      <a:pt x="312" y="1374"/>
                    </a:lnTo>
                    <a:lnTo>
                      <a:pt x="320" y="1351"/>
                    </a:lnTo>
                    <a:lnTo>
                      <a:pt x="328" y="1327"/>
                    </a:lnTo>
                    <a:lnTo>
                      <a:pt x="328" y="1303"/>
                    </a:lnTo>
                    <a:lnTo>
                      <a:pt x="336" y="1271"/>
                    </a:lnTo>
                    <a:lnTo>
                      <a:pt x="336" y="1239"/>
                    </a:lnTo>
                    <a:lnTo>
                      <a:pt x="344" y="1199"/>
                    </a:lnTo>
                    <a:lnTo>
                      <a:pt x="352" y="1167"/>
                    </a:lnTo>
                    <a:lnTo>
                      <a:pt x="352" y="1119"/>
                    </a:lnTo>
                    <a:lnTo>
                      <a:pt x="360" y="1079"/>
                    </a:lnTo>
                    <a:lnTo>
                      <a:pt x="360" y="1031"/>
                    </a:lnTo>
                    <a:lnTo>
                      <a:pt x="368" y="983"/>
                    </a:lnTo>
                    <a:lnTo>
                      <a:pt x="376" y="935"/>
                    </a:lnTo>
                    <a:lnTo>
                      <a:pt x="376" y="879"/>
                    </a:lnTo>
                    <a:lnTo>
                      <a:pt x="384" y="831"/>
                    </a:lnTo>
                    <a:lnTo>
                      <a:pt x="384" y="775"/>
                    </a:lnTo>
                    <a:lnTo>
                      <a:pt x="392" y="727"/>
                    </a:lnTo>
                    <a:lnTo>
                      <a:pt x="392" y="671"/>
                    </a:lnTo>
                    <a:lnTo>
                      <a:pt x="400" y="615"/>
                    </a:lnTo>
                    <a:lnTo>
                      <a:pt x="408" y="567"/>
                    </a:lnTo>
                    <a:lnTo>
                      <a:pt x="408" y="511"/>
                    </a:lnTo>
                    <a:lnTo>
                      <a:pt x="416" y="463"/>
                    </a:lnTo>
                    <a:lnTo>
                      <a:pt x="416" y="415"/>
                    </a:lnTo>
                    <a:lnTo>
                      <a:pt x="424" y="367"/>
                    </a:lnTo>
                    <a:lnTo>
                      <a:pt x="432" y="319"/>
                    </a:lnTo>
                    <a:lnTo>
                      <a:pt x="432" y="279"/>
                    </a:lnTo>
                    <a:lnTo>
                      <a:pt x="440" y="239"/>
                    </a:lnTo>
                    <a:lnTo>
                      <a:pt x="440" y="200"/>
                    </a:lnTo>
                    <a:lnTo>
                      <a:pt x="448" y="168"/>
                    </a:lnTo>
                    <a:lnTo>
                      <a:pt x="456" y="136"/>
                    </a:lnTo>
                    <a:lnTo>
                      <a:pt x="456" y="104"/>
                    </a:lnTo>
                    <a:lnTo>
                      <a:pt x="464" y="80"/>
                    </a:lnTo>
                    <a:lnTo>
                      <a:pt x="464" y="56"/>
                    </a:lnTo>
                    <a:lnTo>
                      <a:pt x="472" y="40"/>
                    </a:lnTo>
                    <a:lnTo>
                      <a:pt x="480" y="24"/>
                    </a:lnTo>
                    <a:lnTo>
                      <a:pt x="480" y="16"/>
                    </a:lnTo>
                    <a:lnTo>
                      <a:pt x="488" y="8"/>
                    </a:lnTo>
                    <a:lnTo>
                      <a:pt x="488" y="0"/>
                    </a:lnTo>
                    <a:lnTo>
                      <a:pt x="496" y="8"/>
                    </a:lnTo>
                    <a:lnTo>
                      <a:pt x="504" y="16"/>
                    </a:lnTo>
                    <a:lnTo>
                      <a:pt x="512" y="32"/>
                    </a:lnTo>
                    <a:lnTo>
                      <a:pt x="512" y="48"/>
                    </a:lnTo>
                    <a:lnTo>
                      <a:pt x="520" y="72"/>
                    </a:lnTo>
                    <a:lnTo>
                      <a:pt x="528" y="96"/>
                    </a:lnTo>
                    <a:lnTo>
                      <a:pt x="528" y="120"/>
                    </a:lnTo>
                    <a:lnTo>
                      <a:pt x="536" y="152"/>
                    </a:lnTo>
                    <a:lnTo>
                      <a:pt x="536" y="192"/>
                    </a:lnTo>
                    <a:lnTo>
                      <a:pt x="544" y="223"/>
                    </a:lnTo>
                    <a:lnTo>
                      <a:pt x="552" y="263"/>
                    </a:lnTo>
                    <a:lnTo>
                      <a:pt x="552" y="311"/>
                    </a:lnTo>
                    <a:lnTo>
                      <a:pt x="560" y="351"/>
                    </a:lnTo>
                    <a:lnTo>
                      <a:pt x="560" y="399"/>
                    </a:lnTo>
                    <a:lnTo>
                      <a:pt x="568" y="447"/>
                    </a:lnTo>
                    <a:lnTo>
                      <a:pt x="568" y="495"/>
                    </a:lnTo>
                    <a:lnTo>
                      <a:pt x="576" y="551"/>
                    </a:lnTo>
                    <a:lnTo>
                      <a:pt x="584" y="599"/>
                    </a:lnTo>
                    <a:lnTo>
                      <a:pt x="584" y="655"/>
                    </a:lnTo>
                    <a:lnTo>
                      <a:pt x="592" y="703"/>
                    </a:lnTo>
                    <a:lnTo>
                      <a:pt x="592" y="759"/>
                    </a:lnTo>
                    <a:lnTo>
                      <a:pt x="600" y="815"/>
                    </a:lnTo>
                    <a:lnTo>
                      <a:pt x="608" y="863"/>
                    </a:lnTo>
                    <a:lnTo>
                      <a:pt x="608" y="919"/>
                    </a:lnTo>
                    <a:lnTo>
                      <a:pt x="616" y="967"/>
                    </a:lnTo>
                    <a:lnTo>
                      <a:pt x="616" y="1015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77" name="Freeform 61"/>
              <p:cNvSpPr>
                <a:spLocks/>
              </p:cNvSpPr>
              <p:nvPr/>
            </p:nvSpPr>
            <p:spPr bwMode="auto">
              <a:xfrm>
                <a:off x="1228" y="1358"/>
                <a:ext cx="625" cy="1414"/>
              </a:xfrm>
              <a:custGeom>
                <a:avLst/>
                <a:gdLst/>
                <a:ahLst/>
                <a:cxnLst>
                  <a:cxn ang="0">
                    <a:pos x="16" y="1103"/>
                  </a:cxn>
                  <a:cxn ang="0">
                    <a:pos x="24" y="1223"/>
                  </a:cxn>
                  <a:cxn ang="0">
                    <a:pos x="40" y="1319"/>
                  </a:cxn>
                  <a:cxn ang="0">
                    <a:pos x="56" y="1382"/>
                  </a:cxn>
                  <a:cxn ang="0">
                    <a:pos x="80" y="1406"/>
                  </a:cxn>
                  <a:cxn ang="0">
                    <a:pos x="96" y="1374"/>
                  </a:cxn>
                  <a:cxn ang="0">
                    <a:pos x="112" y="1311"/>
                  </a:cxn>
                  <a:cxn ang="0">
                    <a:pos x="121" y="1215"/>
                  </a:cxn>
                  <a:cxn ang="0">
                    <a:pos x="137" y="1095"/>
                  </a:cxn>
                  <a:cxn ang="0">
                    <a:pos x="153" y="951"/>
                  </a:cxn>
                  <a:cxn ang="0">
                    <a:pos x="169" y="799"/>
                  </a:cxn>
                  <a:cxn ang="0">
                    <a:pos x="177" y="639"/>
                  </a:cxn>
                  <a:cxn ang="0">
                    <a:pos x="193" y="479"/>
                  </a:cxn>
                  <a:cxn ang="0">
                    <a:pos x="209" y="335"/>
                  </a:cxn>
                  <a:cxn ang="0">
                    <a:pos x="225" y="216"/>
                  </a:cxn>
                  <a:cxn ang="0">
                    <a:pos x="241" y="112"/>
                  </a:cxn>
                  <a:cxn ang="0">
                    <a:pos x="249" y="40"/>
                  </a:cxn>
                  <a:cxn ang="0">
                    <a:pos x="265" y="8"/>
                  </a:cxn>
                  <a:cxn ang="0">
                    <a:pos x="289" y="16"/>
                  </a:cxn>
                  <a:cxn ang="0">
                    <a:pos x="297" y="64"/>
                  </a:cxn>
                  <a:cxn ang="0">
                    <a:pos x="313" y="144"/>
                  </a:cxn>
                  <a:cxn ang="0">
                    <a:pos x="329" y="247"/>
                  </a:cxn>
                  <a:cxn ang="0">
                    <a:pos x="345" y="383"/>
                  </a:cxn>
                  <a:cxn ang="0">
                    <a:pos x="353" y="535"/>
                  </a:cxn>
                  <a:cxn ang="0">
                    <a:pos x="369" y="687"/>
                  </a:cxn>
                  <a:cxn ang="0">
                    <a:pos x="385" y="847"/>
                  </a:cxn>
                  <a:cxn ang="0">
                    <a:pos x="401" y="999"/>
                  </a:cxn>
                  <a:cxn ang="0">
                    <a:pos x="417" y="1135"/>
                  </a:cxn>
                  <a:cxn ang="0">
                    <a:pos x="425" y="1247"/>
                  </a:cxn>
                  <a:cxn ang="0">
                    <a:pos x="441" y="1335"/>
                  </a:cxn>
                  <a:cxn ang="0">
                    <a:pos x="457" y="1390"/>
                  </a:cxn>
                  <a:cxn ang="0">
                    <a:pos x="481" y="1406"/>
                  </a:cxn>
                  <a:cxn ang="0">
                    <a:pos x="489" y="1398"/>
                  </a:cxn>
                  <a:cxn ang="0">
                    <a:pos x="497" y="1343"/>
                  </a:cxn>
                  <a:cxn ang="0">
                    <a:pos x="513" y="1263"/>
                  </a:cxn>
                  <a:cxn ang="0">
                    <a:pos x="529" y="1151"/>
                  </a:cxn>
                  <a:cxn ang="0">
                    <a:pos x="545" y="1015"/>
                  </a:cxn>
                  <a:cxn ang="0">
                    <a:pos x="553" y="863"/>
                  </a:cxn>
                  <a:cxn ang="0">
                    <a:pos x="569" y="711"/>
                  </a:cxn>
                  <a:cxn ang="0">
                    <a:pos x="585" y="551"/>
                  </a:cxn>
                  <a:cxn ang="0">
                    <a:pos x="601" y="399"/>
                  </a:cxn>
                  <a:cxn ang="0">
                    <a:pos x="617" y="263"/>
                  </a:cxn>
                </a:cxnLst>
                <a:rect l="0" t="0" r="r" b="b"/>
                <a:pathLst>
                  <a:path w="625" h="1414">
                    <a:moveTo>
                      <a:pt x="0" y="1015"/>
                    </a:moveTo>
                    <a:lnTo>
                      <a:pt x="8" y="1063"/>
                    </a:lnTo>
                    <a:lnTo>
                      <a:pt x="16" y="1103"/>
                    </a:lnTo>
                    <a:lnTo>
                      <a:pt x="16" y="1151"/>
                    </a:lnTo>
                    <a:lnTo>
                      <a:pt x="24" y="1191"/>
                    </a:lnTo>
                    <a:lnTo>
                      <a:pt x="24" y="1223"/>
                    </a:lnTo>
                    <a:lnTo>
                      <a:pt x="32" y="1263"/>
                    </a:lnTo>
                    <a:lnTo>
                      <a:pt x="40" y="1295"/>
                    </a:lnTo>
                    <a:lnTo>
                      <a:pt x="40" y="1319"/>
                    </a:lnTo>
                    <a:lnTo>
                      <a:pt x="48" y="1343"/>
                    </a:lnTo>
                    <a:lnTo>
                      <a:pt x="48" y="1367"/>
                    </a:lnTo>
                    <a:lnTo>
                      <a:pt x="56" y="1382"/>
                    </a:lnTo>
                    <a:lnTo>
                      <a:pt x="72" y="1406"/>
                    </a:lnTo>
                    <a:lnTo>
                      <a:pt x="72" y="1414"/>
                    </a:lnTo>
                    <a:lnTo>
                      <a:pt x="80" y="1406"/>
                    </a:lnTo>
                    <a:lnTo>
                      <a:pt x="88" y="1398"/>
                    </a:lnTo>
                    <a:lnTo>
                      <a:pt x="88" y="1390"/>
                    </a:lnTo>
                    <a:lnTo>
                      <a:pt x="96" y="1374"/>
                    </a:lnTo>
                    <a:lnTo>
                      <a:pt x="96" y="1359"/>
                    </a:lnTo>
                    <a:lnTo>
                      <a:pt x="104" y="1335"/>
                    </a:lnTo>
                    <a:lnTo>
                      <a:pt x="112" y="1311"/>
                    </a:lnTo>
                    <a:lnTo>
                      <a:pt x="112" y="1279"/>
                    </a:lnTo>
                    <a:lnTo>
                      <a:pt x="121" y="1247"/>
                    </a:lnTo>
                    <a:lnTo>
                      <a:pt x="121" y="1215"/>
                    </a:lnTo>
                    <a:lnTo>
                      <a:pt x="129" y="1175"/>
                    </a:lnTo>
                    <a:lnTo>
                      <a:pt x="137" y="1135"/>
                    </a:lnTo>
                    <a:lnTo>
                      <a:pt x="137" y="1095"/>
                    </a:lnTo>
                    <a:lnTo>
                      <a:pt x="145" y="1047"/>
                    </a:lnTo>
                    <a:lnTo>
                      <a:pt x="145" y="999"/>
                    </a:lnTo>
                    <a:lnTo>
                      <a:pt x="153" y="951"/>
                    </a:lnTo>
                    <a:lnTo>
                      <a:pt x="153" y="903"/>
                    </a:lnTo>
                    <a:lnTo>
                      <a:pt x="161" y="847"/>
                    </a:lnTo>
                    <a:lnTo>
                      <a:pt x="169" y="799"/>
                    </a:lnTo>
                    <a:lnTo>
                      <a:pt x="169" y="743"/>
                    </a:lnTo>
                    <a:lnTo>
                      <a:pt x="177" y="687"/>
                    </a:lnTo>
                    <a:lnTo>
                      <a:pt x="177" y="639"/>
                    </a:lnTo>
                    <a:lnTo>
                      <a:pt x="185" y="583"/>
                    </a:lnTo>
                    <a:lnTo>
                      <a:pt x="193" y="535"/>
                    </a:lnTo>
                    <a:lnTo>
                      <a:pt x="193" y="479"/>
                    </a:lnTo>
                    <a:lnTo>
                      <a:pt x="201" y="431"/>
                    </a:lnTo>
                    <a:lnTo>
                      <a:pt x="201" y="383"/>
                    </a:lnTo>
                    <a:lnTo>
                      <a:pt x="209" y="335"/>
                    </a:lnTo>
                    <a:lnTo>
                      <a:pt x="217" y="295"/>
                    </a:lnTo>
                    <a:lnTo>
                      <a:pt x="217" y="247"/>
                    </a:lnTo>
                    <a:lnTo>
                      <a:pt x="225" y="216"/>
                    </a:lnTo>
                    <a:lnTo>
                      <a:pt x="225" y="176"/>
                    </a:lnTo>
                    <a:lnTo>
                      <a:pt x="233" y="144"/>
                    </a:lnTo>
                    <a:lnTo>
                      <a:pt x="241" y="112"/>
                    </a:lnTo>
                    <a:lnTo>
                      <a:pt x="241" y="88"/>
                    </a:lnTo>
                    <a:lnTo>
                      <a:pt x="249" y="64"/>
                    </a:lnTo>
                    <a:lnTo>
                      <a:pt x="249" y="40"/>
                    </a:lnTo>
                    <a:lnTo>
                      <a:pt x="257" y="24"/>
                    </a:lnTo>
                    <a:lnTo>
                      <a:pt x="265" y="16"/>
                    </a:lnTo>
                    <a:lnTo>
                      <a:pt x="265" y="8"/>
                    </a:lnTo>
                    <a:lnTo>
                      <a:pt x="273" y="0"/>
                    </a:lnTo>
                    <a:lnTo>
                      <a:pt x="281" y="8"/>
                    </a:lnTo>
                    <a:lnTo>
                      <a:pt x="289" y="16"/>
                    </a:lnTo>
                    <a:lnTo>
                      <a:pt x="289" y="24"/>
                    </a:lnTo>
                    <a:lnTo>
                      <a:pt x="297" y="40"/>
                    </a:lnTo>
                    <a:lnTo>
                      <a:pt x="297" y="64"/>
                    </a:lnTo>
                    <a:lnTo>
                      <a:pt x="305" y="88"/>
                    </a:lnTo>
                    <a:lnTo>
                      <a:pt x="313" y="112"/>
                    </a:lnTo>
                    <a:lnTo>
                      <a:pt x="313" y="144"/>
                    </a:lnTo>
                    <a:lnTo>
                      <a:pt x="321" y="176"/>
                    </a:lnTo>
                    <a:lnTo>
                      <a:pt x="321" y="216"/>
                    </a:lnTo>
                    <a:lnTo>
                      <a:pt x="329" y="247"/>
                    </a:lnTo>
                    <a:lnTo>
                      <a:pt x="337" y="295"/>
                    </a:lnTo>
                    <a:lnTo>
                      <a:pt x="337" y="335"/>
                    </a:lnTo>
                    <a:lnTo>
                      <a:pt x="345" y="383"/>
                    </a:lnTo>
                    <a:lnTo>
                      <a:pt x="345" y="431"/>
                    </a:lnTo>
                    <a:lnTo>
                      <a:pt x="353" y="479"/>
                    </a:lnTo>
                    <a:lnTo>
                      <a:pt x="353" y="535"/>
                    </a:lnTo>
                    <a:lnTo>
                      <a:pt x="361" y="583"/>
                    </a:lnTo>
                    <a:lnTo>
                      <a:pt x="369" y="639"/>
                    </a:lnTo>
                    <a:lnTo>
                      <a:pt x="369" y="687"/>
                    </a:lnTo>
                    <a:lnTo>
                      <a:pt x="377" y="743"/>
                    </a:lnTo>
                    <a:lnTo>
                      <a:pt x="377" y="799"/>
                    </a:lnTo>
                    <a:lnTo>
                      <a:pt x="385" y="847"/>
                    </a:lnTo>
                    <a:lnTo>
                      <a:pt x="393" y="903"/>
                    </a:lnTo>
                    <a:lnTo>
                      <a:pt x="393" y="951"/>
                    </a:lnTo>
                    <a:lnTo>
                      <a:pt x="401" y="999"/>
                    </a:lnTo>
                    <a:lnTo>
                      <a:pt x="401" y="1047"/>
                    </a:lnTo>
                    <a:lnTo>
                      <a:pt x="409" y="1095"/>
                    </a:lnTo>
                    <a:lnTo>
                      <a:pt x="417" y="1135"/>
                    </a:lnTo>
                    <a:lnTo>
                      <a:pt x="417" y="1175"/>
                    </a:lnTo>
                    <a:lnTo>
                      <a:pt x="425" y="1215"/>
                    </a:lnTo>
                    <a:lnTo>
                      <a:pt x="425" y="1247"/>
                    </a:lnTo>
                    <a:lnTo>
                      <a:pt x="433" y="1279"/>
                    </a:lnTo>
                    <a:lnTo>
                      <a:pt x="441" y="1311"/>
                    </a:lnTo>
                    <a:lnTo>
                      <a:pt x="441" y="1335"/>
                    </a:lnTo>
                    <a:lnTo>
                      <a:pt x="449" y="1359"/>
                    </a:lnTo>
                    <a:lnTo>
                      <a:pt x="449" y="1374"/>
                    </a:lnTo>
                    <a:lnTo>
                      <a:pt x="457" y="1390"/>
                    </a:lnTo>
                    <a:lnTo>
                      <a:pt x="465" y="1398"/>
                    </a:lnTo>
                    <a:lnTo>
                      <a:pt x="465" y="1406"/>
                    </a:lnTo>
                    <a:lnTo>
                      <a:pt x="481" y="1406"/>
                    </a:lnTo>
                    <a:lnTo>
                      <a:pt x="473" y="1406"/>
                    </a:lnTo>
                    <a:lnTo>
                      <a:pt x="481" y="1406"/>
                    </a:lnTo>
                    <a:lnTo>
                      <a:pt x="489" y="1398"/>
                    </a:lnTo>
                    <a:lnTo>
                      <a:pt x="489" y="1382"/>
                    </a:lnTo>
                    <a:lnTo>
                      <a:pt x="497" y="1367"/>
                    </a:lnTo>
                    <a:lnTo>
                      <a:pt x="497" y="1343"/>
                    </a:lnTo>
                    <a:lnTo>
                      <a:pt x="505" y="1319"/>
                    </a:lnTo>
                    <a:lnTo>
                      <a:pt x="513" y="1295"/>
                    </a:lnTo>
                    <a:lnTo>
                      <a:pt x="513" y="1263"/>
                    </a:lnTo>
                    <a:lnTo>
                      <a:pt x="521" y="1223"/>
                    </a:lnTo>
                    <a:lnTo>
                      <a:pt x="521" y="1191"/>
                    </a:lnTo>
                    <a:lnTo>
                      <a:pt x="529" y="1151"/>
                    </a:lnTo>
                    <a:lnTo>
                      <a:pt x="529" y="1103"/>
                    </a:lnTo>
                    <a:lnTo>
                      <a:pt x="537" y="1063"/>
                    </a:lnTo>
                    <a:lnTo>
                      <a:pt x="545" y="1015"/>
                    </a:lnTo>
                    <a:lnTo>
                      <a:pt x="545" y="967"/>
                    </a:lnTo>
                    <a:lnTo>
                      <a:pt x="553" y="919"/>
                    </a:lnTo>
                    <a:lnTo>
                      <a:pt x="553" y="863"/>
                    </a:lnTo>
                    <a:lnTo>
                      <a:pt x="561" y="815"/>
                    </a:lnTo>
                    <a:lnTo>
                      <a:pt x="569" y="759"/>
                    </a:lnTo>
                    <a:lnTo>
                      <a:pt x="569" y="711"/>
                    </a:lnTo>
                    <a:lnTo>
                      <a:pt x="577" y="655"/>
                    </a:lnTo>
                    <a:lnTo>
                      <a:pt x="577" y="599"/>
                    </a:lnTo>
                    <a:lnTo>
                      <a:pt x="585" y="551"/>
                    </a:lnTo>
                    <a:lnTo>
                      <a:pt x="593" y="495"/>
                    </a:lnTo>
                    <a:lnTo>
                      <a:pt x="593" y="447"/>
                    </a:lnTo>
                    <a:lnTo>
                      <a:pt x="601" y="399"/>
                    </a:lnTo>
                    <a:lnTo>
                      <a:pt x="601" y="351"/>
                    </a:lnTo>
                    <a:lnTo>
                      <a:pt x="609" y="311"/>
                    </a:lnTo>
                    <a:lnTo>
                      <a:pt x="617" y="263"/>
                    </a:lnTo>
                    <a:lnTo>
                      <a:pt x="617" y="223"/>
                    </a:lnTo>
                    <a:lnTo>
                      <a:pt x="625" y="192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78" name="Freeform 62"/>
              <p:cNvSpPr>
                <a:spLocks/>
              </p:cNvSpPr>
              <p:nvPr/>
            </p:nvSpPr>
            <p:spPr bwMode="auto">
              <a:xfrm>
                <a:off x="1853" y="1358"/>
                <a:ext cx="617" cy="1414"/>
              </a:xfrm>
              <a:custGeom>
                <a:avLst/>
                <a:gdLst/>
                <a:ahLst/>
                <a:cxnLst>
                  <a:cxn ang="0">
                    <a:pos x="8" y="120"/>
                  </a:cxn>
                  <a:cxn ang="0">
                    <a:pos x="24" y="48"/>
                  </a:cxn>
                  <a:cxn ang="0">
                    <a:pos x="40" y="8"/>
                  </a:cxn>
                  <a:cxn ang="0">
                    <a:pos x="56" y="16"/>
                  </a:cxn>
                  <a:cxn ang="0">
                    <a:pos x="72" y="56"/>
                  </a:cxn>
                  <a:cxn ang="0">
                    <a:pos x="88" y="136"/>
                  </a:cxn>
                  <a:cxn ang="0">
                    <a:pos x="96" y="239"/>
                  </a:cxn>
                  <a:cxn ang="0">
                    <a:pos x="112" y="367"/>
                  </a:cxn>
                  <a:cxn ang="0">
                    <a:pos x="128" y="511"/>
                  </a:cxn>
                  <a:cxn ang="0">
                    <a:pos x="144" y="671"/>
                  </a:cxn>
                  <a:cxn ang="0">
                    <a:pos x="152" y="831"/>
                  </a:cxn>
                  <a:cxn ang="0">
                    <a:pos x="168" y="983"/>
                  </a:cxn>
                  <a:cxn ang="0">
                    <a:pos x="184" y="1119"/>
                  </a:cxn>
                  <a:cxn ang="0">
                    <a:pos x="200" y="1239"/>
                  </a:cxn>
                  <a:cxn ang="0">
                    <a:pos x="216" y="1327"/>
                  </a:cxn>
                  <a:cxn ang="0">
                    <a:pos x="224" y="1390"/>
                  </a:cxn>
                  <a:cxn ang="0">
                    <a:pos x="240" y="1414"/>
                  </a:cxn>
                  <a:cxn ang="0">
                    <a:pos x="264" y="1390"/>
                  </a:cxn>
                  <a:cxn ang="0">
                    <a:pos x="272" y="1327"/>
                  </a:cxn>
                  <a:cxn ang="0">
                    <a:pos x="288" y="1239"/>
                  </a:cxn>
                  <a:cxn ang="0">
                    <a:pos x="304" y="1119"/>
                  </a:cxn>
                  <a:cxn ang="0">
                    <a:pos x="320" y="983"/>
                  </a:cxn>
                  <a:cxn ang="0">
                    <a:pos x="328" y="831"/>
                  </a:cxn>
                  <a:cxn ang="0">
                    <a:pos x="344" y="671"/>
                  </a:cxn>
                  <a:cxn ang="0">
                    <a:pos x="360" y="511"/>
                  </a:cxn>
                  <a:cxn ang="0">
                    <a:pos x="376" y="367"/>
                  </a:cxn>
                  <a:cxn ang="0">
                    <a:pos x="392" y="239"/>
                  </a:cxn>
                  <a:cxn ang="0">
                    <a:pos x="400" y="136"/>
                  </a:cxn>
                  <a:cxn ang="0">
                    <a:pos x="416" y="56"/>
                  </a:cxn>
                  <a:cxn ang="0">
                    <a:pos x="432" y="16"/>
                  </a:cxn>
                  <a:cxn ang="0">
                    <a:pos x="448" y="8"/>
                  </a:cxn>
                  <a:cxn ang="0">
                    <a:pos x="464" y="48"/>
                  </a:cxn>
                  <a:cxn ang="0">
                    <a:pos x="480" y="120"/>
                  </a:cxn>
                  <a:cxn ang="0">
                    <a:pos x="496" y="223"/>
                  </a:cxn>
                  <a:cxn ang="0">
                    <a:pos x="504" y="351"/>
                  </a:cxn>
                  <a:cxn ang="0">
                    <a:pos x="521" y="495"/>
                  </a:cxn>
                  <a:cxn ang="0">
                    <a:pos x="537" y="655"/>
                  </a:cxn>
                  <a:cxn ang="0">
                    <a:pos x="553" y="815"/>
                  </a:cxn>
                  <a:cxn ang="0">
                    <a:pos x="569" y="967"/>
                  </a:cxn>
                  <a:cxn ang="0">
                    <a:pos x="577" y="1103"/>
                  </a:cxn>
                  <a:cxn ang="0">
                    <a:pos x="593" y="1223"/>
                  </a:cxn>
                  <a:cxn ang="0">
                    <a:pos x="609" y="1319"/>
                  </a:cxn>
                </a:cxnLst>
                <a:rect l="0" t="0" r="r" b="b"/>
                <a:pathLst>
                  <a:path w="617" h="1414">
                    <a:moveTo>
                      <a:pt x="0" y="192"/>
                    </a:moveTo>
                    <a:lnTo>
                      <a:pt x="0" y="152"/>
                    </a:lnTo>
                    <a:lnTo>
                      <a:pt x="8" y="120"/>
                    </a:lnTo>
                    <a:lnTo>
                      <a:pt x="16" y="96"/>
                    </a:lnTo>
                    <a:lnTo>
                      <a:pt x="16" y="72"/>
                    </a:lnTo>
                    <a:lnTo>
                      <a:pt x="24" y="48"/>
                    </a:lnTo>
                    <a:lnTo>
                      <a:pt x="24" y="32"/>
                    </a:lnTo>
                    <a:lnTo>
                      <a:pt x="32" y="16"/>
                    </a:lnTo>
                    <a:lnTo>
                      <a:pt x="40" y="8"/>
                    </a:lnTo>
                    <a:lnTo>
                      <a:pt x="48" y="0"/>
                    </a:lnTo>
                    <a:lnTo>
                      <a:pt x="48" y="8"/>
                    </a:lnTo>
                    <a:lnTo>
                      <a:pt x="56" y="16"/>
                    </a:lnTo>
                    <a:lnTo>
                      <a:pt x="64" y="24"/>
                    </a:lnTo>
                    <a:lnTo>
                      <a:pt x="64" y="40"/>
                    </a:lnTo>
                    <a:lnTo>
                      <a:pt x="72" y="56"/>
                    </a:lnTo>
                    <a:lnTo>
                      <a:pt x="72" y="80"/>
                    </a:lnTo>
                    <a:lnTo>
                      <a:pt x="80" y="104"/>
                    </a:lnTo>
                    <a:lnTo>
                      <a:pt x="88" y="136"/>
                    </a:lnTo>
                    <a:lnTo>
                      <a:pt x="88" y="168"/>
                    </a:lnTo>
                    <a:lnTo>
                      <a:pt x="96" y="200"/>
                    </a:lnTo>
                    <a:lnTo>
                      <a:pt x="96" y="239"/>
                    </a:lnTo>
                    <a:lnTo>
                      <a:pt x="104" y="279"/>
                    </a:lnTo>
                    <a:lnTo>
                      <a:pt x="104" y="319"/>
                    </a:lnTo>
                    <a:lnTo>
                      <a:pt x="112" y="367"/>
                    </a:lnTo>
                    <a:lnTo>
                      <a:pt x="120" y="415"/>
                    </a:lnTo>
                    <a:lnTo>
                      <a:pt x="120" y="463"/>
                    </a:lnTo>
                    <a:lnTo>
                      <a:pt x="128" y="511"/>
                    </a:lnTo>
                    <a:lnTo>
                      <a:pt x="128" y="567"/>
                    </a:lnTo>
                    <a:lnTo>
                      <a:pt x="136" y="615"/>
                    </a:lnTo>
                    <a:lnTo>
                      <a:pt x="144" y="671"/>
                    </a:lnTo>
                    <a:lnTo>
                      <a:pt x="144" y="727"/>
                    </a:lnTo>
                    <a:lnTo>
                      <a:pt x="152" y="775"/>
                    </a:lnTo>
                    <a:lnTo>
                      <a:pt x="152" y="831"/>
                    </a:lnTo>
                    <a:lnTo>
                      <a:pt x="160" y="879"/>
                    </a:lnTo>
                    <a:lnTo>
                      <a:pt x="168" y="935"/>
                    </a:lnTo>
                    <a:lnTo>
                      <a:pt x="168" y="983"/>
                    </a:lnTo>
                    <a:lnTo>
                      <a:pt x="176" y="1031"/>
                    </a:lnTo>
                    <a:lnTo>
                      <a:pt x="176" y="1079"/>
                    </a:lnTo>
                    <a:lnTo>
                      <a:pt x="184" y="1119"/>
                    </a:lnTo>
                    <a:lnTo>
                      <a:pt x="192" y="1167"/>
                    </a:lnTo>
                    <a:lnTo>
                      <a:pt x="192" y="1199"/>
                    </a:lnTo>
                    <a:lnTo>
                      <a:pt x="200" y="1239"/>
                    </a:lnTo>
                    <a:lnTo>
                      <a:pt x="200" y="1271"/>
                    </a:lnTo>
                    <a:lnTo>
                      <a:pt x="208" y="1303"/>
                    </a:lnTo>
                    <a:lnTo>
                      <a:pt x="216" y="1327"/>
                    </a:lnTo>
                    <a:lnTo>
                      <a:pt x="216" y="1351"/>
                    </a:lnTo>
                    <a:lnTo>
                      <a:pt x="224" y="1374"/>
                    </a:lnTo>
                    <a:lnTo>
                      <a:pt x="224" y="1390"/>
                    </a:lnTo>
                    <a:lnTo>
                      <a:pt x="232" y="1398"/>
                    </a:lnTo>
                    <a:lnTo>
                      <a:pt x="248" y="1414"/>
                    </a:lnTo>
                    <a:lnTo>
                      <a:pt x="240" y="1414"/>
                    </a:lnTo>
                    <a:lnTo>
                      <a:pt x="248" y="1406"/>
                    </a:lnTo>
                    <a:lnTo>
                      <a:pt x="256" y="1398"/>
                    </a:lnTo>
                    <a:lnTo>
                      <a:pt x="264" y="1390"/>
                    </a:lnTo>
                    <a:lnTo>
                      <a:pt x="264" y="1374"/>
                    </a:lnTo>
                    <a:lnTo>
                      <a:pt x="272" y="1351"/>
                    </a:lnTo>
                    <a:lnTo>
                      <a:pt x="272" y="1327"/>
                    </a:lnTo>
                    <a:lnTo>
                      <a:pt x="280" y="1303"/>
                    </a:lnTo>
                    <a:lnTo>
                      <a:pt x="280" y="1271"/>
                    </a:lnTo>
                    <a:lnTo>
                      <a:pt x="288" y="1239"/>
                    </a:lnTo>
                    <a:lnTo>
                      <a:pt x="296" y="1199"/>
                    </a:lnTo>
                    <a:lnTo>
                      <a:pt x="296" y="1167"/>
                    </a:lnTo>
                    <a:lnTo>
                      <a:pt x="304" y="1119"/>
                    </a:lnTo>
                    <a:lnTo>
                      <a:pt x="304" y="1079"/>
                    </a:lnTo>
                    <a:lnTo>
                      <a:pt x="312" y="1031"/>
                    </a:lnTo>
                    <a:lnTo>
                      <a:pt x="320" y="983"/>
                    </a:lnTo>
                    <a:lnTo>
                      <a:pt x="320" y="935"/>
                    </a:lnTo>
                    <a:lnTo>
                      <a:pt x="328" y="879"/>
                    </a:lnTo>
                    <a:lnTo>
                      <a:pt x="328" y="831"/>
                    </a:lnTo>
                    <a:lnTo>
                      <a:pt x="336" y="775"/>
                    </a:lnTo>
                    <a:lnTo>
                      <a:pt x="344" y="727"/>
                    </a:lnTo>
                    <a:lnTo>
                      <a:pt x="344" y="671"/>
                    </a:lnTo>
                    <a:lnTo>
                      <a:pt x="352" y="615"/>
                    </a:lnTo>
                    <a:lnTo>
                      <a:pt x="352" y="567"/>
                    </a:lnTo>
                    <a:lnTo>
                      <a:pt x="360" y="511"/>
                    </a:lnTo>
                    <a:lnTo>
                      <a:pt x="368" y="463"/>
                    </a:lnTo>
                    <a:lnTo>
                      <a:pt x="368" y="415"/>
                    </a:lnTo>
                    <a:lnTo>
                      <a:pt x="376" y="367"/>
                    </a:lnTo>
                    <a:lnTo>
                      <a:pt x="376" y="319"/>
                    </a:lnTo>
                    <a:lnTo>
                      <a:pt x="384" y="279"/>
                    </a:lnTo>
                    <a:lnTo>
                      <a:pt x="392" y="239"/>
                    </a:lnTo>
                    <a:lnTo>
                      <a:pt x="392" y="200"/>
                    </a:lnTo>
                    <a:lnTo>
                      <a:pt x="400" y="168"/>
                    </a:lnTo>
                    <a:lnTo>
                      <a:pt x="400" y="136"/>
                    </a:lnTo>
                    <a:lnTo>
                      <a:pt x="408" y="104"/>
                    </a:lnTo>
                    <a:lnTo>
                      <a:pt x="416" y="80"/>
                    </a:lnTo>
                    <a:lnTo>
                      <a:pt x="416" y="56"/>
                    </a:lnTo>
                    <a:lnTo>
                      <a:pt x="424" y="40"/>
                    </a:lnTo>
                    <a:lnTo>
                      <a:pt x="424" y="24"/>
                    </a:lnTo>
                    <a:lnTo>
                      <a:pt x="432" y="16"/>
                    </a:lnTo>
                    <a:lnTo>
                      <a:pt x="440" y="8"/>
                    </a:lnTo>
                    <a:lnTo>
                      <a:pt x="440" y="0"/>
                    </a:lnTo>
                    <a:lnTo>
                      <a:pt x="448" y="8"/>
                    </a:lnTo>
                    <a:lnTo>
                      <a:pt x="456" y="16"/>
                    </a:lnTo>
                    <a:lnTo>
                      <a:pt x="464" y="32"/>
                    </a:lnTo>
                    <a:lnTo>
                      <a:pt x="464" y="48"/>
                    </a:lnTo>
                    <a:lnTo>
                      <a:pt x="472" y="72"/>
                    </a:lnTo>
                    <a:lnTo>
                      <a:pt x="472" y="96"/>
                    </a:lnTo>
                    <a:lnTo>
                      <a:pt x="480" y="120"/>
                    </a:lnTo>
                    <a:lnTo>
                      <a:pt x="480" y="152"/>
                    </a:lnTo>
                    <a:lnTo>
                      <a:pt x="488" y="192"/>
                    </a:lnTo>
                    <a:lnTo>
                      <a:pt x="496" y="223"/>
                    </a:lnTo>
                    <a:lnTo>
                      <a:pt x="496" y="263"/>
                    </a:lnTo>
                    <a:lnTo>
                      <a:pt x="504" y="311"/>
                    </a:lnTo>
                    <a:lnTo>
                      <a:pt x="504" y="351"/>
                    </a:lnTo>
                    <a:lnTo>
                      <a:pt x="512" y="399"/>
                    </a:lnTo>
                    <a:lnTo>
                      <a:pt x="521" y="447"/>
                    </a:lnTo>
                    <a:lnTo>
                      <a:pt x="521" y="495"/>
                    </a:lnTo>
                    <a:lnTo>
                      <a:pt x="529" y="551"/>
                    </a:lnTo>
                    <a:lnTo>
                      <a:pt x="529" y="599"/>
                    </a:lnTo>
                    <a:lnTo>
                      <a:pt x="537" y="655"/>
                    </a:lnTo>
                    <a:lnTo>
                      <a:pt x="545" y="703"/>
                    </a:lnTo>
                    <a:lnTo>
                      <a:pt x="545" y="759"/>
                    </a:lnTo>
                    <a:lnTo>
                      <a:pt x="553" y="815"/>
                    </a:lnTo>
                    <a:lnTo>
                      <a:pt x="553" y="863"/>
                    </a:lnTo>
                    <a:lnTo>
                      <a:pt x="561" y="919"/>
                    </a:lnTo>
                    <a:lnTo>
                      <a:pt x="569" y="967"/>
                    </a:lnTo>
                    <a:lnTo>
                      <a:pt x="569" y="1015"/>
                    </a:lnTo>
                    <a:lnTo>
                      <a:pt x="577" y="1063"/>
                    </a:lnTo>
                    <a:lnTo>
                      <a:pt x="577" y="1103"/>
                    </a:lnTo>
                    <a:lnTo>
                      <a:pt x="585" y="1151"/>
                    </a:lnTo>
                    <a:lnTo>
                      <a:pt x="593" y="1191"/>
                    </a:lnTo>
                    <a:lnTo>
                      <a:pt x="593" y="1223"/>
                    </a:lnTo>
                    <a:lnTo>
                      <a:pt x="601" y="1263"/>
                    </a:lnTo>
                    <a:lnTo>
                      <a:pt x="601" y="1295"/>
                    </a:lnTo>
                    <a:lnTo>
                      <a:pt x="609" y="1319"/>
                    </a:lnTo>
                    <a:lnTo>
                      <a:pt x="617" y="1343"/>
                    </a:lnTo>
                    <a:lnTo>
                      <a:pt x="617" y="1367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79" name="Freeform 63"/>
              <p:cNvSpPr>
                <a:spLocks/>
              </p:cNvSpPr>
              <p:nvPr/>
            </p:nvSpPr>
            <p:spPr bwMode="auto">
              <a:xfrm>
                <a:off x="2470" y="1358"/>
                <a:ext cx="632" cy="1414"/>
              </a:xfrm>
              <a:custGeom>
                <a:avLst/>
                <a:gdLst/>
                <a:ahLst/>
                <a:cxnLst>
                  <a:cxn ang="0">
                    <a:pos x="8" y="1398"/>
                  </a:cxn>
                  <a:cxn ang="0">
                    <a:pos x="32" y="1406"/>
                  </a:cxn>
                  <a:cxn ang="0">
                    <a:pos x="48" y="1374"/>
                  </a:cxn>
                  <a:cxn ang="0">
                    <a:pos x="56" y="1311"/>
                  </a:cxn>
                  <a:cxn ang="0">
                    <a:pos x="72" y="1215"/>
                  </a:cxn>
                  <a:cxn ang="0">
                    <a:pos x="88" y="1095"/>
                  </a:cxn>
                  <a:cxn ang="0">
                    <a:pos x="104" y="951"/>
                  </a:cxn>
                  <a:cxn ang="0">
                    <a:pos x="112" y="799"/>
                  </a:cxn>
                  <a:cxn ang="0">
                    <a:pos x="128" y="639"/>
                  </a:cxn>
                  <a:cxn ang="0">
                    <a:pos x="144" y="479"/>
                  </a:cxn>
                  <a:cxn ang="0">
                    <a:pos x="160" y="335"/>
                  </a:cxn>
                  <a:cxn ang="0">
                    <a:pos x="176" y="216"/>
                  </a:cxn>
                  <a:cxn ang="0">
                    <a:pos x="184" y="112"/>
                  </a:cxn>
                  <a:cxn ang="0">
                    <a:pos x="200" y="40"/>
                  </a:cxn>
                  <a:cxn ang="0">
                    <a:pos x="216" y="8"/>
                  </a:cxn>
                  <a:cxn ang="0">
                    <a:pos x="232" y="16"/>
                  </a:cxn>
                  <a:cxn ang="0">
                    <a:pos x="248" y="64"/>
                  </a:cxn>
                  <a:cxn ang="0">
                    <a:pos x="264" y="144"/>
                  </a:cxn>
                  <a:cxn ang="0">
                    <a:pos x="280" y="247"/>
                  </a:cxn>
                  <a:cxn ang="0">
                    <a:pos x="288" y="383"/>
                  </a:cxn>
                  <a:cxn ang="0">
                    <a:pos x="304" y="535"/>
                  </a:cxn>
                  <a:cxn ang="0">
                    <a:pos x="320" y="687"/>
                  </a:cxn>
                  <a:cxn ang="0">
                    <a:pos x="336" y="847"/>
                  </a:cxn>
                  <a:cxn ang="0">
                    <a:pos x="352" y="999"/>
                  </a:cxn>
                  <a:cxn ang="0">
                    <a:pos x="360" y="1135"/>
                  </a:cxn>
                  <a:cxn ang="0">
                    <a:pos x="376" y="1247"/>
                  </a:cxn>
                  <a:cxn ang="0">
                    <a:pos x="392" y="1335"/>
                  </a:cxn>
                  <a:cxn ang="0">
                    <a:pos x="408" y="1390"/>
                  </a:cxn>
                  <a:cxn ang="0">
                    <a:pos x="432" y="1406"/>
                  </a:cxn>
                  <a:cxn ang="0">
                    <a:pos x="440" y="1367"/>
                  </a:cxn>
                  <a:cxn ang="0">
                    <a:pos x="456" y="1295"/>
                  </a:cxn>
                  <a:cxn ang="0">
                    <a:pos x="472" y="1191"/>
                  </a:cxn>
                  <a:cxn ang="0">
                    <a:pos x="488" y="1063"/>
                  </a:cxn>
                  <a:cxn ang="0">
                    <a:pos x="504" y="919"/>
                  </a:cxn>
                  <a:cxn ang="0">
                    <a:pos x="512" y="759"/>
                  </a:cxn>
                  <a:cxn ang="0">
                    <a:pos x="528" y="599"/>
                  </a:cxn>
                  <a:cxn ang="0">
                    <a:pos x="544" y="447"/>
                  </a:cxn>
                  <a:cxn ang="0">
                    <a:pos x="560" y="311"/>
                  </a:cxn>
                  <a:cxn ang="0">
                    <a:pos x="576" y="192"/>
                  </a:cxn>
                  <a:cxn ang="0">
                    <a:pos x="584" y="96"/>
                  </a:cxn>
                  <a:cxn ang="0">
                    <a:pos x="600" y="32"/>
                  </a:cxn>
                  <a:cxn ang="0">
                    <a:pos x="624" y="8"/>
                  </a:cxn>
                </a:cxnLst>
                <a:rect l="0" t="0" r="r" b="b"/>
                <a:pathLst>
                  <a:path w="632" h="1414">
                    <a:moveTo>
                      <a:pt x="0" y="1367"/>
                    </a:moveTo>
                    <a:lnTo>
                      <a:pt x="8" y="1382"/>
                    </a:lnTo>
                    <a:lnTo>
                      <a:pt x="8" y="1398"/>
                    </a:lnTo>
                    <a:lnTo>
                      <a:pt x="16" y="1406"/>
                    </a:lnTo>
                    <a:lnTo>
                      <a:pt x="24" y="1414"/>
                    </a:lnTo>
                    <a:lnTo>
                      <a:pt x="32" y="1406"/>
                    </a:lnTo>
                    <a:lnTo>
                      <a:pt x="32" y="1398"/>
                    </a:lnTo>
                    <a:lnTo>
                      <a:pt x="40" y="1390"/>
                    </a:lnTo>
                    <a:lnTo>
                      <a:pt x="48" y="1374"/>
                    </a:lnTo>
                    <a:lnTo>
                      <a:pt x="48" y="1359"/>
                    </a:lnTo>
                    <a:lnTo>
                      <a:pt x="56" y="1335"/>
                    </a:lnTo>
                    <a:lnTo>
                      <a:pt x="56" y="1311"/>
                    </a:lnTo>
                    <a:lnTo>
                      <a:pt x="64" y="1279"/>
                    </a:lnTo>
                    <a:lnTo>
                      <a:pt x="64" y="1247"/>
                    </a:lnTo>
                    <a:lnTo>
                      <a:pt x="72" y="1215"/>
                    </a:lnTo>
                    <a:lnTo>
                      <a:pt x="80" y="1175"/>
                    </a:lnTo>
                    <a:lnTo>
                      <a:pt x="80" y="1135"/>
                    </a:lnTo>
                    <a:lnTo>
                      <a:pt x="88" y="1095"/>
                    </a:lnTo>
                    <a:lnTo>
                      <a:pt x="88" y="1047"/>
                    </a:lnTo>
                    <a:lnTo>
                      <a:pt x="96" y="999"/>
                    </a:lnTo>
                    <a:lnTo>
                      <a:pt x="104" y="951"/>
                    </a:lnTo>
                    <a:lnTo>
                      <a:pt x="104" y="903"/>
                    </a:lnTo>
                    <a:lnTo>
                      <a:pt x="112" y="847"/>
                    </a:lnTo>
                    <a:lnTo>
                      <a:pt x="112" y="799"/>
                    </a:lnTo>
                    <a:lnTo>
                      <a:pt x="120" y="743"/>
                    </a:lnTo>
                    <a:lnTo>
                      <a:pt x="128" y="687"/>
                    </a:lnTo>
                    <a:lnTo>
                      <a:pt x="128" y="639"/>
                    </a:lnTo>
                    <a:lnTo>
                      <a:pt x="136" y="583"/>
                    </a:lnTo>
                    <a:lnTo>
                      <a:pt x="136" y="535"/>
                    </a:lnTo>
                    <a:lnTo>
                      <a:pt x="144" y="479"/>
                    </a:lnTo>
                    <a:lnTo>
                      <a:pt x="152" y="431"/>
                    </a:lnTo>
                    <a:lnTo>
                      <a:pt x="152" y="383"/>
                    </a:lnTo>
                    <a:lnTo>
                      <a:pt x="160" y="335"/>
                    </a:lnTo>
                    <a:lnTo>
                      <a:pt x="160" y="295"/>
                    </a:lnTo>
                    <a:lnTo>
                      <a:pt x="168" y="247"/>
                    </a:lnTo>
                    <a:lnTo>
                      <a:pt x="176" y="216"/>
                    </a:lnTo>
                    <a:lnTo>
                      <a:pt x="176" y="176"/>
                    </a:lnTo>
                    <a:lnTo>
                      <a:pt x="184" y="144"/>
                    </a:lnTo>
                    <a:lnTo>
                      <a:pt x="184" y="112"/>
                    </a:lnTo>
                    <a:lnTo>
                      <a:pt x="192" y="88"/>
                    </a:lnTo>
                    <a:lnTo>
                      <a:pt x="200" y="64"/>
                    </a:lnTo>
                    <a:lnTo>
                      <a:pt x="200" y="40"/>
                    </a:lnTo>
                    <a:lnTo>
                      <a:pt x="208" y="24"/>
                    </a:lnTo>
                    <a:lnTo>
                      <a:pt x="208" y="16"/>
                    </a:lnTo>
                    <a:lnTo>
                      <a:pt x="216" y="8"/>
                    </a:lnTo>
                    <a:lnTo>
                      <a:pt x="224" y="0"/>
                    </a:lnTo>
                    <a:lnTo>
                      <a:pt x="232" y="8"/>
                    </a:lnTo>
                    <a:lnTo>
                      <a:pt x="232" y="16"/>
                    </a:lnTo>
                    <a:lnTo>
                      <a:pt x="240" y="24"/>
                    </a:lnTo>
                    <a:lnTo>
                      <a:pt x="240" y="40"/>
                    </a:lnTo>
                    <a:lnTo>
                      <a:pt x="248" y="64"/>
                    </a:lnTo>
                    <a:lnTo>
                      <a:pt x="256" y="88"/>
                    </a:lnTo>
                    <a:lnTo>
                      <a:pt x="256" y="112"/>
                    </a:lnTo>
                    <a:lnTo>
                      <a:pt x="264" y="144"/>
                    </a:lnTo>
                    <a:lnTo>
                      <a:pt x="264" y="176"/>
                    </a:lnTo>
                    <a:lnTo>
                      <a:pt x="272" y="216"/>
                    </a:lnTo>
                    <a:lnTo>
                      <a:pt x="280" y="247"/>
                    </a:lnTo>
                    <a:lnTo>
                      <a:pt x="280" y="295"/>
                    </a:lnTo>
                    <a:lnTo>
                      <a:pt x="288" y="335"/>
                    </a:lnTo>
                    <a:lnTo>
                      <a:pt x="288" y="383"/>
                    </a:lnTo>
                    <a:lnTo>
                      <a:pt x="296" y="431"/>
                    </a:lnTo>
                    <a:lnTo>
                      <a:pt x="304" y="479"/>
                    </a:lnTo>
                    <a:lnTo>
                      <a:pt x="304" y="535"/>
                    </a:lnTo>
                    <a:lnTo>
                      <a:pt x="312" y="583"/>
                    </a:lnTo>
                    <a:lnTo>
                      <a:pt x="312" y="639"/>
                    </a:lnTo>
                    <a:lnTo>
                      <a:pt x="320" y="687"/>
                    </a:lnTo>
                    <a:lnTo>
                      <a:pt x="328" y="743"/>
                    </a:lnTo>
                    <a:lnTo>
                      <a:pt x="328" y="799"/>
                    </a:lnTo>
                    <a:lnTo>
                      <a:pt x="336" y="847"/>
                    </a:lnTo>
                    <a:lnTo>
                      <a:pt x="336" y="903"/>
                    </a:lnTo>
                    <a:lnTo>
                      <a:pt x="344" y="951"/>
                    </a:lnTo>
                    <a:lnTo>
                      <a:pt x="352" y="999"/>
                    </a:lnTo>
                    <a:lnTo>
                      <a:pt x="352" y="1047"/>
                    </a:lnTo>
                    <a:lnTo>
                      <a:pt x="360" y="1095"/>
                    </a:lnTo>
                    <a:lnTo>
                      <a:pt x="360" y="1135"/>
                    </a:lnTo>
                    <a:lnTo>
                      <a:pt x="368" y="1175"/>
                    </a:lnTo>
                    <a:lnTo>
                      <a:pt x="376" y="1215"/>
                    </a:lnTo>
                    <a:lnTo>
                      <a:pt x="376" y="1247"/>
                    </a:lnTo>
                    <a:lnTo>
                      <a:pt x="384" y="1279"/>
                    </a:lnTo>
                    <a:lnTo>
                      <a:pt x="384" y="1311"/>
                    </a:lnTo>
                    <a:lnTo>
                      <a:pt x="392" y="1335"/>
                    </a:lnTo>
                    <a:lnTo>
                      <a:pt x="400" y="1359"/>
                    </a:lnTo>
                    <a:lnTo>
                      <a:pt x="400" y="1374"/>
                    </a:lnTo>
                    <a:lnTo>
                      <a:pt x="408" y="1390"/>
                    </a:lnTo>
                    <a:lnTo>
                      <a:pt x="408" y="1398"/>
                    </a:lnTo>
                    <a:lnTo>
                      <a:pt x="416" y="1406"/>
                    </a:lnTo>
                    <a:lnTo>
                      <a:pt x="432" y="1406"/>
                    </a:lnTo>
                    <a:lnTo>
                      <a:pt x="432" y="1398"/>
                    </a:lnTo>
                    <a:lnTo>
                      <a:pt x="440" y="1382"/>
                    </a:lnTo>
                    <a:lnTo>
                      <a:pt x="440" y="1367"/>
                    </a:lnTo>
                    <a:lnTo>
                      <a:pt x="448" y="1343"/>
                    </a:lnTo>
                    <a:lnTo>
                      <a:pt x="456" y="1319"/>
                    </a:lnTo>
                    <a:lnTo>
                      <a:pt x="456" y="1295"/>
                    </a:lnTo>
                    <a:lnTo>
                      <a:pt x="464" y="1263"/>
                    </a:lnTo>
                    <a:lnTo>
                      <a:pt x="464" y="1223"/>
                    </a:lnTo>
                    <a:lnTo>
                      <a:pt x="472" y="1191"/>
                    </a:lnTo>
                    <a:lnTo>
                      <a:pt x="480" y="1151"/>
                    </a:lnTo>
                    <a:lnTo>
                      <a:pt x="480" y="1103"/>
                    </a:lnTo>
                    <a:lnTo>
                      <a:pt x="488" y="1063"/>
                    </a:lnTo>
                    <a:lnTo>
                      <a:pt x="488" y="1015"/>
                    </a:lnTo>
                    <a:lnTo>
                      <a:pt x="496" y="967"/>
                    </a:lnTo>
                    <a:lnTo>
                      <a:pt x="504" y="919"/>
                    </a:lnTo>
                    <a:lnTo>
                      <a:pt x="504" y="863"/>
                    </a:lnTo>
                    <a:lnTo>
                      <a:pt x="512" y="815"/>
                    </a:lnTo>
                    <a:lnTo>
                      <a:pt x="512" y="759"/>
                    </a:lnTo>
                    <a:lnTo>
                      <a:pt x="520" y="711"/>
                    </a:lnTo>
                    <a:lnTo>
                      <a:pt x="528" y="655"/>
                    </a:lnTo>
                    <a:lnTo>
                      <a:pt x="528" y="599"/>
                    </a:lnTo>
                    <a:lnTo>
                      <a:pt x="536" y="551"/>
                    </a:lnTo>
                    <a:lnTo>
                      <a:pt x="536" y="495"/>
                    </a:lnTo>
                    <a:lnTo>
                      <a:pt x="544" y="447"/>
                    </a:lnTo>
                    <a:lnTo>
                      <a:pt x="552" y="399"/>
                    </a:lnTo>
                    <a:lnTo>
                      <a:pt x="552" y="351"/>
                    </a:lnTo>
                    <a:lnTo>
                      <a:pt x="560" y="311"/>
                    </a:lnTo>
                    <a:lnTo>
                      <a:pt x="560" y="263"/>
                    </a:lnTo>
                    <a:lnTo>
                      <a:pt x="568" y="223"/>
                    </a:lnTo>
                    <a:lnTo>
                      <a:pt x="576" y="192"/>
                    </a:lnTo>
                    <a:lnTo>
                      <a:pt x="576" y="152"/>
                    </a:lnTo>
                    <a:lnTo>
                      <a:pt x="584" y="120"/>
                    </a:lnTo>
                    <a:lnTo>
                      <a:pt x="584" y="96"/>
                    </a:lnTo>
                    <a:lnTo>
                      <a:pt x="592" y="72"/>
                    </a:lnTo>
                    <a:lnTo>
                      <a:pt x="600" y="48"/>
                    </a:lnTo>
                    <a:lnTo>
                      <a:pt x="600" y="32"/>
                    </a:lnTo>
                    <a:lnTo>
                      <a:pt x="616" y="8"/>
                    </a:lnTo>
                    <a:lnTo>
                      <a:pt x="616" y="0"/>
                    </a:lnTo>
                    <a:lnTo>
                      <a:pt x="624" y="8"/>
                    </a:lnTo>
                    <a:lnTo>
                      <a:pt x="632" y="16"/>
                    </a:lnTo>
                    <a:lnTo>
                      <a:pt x="632" y="24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80" name="Freeform 64"/>
              <p:cNvSpPr>
                <a:spLocks/>
              </p:cNvSpPr>
              <p:nvPr/>
            </p:nvSpPr>
            <p:spPr bwMode="auto">
              <a:xfrm>
                <a:off x="3102" y="1366"/>
                <a:ext cx="617" cy="1406"/>
              </a:xfrm>
              <a:custGeom>
                <a:avLst/>
                <a:gdLst/>
                <a:ahLst/>
                <a:cxnLst>
                  <a:cxn ang="0">
                    <a:pos x="8" y="48"/>
                  </a:cxn>
                  <a:cxn ang="0">
                    <a:pos x="24" y="128"/>
                  </a:cxn>
                  <a:cxn ang="0">
                    <a:pos x="40" y="231"/>
                  </a:cxn>
                  <a:cxn ang="0">
                    <a:pos x="56" y="359"/>
                  </a:cxn>
                  <a:cxn ang="0">
                    <a:pos x="72" y="503"/>
                  </a:cxn>
                  <a:cxn ang="0">
                    <a:pos x="80" y="663"/>
                  </a:cxn>
                  <a:cxn ang="0">
                    <a:pos x="96" y="823"/>
                  </a:cxn>
                  <a:cxn ang="0">
                    <a:pos x="112" y="975"/>
                  </a:cxn>
                  <a:cxn ang="0">
                    <a:pos x="128" y="1111"/>
                  </a:cxn>
                  <a:cxn ang="0">
                    <a:pos x="144" y="1231"/>
                  </a:cxn>
                  <a:cxn ang="0">
                    <a:pos x="152" y="1319"/>
                  </a:cxn>
                  <a:cxn ang="0">
                    <a:pos x="168" y="1382"/>
                  </a:cxn>
                  <a:cxn ang="0">
                    <a:pos x="184" y="1406"/>
                  </a:cxn>
                  <a:cxn ang="0">
                    <a:pos x="200" y="1382"/>
                  </a:cxn>
                  <a:cxn ang="0">
                    <a:pos x="216" y="1319"/>
                  </a:cxn>
                  <a:cxn ang="0">
                    <a:pos x="232" y="1231"/>
                  </a:cxn>
                  <a:cxn ang="0">
                    <a:pos x="248" y="1111"/>
                  </a:cxn>
                  <a:cxn ang="0">
                    <a:pos x="256" y="975"/>
                  </a:cxn>
                  <a:cxn ang="0">
                    <a:pos x="272" y="823"/>
                  </a:cxn>
                  <a:cxn ang="0">
                    <a:pos x="288" y="663"/>
                  </a:cxn>
                  <a:cxn ang="0">
                    <a:pos x="305" y="503"/>
                  </a:cxn>
                  <a:cxn ang="0">
                    <a:pos x="321" y="359"/>
                  </a:cxn>
                  <a:cxn ang="0">
                    <a:pos x="329" y="231"/>
                  </a:cxn>
                  <a:cxn ang="0">
                    <a:pos x="345" y="128"/>
                  </a:cxn>
                  <a:cxn ang="0">
                    <a:pos x="361" y="48"/>
                  </a:cxn>
                  <a:cxn ang="0">
                    <a:pos x="377" y="8"/>
                  </a:cxn>
                  <a:cxn ang="0">
                    <a:pos x="385" y="0"/>
                  </a:cxn>
                  <a:cxn ang="0">
                    <a:pos x="401" y="24"/>
                  </a:cxn>
                  <a:cxn ang="0">
                    <a:pos x="417" y="88"/>
                  </a:cxn>
                  <a:cxn ang="0">
                    <a:pos x="433" y="184"/>
                  </a:cxn>
                  <a:cxn ang="0">
                    <a:pos x="449" y="303"/>
                  </a:cxn>
                  <a:cxn ang="0">
                    <a:pos x="457" y="439"/>
                  </a:cxn>
                  <a:cxn ang="0">
                    <a:pos x="473" y="591"/>
                  </a:cxn>
                  <a:cxn ang="0">
                    <a:pos x="489" y="751"/>
                  </a:cxn>
                  <a:cxn ang="0">
                    <a:pos x="505" y="911"/>
                  </a:cxn>
                  <a:cxn ang="0">
                    <a:pos x="521" y="1055"/>
                  </a:cxn>
                  <a:cxn ang="0">
                    <a:pos x="529" y="1183"/>
                  </a:cxn>
                  <a:cxn ang="0">
                    <a:pos x="545" y="1287"/>
                  </a:cxn>
                  <a:cxn ang="0">
                    <a:pos x="561" y="1359"/>
                  </a:cxn>
                  <a:cxn ang="0">
                    <a:pos x="577" y="1398"/>
                  </a:cxn>
                  <a:cxn ang="0">
                    <a:pos x="593" y="1390"/>
                  </a:cxn>
                  <a:cxn ang="0">
                    <a:pos x="609" y="1351"/>
                  </a:cxn>
                </a:cxnLst>
                <a:rect l="0" t="0" r="r" b="b"/>
                <a:pathLst>
                  <a:path w="617" h="1406">
                    <a:moveTo>
                      <a:pt x="0" y="16"/>
                    </a:moveTo>
                    <a:lnTo>
                      <a:pt x="8" y="32"/>
                    </a:lnTo>
                    <a:lnTo>
                      <a:pt x="8" y="48"/>
                    </a:lnTo>
                    <a:lnTo>
                      <a:pt x="16" y="72"/>
                    </a:lnTo>
                    <a:lnTo>
                      <a:pt x="24" y="96"/>
                    </a:lnTo>
                    <a:lnTo>
                      <a:pt x="24" y="128"/>
                    </a:lnTo>
                    <a:lnTo>
                      <a:pt x="32" y="160"/>
                    </a:lnTo>
                    <a:lnTo>
                      <a:pt x="32" y="192"/>
                    </a:lnTo>
                    <a:lnTo>
                      <a:pt x="40" y="231"/>
                    </a:lnTo>
                    <a:lnTo>
                      <a:pt x="48" y="271"/>
                    </a:lnTo>
                    <a:lnTo>
                      <a:pt x="48" y="311"/>
                    </a:lnTo>
                    <a:lnTo>
                      <a:pt x="56" y="359"/>
                    </a:lnTo>
                    <a:lnTo>
                      <a:pt x="56" y="407"/>
                    </a:lnTo>
                    <a:lnTo>
                      <a:pt x="64" y="455"/>
                    </a:lnTo>
                    <a:lnTo>
                      <a:pt x="72" y="503"/>
                    </a:lnTo>
                    <a:lnTo>
                      <a:pt x="72" y="559"/>
                    </a:lnTo>
                    <a:lnTo>
                      <a:pt x="80" y="607"/>
                    </a:lnTo>
                    <a:lnTo>
                      <a:pt x="80" y="663"/>
                    </a:lnTo>
                    <a:lnTo>
                      <a:pt x="88" y="719"/>
                    </a:lnTo>
                    <a:lnTo>
                      <a:pt x="96" y="767"/>
                    </a:lnTo>
                    <a:lnTo>
                      <a:pt x="96" y="823"/>
                    </a:lnTo>
                    <a:lnTo>
                      <a:pt x="104" y="871"/>
                    </a:lnTo>
                    <a:lnTo>
                      <a:pt x="104" y="927"/>
                    </a:lnTo>
                    <a:lnTo>
                      <a:pt x="112" y="975"/>
                    </a:lnTo>
                    <a:lnTo>
                      <a:pt x="120" y="1023"/>
                    </a:lnTo>
                    <a:lnTo>
                      <a:pt x="120" y="1071"/>
                    </a:lnTo>
                    <a:lnTo>
                      <a:pt x="128" y="1111"/>
                    </a:lnTo>
                    <a:lnTo>
                      <a:pt x="128" y="1159"/>
                    </a:lnTo>
                    <a:lnTo>
                      <a:pt x="136" y="1191"/>
                    </a:lnTo>
                    <a:lnTo>
                      <a:pt x="144" y="1231"/>
                    </a:lnTo>
                    <a:lnTo>
                      <a:pt x="144" y="1263"/>
                    </a:lnTo>
                    <a:lnTo>
                      <a:pt x="152" y="1295"/>
                    </a:lnTo>
                    <a:lnTo>
                      <a:pt x="152" y="1319"/>
                    </a:lnTo>
                    <a:lnTo>
                      <a:pt x="160" y="1343"/>
                    </a:lnTo>
                    <a:lnTo>
                      <a:pt x="168" y="1366"/>
                    </a:lnTo>
                    <a:lnTo>
                      <a:pt x="168" y="1382"/>
                    </a:lnTo>
                    <a:lnTo>
                      <a:pt x="176" y="1390"/>
                    </a:lnTo>
                    <a:lnTo>
                      <a:pt x="176" y="1398"/>
                    </a:lnTo>
                    <a:lnTo>
                      <a:pt x="184" y="1406"/>
                    </a:lnTo>
                    <a:lnTo>
                      <a:pt x="192" y="1398"/>
                    </a:lnTo>
                    <a:lnTo>
                      <a:pt x="200" y="1390"/>
                    </a:lnTo>
                    <a:lnTo>
                      <a:pt x="200" y="1382"/>
                    </a:lnTo>
                    <a:lnTo>
                      <a:pt x="208" y="1366"/>
                    </a:lnTo>
                    <a:lnTo>
                      <a:pt x="208" y="1343"/>
                    </a:lnTo>
                    <a:lnTo>
                      <a:pt x="216" y="1319"/>
                    </a:lnTo>
                    <a:lnTo>
                      <a:pt x="224" y="1295"/>
                    </a:lnTo>
                    <a:lnTo>
                      <a:pt x="224" y="1263"/>
                    </a:lnTo>
                    <a:lnTo>
                      <a:pt x="232" y="1231"/>
                    </a:lnTo>
                    <a:lnTo>
                      <a:pt x="232" y="1191"/>
                    </a:lnTo>
                    <a:lnTo>
                      <a:pt x="240" y="1159"/>
                    </a:lnTo>
                    <a:lnTo>
                      <a:pt x="248" y="1111"/>
                    </a:lnTo>
                    <a:lnTo>
                      <a:pt x="248" y="1071"/>
                    </a:lnTo>
                    <a:lnTo>
                      <a:pt x="256" y="1023"/>
                    </a:lnTo>
                    <a:lnTo>
                      <a:pt x="256" y="975"/>
                    </a:lnTo>
                    <a:lnTo>
                      <a:pt x="264" y="927"/>
                    </a:lnTo>
                    <a:lnTo>
                      <a:pt x="272" y="871"/>
                    </a:lnTo>
                    <a:lnTo>
                      <a:pt x="272" y="823"/>
                    </a:lnTo>
                    <a:lnTo>
                      <a:pt x="280" y="767"/>
                    </a:lnTo>
                    <a:lnTo>
                      <a:pt x="280" y="719"/>
                    </a:lnTo>
                    <a:lnTo>
                      <a:pt x="288" y="663"/>
                    </a:lnTo>
                    <a:lnTo>
                      <a:pt x="297" y="607"/>
                    </a:lnTo>
                    <a:lnTo>
                      <a:pt x="297" y="559"/>
                    </a:lnTo>
                    <a:lnTo>
                      <a:pt x="305" y="503"/>
                    </a:lnTo>
                    <a:lnTo>
                      <a:pt x="305" y="455"/>
                    </a:lnTo>
                    <a:lnTo>
                      <a:pt x="313" y="407"/>
                    </a:lnTo>
                    <a:lnTo>
                      <a:pt x="321" y="359"/>
                    </a:lnTo>
                    <a:lnTo>
                      <a:pt x="321" y="311"/>
                    </a:lnTo>
                    <a:lnTo>
                      <a:pt x="329" y="271"/>
                    </a:lnTo>
                    <a:lnTo>
                      <a:pt x="329" y="231"/>
                    </a:lnTo>
                    <a:lnTo>
                      <a:pt x="337" y="192"/>
                    </a:lnTo>
                    <a:lnTo>
                      <a:pt x="345" y="160"/>
                    </a:lnTo>
                    <a:lnTo>
                      <a:pt x="345" y="128"/>
                    </a:lnTo>
                    <a:lnTo>
                      <a:pt x="353" y="96"/>
                    </a:lnTo>
                    <a:lnTo>
                      <a:pt x="353" y="72"/>
                    </a:lnTo>
                    <a:lnTo>
                      <a:pt x="361" y="48"/>
                    </a:lnTo>
                    <a:lnTo>
                      <a:pt x="369" y="32"/>
                    </a:lnTo>
                    <a:lnTo>
                      <a:pt x="369" y="16"/>
                    </a:lnTo>
                    <a:lnTo>
                      <a:pt x="377" y="8"/>
                    </a:lnTo>
                    <a:lnTo>
                      <a:pt x="377" y="0"/>
                    </a:lnTo>
                    <a:lnTo>
                      <a:pt x="393" y="0"/>
                    </a:lnTo>
                    <a:lnTo>
                      <a:pt x="385" y="0"/>
                    </a:lnTo>
                    <a:lnTo>
                      <a:pt x="393" y="0"/>
                    </a:lnTo>
                    <a:lnTo>
                      <a:pt x="401" y="8"/>
                    </a:lnTo>
                    <a:lnTo>
                      <a:pt x="401" y="24"/>
                    </a:lnTo>
                    <a:lnTo>
                      <a:pt x="409" y="40"/>
                    </a:lnTo>
                    <a:lnTo>
                      <a:pt x="409" y="64"/>
                    </a:lnTo>
                    <a:lnTo>
                      <a:pt x="417" y="88"/>
                    </a:lnTo>
                    <a:lnTo>
                      <a:pt x="425" y="112"/>
                    </a:lnTo>
                    <a:lnTo>
                      <a:pt x="425" y="144"/>
                    </a:lnTo>
                    <a:lnTo>
                      <a:pt x="433" y="184"/>
                    </a:lnTo>
                    <a:lnTo>
                      <a:pt x="433" y="215"/>
                    </a:lnTo>
                    <a:lnTo>
                      <a:pt x="441" y="255"/>
                    </a:lnTo>
                    <a:lnTo>
                      <a:pt x="449" y="303"/>
                    </a:lnTo>
                    <a:lnTo>
                      <a:pt x="449" y="343"/>
                    </a:lnTo>
                    <a:lnTo>
                      <a:pt x="457" y="391"/>
                    </a:lnTo>
                    <a:lnTo>
                      <a:pt x="457" y="439"/>
                    </a:lnTo>
                    <a:lnTo>
                      <a:pt x="465" y="487"/>
                    </a:lnTo>
                    <a:lnTo>
                      <a:pt x="473" y="543"/>
                    </a:lnTo>
                    <a:lnTo>
                      <a:pt x="473" y="591"/>
                    </a:lnTo>
                    <a:lnTo>
                      <a:pt x="481" y="647"/>
                    </a:lnTo>
                    <a:lnTo>
                      <a:pt x="481" y="695"/>
                    </a:lnTo>
                    <a:lnTo>
                      <a:pt x="489" y="751"/>
                    </a:lnTo>
                    <a:lnTo>
                      <a:pt x="497" y="807"/>
                    </a:lnTo>
                    <a:lnTo>
                      <a:pt x="497" y="855"/>
                    </a:lnTo>
                    <a:lnTo>
                      <a:pt x="505" y="911"/>
                    </a:lnTo>
                    <a:lnTo>
                      <a:pt x="505" y="959"/>
                    </a:lnTo>
                    <a:lnTo>
                      <a:pt x="513" y="1007"/>
                    </a:lnTo>
                    <a:lnTo>
                      <a:pt x="521" y="1055"/>
                    </a:lnTo>
                    <a:lnTo>
                      <a:pt x="521" y="1095"/>
                    </a:lnTo>
                    <a:lnTo>
                      <a:pt x="529" y="1143"/>
                    </a:lnTo>
                    <a:lnTo>
                      <a:pt x="529" y="1183"/>
                    </a:lnTo>
                    <a:lnTo>
                      <a:pt x="537" y="1215"/>
                    </a:lnTo>
                    <a:lnTo>
                      <a:pt x="545" y="1255"/>
                    </a:lnTo>
                    <a:lnTo>
                      <a:pt x="545" y="1287"/>
                    </a:lnTo>
                    <a:lnTo>
                      <a:pt x="553" y="1311"/>
                    </a:lnTo>
                    <a:lnTo>
                      <a:pt x="553" y="1335"/>
                    </a:lnTo>
                    <a:lnTo>
                      <a:pt x="561" y="1359"/>
                    </a:lnTo>
                    <a:lnTo>
                      <a:pt x="561" y="1374"/>
                    </a:lnTo>
                    <a:lnTo>
                      <a:pt x="569" y="1390"/>
                    </a:lnTo>
                    <a:lnTo>
                      <a:pt x="577" y="1398"/>
                    </a:lnTo>
                    <a:lnTo>
                      <a:pt x="585" y="1406"/>
                    </a:lnTo>
                    <a:lnTo>
                      <a:pt x="585" y="1398"/>
                    </a:lnTo>
                    <a:lnTo>
                      <a:pt x="593" y="1390"/>
                    </a:lnTo>
                    <a:lnTo>
                      <a:pt x="601" y="1382"/>
                    </a:lnTo>
                    <a:lnTo>
                      <a:pt x="601" y="1366"/>
                    </a:lnTo>
                    <a:lnTo>
                      <a:pt x="609" y="1351"/>
                    </a:lnTo>
                    <a:lnTo>
                      <a:pt x="609" y="1327"/>
                    </a:lnTo>
                    <a:lnTo>
                      <a:pt x="617" y="1303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81" name="Freeform 65"/>
              <p:cNvSpPr>
                <a:spLocks/>
              </p:cNvSpPr>
              <p:nvPr/>
            </p:nvSpPr>
            <p:spPr bwMode="auto">
              <a:xfrm>
                <a:off x="3719" y="1358"/>
                <a:ext cx="616" cy="1414"/>
              </a:xfrm>
              <a:custGeom>
                <a:avLst/>
                <a:gdLst/>
                <a:ahLst/>
                <a:cxnLst>
                  <a:cxn ang="0">
                    <a:pos x="8" y="1247"/>
                  </a:cxn>
                  <a:cxn ang="0">
                    <a:pos x="24" y="1135"/>
                  </a:cxn>
                  <a:cxn ang="0">
                    <a:pos x="40" y="999"/>
                  </a:cxn>
                  <a:cxn ang="0">
                    <a:pos x="56" y="847"/>
                  </a:cxn>
                  <a:cxn ang="0">
                    <a:pos x="64" y="687"/>
                  </a:cxn>
                  <a:cxn ang="0">
                    <a:pos x="80" y="535"/>
                  </a:cxn>
                  <a:cxn ang="0">
                    <a:pos x="96" y="383"/>
                  </a:cxn>
                  <a:cxn ang="0">
                    <a:pos x="112" y="247"/>
                  </a:cxn>
                  <a:cxn ang="0">
                    <a:pos x="128" y="144"/>
                  </a:cxn>
                  <a:cxn ang="0">
                    <a:pos x="136" y="64"/>
                  </a:cxn>
                  <a:cxn ang="0">
                    <a:pos x="152" y="16"/>
                  </a:cxn>
                  <a:cxn ang="0">
                    <a:pos x="168" y="8"/>
                  </a:cxn>
                  <a:cxn ang="0">
                    <a:pos x="184" y="40"/>
                  </a:cxn>
                  <a:cxn ang="0">
                    <a:pos x="200" y="112"/>
                  </a:cxn>
                  <a:cxn ang="0">
                    <a:pos x="216" y="216"/>
                  </a:cxn>
                  <a:cxn ang="0">
                    <a:pos x="232" y="335"/>
                  </a:cxn>
                  <a:cxn ang="0">
                    <a:pos x="240" y="479"/>
                  </a:cxn>
                  <a:cxn ang="0">
                    <a:pos x="256" y="639"/>
                  </a:cxn>
                  <a:cxn ang="0">
                    <a:pos x="272" y="799"/>
                  </a:cxn>
                  <a:cxn ang="0">
                    <a:pos x="288" y="951"/>
                  </a:cxn>
                  <a:cxn ang="0">
                    <a:pos x="304" y="1095"/>
                  </a:cxn>
                  <a:cxn ang="0">
                    <a:pos x="312" y="1215"/>
                  </a:cxn>
                  <a:cxn ang="0">
                    <a:pos x="328" y="1311"/>
                  </a:cxn>
                  <a:cxn ang="0">
                    <a:pos x="344" y="1374"/>
                  </a:cxn>
                  <a:cxn ang="0">
                    <a:pos x="360" y="1406"/>
                  </a:cxn>
                  <a:cxn ang="0">
                    <a:pos x="376" y="1398"/>
                  </a:cxn>
                  <a:cxn ang="0">
                    <a:pos x="392" y="1343"/>
                  </a:cxn>
                  <a:cxn ang="0">
                    <a:pos x="408" y="1263"/>
                  </a:cxn>
                  <a:cxn ang="0">
                    <a:pos x="416" y="1151"/>
                  </a:cxn>
                  <a:cxn ang="0">
                    <a:pos x="432" y="1015"/>
                  </a:cxn>
                  <a:cxn ang="0">
                    <a:pos x="448" y="863"/>
                  </a:cxn>
                  <a:cxn ang="0">
                    <a:pos x="464" y="711"/>
                  </a:cxn>
                  <a:cxn ang="0">
                    <a:pos x="480" y="551"/>
                  </a:cxn>
                  <a:cxn ang="0">
                    <a:pos x="488" y="399"/>
                  </a:cxn>
                  <a:cxn ang="0">
                    <a:pos x="504" y="263"/>
                  </a:cxn>
                  <a:cxn ang="0">
                    <a:pos x="520" y="152"/>
                  </a:cxn>
                  <a:cxn ang="0">
                    <a:pos x="536" y="72"/>
                  </a:cxn>
                  <a:cxn ang="0">
                    <a:pos x="544" y="16"/>
                  </a:cxn>
                  <a:cxn ang="0">
                    <a:pos x="568" y="8"/>
                  </a:cxn>
                  <a:cxn ang="0">
                    <a:pos x="584" y="40"/>
                  </a:cxn>
                  <a:cxn ang="0">
                    <a:pos x="592" y="104"/>
                  </a:cxn>
                  <a:cxn ang="0">
                    <a:pos x="608" y="200"/>
                  </a:cxn>
                </a:cxnLst>
                <a:rect l="0" t="0" r="r" b="b"/>
                <a:pathLst>
                  <a:path w="616" h="1414">
                    <a:moveTo>
                      <a:pt x="0" y="1311"/>
                    </a:moveTo>
                    <a:lnTo>
                      <a:pt x="8" y="1279"/>
                    </a:lnTo>
                    <a:lnTo>
                      <a:pt x="8" y="1247"/>
                    </a:lnTo>
                    <a:lnTo>
                      <a:pt x="16" y="1215"/>
                    </a:lnTo>
                    <a:lnTo>
                      <a:pt x="16" y="1175"/>
                    </a:lnTo>
                    <a:lnTo>
                      <a:pt x="24" y="1135"/>
                    </a:lnTo>
                    <a:lnTo>
                      <a:pt x="32" y="1095"/>
                    </a:lnTo>
                    <a:lnTo>
                      <a:pt x="32" y="1047"/>
                    </a:lnTo>
                    <a:lnTo>
                      <a:pt x="40" y="999"/>
                    </a:lnTo>
                    <a:lnTo>
                      <a:pt x="40" y="951"/>
                    </a:lnTo>
                    <a:lnTo>
                      <a:pt x="48" y="903"/>
                    </a:lnTo>
                    <a:lnTo>
                      <a:pt x="56" y="847"/>
                    </a:lnTo>
                    <a:lnTo>
                      <a:pt x="56" y="799"/>
                    </a:lnTo>
                    <a:lnTo>
                      <a:pt x="64" y="743"/>
                    </a:lnTo>
                    <a:lnTo>
                      <a:pt x="64" y="687"/>
                    </a:lnTo>
                    <a:lnTo>
                      <a:pt x="72" y="639"/>
                    </a:lnTo>
                    <a:lnTo>
                      <a:pt x="80" y="583"/>
                    </a:lnTo>
                    <a:lnTo>
                      <a:pt x="80" y="535"/>
                    </a:lnTo>
                    <a:lnTo>
                      <a:pt x="88" y="479"/>
                    </a:lnTo>
                    <a:lnTo>
                      <a:pt x="88" y="431"/>
                    </a:lnTo>
                    <a:lnTo>
                      <a:pt x="96" y="383"/>
                    </a:lnTo>
                    <a:lnTo>
                      <a:pt x="104" y="335"/>
                    </a:lnTo>
                    <a:lnTo>
                      <a:pt x="104" y="295"/>
                    </a:lnTo>
                    <a:lnTo>
                      <a:pt x="112" y="247"/>
                    </a:lnTo>
                    <a:lnTo>
                      <a:pt x="112" y="216"/>
                    </a:lnTo>
                    <a:lnTo>
                      <a:pt x="120" y="176"/>
                    </a:lnTo>
                    <a:lnTo>
                      <a:pt x="128" y="144"/>
                    </a:lnTo>
                    <a:lnTo>
                      <a:pt x="128" y="112"/>
                    </a:lnTo>
                    <a:lnTo>
                      <a:pt x="136" y="88"/>
                    </a:lnTo>
                    <a:lnTo>
                      <a:pt x="136" y="64"/>
                    </a:lnTo>
                    <a:lnTo>
                      <a:pt x="144" y="40"/>
                    </a:lnTo>
                    <a:lnTo>
                      <a:pt x="144" y="24"/>
                    </a:lnTo>
                    <a:lnTo>
                      <a:pt x="152" y="16"/>
                    </a:lnTo>
                    <a:lnTo>
                      <a:pt x="168" y="0"/>
                    </a:lnTo>
                    <a:lnTo>
                      <a:pt x="160" y="0"/>
                    </a:lnTo>
                    <a:lnTo>
                      <a:pt x="168" y="8"/>
                    </a:lnTo>
                    <a:lnTo>
                      <a:pt x="176" y="16"/>
                    </a:lnTo>
                    <a:lnTo>
                      <a:pt x="184" y="24"/>
                    </a:lnTo>
                    <a:lnTo>
                      <a:pt x="184" y="40"/>
                    </a:lnTo>
                    <a:lnTo>
                      <a:pt x="192" y="64"/>
                    </a:lnTo>
                    <a:lnTo>
                      <a:pt x="192" y="88"/>
                    </a:lnTo>
                    <a:lnTo>
                      <a:pt x="200" y="112"/>
                    </a:lnTo>
                    <a:lnTo>
                      <a:pt x="208" y="144"/>
                    </a:lnTo>
                    <a:lnTo>
                      <a:pt x="208" y="176"/>
                    </a:lnTo>
                    <a:lnTo>
                      <a:pt x="216" y="216"/>
                    </a:lnTo>
                    <a:lnTo>
                      <a:pt x="216" y="247"/>
                    </a:lnTo>
                    <a:lnTo>
                      <a:pt x="224" y="295"/>
                    </a:lnTo>
                    <a:lnTo>
                      <a:pt x="232" y="335"/>
                    </a:lnTo>
                    <a:lnTo>
                      <a:pt x="232" y="383"/>
                    </a:lnTo>
                    <a:lnTo>
                      <a:pt x="240" y="431"/>
                    </a:lnTo>
                    <a:lnTo>
                      <a:pt x="240" y="479"/>
                    </a:lnTo>
                    <a:lnTo>
                      <a:pt x="248" y="535"/>
                    </a:lnTo>
                    <a:lnTo>
                      <a:pt x="256" y="583"/>
                    </a:lnTo>
                    <a:lnTo>
                      <a:pt x="256" y="639"/>
                    </a:lnTo>
                    <a:lnTo>
                      <a:pt x="264" y="687"/>
                    </a:lnTo>
                    <a:lnTo>
                      <a:pt x="264" y="743"/>
                    </a:lnTo>
                    <a:lnTo>
                      <a:pt x="272" y="799"/>
                    </a:lnTo>
                    <a:lnTo>
                      <a:pt x="280" y="847"/>
                    </a:lnTo>
                    <a:lnTo>
                      <a:pt x="280" y="903"/>
                    </a:lnTo>
                    <a:lnTo>
                      <a:pt x="288" y="951"/>
                    </a:lnTo>
                    <a:lnTo>
                      <a:pt x="288" y="999"/>
                    </a:lnTo>
                    <a:lnTo>
                      <a:pt x="296" y="1047"/>
                    </a:lnTo>
                    <a:lnTo>
                      <a:pt x="304" y="1095"/>
                    </a:lnTo>
                    <a:lnTo>
                      <a:pt x="304" y="1135"/>
                    </a:lnTo>
                    <a:lnTo>
                      <a:pt x="312" y="1175"/>
                    </a:lnTo>
                    <a:lnTo>
                      <a:pt x="312" y="1215"/>
                    </a:lnTo>
                    <a:lnTo>
                      <a:pt x="320" y="1247"/>
                    </a:lnTo>
                    <a:lnTo>
                      <a:pt x="320" y="1279"/>
                    </a:lnTo>
                    <a:lnTo>
                      <a:pt x="328" y="1311"/>
                    </a:lnTo>
                    <a:lnTo>
                      <a:pt x="336" y="1335"/>
                    </a:lnTo>
                    <a:lnTo>
                      <a:pt x="336" y="1359"/>
                    </a:lnTo>
                    <a:lnTo>
                      <a:pt x="344" y="1374"/>
                    </a:lnTo>
                    <a:lnTo>
                      <a:pt x="344" y="1390"/>
                    </a:lnTo>
                    <a:lnTo>
                      <a:pt x="352" y="1398"/>
                    </a:lnTo>
                    <a:lnTo>
                      <a:pt x="360" y="1406"/>
                    </a:lnTo>
                    <a:lnTo>
                      <a:pt x="360" y="1414"/>
                    </a:lnTo>
                    <a:lnTo>
                      <a:pt x="368" y="1406"/>
                    </a:lnTo>
                    <a:lnTo>
                      <a:pt x="376" y="1398"/>
                    </a:lnTo>
                    <a:lnTo>
                      <a:pt x="384" y="1382"/>
                    </a:lnTo>
                    <a:lnTo>
                      <a:pt x="384" y="1367"/>
                    </a:lnTo>
                    <a:lnTo>
                      <a:pt x="392" y="1343"/>
                    </a:lnTo>
                    <a:lnTo>
                      <a:pt x="392" y="1319"/>
                    </a:lnTo>
                    <a:lnTo>
                      <a:pt x="400" y="1295"/>
                    </a:lnTo>
                    <a:lnTo>
                      <a:pt x="408" y="1263"/>
                    </a:lnTo>
                    <a:lnTo>
                      <a:pt x="408" y="1223"/>
                    </a:lnTo>
                    <a:lnTo>
                      <a:pt x="416" y="1191"/>
                    </a:lnTo>
                    <a:lnTo>
                      <a:pt x="416" y="1151"/>
                    </a:lnTo>
                    <a:lnTo>
                      <a:pt x="424" y="1103"/>
                    </a:lnTo>
                    <a:lnTo>
                      <a:pt x="432" y="1063"/>
                    </a:lnTo>
                    <a:lnTo>
                      <a:pt x="432" y="1015"/>
                    </a:lnTo>
                    <a:lnTo>
                      <a:pt x="440" y="967"/>
                    </a:lnTo>
                    <a:lnTo>
                      <a:pt x="440" y="919"/>
                    </a:lnTo>
                    <a:lnTo>
                      <a:pt x="448" y="863"/>
                    </a:lnTo>
                    <a:lnTo>
                      <a:pt x="456" y="815"/>
                    </a:lnTo>
                    <a:lnTo>
                      <a:pt x="456" y="759"/>
                    </a:lnTo>
                    <a:lnTo>
                      <a:pt x="464" y="711"/>
                    </a:lnTo>
                    <a:lnTo>
                      <a:pt x="464" y="655"/>
                    </a:lnTo>
                    <a:lnTo>
                      <a:pt x="472" y="599"/>
                    </a:lnTo>
                    <a:lnTo>
                      <a:pt x="480" y="551"/>
                    </a:lnTo>
                    <a:lnTo>
                      <a:pt x="480" y="495"/>
                    </a:lnTo>
                    <a:lnTo>
                      <a:pt x="488" y="447"/>
                    </a:lnTo>
                    <a:lnTo>
                      <a:pt x="488" y="399"/>
                    </a:lnTo>
                    <a:lnTo>
                      <a:pt x="496" y="351"/>
                    </a:lnTo>
                    <a:lnTo>
                      <a:pt x="504" y="311"/>
                    </a:lnTo>
                    <a:lnTo>
                      <a:pt x="504" y="263"/>
                    </a:lnTo>
                    <a:lnTo>
                      <a:pt x="512" y="223"/>
                    </a:lnTo>
                    <a:lnTo>
                      <a:pt x="512" y="192"/>
                    </a:lnTo>
                    <a:lnTo>
                      <a:pt x="520" y="152"/>
                    </a:lnTo>
                    <a:lnTo>
                      <a:pt x="520" y="120"/>
                    </a:lnTo>
                    <a:lnTo>
                      <a:pt x="528" y="96"/>
                    </a:lnTo>
                    <a:lnTo>
                      <a:pt x="536" y="72"/>
                    </a:lnTo>
                    <a:lnTo>
                      <a:pt x="536" y="48"/>
                    </a:lnTo>
                    <a:lnTo>
                      <a:pt x="544" y="32"/>
                    </a:lnTo>
                    <a:lnTo>
                      <a:pt x="544" y="16"/>
                    </a:lnTo>
                    <a:lnTo>
                      <a:pt x="552" y="8"/>
                    </a:lnTo>
                    <a:lnTo>
                      <a:pt x="560" y="0"/>
                    </a:lnTo>
                    <a:lnTo>
                      <a:pt x="568" y="8"/>
                    </a:lnTo>
                    <a:lnTo>
                      <a:pt x="568" y="16"/>
                    </a:lnTo>
                    <a:lnTo>
                      <a:pt x="576" y="24"/>
                    </a:lnTo>
                    <a:lnTo>
                      <a:pt x="584" y="40"/>
                    </a:lnTo>
                    <a:lnTo>
                      <a:pt x="584" y="56"/>
                    </a:lnTo>
                    <a:lnTo>
                      <a:pt x="592" y="80"/>
                    </a:lnTo>
                    <a:lnTo>
                      <a:pt x="592" y="104"/>
                    </a:lnTo>
                    <a:lnTo>
                      <a:pt x="600" y="136"/>
                    </a:lnTo>
                    <a:lnTo>
                      <a:pt x="608" y="168"/>
                    </a:lnTo>
                    <a:lnTo>
                      <a:pt x="608" y="200"/>
                    </a:lnTo>
                    <a:lnTo>
                      <a:pt x="616" y="239"/>
                    </a:lnTo>
                    <a:lnTo>
                      <a:pt x="616" y="279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82" name="Freeform 66"/>
              <p:cNvSpPr>
                <a:spLocks/>
              </p:cNvSpPr>
              <p:nvPr/>
            </p:nvSpPr>
            <p:spPr bwMode="auto">
              <a:xfrm>
                <a:off x="4335" y="1366"/>
                <a:ext cx="625" cy="1406"/>
              </a:xfrm>
              <a:custGeom>
                <a:avLst/>
                <a:gdLst/>
                <a:ahLst/>
                <a:cxnLst>
                  <a:cxn ang="0">
                    <a:pos x="16" y="359"/>
                  </a:cxn>
                  <a:cxn ang="0">
                    <a:pos x="24" y="503"/>
                  </a:cxn>
                  <a:cxn ang="0">
                    <a:pos x="40" y="663"/>
                  </a:cxn>
                  <a:cxn ang="0">
                    <a:pos x="56" y="823"/>
                  </a:cxn>
                  <a:cxn ang="0">
                    <a:pos x="72" y="975"/>
                  </a:cxn>
                  <a:cxn ang="0">
                    <a:pos x="89" y="1111"/>
                  </a:cxn>
                  <a:cxn ang="0">
                    <a:pos x="97" y="1231"/>
                  </a:cxn>
                  <a:cxn ang="0">
                    <a:pos x="113" y="1319"/>
                  </a:cxn>
                  <a:cxn ang="0">
                    <a:pos x="129" y="1382"/>
                  </a:cxn>
                  <a:cxn ang="0">
                    <a:pos x="145" y="1406"/>
                  </a:cxn>
                  <a:cxn ang="0">
                    <a:pos x="161" y="1382"/>
                  </a:cxn>
                  <a:cxn ang="0">
                    <a:pos x="177" y="1319"/>
                  </a:cxn>
                  <a:cxn ang="0">
                    <a:pos x="193" y="1231"/>
                  </a:cxn>
                  <a:cxn ang="0">
                    <a:pos x="201" y="1111"/>
                  </a:cxn>
                  <a:cxn ang="0">
                    <a:pos x="217" y="975"/>
                  </a:cxn>
                  <a:cxn ang="0">
                    <a:pos x="233" y="823"/>
                  </a:cxn>
                  <a:cxn ang="0">
                    <a:pos x="249" y="663"/>
                  </a:cxn>
                  <a:cxn ang="0">
                    <a:pos x="265" y="503"/>
                  </a:cxn>
                  <a:cxn ang="0">
                    <a:pos x="273" y="359"/>
                  </a:cxn>
                  <a:cxn ang="0">
                    <a:pos x="289" y="231"/>
                  </a:cxn>
                  <a:cxn ang="0">
                    <a:pos x="305" y="128"/>
                  </a:cxn>
                  <a:cxn ang="0">
                    <a:pos x="321" y="48"/>
                  </a:cxn>
                  <a:cxn ang="0">
                    <a:pos x="329" y="8"/>
                  </a:cxn>
                  <a:cxn ang="0">
                    <a:pos x="353" y="8"/>
                  </a:cxn>
                  <a:cxn ang="0">
                    <a:pos x="369" y="64"/>
                  </a:cxn>
                  <a:cxn ang="0">
                    <a:pos x="385" y="144"/>
                  </a:cxn>
                  <a:cxn ang="0">
                    <a:pos x="401" y="255"/>
                  </a:cxn>
                  <a:cxn ang="0">
                    <a:pos x="417" y="391"/>
                  </a:cxn>
                  <a:cxn ang="0">
                    <a:pos x="425" y="543"/>
                  </a:cxn>
                  <a:cxn ang="0">
                    <a:pos x="441" y="703"/>
                  </a:cxn>
                  <a:cxn ang="0">
                    <a:pos x="457" y="855"/>
                  </a:cxn>
                  <a:cxn ang="0">
                    <a:pos x="473" y="1007"/>
                  </a:cxn>
                  <a:cxn ang="0">
                    <a:pos x="481" y="1143"/>
                  </a:cxn>
                  <a:cxn ang="0">
                    <a:pos x="497" y="1255"/>
                  </a:cxn>
                  <a:cxn ang="0">
                    <a:pos x="513" y="1335"/>
                  </a:cxn>
                  <a:cxn ang="0">
                    <a:pos x="537" y="1398"/>
                  </a:cxn>
                  <a:cxn ang="0">
                    <a:pos x="545" y="1406"/>
                  </a:cxn>
                  <a:cxn ang="0">
                    <a:pos x="553" y="1382"/>
                  </a:cxn>
                  <a:cxn ang="0">
                    <a:pos x="569" y="1327"/>
                  </a:cxn>
                  <a:cxn ang="0">
                    <a:pos x="585" y="1239"/>
                  </a:cxn>
                  <a:cxn ang="0">
                    <a:pos x="601" y="1127"/>
                  </a:cxn>
                  <a:cxn ang="0">
                    <a:pos x="617" y="991"/>
                  </a:cxn>
                </a:cxnLst>
                <a:rect l="0" t="0" r="r" b="b"/>
                <a:pathLst>
                  <a:path w="625" h="1406">
                    <a:moveTo>
                      <a:pt x="0" y="271"/>
                    </a:moveTo>
                    <a:lnTo>
                      <a:pt x="8" y="311"/>
                    </a:lnTo>
                    <a:lnTo>
                      <a:pt x="16" y="359"/>
                    </a:lnTo>
                    <a:lnTo>
                      <a:pt x="16" y="407"/>
                    </a:lnTo>
                    <a:lnTo>
                      <a:pt x="24" y="455"/>
                    </a:lnTo>
                    <a:lnTo>
                      <a:pt x="24" y="503"/>
                    </a:lnTo>
                    <a:lnTo>
                      <a:pt x="32" y="559"/>
                    </a:lnTo>
                    <a:lnTo>
                      <a:pt x="40" y="607"/>
                    </a:lnTo>
                    <a:lnTo>
                      <a:pt x="40" y="663"/>
                    </a:lnTo>
                    <a:lnTo>
                      <a:pt x="48" y="719"/>
                    </a:lnTo>
                    <a:lnTo>
                      <a:pt x="48" y="767"/>
                    </a:lnTo>
                    <a:lnTo>
                      <a:pt x="56" y="823"/>
                    </a:lnTo>
                    <a:lnTo>
                      <a:pt x="64" y="871"/>
                    </a:lnTo>
                    <a:lnTo>
                      <a:pt x="64" y="927"/>
                    </a:lnTo>
                    <a:lnTo>
                      <a:pt x="72" y="975"/>
                    </a:lnTo>
                    <a:lnTo>
                      <a:pt x="72" y="1023"/>
                    </a:lnTo>
                    <a:lnTo>
                      <a:pt x="80" y="1071"/>
                    </a:lnTo>
                    <a:lnTo>
                      <a:pt x="89" y="1111"/>
                    </a:lnTo>
                    <a:lnTo>
                      <a:pt x="89" y="1159"/>
                    </a:lnTo>
                    <a:lnTo>
                      <a:pt x="97" y="1191"/>
                    </a:lnTo>
                    <a:lnTo>
                      <a:pt x="97" y="1231"/>
                    </a:lnTo>
                    <a:lnTo>
                      <a:pt x="105" y="1263"/>
                    </a:lnTo>
                    <a:lnTo>
                      <a:pt x="105" y="1295"/>
                    </a:lnTo>
                    <a:lnTo>
                      <a:pt x="113" y="1319"/>
                    </a:lnTo>
                    <a:lnTo>
                      <a:pt x="121" y="1343"/>
                    </a:lnTo>
                    <a:lnTo>
                      <a:pt x="121" y="1366"/>
                    </a:lnTo>
                    <a:lnTo>
                      <a:pt x="129" y="1382"/>
                    </a:lnTo>
                    <a:lnTo>
                      <a:pt x="129" y="1390"/>
                    </a:lnTo>
                    <a:lnTo>
                      <a:pt x="137" y="1398"/>
                    </a:lnTo>
                    <a:lnTo>
                      <a:pt x="145" y="1406"/>
                    </a:lnTo>
                    <a:lnTo>
                      <a:pt x="153" y="1398"/>
                    </a:lnTo>
                    <a:lnTo>
                      <a:pt x="153" y="1390"/>
                    </a:lnTo>
                    <a:lnTo>
                      <a:pt x="161" y="1382"/>
                    </a:lnTo>
                    <a:lnTo>
                      <a:pt x="169" y="1366"/>
                    </a:lnTo>
                    <a:lnTo>
                      <a:pt x="169" y="1343"/>
                    </a:lnTo>
                    <a:lnTo>
                      <a:pt x="177" y="1319"/>
                    </a:lnTo>
                    <a:lnTo>
                      <a:pt x="177" y="1295"/>
                    </a:lnTo>
                    <a:lnTo>
                      <a:pt x="185" y="1263"/>
                    </a:lnTo>
                    <a:lnTo>
                      <a:pt x="193" y="1231"/>
                    </a:lnTo>
                    <a:lnTo>
                      <a:pt x="193" y="1191"/>
                    </a:lnTo>
                    <a:lnTo>
                      <a:pt x="201" y="1159"/>
                    </a:lnTo>
                    <a:lnTo>
                      <a:pt x="201" y="1111"/>
                    </a:lnTo>
                    <a:lnTo>
                      <a:pt x="209" y="1071"/>
                    </a:lnTo>
                    <a:lnTo>
                      <a:pt x="217" y="1023"/>
                    </a:lnTo>
                    <a:lnTo>
                      <a:pt x="217" y="975"/>
                    </a:lnTo>
                    <a:lnTo>
                      <a:pt x="225" y="927"/>
                    </a:lnTo>
                    <a:lnTo>
                      <a:pt x="225" y="871"/>
                    </a:lnTo>
                    <a:lnTo>
                      <a:pt x="233" y="823"/>
                    </a:lnTo>
                    <a:lnTo>
                      <a:pt x="241" y="767"/>
                    </a:lnTo>
                    <a:lnTo>
                      <a:pt x="241" y="719"/>
                    </a:lnTo>
                    <a:lnTo>
                      <a:pt x="249" y="663"/>
                    </a:lnTo>
                    <a:lnTo>
                      <a:pt x="249" y="607"/>
                    </a:lnTo>
                    <a:lnTo>
                      <a:pt x="257" y="559"/>
                    </a:lnTo>
                    <a:lnTo>
                      <a:pt x="265" y="503"/>
                    </a:lnTo>
                    <a:lnTo>
                      <a:pt x="265" y="455"/>
                    </a:lnTo>
                    <a:lnTo>
                      <a:pt x="273" y="407"/>
                    </a:lnTo>
                    <a:lnTo>
                      <a:pt x="273" y="359"/>
                    </a:lnTo>
                    <a:lnTo>
                      <a:pt x="281" y="311"/>
                    </a:lnTo>
                    <a:lnTo>
                      <a:pt x="281" y="271"/>
                    </a:lnTo>
                    <a:lnTo>
                      <a:pt x="289" y="231"/>
                    </a:lnTo>
                    <a:lnTo>
                      <a:pt x="297" y="192"/>
                    </a:lnTo>
                    <a:lnTo>
                      <a:pt x="297" y="160"/>
                    </a:lnTo>
                    <a:lnTo>
                      <a:pt x="305" y="128"/>
                    </a:lnTo>
                    <a:lnTo>
                      <a:pt x="305" y="96"/>
                    </a:lnTo>
                    <a:lnTo>
                      <a:pt x="313" y="72"/>
                    </a:lnTo>
                    <a:lnTo>
                      <a:pt x="321" y="48"/>
                    </a:lnTo>
                    <a:lnTo>
                      <a:pt x="321" y="32"/>
                    </a:lnTo>
                    <a:lnTo>
                      <a:pt x="329" y="16"/>
                    </a:lnTo>
                    <a:lnTo>
                      <a:pt x="329" y="8"/>
                    </a:lnTo>
                    <a:lnTo>
                      <a:pt x="337" y="0"/>
                    </a:lnTo>
                    <a:lnTo>
                      <a:pt x="353" y="0"/>
                    </a:lnTo>
                    <a:lnTo>
                      <a:pt x="353" y="8"/>
                    </a:lnTo>
                    <a:lnTo>
                      <a:pt x="361" y="24"/>
                    </a:lnTo>
                    <a:lnTo>
                      <a:pt x="369" y="40"/>
                    </a:lnTo>
                    <a:lnTo>
                      <a:pt x="369" y="64"/>
                    </a:lnTo>
                    <a:lnTo>
                      <a:pt x="377" y="88"/>
                    </a:lnTo>
                    <a:lnTo>
                      <a:pt x="377" y="112"/>
                    </a:lnTo>
                    <a:lnTo>
                      <a:pt x="385" y="144"/>
                    </a:lnTo>
                    <a:lnTo>
                      <a:pt x="393" y="184"/>
                    </a:lnTo>
                    <a:lnTo>
                      <a:pt x="393" y="215"/>
                    </a:lnTo>
                    <a:lnTo>
                      <a:pt x="401" y="255"/>
                    </a:lnTo>
                    <a:lnTo>
                      <a:pt x="401" y="303"/>
                    </a:lnTo>
                    <a:lnTo>
                      <a:pt x="409" y="343"/>
                    </a:lnTo>
                    <a:lnTo>
                      <a:pt x="417" y="391"/>
                    </a:lnTo>
                    <a:lnTo>
                      <a:pt x="417" y="439"/>
                    </a:lnTo>
                    <a:lnTo>
                      <a:pt x="425" y="487"/>
                    </a:lnTo>
                    <a:lnTo>
                      <a:pt x="425" y="543"/>
                    </a:lnTo>
                    <a:lnTo>
                      <a:pt x="433" y="591"/>
                    </a:lnTo>
                    <a:lnTo>
                      <a:pt x="441" y="647"/>
                    </a:lnTo>
                    <a:lnTo>
                      <a:pt x="441" y="703"/>
                    </a:lnTo>
                    <a:lnTo>
                      <a:pt x="449" y="751"/>
                    </a:lnTo>
                    <a:lnTo>
                      <a:pt x="449" y="807"/>
                    </a:lnTo>
                    <a:lnTo>
                      <a:pt x="457" y="855"/>
                    </a:lnTo>
                    <a:lnTo>
                      <a:pt x="465" y="911"/>
                    </a:lnTo>
                    <a:lnTo>
                      <a:pt x="465" y="959"/>
                    </a:lnTo>
                    <a:lnTo>
                      <a:pt x="473" y="1007"/>
                    </a:lnTo>
                    <a:lnTo>
                      <a:pt x="473" y="1055"/>
                    </a:lnTo>
                    <a:lnTo>
                      <a:pt x="481" y="1095"/>
                    </a:lnTo>
                    <a:lnTo>
                      <a:pt x="481" y="1143"/>
                    </a:lnTo>
                    <a:lnTo>
                      <a:pt x="489" y="1183"/>
                    </a:lnTo>
                    <a:lnTo>
                      <a:pt x="497" y="1215"/>
                    </a:lnTo>
                    <a:lnTo>
                      <a:pt x="497" y="1255"/>
                    </a:lnTo>
                    <a:lnTo>
                      <a:pt x="505" y="1287"/>
                    </a:lnTo>
                    <a:lnTo>
                      <a:pt x="505" y="1311"/>
                    </a:lnTo>
                    <a:lnTo>
                      <a:pt x="513" y="1335"/>
                    </a:lnTo>
                    <a:lnTo>
                      <a:pt x="521" y="1359"/>
                    </a:lnTo>
                    <a:lnTo>
                      <a:pt x="521" y="1374"/>
                    </a:lnTo>
                    <a:lnTo>
                      <a:pt x="537" y="1398"/>
                    </a:lnTo>
                    <a:lnTo>
                      <a:pt x="529" y="1398"/>
                    </a:lnTo>
                    <a:lnTo>
                      <a:pt x="537" y="1398"/>
                    </a:lnTo>
                    <a:lnTo>
                      <a:pt x="545" y="1406"/>
                    </a:lnTo>
                    <a:lnTo>
                      <a:pt x="545" y="1398"/>
                    </a:lnTo>
                    <a:lnTo>
                      <a:pt x="553" y="1390"/>
                    </a:lnTo>
                    <a:lnTo>
                      <a:pt x="553" y="1382"/>
                    </a:lnTo>
                    <a:lnTo>
                      <a:pt x="561" y="1366"/>
                    </a:lnTo>
                    <a:lnTo>
                      <a:pt x="569" y="1351"/>
                    </a:lnTo>
                    <a:lnTo>
                      <a:pt x="569" y="1327"/>
                    </a:lnTo>
                    <a:lnTo>
                      <a:pt x="577" y="1303"/>
                    </a:lnTo>
                    <a:lnTo>
                      <a:pt x="577" y="1271"/>
                    </a:lnTo>
                    <a:lnTo>
                      <a:pt x="585" y="1239"/>
                    </a:lnTo>
                    <a:lnTo>
                      <a:pt x="593" y="1207"/>
                    </a:lnTo>
                    <a:lnTo>
                      <a:pt x="593" y="1167"/>
                    </a:lnTo>
                    <a:lnTo>
                      <a:pt x="601" y="1127"/>
                    </a:lnTo>
                    <a:lnTo>
                      <a:pt x="601" y="1087"/>
                    </a:lnTo>
                    <a:lnTo>
                      <a:pt x="609" y="1039"/>
                    </a:lnTo>
                    <a:lnTo>
                      <a:pt x="617" y="991"/>
                    </a:lnTo>
                    <a:lnTo>
                      <a:pt x="617" y="943"/>
                    </a:lnTo>
                    <a:lnTo>
                      <a:pt x="625" y="895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83" name="Freeform 67"/>
              <p:cNvSpPr>
                <a:spLocks/>
              </p:cNvSpPr>
              <p:nvPr/>
            </p:nvSpPr>
            <p:spPr bwMode="auto">
              <a:xfrm>
                <a:off x="4960" y="1358"/>
                <a:ext cx="416" cy="1414"/>
              </a:xfrm>
              <a:custGeom>
                <a:avLst/>
                <a:gdLst/>
                <a:ahLst/>
                <a:cxnLst>
                  <a:cxn ang="0">
                    <a:pos x="0" y="847"/>
                  </a:cxn>
                  <a:cxn ang="0">
                    <a:pos x="16" y="743"/>
                  </a:cxn>
                  <a:cxn ang="0">
                    <a:pos x="24" y="639"/>
                  </a:cxn>
                  <a:cxn ang="0">
                    <a:pos x="32" y="535"/>
                  </a:cxn>
                  <a:cxn ang="0">
                    <a:pos x="40" y="431"/>
                  </a:cxn>
                  <a:cxn ang="0">
                    <a:pos x="48" y="335"/>
                  </a:cxn>
                  <a:cxn ang="0">
                    <a:pos x="56" y="247"/>
                  </a:cxn>
                  <a:cxn ang="0">
                    <a:pos x="72" y="176"/>
                  </a:cxn>
                  <a:cxn ang="0">
                    <a:pos x="80" y="112"/>
                  </a:cxn>
                  <a:cxn ang="0">
                    <a:pos x="88" y="64"/>
                  </a:cxn>
                  <a:cxn ang="0">
                    <a:pos x="96" y="24"/>
                  </a:cxn>
                  <a:cxn ang="0">
                    <a:pos x="104" y="8"/>
                  </a:cxn>
                  <a:cxn ang="0">
                    <a:pos x="120" y="8"/>
                  </a:cxn>
                  <a:cxn ang="0">
                    <a:pos x="128" y="24"/>
                  </a:cxn>
                  <a:cxn ang="0">
                    <a:pos x="144" y="64"/>
                  </a:cxn>
                  <a:cxn ang="0">
                    <a:pos x="152" y="112"/>
                  </a:cxn>
                  <a:cxn ang="0">
                    <a:pos x="160" y="176"/>
                  </a:cxn>
                  <a:cxn ang="0">
                    <a:pos x="168" y="247"/>
                  </a:cxn>
                  <a:cxn ang="0">
                    <a:pos x="176" y="335"/>
                  </a:cxn>
                  <a:cxn ang="0">
                    <a:pos x="192" y="431"/>
                  </a:cxn>
                  <a:cxn ang="0">
                    <a:pos x="200" y="535"/>
                  </a:cxn>
                  <a:cxn ang="0">
                    <a:pos x="208" y="639"/>
                  </a:cxn>
                  <a:cxn ang="0">
                    <a:pos x="216" y="743"/>
                  </a:cxn>
                  <a:cxn ang="0">
                    <a:pos x="224" y="847"/>
                  </a:cxn>
                  <a:cxn ang="0">
                    <a:pos x="232" y="951"/>
                  </a:cxn>
                  <a:cxn ang="0">
                    <a:pos x="248" y="1047"/>
                  </a:cxn>
                  <a:cxn ang="0">
                    <a:pos x="256" y="1135"/>
                  </a:cxn>
                  <a:cxn ang="0">
                    <a:pos x="264" y="1215"/>
                  </a:cxn>
                  <a:cxn ang="0">
                    <a:pos x="272" y="1279"/>
                  </a:cxn>
                  <a:cxn ang="0">
                    <a:pos x="280" y="1335"/>
                  </a:cxn>
                  <a:cxn ang="0">
                    <a:pos x="296" y="1374"/>
                  </a:cxn>
                  <a:cxn ang="0">
                    <a:pos x="304" y="1398"/>
                  </a:cxn>
                  <a:cxn ang="0">
                    <a:pos x="312" y="1414"/>
                  </a:cxn>
                  <a:cxn ang="0">
                    <a:pos x="328" y="1398"/>
                  </a:cxn>
                  <a:cxn ang="0">
                    <a:pos x="336" y="1367"/>
                  </a:cxn>
                  <a:cxn ang="0">
                    <a:pos x="344" y="1319"/>
                  </a:cxn>
                  <a:cxn ang="0">
                    <a:pos x="352" y="1263"/>
                  </a:cxn>
                  <a:cxn ang="0">
                    <a:pos x="368" y="1191"/>
                  </a:cxn>
                  <a:cxn ang="0">
                    <a:pos x="376" y="1103"/>
                  </a:cxn>
                  <a:cxn ang="0">
                    <a:pos x="384" y="1015"/>
                  </a:cxn>
                  <a:cxn ang="0">
                    <a:pos x="392" y="919"/>
                  </a:cxn>
                  <a:cxn ang="0">
                    <a:pos x="400" y="815"/>
                  </a:cxn>
                  <a:cxn ang="0">
                    <a:pos x="416" y="711"/>
                  </a:cxn>
                </a:cxnLst>
                <a:rect l="0" t="0" r="r" b="b"/>
                <a:pathLst>
                  <a:path w="416" h="1414">
                    <a:moveTo>
                      <a:pt x="0" y="903"/>
                    </a:moveTo>
                    <a:lnTo>
                      <a:pt x="0" y="847"/>
                    </a:lnTo>
                    <a:lnTo>
                      <a:pt x="8" y="799"/>
                    </a:lnTo>
                    <a:lnTo>
                      <a:pt x="16" y="743"/>
                    </a:lnTo>
                    <a:lnTo>
                      <a:pt x="16" y="687"/>
                    </a:lnTo>
                    <a:lnTo>
                      <a:pt x="24" y="639"/>
                    </a:lnTo>
                    <a:lnTo>
                      <a:pt x="24" y="583"/>
                    </a:lnTo>
                    <a:lnTo>
                      <a:pt x="32" y="535"/>
                    </a:lnTo>
                    <a:lnTo>
                      <a:pt x="32" y="479"/>
                    </a:lnTo>
                    <a:lnTo>
                      <a:pt x="40" y="431"/>
                    </a:lnTo>
                    <a:lnTo>
                      <a:pt x="48" y="383"/>
                    </a:lnTo>
                    <a:lnTo>
                      <a:pt x="48" y="335"/>
                    </a:lnTo>
                    <a:lnTo>
                      <a:pt x="56" y="295"/>
                    </a:lnTo>
                    <a:lnTo>
                      <a:pt x="56" y="247"/>
                    </a:lnTo>
                    <a:lnTo>
                      <a:pt x="64" y="216"/>
                    </a:lnTo>
                    <a:lnTo>
                      <a:pt x="72" y="176"/>
                    </a:lnTo>
                    <a:lnTo>
                      <a:pt x="72" y="144"/>
                    </a:lnTo>
                    <a:lnTo>
                      <a:pt x="80" y="112"/>
                    </a:lnTo>
                    <a:lnTo>
                      <a:pt x="80" y="88"/>
                    </a:lnTo>
                    <a:lnTo>
                      <a:pt x="88" y="64"/>
                    </a:lnTo>
                    <a:lnTo>
                      <a:pt x="96" y="40"/>
                    </a:lnTo>
                    <a:lnTo>
                      <a:pt x="96" y="24"/>
                    </a:lnTo>
                    <a:lnTo>
                      <a:pt x="104" y="16"/>
                    </a:lnTo>
                    <a:lnTo>
                      <a:pt x="104" y="8"/>
                    </a:lnTo>
                    <a:lnTo>
                      <a:pt x="112" y="0"/>
                    </a:lnTo>
                    <a:lnTo>
                      <a:pt x="120" y="8"/>
                    </a:lnTo>
                    <a:lnTo>
                      <a:pt x="128" y="16"/>
                    </a:lnTo>
                    <a:lnTo>
                      <a:pt x="128" y="24"/>
                    </a:lnTo>
                    <a:lnTo>
                      <a:pt x="136" y="40"/>
                    </a:lnTo>
                    <a:lnTo>
                      <a:pt x="144" y="64"/>
                    </a:lnTo>
                    <a:lnTo>
                      <a:pt x="144" y="88"/>
                    </a:lnTo>
                    <a:lnTo>
                      <a:pt x="152" y="112"/>
                    </a:lnTo>
                    <a:lnTo>
                      <a:pt x="152" y="144"/>
                    </a:lnTo>
                    <a:lnTo>
                      <a:pt x="160" y="176"/>
                    </a:lnTo>
                    <a:lnTo>
                      <a:pt x="168" y="216"/>
                    </a:lnTo>
                    <a:lnTo>
                      <a:pt x="168" y="247"/>
                    </a:lnTo>
                    <a:lnTo>
                      <a:pt x="176" y="295"/>
                    </a:lnTo>
                    <a:lnTo>
                      <a:pt x="176" y="335"/>
                    </a:lnTo>
                    <a:lnTo>
                      <a:pt x="184" y="383"/>
                    </a:lnTo>
                    <a:lnTo>
                      <a:pt x="192" y="431"/>
                    </a:lnTo>
                    <a:lnTo>
                      <a:pt x="192" y="479"/>
                    </a:lnTo>
                    <a:lnTo>
                      <a:pt x="200" y="535"/>
                    </a:lnTo>
                    <a:lnTo>
                      <a:pt x="200" y="583"/>
                    </a:lnTo>
                    <a:lnTo>
                      <a:pt x="208" y="639"/>
                    </a:lnTo>
                    <a:lnTo>
                      <a:pt x="216" y="687"/>
                    </a:lnTo>
                    <a:lnTo>
                      <a:pt x="216" y="743"/>
                    </a:lnTo>
                    <a:lnTo>
                      <a:pt x="224" y="799"/>
                    </a:lnTo>
                    <a:lnTo>
                      <a:pt x="224" y="847"/>
                    </a:lnTo>
                    <a:lnTo>
                      <a:pt x="232" y="903"/>
                    </a:lnTo>
                    <a:lnTo>
                      <a:pt x="232" y="951"/>
                    </a:lnTo>
                    <a:lnTo>
                      <a:pt x="240" y="999"/>
                    </a:lnTo>
                    <a:lnTo>
                      <a:pt x="248" y="1047"/>
                    </a:lnTo>
                    <a:lnTo>
                      <a:pt x="248" y="1095"/>
                    </a:lnTo>
                    <a:lnTo>
                      <a:pt x="256" y="1135"/>
                    </a:lnTo>
                    <a:lnTo>
                      <a:pt x="256" y="1175"/>
                    </a:lnTo>
                    <a:lnTo>
                      <a:pt x="264" y="1215"/>
                    </a:lnTo>
                    <a:lnTo>
                      <a:pt x="272" y="1247"/>
                    </a:lnTo>
                    <a:lnTo>
                      <a:pt x="272" y="1279"/>
                    </a:lnTo>
                    <a:lnTo>
                      <a:pt x="280" y="1311"/>
                    </a:lnTo>
                    <a:lnTo>
                      <a:pt x="280" y="1335"/>
                    </a:lnTo>
                    <a:lnTo>
                      <a:pt x="288" y="1359"/>
                    </a:lnTo>
                    <a:lnTo>
                      <a:pt x="296" y="1374"/>
                    </a:lnTo>
                    <a:lnTo>
                      <a:pt x="296" y="1390"/>
                    </a:lnTo>
                    <a:lnTo>
                      <a:pt x="304" y="1398"/>
                    </a:lnTo>
                    <a:lnTo>
                      <a:pt x="304" y="1406"/>
                    </a:lnTo>
                    <a:lnTo>
                      <a:pt x="312" y="1414"/>
                    </a:lnTo>
                    <a:lnTo>
                      <a:pt x="320" y="1406"/>
                    </a:lnTo>
                    <a:lnTo>
                      <a:pt x="328" y="1398"/>
                    </a:lnTo>
                    <a:lnTo>
                      <a:pt x="328" y="1382"/>
                    </a:lnTo>
                    <a:lnTo>
                      <a:pt x="336" y="1367"/>
                    </a:lnTo>
                    <a:lnTo>
                      <a:pt x="344" y="1343"/>
                    </a:lnTo>
                    <a:lnTo>
                      <a:pt x="344" y="1319"/>
                    </a:lnTo>
                    <a:lnTo>
                      <a:pt x="352" y="1295"/>
                    </a:lnTo>
                    <a:lnTo>
                      <a:pt x="352" y="1263"/>
                    </a:lnTo>
                    <a:lnTo>
                      <a:pt x="360" y="1223"/>
                    </a:lnTo>
                    <a:lnTo>
                      <a:pt x="368" y="1191"/>
                    </a:lnTo>
                    <a:lnTo>
                      <a:pt x="368" y="1151"/>
                    </a:lnTo>
                    <a:lnTo>
                      <a:pt x="376" y="1103"/>
                    </a:lnTo>
                    <a:lnTo>
                      <a:pt x="376" y="1063"/>
                    </a:lnTo>
                    <a:lnTo>
                      <a:pt x="384" y="1015"/>
                    </a:lnTo>
                    <a:lnTo>
                      <a:pt x="392" y="967"/>
                    </a:lnTo>
                    <a:lnTo>
                      <a:pt x="392" y="919"/>
                    </a:lnTo>
                    <a:lnTo>
                      <a:pt x="400" y="863"/>
                    </a:lnTo>
                    <a:lnTo>
                      <a:pt x="400" y="815"/>
                    </a:lnTo>
                    <a:lnTo>
                      <a:pt x="408" y="759"/>
                    </a:lnTo>
                    <a:lnTo>
                      <a:pt x="416" y="711"/>
                    </a:ln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  <p:grpSp>
          <p:nvGrpSpPr>
            <p:cNvPr id="9292" name="Group 76"/>
            <p:cNvGrpSpPr>
              <a:grpSpLocks/>
            </p:cNvGrpSpPr>
            <p:nvPr/>
          </p:nvGrpSpPr>
          <p:grpSpPr bwMode="auto">
            <a:xfrm>
              <a:off x="731838" y="3852863"/>
              <a:ext cx="2305050" cy="1081087"/>
              <a:chOff x="597" y="654"/>
              <a:chExt cx="4764" cy="2822"/>
            </a:xfrm>
          </p:grpSpPr>
          <p:sp>
            <p:nvSpPr>
              <p:cNvPr id="9293" name="Freeform 77"/>
              <p:cNvSpPr>
                <a:spLocks/>
              </p:cNvSpPr>
              <p:nvPr/>
            </p:nvSpPr>
            <p:spPr bwMode="auto">
              <a:xfrm>
                <a:off x="597" y="654"/>
                <a:ext cx="616" cy="2822"/>
              </a:xfrm>
              <a:custGeom>
                <a:avLst/>
                <a:gdLst/>
                <a:ahLst/>
                <a:cxnLst>
                  <a:cxn ang="0">
                    <a:pos x="8" y="1175"/>
                  </a:cxn>
                  <a:cxn ang="0">
                    <a:pos x="24" y="943"/>
                  </a:cxn>
                  <a:cxn ang="0">
                    <a:pos x="40" y="728"/>
                  </a:cxn>
                  <a:cxn ang="0">
                    <a:pos x="56" y="528"/>
                  </a:cxn>
                  <a:cxn ang="0">
                    <a:pos x="64" y="352"/>
                  </a:cxn>
                  <a:cxn ang="0">
                    <a:pos x="80" y="216"/>
                  </a:cxn>
                  <a:cxn ang="0">
                    <a:pos x="96" y="104"/>
                  </a:cxn>
                  <a:cxn ang="0">
                    <a:pos x="112" y="32"/>
                  </a:cxn>
                  <a:cxn ang="0">
                    <a:pos x="128" y="0"/>
                  </a:cxn>
                  <a:cxn ang="0">
                    <a:pos x="144" y="24"/>
                  </a:cxn>
                  <a:cxn ang="0">
                    <a:pos x="160" y="88"/>
                  </a:cxn>
                  <a:cxn ang="0">
                    <a:pos x="176" y="192"/>
                  </a:cxn>
                  <a:cxn ang="0">
                    <a:pos x="184" y="328"/>
                  </a:cxn>
                  <a:cxn ang="0">
                    <a:pos x="200" y="496"/>
                  </a:cxn>
                  <a:cxn ang="0">
                    <a:pos x="216" y="688"/>
                  </a:cxn>
                  <a:cxn ang="0">
                    <a:pos x="232" y="904"/>
                  </a:cxn>
                  <a:cxn ang="0">
                    <a:pos x="240" y="1127"/>
                  </a:cxn>
                  <a:cxn ang="0">
                    <a:pos x="256" y="1367"/>
                  </a:cxn>
                  <a:cxn ang="0">
                    <a:pos x="272" y="1607"/>
                  </a:cxn>
                  <a:cxn ang="0">
                    <a:pos x="288" y="1839"/>
                  </a:cxn>
                  <a:cxn ang="0">
                    <a:pos x="304" y="2063"/>
                  </a:cxn>
                  <a:cxn ang="0">
                    <a:pos x="312" y="2262"/>
                  </a:cxn>
                  <a:cxn ang="0">
                    <a:pos x="328" y="2438"/>
                  </a:cxn>
                  <a:cxn ang="0">
                    <a:pos x="344" y="2590"/>
                  </a:cxn>
                  <a:cxn ang="0">
                    <a:pos x="360" y="2702"/>
                  </a:cxn>
                  <a:cxn ang="0">
                    <a:pos x="376" y="2774"/>
                  </a:cxn>
                  <a:cxn ang="0">
                    <a:pos x="384" y="2814"/>
                  </a:cxn>
                  <a:cxn ang="0">
                    <a:pos x="408" y="2806"/>
                  </a:cxn>
                  <a:cxn ang="0">
                    <a:pos x="416" y="2750"/>
                  </a:cxn>
                  <a:cxn ang="0">
                    <a:pos x="432" y="2654"/>
                  </a:cxn>
                  <a:cxn ang="0">
                    <a:pos x="448" y="2526"/>
                  </a:cxn>
                  <a:cxn ang="0">
                    <a:pos x="464" y="2366"/>
                  </a:cxn>
                  <a:cxn ang="0">
                    <a:pos x="480" y="2174"/>
                  </a:cxn>
                  <a:cxn ang="0">
                    <a:pos x="488" y="1959"/>
                  </a:cxn>
                  <a:cxn ang="0">
                    <a:pos x="504" y="1735"/>
                  </a:cxn>
                  <a:cxn ang="0">
                    <a:pos x="520" y="1503"/>
                  </a:cxn>
                  <a:cxn ang="0">
                    <a:pos x="536" y="1263"/>
                  </a:cxn>
                  <a:cxn ang="0">
                    <a:pos x="552" y="1023"/>
                  </a:cxn>
                  <a:cxn ang="0">
                    <a:pos x="560" y="800"/>
                  </a:cxn>
                  <a:cxn ang="0">
                    <a:pos x="576" y="600"/>
                  </a:cxn>
                  <a:cxn ang="0">
                    <a:pos x="592" y="416"/>
                  </a:cxn>
                  <a:cxn ang="0">
                    <a:pos x="608" y="264"/>
                  </a:cxn>
                </a:cxnLst>
                <a:rect l="0" t="0" r="r" b="b"/>
                <a:pathLst>
                  <a:path w="616" h="2822">
                    <a:moveTo>
                      <a:pt x="0" y="1335"/>
                    </a:moveTo>
                    <a:lnTo>
                      <a:pt x="8" y="1255"/>
                    </a:lnTo>
                    <a:lnTo>
                      <a:pt x="8" y="1175"/>
                    </a:lnTo>
                    <a:lnTo>
                      <a:pt x="16" y="1095"/>
                    </a:lnTo>
                    <a:lnTo>
                      <a:pt x="16" y="1015"/>
                    </a:lnTo>
                    <a:lnTo>
                      <a:pt x="24" y="943"/>
                    </a:lnTo>
                    <a:lnTo>
                      <a:pt x="32" y="872"/>
                    </a:lnTo>
                    <a:lnTo>
                      <a:pt x="32" y="792"/>
                    </a:lnTo>
                    <a:lnTo>
                      <a:pt x="40" y="728"/>
                    </a:lnTo>
                    <a:lnTo>
                      <a:pt x="40" y="656"/>
                    </a:lnTo>
                    <a:lnTo>
                      <a:pt x="48" y="592"/>
                    </a:lnTo>
                    <a:lnTo>
                      <a:pt x="56" y="528"/>
                    </a:lnTo>
                    <a:lnTo>
                      <a:pt x="56" y="464"/>
                    </a:lnTo>
                    <a:lnTo>
                      <a:pt x="64" y="408"/>
                    </a:lnTo>
                    <a:lnTo>
                      <a:pt x="64" y="352"/>
                    </a:lnTo>
                    <a:lnTo>
                      <a:pt x="72" y="304"/>
                    </a:lnTo>
                    <a:lnTo>
                      <a:pt x="80" y="256"/>
                    </a:lnTo>
                    <a:lnTo>
                      <a:pt x="80" y="216"/>
                    </a:lnTo>
                    <a:lnTo>
                      <a:pt x="88" y="176"/>
                    </a:lnTo>
                    <a:lnTo>
                      <a:pt x="88" y="136"/>
                    </a:lnTo>
                    <a:lnTo>
                      <a:pt x="96" y="104"/>
                    </a:lnTo>
                    <a:lnTo>
                      <a:pt x="104" y="80"/>
                    </a:lnTo>
                    <a:lnTo>
                      <a:pt x="104" y="56"/>
                    </a:lnTo>
                    <a:lnTo>
                      <a:pt x="112" y="32"/>
                    </a:lnTo>
                    <a:lnTo>
                      <a:pt x="112" y="16"/>
                    </a:lnTo>
                    <a:lnTo>
                      <a:pt x="120" y="8"/>
                    </a:lnTo>
                    <a:lnTo>
                      <a:pt x="128" y="0"/>
                    </a:lnTo>
                    <a:lnTo>
                      <a:pt x="136" y="8"/>
                    </a:lnTo>
                    <a:lnTo>
                      <a:pt x="136" y="16"/>
                    </a:lnTo>
                    <a:lnTo>
                      <a:pt x="144" y="24"/>
                    </a:lnTo>
                    <a:lnTo>
                      <a:pt x="152" y="40"/>
                    </a:lnTo>
                    <a:lnTo>
                      <a:pt x="152" y="64"/>
                    </a:lnTo>
                    <a:lnTo>
                      <a:pt x="160" y="88"/>
                    </a:lnTo>
                    <a:lnTo>
                      <a:pt x="160" y="120"/>
                    </a:lnTo>
                    <a:lnTo>
                      <a:pt x="168" y="152"/>
                    </a:lnTo>
                    <a:lnTo>
                      <a:pt x="176" y="192"/>
                    </a:lnTo>
                    <a:lnTo>
                      <a:pt x="176" y="232"/>
                    </a:lnTo>
                    <a:lnTo>
                      <a:pt x="184" y="280"/>
                    </a:lnTo>
                    <a:lnTo>
                      <a:pt x="184" y="328"/>
                    </a:lnTo>
                    <a:lnTo>
                      <a:pt x="192" y="376"/>
                    </a:lnTo>
                    <a:lnTo>
                      <a:pt x="192" y="432"/>
                    </a:lnTo>
                    <a:lnTo>
                      <a:pt x="200" y="496"/>
                    </a:lnTo>
                    <a:lnTo>
                      <a:pt x="208" y="552"/>
                    </a:lnTo>
                    <a:lnTo>
                      <a:pt x="208" y="616"/>
                    </a:lnTo>
                    <a:lnTo>
                      <a:pt x="216" y="688"/>
                    </a:lnTo>
                    <a:lnTo>
                      <a:pt x="216" y="760"/>
                    </a:lnTo>
                    <a:lnTo>
                      <a:pt x="224" y="824"/>
                    </a:lnTo>
                    <a:lnTo>
                      <a:pt x="232" y="904"/>
                    </a:lnTo>
                    <a:lnTo>
                      <a:pt x="232" y="975"/>
                    </a:lnTo>
                    <a:lnTo>
                      <a:pt x="240" y="1055"/>
                    </a:lnTo>
                    <a:lnTo>
                      <a:pt x="240" y="1127"/>
                    </a:lnTo>
                    <a:lnTo>
                      <a:pt x="248" y="1207"/>
                    </a:lnTo>
                    <a:lnTo>
                      <a:pt x="256" y="1287"/>
                    </a:lnTo>
                    <a:lnTo>
                      <a:pt x="256" y="1367"/>
                    </a:lnTo>
                    <a:lnTo>
                      <a:pt x="264" y="1447"/>
                    </a:lnTo>
                    <a:lnTo>
                      <a:pt x="264" y="1527"/>
                    </a:lnTo>
                    <a:lnTo>
                      <a:pt x="272" y="1607"/>
                    </a:lnTo>
                    <a:lnTo>
                      <a:pt x="280" y="1687"/>
                    </a:lnTo>
                    <a:lnTo>
                      <a:pt x="280" y="1759"/>
                    </a:lnTo>
                    <a:lnTo>
                      <a:pt x="288" y="1839"/>
                    </a:lnTo>
                    <a:lnTo>
                      <a:pt x="288" y="1911"/>
                    </a:lnTo>
                    <a:lnTo>
                      <a:pt x="296" y="1991"/>
                    </a:lnTo>
                    <a:lnTo>
                      <a:pt x="304" y="2063"/>
                    </a:lnTo>
                    <a:lnTo>
                      <a:pt x="304" y="2126"/>
                    </a:lnTo>
                    <a:lnTo>
                      <a:pt x="312" y="2198"/>
                    </a:lnTo>
                    <a:lnTo>
                      <a:pt x="312" y="2262"/>
                    </a:lnTo>
                    <a:lnTo>
                      <a:pt x="320" y="2326"/>
                    </a:lnTo>
                    <a:lnTo>
                      <a:pt x="328" y="2382"/>
                    </a:lnTo>
                    <a:lnTo>
                      <a:pt x="328" y="2438"/>
                    </a:lnTo>
                    <a:lnTo>
                      <a:pt x="336" y="2494"/>
                    </a:lnTo>
                    <a:lnTo>
                      <a:pt x="336" y="2542"/>
                    </a:lnTo>
                    <a:lnTo>
                      <a:pt x="344" y="2590"/>
                    </a:lnTo>
                    <a:lnTo>
                      <a:pt x="352" y="2630"/>
                    </a:lnTo>
                    <a:lnTo>
                      <a:pt x="352" y="2670"/>
                    </a:lnTo>
                    <a:lnTo>
                      <a:pt x="360" y="2702"/>
                    </a:lnTo>
                    <a:lnTo>
                      <a:pt x="360" y="2734"/>
                    </a:lnTo>
                    <a:lnTo>
                      <a:pt x="368" y="2758"/>
                    </a:lnTo>
                    <a:lnTo>
                      <a:pt x="376" y="2774"/>
                    </a:lnTo>
                    <a:lnTo>
                      <a:pt x="376" y="2798"/>
                    </a:lnTo>
                    <a:lnTo>
                      <a:pt x="384" y="2806"/>
                    </a:lnTo>
                    <a:lnTo>
                      <a:pt x="384" y="2814"/>
                    </a:lnTo>
                    <a:lnTo>
                      <a:pt x="392" y="2822"/>
                    </a:lnTo>
                    <a:lnTo>
                      <a:pt x="400" y="2814"/>
                    </a:lnTo>
                    <a:lnTo>
                      <a:pt x="408" y="2806"/>
                    </a:lnTo>
                    <a:lnTo>
                      <a:pt x="408" y="2790"/>
                    </a:lnTo>
                    <a:lnTo>
                      <a:pt x="416" y="2774"/>
                    </a:lnTo>
                    <a:lnTo>
                      <a:pt x="416" y="2750"/>
                    </a:lnTo>
                    <a:lnTo>
                      <a:pt x="424" y="2718"/>
                    </a:lnTo>
                    <a:lnTo>
                      <a:pt x="432" y="2686"/>
                    </a:lnTo>
                    <a:lnTo>
                      <a:pt x="432" y="2654"/>
                    </a:lnTo>
                    <a:lnTo>
                      <a:pt x="440" y="2614"/>
                    </a:lnTo>
                    <a:lnTo>
                      <a:pt x="440" y="2574"/>
                    </a:lnTo>
                    <a:lnTo>
                      <a:pt x="448" y="2526"/>
                    </a:lnTo>
                    <a:lnTo>
                      <a:pt x="456" y="2470"/>
                    </a:lnTo>
                    <a:lnTo>
                      <a:pt x="456" y="2422"/>
                    </a:lnTo>
                    <a:lnTo>
                      <a:pt x="464" y="2366"/>
                    </a:lnTo>
                    <a:lnTo>
                      <a:pt x="464" y="2302"/>
                    </a:lnTo>
                    <a:lnTo>
                      <a:pt x="472" y="2238"/>
                    </a:lnTo>
                    <a:lnTo>
                      <a:pt x="480" y="2174"/>
                    </a:lnTo>
                    <a:lnTo>
                      <a:pt x="480" y="2102"/>
                    </a:lnTo>
                    <a:lnTo>
                      <a:pt x="488" y="2039"/>
                    </a:lnTo>
                    <a:lnTo>
                      <a:pt x="488" y="1959"/>
                    </a:lnTo>
                    <a:lnTo>
                      <a:pt x="496" y="1887"/>
                    </a:lnTo>
                    <a:lnTo>
                      <a:pt x="504" y="1815"/>
                    </a:lnTo>
                    <a:lnTo>
                      <a:pt x="504" y="1735"/>
                    </a:lnTo>
                    <a:lnTo>
                      <a:pt x="512" y="1655"/>
                    </a:lnTo>
                    <a:lnTo>
                      <a:pt x="512" y="1575"/>
                    </a:lnTo>
                    <a:lnTo>
                      <a:pt x="520" y="1503"/>
                    </a:lnTo>
                    <a:lnTo>
                      <a:pt x="528" y="1423"/>
                    </a:lnTo>
                    <a:lnTo>
                      <a:pt x="528" y="1343"/>
                    </a:lnTo>
                    <a:lnTo>
                      <a:pt x="536" y="1263"/>
                    </a:lnTo>
                    <a:lnTo>
                      <a:pt x="536" y="1183"/>
                    </a:lnTo>
                    <a:lnTo>
                      <a:pt x="544" y="1103"/>
                    </a:lnTo>
                    <a:lnTo>
                      <a:pt x="552" y="1023"/>
                    </a:lnTo>
                    <a:lnTo>
                      <a:pt x="552" y="951"/>
                    </a:lnTo>
                    <a:lnTo>
                      <a:pt x="560" y="880"/>
                    </a:lnTo>
                    <a:lnTo>
                      <a:pt x="560" y="800"/>
                    </a:lnTo>
                    <a:lnTo>
                      <a:pt x="568" y="736"/>
                    </a:lnTo>
                    <a:lnTo>
                      <a:pt x="568" y="664"/>
                    </a:lnTo>
                    <a:lnTo>
                      <a:pt x="576" y="600"/>
                    </a:lnTo>
                    <a:lnTo>
                      <a:pt x="584" y="536"/>
                    </a:lnTo>
                    <a:lnTo>
                      <a:pt x="584" y="472"/>
                    </a:lnTo>
                    <a:lnTo>
                      <a:pt x="592" y="416"/>
                    </a:lnTo>
                    <a:lnTo>
                      <a:pt x="592" y="360"/>
                    </a:lnTo>
                    <a:lnTo>
                      <a:pt x="600" y="312"/>
                    </a:lnTo>
                    <a:lnTo>
                      <a:pt x="608" y="264"/>
                    </a:lnTo>
                    <a:lnTo>
                      <a:pt x="608" y="216"/>
                    </a:lnTo>
                    <a:lnTo>
                      <a:pt x="616" y="176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94" name="Freeform 78"/>
              <p:cNvSpPr>
                <a:spLocks/>
              </p:cNvSpPr>
              <p:nvPr/>
            </p:nvSpPr>
            <p:spPr bwMode="auto">
              <a:xfrm>
                <a:off x="1213" y="654"/>
                <a:ext cx="625" cy="2822"/>
              </a:xfrm>
              <a:custGeom>
                <a:avLst/>
                <a:gdLst/>
                <a:ahLst/>
                <a:cxnLst>
                  <a:cxn ang="0">
                    <a:pos x="8" y="104"/>
                  </a:cxn>
                  <a:cxn ang="0">
                    <a:pos x="24" y="32"/>
                  </a:cxn>
                  <a:cxn ang="0">
                    <a:pos x="40" y="0"/>
                  </a:cxn>
                  <a:cxn ang="0">
                    <a:pos x="56" y="24"/>
                  </a:cxn>
                  <a:cxn ang="0">
                    <a:pos x="72" y="88"/>
                  </a:cxn>
                  <a:cxn ang="0">
                    <a:pos x="88" y="184"/>
                  </a:cxn>
                  <a:cxn ang="0">
                    <a:pos x="96" y="320"/>
                  </a:cxn>
                  <a:cxn ang="0">
                    <a:pos x="112" y="488"/>
                  </a:cxn>
                  <a:cxn ang="0">
                    <a:pos x="129" y="680"/>
                  </a:cxn>
                  <a:cxn ang="0">
                    <a:pos x="145" y="896"/>
                  </a:cxn>
                  <a:cxn ang="0">
                    <a:pos x="153" y="1119"/>
                  </a:cxn>
                  <a:cxn ang="0">
                    <a:pos x="169" y="1359"/>
                  </a:cxn>
                  <a:cxn ang="0">
                    <a:pos x="185" y="1599"/>
                  </a:cxn>
                  <a:cxn ang="0">
                    <a:pos x="201" y="1831"/>
                  </a:cxn>
                  <a:cxn ang="0">
                    <a:pos x="217" y="2055"/>
                  </a:cxn>
                  <a:cxn ang="0">
                    <a:pos x="225" y="2254"/>
                  </a:cxn>
                  <a:cxn ang="0">
                    <a:pos x="241" y="2430"/>
                  </a:cxn>
                  <a:cxn ang="0">
                    <a:pos x="257" y="2582"/>
                  </a:cxn>
                  <a:cxn ang="0">
                    <a:pos x="273" y="2694"/>
                  </a:cxn>
                  <a:cxn ang="0">
                    <a:pos x="289" y="2774"/>
                  </a:cxn>
                  <a:cxn ang="0">
                    <a:pos x="297" y="2814"/>
                  </a:cxn>
                  <a:cxn ang="0">
                    <a:pos x="321" y="2806"/>
                  </a:cxn>
                  <a:cxn ang="0">
                    <a:pos x="337" y="2750"/>
                  </a:cxn>
                  <a:cxn ang="0">
                    <a:pos x="345" y="2662"/>
                  </a:cxn>
                  <a:cxn ang="0">
                    <a:pos x="361" y="2526"/>
                  </a:cxn>
                  <a:cxn ang="0">
                    <a:pos x="377" y="2366"/>
                  </a:cxn>
                  <a:cxn ang="0">
                    <a:pos x="393" y="2182"/>
                  </a:cxn>
                  <a:cxn ang="0">
                    <a:pos x="401" y="1967"/>
                  </a:cxn>
                  <a:cxn ang="0">
                    <a:pos x="417" y="1743"/>
                  </a:cxn>
                  <a:cxn ang="0">
                    <a:pos x="433" y="1511"/>
                  </a:cxn>
                  <a:cxn ang="0">
                    <a:pos x="449" y="1271"/>
                  </a:cxn>
                  <a:cxn ang="0">
                    <a:pos x="465" y="1031"/>
                  </a:cxn>
                  <a:cxn ang="0">
                    <a:pos x="473" y="808"/>
                  </a:cxn>
                  <a:cxn ang="0">
                    <a:pos x="489" y="608"/>
                  </a:cxn>
                  <a:cxn ang="0">
                    <a:pos x="505" y="424"/>
                  </a:cxn>
                  <a:cxn ang="0">
                    <a:pos x="521" y="264"/>
                  </a:cxn>
                  <a:cxn ang="0">
                    <a:pos x="529" y="144"/>
                  </a:cxn>
                  <a:cxn ang="0">
                    <a:pos x="545" y="56"/>
                  </a:cxn>
                  <a:cxn ang="0">
                    <a:pos x="561" y="8"/>
                  </a:cxn>
                  <a:cxn ang="0">
                    <a:pos x="585" y="24"/>
                  </a:cxn>
                  <a:cxn ang="0">
                    <a:pos x="601" y="80"/>
                  </a:cxn>
                  <a:cxn ang="0">
                    <a:pos x="617" y="184"/>
                  </a:cxn>
                </a:cxnLst>
                <a:rect l="0" t="0" r="r" b="b"/>
                <a:pathLst>
                  <a:path w="625" h="2822">
                    <a:moveTo>
                      <a:pt x="0" y="176"/>
                    </a:moveTo>
                    <a:lnTo>
                      <a:pt x="0" y="136"/>
                    </a:lnTo>
                    <a:lnTo>
                      <a:pt x="8" y="104"/>
                    </a:lnTo>
                    <a:lnTo>
                      <a:pt x="16" y="80"/>
                    </a:lnTo>
                    <a:lnTo>
                      <a:pt x="16" y="56"/>
                    </a:lnTo>
                    <a:lnTo>
                      <a:pt x="24" y="32"/>
                    </a:lnTo>
                    <a:lnTo>
                      <a:pt x="24" y="24"/>
                    </a:lnTo>
                    <a:lnTo>
                      <a:pt x="32" y="8"/>
                    </a:lnTo>
                    <a:lnTo>
                      <a:pt x="40" y="0"/>
                    </a:lnTo>
                    <a:lnTo>
                      <a:pt x="48" y="8"/>
                    </a:lnTo>
                    <a:lnTo>
                      <a:pt x="48" y="16"/>
                    </a:lnTo>
                    <a:lnTo>
                      <a:pt x="56" y="24"/>
                    </a:lnTo>
                    <a:lnTo>
                      <a:pt x="64" y="40"/>
                    </a:lnTo>
                    <a:lnTo>
                      <a:pt x="64" y="64"/>
                    </a:lnTo>
                    <a:lnTo>
                      <a:pt x="72" y="88"/>
                    </a:lnTo>
                    <a:lnTo>
                      <a:pt x="72" y="112"/>
                    </a:lnTo>
                    <a:lnTo>
                      <a:pt x="80" y="144"/>
                    </a:lnTo>
                    <a:lnTo>
                      <a:pt x="88" y="184"/>
                    </a:lnTo>
                    <a:lnTo>
                      <a:pt x="88" y="224"/>
                    </a:lnTo>
                    <a:lnTo>
                      <a:pt x="96" y="272"/>
                    </a:lnTo>
                    <a:lnTo>
                      <a:pt x="96" y="320"/>
                    </a:lnTo>
                    <a:lnTo>
                      <a:pt x="104" y="376"/>
                    </a:lnTo>
                    <a:lnTo>
                      <a:pt x="112" y="424"/>
                    </a:lnTo>
                    <a:lnTo>
                      <a:pt x="112" y="488"/>
                    </a:lnTo>
                    <a:lnTo>
                      <a:pt x="121" y="544"/>
                    </a:lnTo>
                    <a:lnTo>
                      <a:pt x="121" y="616"/>
                    </a:lnTo>
                    <a:lnTo>
                      <a:pt x="129" y="680"/>
                    </a:lnTo>
                    <a:lnTo>
                      <a:pt x="137" y="752"/>
                    </a:lnTo>
                    <a:lnTo>
                      <a:pt x="137" y="816"/>
                    </a:lnTo>
                    <a:lnTo>
                      <a:pt x="145" y="896"/>
                    </a:lnTo>
                    <a:lnTo>
                      <a:pt x="145" y="967"/>
                    </a:lnTo>
                    <a:lnTo>
                      <a:pt x="153" y="1047"/>
                    </a:lnTo>
                    <a:lnTo>
                      <a:pt x="153" y="1119"/>
                    </a:lnTo>
                    <a:lnTo>
                      <a:pt x="161" y="1199"/>
                    </a:lnTo>
                    <a:lnTo>
                      <a:pt x="169" y="1279"/>
                    </a:lnTo>
                    <a:lnTo>
                      <a:pt x="169" y="1359"/>
                    </a:lnTo>
                    <a:lnTo>
                      <a:pt x="177" y="1439"/>
                    </a:lnTo>
                    <a:lnTo>
                      <a:pt x="177" y="1519"/>
                    </a:lnTo>
                    <a:lnTo>
                      <a:pt x="185" y="1599"/>
                    </a:lnTo>
                    <a:lnTo>
                      <a:pt x="193" y="1679"/>
                    </a:lnTo>
                    <a:lnTo>
                      <a:pt x="193" y="1751"/>
                    </a:lnTo>
                    <a:lnTo>
                      <a:pt x="201" y="1831"/>
                    </a:lnTo>
                    <a:lnTo>
                      <a:pt x="201" y="1903"/>
                    </a:lnTo>
                    <a:lnTo>
                      <a:pt x="209" y="1983"/>
                    </a:lnTo>
                    <a:lnTo>
                      <a:pt x="217" y="2055"/>
                    </a:lnTo>
                    <a:lnTo>
                      <a:pt x="217" y="2118"/>
                    </a:lnTo>
                    <a:lnTo>
                      <a:pt x="225" y="2190"/>
                    </a:lnTo>
                    <a:lnTo>
                      <a:pt x="225" y="2254"/>
                    </a:lnTo>
                    <a:lnTo>
                      <a:pt x="233" y="2318"/>
                    </a:lnTo>
                    <a:lnTo>
                      <a:pt x="241" y="2374"/>
                    </a:lnTo>
                    <a:lnTo>
                      <a:pt x="241" y="2430"/>
                    </a:lnTo>
                    <a:lnTo>
                      <a:pt x="249" y="2486"/>
                    </a:lnTo>
                    <a:lnTo>
                      <a:pt x="249" y="2534"/>
                    </a:lnTo>
                    <a:lnTo>
                      <a:pt x="257" y="2582"/>
                    </a:lnTo>
                    <a:lnTo>
                      <a:pt x="265" y="2622"/>
                    </a:lnTo>
                    <a:lnTo>
                      <a:pt x="265" y="2662"/>
                    </a:lnTo>
                    <a:lnTo>
                      <a:pt x="273" y="2694"/>
                    </a:lnTo>
                    <a:lnTo>
                      <a:pt x="273" y="2726"/>
                    </a:lnTo>
                    <a:lnTo>
                      <a:pt x="281" y="2750"/>
                    </a:lnTo>
                    <a:lnTo>
                      <a:pt x="289" y="2774"/>
                    </a:lnTo>
                    <a:lnTo>
                      <a:pt x="289" y="2790"/>
                    </a:lnTo>
                    <a:lnTo>
                      <a:pt x="297" y="2806"/>
                    </a:lnTo>
                    <a:lnTo>
                      <a:pt x="297" y="2814"/>
                    </a:lnTo>
                    <a:lnTo>
                      <a:pt x="305" y="2822"/>
                    </a:lnTo>
                    <a:lnTo>
                      <a:pt x="313" y="2814"/>
                    </a:lnTo>
                    <a:lnTo>
                      <a:pt x="321" y="2806"/>
                    </a:lnTo>
                    <a:lnTo>
                      <a:pt x="321" y="2790"/>
                    </a:lnTo>
                    <a:lnTo>
                      <a:pt x="329" y="2774"/>
                    </a:lnTo>
                    <a:lnTo>
                      <a:pt x="337" y="2750"/>
                    </a:lnTo>
                    <a:lnTo>
                      <a:pt x="337" y="2726"/>
                    </a:lnTo>
                    <a:lnTo>
                      <a:pt x="345" y="2694"/>
                    </a:lnTo>
                    <a:lnTo>
                      <a:pt x="345" y="2662"/>
                    </a:lnTo>
                    <a:lnTo>
                      <a:pt x="353" y="2622"/>
                    </a:lnTo>
                    <a:lnTo>
                      <a:pt x="353" y="2574"/>
                    </a:lnTo>
                    <a:lnTo>
                      <a:pt x="361" y="2526"/>
                    </a:lnTo>
                    <a:lnTo>
                      <a:pt x="369" y="2478"/>
                    </a:lnTo>
                    <a:lnTo>
                      <a:pt x="369" y="2422"/>
                    </a:lnTo>
                    <a:lnTo>
                      <a:pt x="377" y="2366"/>
                    </a:lnTo>
                    <a:lnTo>
                      <a:pt x="377" y="2310"/>
                    </a:lnTo>
                    <a:lnTo>
                      <a:pt x="385" y="2246"/>
                    </a:lnTo>
                    <a:lnTo>
                      <a:pt x="393" y="2182"/>
                    </a:lnTo>
                    <a:lnTo>
                      <a:pt x="393" y="2110"/>
                    </a:lnTo>
                    <a:lnTo>
                      <a:pt x="401" y="2047"/>
                    </a:lnTo>
                    <a:lnTo>
                      <a:pt x="401" y="1967"/>
                    </a:lnTo>
                    <a:lnTo>
                      <a:pt x="409" y="1895"/>
                    </a:lnTo>
                    <a:lnTo>
                      <a:pt x="417" y="1823"/>
                    </a:lnTo>
                    <a:lnTo>
                      <a:pt x="417" y="1743"/>
                    </a:lnTo>
                    <a:lnTo>
                      <a:pt x="425" y="1663"/>
                    </a:lnTo>
                    <a:lnTo>
                      <a:pt x="425" y="1591"/>
                    </a:lnTo>
                    <a:lnTo>
                      <a:pt x="433" y="1511"/>
                    </a:lnTo>
                    <a:lnTo>
                      <a:pt x="441" y="1431"/>
                    </a:lnTo>
                    <a:lnTo>
                      <a:pt x="441" y="1351"/>
                    </a:lnTo>
                    <a:lnTo>
                      <a:pt x="449" y="1271"/>
                    </a:lnTo>
                    <a:lnTo>
                      <a:pt x="449" y="1191"/>
                    </a:lnTo>
                    <a:lnTo>
                      <a:pt x="457" y="1111"/>
                    </a:lnTo>
                    <a:lnTo>
                      <a:pt x="465" y="1031"/>
                    </a:lnTo>
                    <a:lnTo>
                      <a:pt x="465" y="959"/>
                    </a:lnTo>
                    <a:lnTo>
                      <a:pt x="473" y="888"/>
                    </a:lnTo>
                    <a:lnTo>
                      <a:pt x="473" y="808"/>
                    </a:lnTo>
                    <a:lnTo>
                      <a:pt x="481" y="744"/>
                    </a:lnTo>
                    <a:lnTo>
                      <a:pt x="489" y="672"/>
                    </a:lnTo>
                    <a:lnTo>
                      <a:pt x="489" y="608"/>
                    </a:lnTo>
                    <a:lnTo>
                      <a:pt x="497" y="544"/>
                    </a:lnTo>
                    <a:lnTo>
                      <a:pt x="497" y="480"/>
                    </a:lnTo>
                    <a:lnTo>
                      <a:pt x="505" y="424"/>
                    </a:lnTo>
                    <a:lnTo>
                      <a:pt x="513" y="368"/>
                    </a:lnTo>
                    <a:lnTo>
                      <a:pt x="513" y="312"/>
                    </a:lnTo>
                    <a:lnTo>
                      <a:pt x="521" y="264"/>
                    </a:lnTo>
                    <a:lnTo>
                      <a:pt x="521" y="224"/>
                    </a:lnTo>
                    <a:lnTo>
                      <a:pt x="529" y="184"/>
                    </a:lnTo>
                    <a:lnTo>
                      <a:pt x="529" y="144"/>
                    </a:lnTo>
                    <a:lnTo>
                      <a:pt x="537" y="112"/>
                    </a:lnTo>
                    <a:lnTo>
                      <a:pt x="545" y="80"/>
                    </a:lnTo>
                    <a:lnTo>
                      <a:pt x="545" y="56"/>
                    </a:lnTo>
                    <a:lnTo>
                      <a:pt x="553" y="40"/>
                    </a:lnTo>
                    <a:lnTo>
                      <a:pt x="553" y="24"/>
                    </a:lnTo>
                    <a:lnTo>
                      <a:pt x="561" y="8"/>
                    </a:lnTo>
                    <a:lnTo>
                      <a:pt x="569" y="0"/>
                    </a:lnTo>
                    <a:lnTo>
                      <a:pt x="577" y="8"/>
                    </a:lnTo>
                    <a:lnTo>
                      <a:pt x="585" y="24"/>
                    </a:lnTo>
                    <a:lnTo>
                      <a:pt x="593" y="40"/>
                    </a:lnTo>
                    <a:lnTo>
                      <a:pt x="593" y="56"/>
                    </a:lnTo>
                    <a:lnTo>
                      <a:pt x="601" y="80"/>
                    </a:lnTo>
                    <a:lnTo>
                      <a:pt x="601" y="112"/>
                    </a:lnTo>
                    <a:lnTo>
                      <a:pt x="609" y="144"/>
                    </a:lnTo>
                    <a:lnTo>
                      <a:pt x="617" y="184"/>
                    </a:lnTo>
                    <a:lnTo>
                      <a:pt x="617" y="224"/>
                    </a:lnTo>
                    <a:lnTo>
                      <a:pt x="625" y="264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95" name="Freeform 79"/>
              <p:cNvSpPr>
                <a:spLocks/>
              </p:cNvSpPr>
              <p:nvPr/>
            </p:nvSpPr>
            <p:spPr bwMode="auto">
              <a:xfrm>
                <a:off x="1838" y="654"/>
                <a:ext cx="617" cy="2822"/>
              </a:xfrm>
              <a:custGeom>
                <a:avLst/>
                <a:gdLst/>
                <a:ahLst/>
                <a:cxnLst>
                  <a:cxn ang="0">
                    <a:pos x="8" y="368"/>
                  </a:cxn>
                  <a:cxn ang="0">
                    <a:pos x="24" y="544"/>
                  </a:cxn>
                  <a:cxn ang="0">
                    <a:pos x="40" y="744"/>
                  </a:cxn>
                  <a:cxn ang="0">
                    <a:pos x="48" y="959"/>
                  </a:cxn>
                  <a:cxn ang="0">
                    <a:pos x="64" y="1191"/>
                  </a:cxn>
                  <a:cxn ang="0">
                    <a:pos x="80" y="1431"/>
                  </a:cxn>
                  <a:cxn ang="0">
                    <a:pos x="96" y="1663"/>
                  </a:cxn>
                  <a:cxn ang="0">
                    <a:pos x="104" y="1895"/>
                  </a:cxn>
                  <a:cxn ang="0">
                    <a:pos x="120" y="2110"/>
                  </a:cxn>
                  <a:cxn ang="0">
                    <a:pos x="136" y="2310"/>
                  </a:cxn>
                  <a:cxn ang="0">
                    <a:pos x="152" y="2478"/>
                  </a:cxn>
                  <a:cxn ang="0">
                    <a:pos x="168" y="2622"/>
                  </a:cxn>
                  <a:cxn ang="0">
                    <a:pos x="176" y="2726"/>
                  </a:cxn>
                  <a:cxn ang="0">
                    <a:pos x="192" y="2790"/>
                  </a:cxn>
                  <a:cxn ang="0">
                    <a:pos x="208" y="2822"/>
                  </a:cxn>
                  <a:cxn ang="0">
                    <a:pos x="224" y="2790"/>
                  </a:cxn>
                  <a:cxn ang="0">
                    <a:pos x="240" y="2726"/>
                  </a:cxn>
                  <a:cxn ang="0">
                    <a:pos x="256" y="2622"/>
                  </a:cxn>
                  <a:cxn ang="0">
                    <a:pos x="272" y="2486"/>
                  </a:cxn>
                  <a:cxn ang="0">
                    <a:pos x="280" y="2318"/>
                  </a:cxn>
                  <a:cxn ang="0">
                    <a:pos x="296" y="2118"/>
                  </a:cxn>
                  <a:cxn ang="0">
                    <a:pos x="312" y="1903"/>
                  </a:cxn>
                  <a:cxn ang="0">
                    <a:pos x="328" y="1679"/>
                  </a:cxn>
                  <a:cxn ang="0">
                    <a:pos x="344" y="1439"/>
                  </a:cxn>
                  <a:cxn ang="0">
                    <a:pos x="352" y="1199"/>
                  </a:cxn>
                  <a:cxn ang="0">
                    <a:pos x="368" y="967"/>
                  </a:cxn>
                  <a:cxn ang="0">
                    <a:pos x="384" y="752"/>
                  </a:cxn>
                  <a:cxn ang="0">
                    <a:pos x="400" y="544"/>
                  </a:cxn>
                  <a:cxn ang="0">
                    <a:pos x="416" y="376"/>
                  </a:cxn>
                  <a:cxn ang="0">
                    <a:pos x="424" y="224"/>
                  </a:cxn>
                  <a:cxn ang="0">
                    <a:pos x="440" y="112"/>
                  </a:cxn>
                  <a:cxn ang="0">
                    <a:pos x="456" y="40"/>
                  </a:cxn>
                  <a:cxn ang="0">
                    <a:pos x="480" y="0"/>
                  </a:cxn>
                  <a:cxn ang="0">
                    <a:pos x="488" y="24"/>
                  </a:cxn>
                  <a:cxn ang="0">
                    <a:pos x="504" y="80"/>
                  </a:cxn>
                  <a:cxn ang="0">
                    <a:pos x="521" y="176"/>
                  </a:cxn>
                  <a:cxn ang="0">
                    <a:pos x="529" y="312"/>
                  </a:cxn>
                  <a:cxn ang="0">
                    <a:pos x="545" y="472"/>
                  </a:cxn>
                  <a:cxn ang="0">
                    <a:pos x="561" y="664"/>
                  </a:cxn>
                  <a:cxn ang="0">
                    <a:pos x="577" y="880"/>
                  </a:cxn>
                  <a:cxn ang="0">
                    <a:pos x="593" y="1103"/>
                  </a:cxn>
                  <a:cxn ang="0">
                    <a:pos x="601" y="1343"/>
                  </a:cxn>
                </a:cxnLst>
                <a:rect l="0" t="0" r="r" b="b"/>
                <a:pathLst>
                  <a:path w="617" h="2822">
                    <a:moveTo>
                      <a:pt x="0" y="264"/>
                    </a:moveTo>
                    <a:lnTo>
                      <a:pt x="0" y="312"/>
                    </a:lnTo>
                    <a:lnTo>
                      <a:pt x="8" y="368"/>
                    </a:lnTo>
                    <a:lnTo>
                      <a:pt x="16" y="424"/>
                    </a:lnTo>
                    <a:lnTo>
                      <a:pt x="16" y="480"/>
                    </a:lnTo>
                    <a:lnTo>
                      <a:pt x="24" y="544"/>
                    </a:lnTo>
                    <a:lnTo>
                      <a:pt x="24" y="608"/>
                    </a:lnTo>
                    <a:lnTo>
                      <a:pt x="32" y="672"/>
                    </a:lnTo>
                    <a:lnTo>
                      <a:pt x="40" y="744"/>
                    </a:lnTo>
                    <a:lnTo>
                      <a:pt x="40" y="808"/>
                    </a:lnTo>
                    <a:lnTo>
                      <a:pt x="48" y="888"/>
                    </a:lnTo>
                    <a:lnTo>
                      <a:pt x="48" y="959"/>
                    </a:lnTo>
                    <a:lnTo>
                      <a:pt x="56" y="1031"/>
                    </a:lnTo>
                    <a:lnTo>
                      <a:pt x="64" y="1111"/>
                    </a:lnTo>
                    <a:lnTo>
                      <a:pt x="64" y="1191"/>
                    </a:lnTo>
                    <a:lnTo>
                      <a:pt x="72" y="1271"/>
                    </a:lnTo>
                    <a:lnTo>
                      <a:pt x="72" y="1351"/>
                    </a:lnTo>
                    <a:lnTo>
                      <a:pt x="80" y="1431"/>
                    </a:lnTo>
                    <a:lnTo>
                      <a:pt x="88" y="1511"/>
                    </a:lnTo>
                    <a:lnTo>
                      <a:pt x="88" y="1591"/>
                    </a:lnTo>
                    <a:lnTo>
                      <a:pt x="96" y="1663"/>
                    </a:lnTo>
                    <a:lnTo>
                      <a:pt x="96" y="1743"/>
                    </a:lnTo>
                    <a:lnTo>
                      <a:pt x="104" y="1823"/>
                    </a:lnTo>
                    <a:lnTo>
                      <a:pt x="104" y="1895"/>
                    </a:lnTo>
                    <a:lnTo>
                      <a:pt x="112" y="1967"/>
                    </a:lnTo>
                    <a:lnTo>
                      <a:pt x="120" y="2047"/>
                    </a:lnTo>
                    <a:lnTo>
                      <a:pt x="120" y="2110"/>
                    </a:lnTo>
                    <a:lnTo>
                      <a:pt x="128" y="2182"/>
                    </a:lnTo>
                    <a:lnTo>
                      <a:pt x="128" y="2246"/>
                    </a:lnTo>
                    <a:lnTo>
                      <a:pt x="136" y="2310"/>
                    </a:lnTo>
                    <a:lnTo>
                      <a:pt x="144" y="2366"/>
                    </a:lnTo>
                    <a:lnTo>
                      <a:pt x="144" y="2422"/>
                    </a:lnTo>
                    <a:lnTo>
                      <a:pt x="152" y="2478"/>
                    </a:lnTo>
                    <a:lnTo>
                      <a:pt x="152" y="2526"/>
                    </a:lnTo>
                    <a:lnTo>
                      <a:pt x="160" y="2574"/>
                    </a:lnTo>
                    <a:lnTo>
                      <a:pt x="168" y="2622"/>
                    </a:lnTo>
                    <a:lnTo>
                      <a:pt x="168" y="2662"/>
                    </a:lnTo>
                    <a:lnTo>
                      <a:pt x="176" y="2694"/>
                    </a:lnTo>
                    <a:lnTo>
                      <a:pt x="176" y="2726"/>
                    </a:lnTo>
                    <a:lnTo>
                      <a:pt x="184" y="2750"/>
                    </a:lnTo>
                    <a:lnTo>
                      <a:pt x="192" y="2774"/>
                    </a:lnTo>
                    <a:lnTo>
                      <a:pt x="192" y="2790"/>
                    </a:lnTo>
                    <a:lnTo>
                      <a:pt x="200" y="2806"/>
                    </a:lnTo>
                    <a:lnTo>
                      <a:pt x="200" y="2814"/>
                    </a:lnTo>
                    <a:lnTo>
                      <a:pt x="208" y="2822"/>
                    </a:lnTo>
                    <a:lnTo>
                      <a:pt x="216" y="2814"/>
                    </a:lnTo>
                    <a:lnTo>
                      <a:pt x="224" y="2806"/>
                    </a:lnTo>
                    <a:lnTo>
                      <a:pt x="224" y="2790"/>
                    </a:lnTo>
                    <a:lnTo>
                      <a:pt x="232" y="2774"/>
                    </a:lnTo>
                    <a:lnTo>
                      <a:pt x="240" y="2750"/>
                    </a:lnTo>
                    <a:lnTo>
                      <a:pt x="240" y="2726"/>
                    </a:lnTo>
                    <a:lnTo>
                      <a:pt x="248" y="2694"/>
                    </a:lnTo>
                    <a:lnTo>
                      <a:pt x="248" y="2662"/>
                    </a:lnTo>
                    <a:lnTo>
                      <a:pt x="256" y="2622"/>
                    </a:lnTo>
                    <a:lnTo>
                      <a:pt x="264" y="2582"/>
                    </a:lnTo>
                    <a:lnTo>
                      <a:pt x="264" y="2534"/>
                    </a:lnTo>
                    <a:lnTo>
                      <a:pt x="272" y="2486"/>
                    </a:lnTo>
                    <a:lnTo>
                      <a:pt x="272" y="2430"/>
                    </a:lnTo>
                    <a:lnTo>
                      <a:pt x="280" y="2374"/>
                    </a:lnTo>
                    <a:lnTo>
                      <a:pt x="280" y="2318"/>
                    </a:lnTo>
                    <a:lnTo>
                      <a:pt x="288" y="2254"/>
                    </a:lnTo>
                    <a:lnTo>
                      <a:pt x="296" y="2190"/>
                    </a:lnTo>
                    <a:lnTo>
                      <a:pt x="296" y="2118"/>
                    </a:lnTo>
                    <a:lnTo>
                      <a:pt x="304" y="2055"/>
                    </a:lnTo>
                    <a:lnTo>
                      <a:pt x="304" y="1983"/>
                    </a:lnTo>
                    <a:lnTo>
                      <a:pt x="312" y="1903"/>
                    </a:lnTo>
                    <a:lnTo>
                      <a:pt x="320" y="1831"/>
                    </a:lnTo>
                    <a:lnTo>
                      <a:pt x="320" y="1751"/>
                    </a:lnTo>
                    <a:lnTo>
                      <a:pt x="328" y="1679"/>
                    </a:lnTo>
                    <a:lnTo>
                      <a:pt x="328" y="1599"/>
                    </a:lnTo>
                    <a:lnTo>
                      <a:pt x="336" y="1519"/>
                    </a:lnTo>
                    <a:lnTo>
                      <a:pt x="344" y="1439"/>
                    </a:lnTo>
                    <a:lnTo>
                      <a:pt x="344" y="1359"/>
                    </a:lnTo>
                    <a:lnTo>
                      <a:pt x="352" y="1279"/>
                    </a:lnTo>
                    <a:lnTo>
                      <a:pt x="352" y="1199"/>
                    </a:lnTo>
                    <a:lnTo>
                      <a:pt x="360" y="1119"/>
                    </a:lnTo>
                    <a:lnTo>
                      <a:pt x="368" y="1047"/>
                    </a:lnTo>
                    <a:lnTo>
                      <a:pt x="368" y="967"/>
                    </a:lnTo>
                    <a:lnTo>
                      <a:pt x="376" y="896"/>
                    </a:lnTo>
                    <a:lnTo>
                      <a:pt x="376" y="816"/>
                    </a:lnTo>
                    <a:lnTo>
                      <a:pt x="384" y="752"/>
                    </a:lnTo>
                    <a:lnTo>
                      <a:pt x="392" y="680"/>
                    </a:lnTo>
                    <a:lnTo>
                      <a:pt x="392" y="616"/>
                    </a:lnTo>
                    <a:lnTo>
                      <a:pt x="400" y="544"/>
                    </a:lnTo>
                    <a:lnTo>
                      <a:pt x="400" y="488"/>
                    </a:lnTo>
                    <a:lnTo>
                      <a:pt x="408" y="424"/>
                    </a:lnTo>
                    <a:lnTo>
                      <a:pt x="416" y="376"/>
                    </a:lnTo>
                    <a:lnTo>
                      <a:pt x="416" y="320"/>
                    </a:lnTo>
                    <a:lnTo>
                      <a:pt x="424" y="272"/>
                    </a:lnTo>
                    <a:lnTo>
                      <a:pt x="424" y="224"/>
                    </a:lnTo>
                    <a:lnTo>
                      <a:pt x="432" y="184"/>
                    </a:lnTo>
                    <a:lnTo>
                      <a:pt x="440" y="144"/>
                    </a:lnTo>
                    <a:lnTo>
                      <a:pt x="440" y="112"/>
                    </a:lnTo>
                    <a:lnTo>
                      <a:pt x="448" y="88"/>
                    </a:lnTo>
                    <a:lnTo>
                      <a:pt x="448" y="64"/>
                    </a:lnTo>
                    <a:lnTo>
                      <a:pt x="456" y="40"/>
                    </a:lnTo>
                    <a:lnTo>
                      <a:pt x="464" y="24"/>
                    </a:lnTo>
                    <a:lnTo>
                      <a:pt x="464" y="16"/>
                    </a:lnTo>
                    <a:lnTo>
                      <a:pt x="480" y="0"/>
                    </a:lnTo>
                    <a:lnTo>
                      <a:pt x="472" y="0"/>
                    </a:lnTo>
                    <a:lnTo>
                      <a:pt x="480" y="8"/>
                    </a:lnTo>
                    <a:lnTo>
                      <a:pt x="488" y="24"/>
                    </a:lnTo>
                    <a:lnTo>
                      <a:pt x="496" y="32"/>
                    </a:lnTo>
                    <a:lnTo>
                      <a:pt x="496" y="56"/>
                    </a:lnTo>
                    <a:lnTo>
                      <a:pt x="504" y="80"/>
                    </a:lnTo>
                    <a:lnTo>
                      <a:pt x="504" y="104"/>
                    </a:lnTo>
                    <a:lnTo>
                      <a:pt x="512" y="136"/>
                    </a:lnTo>
                    <a:lnTo>
                      <a:pt x="521" y="176"/>
                    </a:lnTo>
                    <a:lnTo>
                      <a:pt x="521" y="216"/>
                    </a:lnTo>
                    <a:lnTo>
                      <a:pt x="529" y="264"/>
                    </a:lnTo>
                    <a:lnTo>
                      <a:pt x="529" y="312"/>
                    </a:lnTo>
                    <a:lnTo>
                      <a:pt x="537" y="360"/>
                    </a:lnTo>
                    <a:lnTo>
                      <a:pt x="545" y="416"/>
                    </a:lnTo>
                    <a:lnTo>
                      <a:pt x="545" y="472"/>
                    </a:lnTo>
                    <a:lnTo>
                      <a:pt x="553" y="536"/>
                    </a:lnTo>
                    <a:lnTo>
                      <a:pt x="553" y="600"/>
                    </a:lnTo>
                    <a:lnTo>
                      <a:pt x="561" y="664"/>
                    </a:lnTo>
                    <a:lnTo>
                      <a:pt x="569" y="736"/>
                    </a:lnTo>
                    <a:lnTo>
                      <a:pt x="569" y="800"/>
                    </a:lnTo>
                    <a:lnTo>
                      <a:pt x="577" y="880"/>
                    </a:lnTo>
                    <a:lnTo>
                      <a:pt x="577" y="951"/>
                    </a:lnTo>
                    <a:lnTo>
                      <a:pt x="585" y="1023"/>
                    </a:lnTo>
                    <a:lnTo>
                      <a:pt x="593" y="1103"/>
                    </a:lnTo>
                    <a:lnTo>
                      <a:pt x="593" y="1183"/>
                    </a:lnTo>
                    <a:lnTo>
                      <a:pt x="601" y="1263"/>
                    </a:lnTo>
                    <a:lnTo>
                      <a:pt x="601" y="1343"/>
                    </a:lnTo>
                    <a:lnTo>
                      <a:pt x="609" y="1423"/>
                    </a:lnTo>
                    <a:lnTo>
                      <a:pt x="617" y="1503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96" name="Freeform 80"/>
              <p:cNvSpPr>
                <a:spLocks/>
              </p:cNvSpPr>
              <p:nvPr/>
            </p:nvSpPr>
            <p:spPr bwMode="auto">
              <a:xfrm>
                <a:off x="2455" y="654"/>
                <a:ext cx="608" cy="2822"/>
              </a:xfrm>
              <a:custGeom>
                <a:avLst/>
                <a:gdLst/>
                <a:ahLst/>
                <a:cxnLst>
                  <a:cxn ang="0">
                    <a:pos x="8" y="1655"/>
                  </a:cxn>
                  <a:cxn ang="0">
                    <a:pos x="24" y="1887"/>
                  </a:cxn>
                  <a:cxn ang="0">
                    <a:pos x="32" y="2102"/>
                  </a:cxn>
                  <a:cxn ang="0">
                    <a:pos x="48" y="2302"/>
                  </a:cxn>
                  <a:cxn ang="0">
                    <a:pos x="64" y="2470"/>
                  </a:cxn>
                  <a:cxn ang="0">
                    <a:pos x="80" y="2614"/>
                  </a:cxn>
                  <a:cxn ang="0">
                    <a:pos x="88" y="2718"/>
                  </a:cxn>
                  <a:cxn ang="0">
                    <a:pos x="104" y="2790"/>
                  </a:cxn>
                  <a:cxn ang="0">
                    <a:pos x="120" y="2822"/>
                  </a:cxn>
                  <a:cxn ang="0">
                    <a:pos x="136" y="2798"/>
                  </a:cxn>
                  <a:cxn ang="0">
                    <a:pos x="152" y="2734"/>
                  </a:cxn>
                  <a:cxn ang="0">
                    <a:pos x="168" y="2630"/>
                  </a:cxn>
                  <a:cxn ang="0">
                    <a:pos x="184" y="2494"/>
                  </a:cxn>
                  <a:cxn ang="0">
                    <a:pos x="200" y="2326"/>
                  </a:cxn>
                  <a:cxn ang="0">
                    <a:pos x="208" y="2126"/>
                  </a:cxn>
                  <a:cxn ang="0">
                    <a:pos x="224" y="1911"/>
                  </a:cxn>
                  <a:cxn ang="0">
                    <a:pos x="240" y="1687"/>
                  </a:cxn>
                  <a:cxn ang="0">
                    <a:pos x="256" y="1447"/>
                  </a:cxn>
                  <a:cxn ang="0">
                    <a:pos x="264" y="1207"/>
                  </a:cxn>
                  <a:cxn ang="0">
                    <a:pos x="280" y="975"/>
                  </a:cxn>
                  <a:cxn ang="0">
                    <a:pos x="296" y="760"/>
                  </a:cxn>
                  <a:cxn ang="0">
                    <a:pos x="312" y="552"/>
                  </a:cxn>
                  <a:cxn ang="0">
                    <a:pos x="328" y="376"/>
                  </a:cxn>
                  <a:cxn ang="0">
                    <a:pos x="336" y="232"/>
                  </a:cxn>
                  <a:cxn ang="0">
                    <a:pos x="352" y="120"/>
                  </a:cxn>
                  <a:cxn ang="0">
                    <a:pos x="368" y="40"/>
                  </a:cxn>
                  <a:cxn ang="0">
                    <a:pos x="392" y="0"/>
                  </a:cxn>
                  <a:cxn ang="0">
                    <a:pos x="400" y="8"/>
                  </a:cxn>
                  <a:cxn ang="0">
                    <a:pos x="408" y="56"/>
                  </a:cxn>
                  <a:cxn ang="0">
                    <a:pos x="424" y="136"/>
                  </a:cxn>
                  <a:cxn ang="0">
                    <a:pos x="440" y="256"/>
                  </a:cxn>
                  <a:cxn ang="0">
                    <a:pos x="456" y="408"/>
                  </a:cxn>
                  <a:cxn ang="0">
                    <a:pos x="464" y="592"/>
                  </a:cxn>
                  <a:cxn ang="0">
                    <a:pos x="480" y="792"/>
                  </a:cxn>
                  <a:cxn ang="0">
                    <a:pos x="496" y="1015"/>
                  </a:cxn>
                  <a:cxn ang="0">
                    <a:pos x="512" y="1255"/>
                  </a:cxn>
                  <a:cxn ang="0">
                    <a:pos x="528" y="1487"/>
                  </a:cxn>
                  <a:cxn ang="0">
                    <a:pos x="536" y="1727"/>
                  </a:cxn>
                  <a:cxn ang="0">
                    <a:pos x="552" y="1951"/>
                  </a:cxn>
                  <a:cxn ang="0">
                    <a:pos x="568" y="2166"/>
                  </a:cxn>
                  <a:cxn ang="0">
                    <a:pos x="584" y="2358"/>
                  </a:cxn>
                  <a:cxn ang="0">
                    <a:pos x="600" y="2518"/>
                  </a:cxn>
                </a:cxnLst>
                <a:rect l="0" t="0" r="r" b="b"/>
                <a:pathLst>
                  <a:path w="608" h="2822">
                    <a:moveTo>
                      <a:pt x="0" y="1503"/>
                    </a:moveTo>
                    <a:lnTo>
                      <a:pt x="0" y="1575"/>
                    </a:lnTo>
                    <a:lnTo>
                      <a:pt x="8" y="1655"/>
                    </a:lnTo>
                    <a:lnTo>
                      <a:pt x="8" y="1735"/>
                    </a:lnTo>
                    <a:lnTo>
                      <a:pt x="16" y="1815"/>
                    </a:lnTo>
                    <a:lnTo>
                      <a:pt x="24" y="1887"/>
                    </a:lnTo>
                    <a:lnTo>
                      <a:pt x="24" y="1959"/>
                    </a:lnTo>
                    <a:lnTo>
                      <a:pt x="32" y="2039"/>
                    </a:lnTo>
                    <a:lnTo>
                      <a:pt x="32" y="2102"/>
                    </a:lnTo>
                    <a:lnTo>
                      <a:pt x="40" y="2174"/>
                    </a:lnTo>
                    <a:lnTo>
                      <a:pt x="48" y="2238"/>
                    </a:lnTo>
                    <a:lnTo>
                      <a:pt x="48" y="2302"/>
                    </a:lnTo>
                    <a:lnTo>
                      <a:pt x="56" y="2366"/>
                    </a:lnTo>
                    <a:lnTo>
                      <a:pt x="56" y="2422"/>
                    </a:lnTo>
                    <a:lnTo>
                      <a:pt x="64" y="2470"/>
                    </a:lnTo>
                    <a:lnTo>
                      <a:pt x="64" y="2526"/>
                    </a:lnTo>
                    <a:lnTo>
                      <a:pt x="72" y="2574"/>
                    </a:lnTo>
                    <a:lnTo>
                      <a:pt x="80" y="2614"/>
                    </a:lnTo>
                    <a:lnTo>
                      <a:pt x="80" y="2654"/>
                    </a:lnTo>
                    <a:lnTo>
                      <a:pt x="88" y="2686"/>
                    </a:lnTo>
                    <a:lnTo>
                      <a:pt x="88" y="2718"/>
                    </a:lnTo>
                    <a:lnTo>
                      <a:pt x="96" y="2750"/>
                    </a:lnTo>
                    <a:lnTo>
                      <a:pt x="104" y="2774"/>
                    </a:lnTo>
                    <a:lnTo>
                      <a:pt x="104" y="2790"/>
                    </a:lnTo>
                    <a:lnTo>
                      <a:pt x="112" y="2806"/>
                    </a:lnTo>
                    <a:lnTo>
                      <a:pt x="112" y="2814"/>
                    </a:lnTo>
                    <a:lnTo>
                      <a:pt x="120" y="2822"/>
                    </a:lnTo>
                    <a:lnTo>
                      <a:pt x="128" y="2814"/>
                    </a:lnTo>
                    <a:lnTo>
                      <a:pt x="136" y="2806"/>
                    </a:lnTo>
                    <a:lnTo>
                      <a:pt x="136" y="2798"/>
                    </a:lnTo>
                    <a:lnTo>
                      <a:pt x="144" y="2774"/>
                    </a:lnTo>
                    <a:lnTo>
                      <a:pt x="152" y="2758"/>
                    </a:lnTo>
                    <a:lnTo>
                      <a:pt x="152" y="2734"/>
                    </a:lnTo>
                    <a:lnTo>
                      <a:pt x="160" y="2702"/>
                    </a:lnTo>
                    <a:lnTo>
                      <a:pt x="160" y="2670"/>
                    </a:lnTo>
                    <a:lnTo>
                      <a:pt x="168" y="2630"/>
                    </a:lnTo>
                    <a:lnTo>
                      <a:pt x="176" y="2590"/>
                    </a:lnTo>
                    <a:lnTo>
                      <a:pt x="176" y="2542"/>
                    </a:lnTo>
                    <a:lnTo>
                      <a:pt x="184" y="2494"/>
                    </a:lnTo>
                    <a:lnTo>
                      <a:pt x="184" y="2438"/>
                    </a:lnTo>
                    <a:lnTo>
                      <a:pt x="192" y="2382"/>
                    </a:lnTo>
                    <a:lnTo>
                      <a:pt x="200" y="2326"/>
                    </a:lnTo>
                    <a:lnTo>
                      <a:pt x="200" y="2262"/>
                    </a:lnTo>
                    <a:lnTo>
                      <a:pt x="208" y="2198"/>
                    </a:lnTo>
                    <a:lnTo>
                      <a:pt x="208" y="2126"/>
                    </a:lnTo>
                    <a:lnTo>
                      <a:pt x="216" y="2063"/>
                    </a:lnTo>
                    <a:lnTo>
                      <a:pt x="224" y="1991"/>
                    </a:lnTo>
                    <a:lnTo>
                      <a:pt x="224" y="1911"/>
                    </a:lnTo>
                    <a:lnTo>
                      <a:pt x="232" y="1839"/>
                    </a:lnTo>
                    <a:lnTo>
                      <a:pt x="232" y="1759"/>
                    </a:lnTo>
                    <a:lnTo>
                      <a:pt x="240" y="1687"/>
                    </a:lnTo>
                    <a:lnTo>
                      <a:pt x="240" y="1607"/>
                    </a:lnTo>
                    <a:lnTo>
                      <a:pt x="248" y="1527"/>
                    </a:lnTo>
                    <a:lnTo>
                      <a:pt x="256" y="1447"/>
                    </a:lnTo>
                    <a:lnTo>
                      <a:pt x="256" y="1367"/>
                    </a:lnTo>
                    <a:lnTo>
                      <a:pt x="264" y="1287"/>
                    </a:lnTo>
                    <a:lnTo>
                      <a:pt x="264" y="1207"/>
                    </a:lnTo>
                    <a:lnTo>
                      <a:pt x="272" y="1127"/>
                    </a:lnTo>
                    <a:lnTo>
                      <a:pt x="280" y="1055"/>
                    </a:lnTo>
                    <a:lnTo>
                      <a:pt x="280" y="975"/>
                    </a:lnTo>
                    <a:lnTo>
                      <a:pt x="288" y="904"/>
                    </a:lnTo>
                    <a:lnTo>
                      <a:pt x="288" y="824"/>
                    </a:lnTo>
                    <a:lnTo>
                      <a:pt x="296" y="760"/>
                    </a:lnTo>
                    <a:lnTo>
                      <a:pt x="304" y="688"/>
                    </a:lnTo>
                    <a:lnTo>
                      <a:pt x="304" y="616"/>
                    </a:lnTo>
                    <a:lnTo>
                      <a:pt x="312" y="552"/>
                    </a:lnTo>
                    <a:lnTo>
                      <a:pt x="312" y="496"/>
                    </a:lnTo>
                    <a:lnTo>
                      <a:pt x="320" y="432"/>
                    </a:lnTo>
                    <a:lnTo>
                      <a:pt x="328" y="376"/>
                    </a:lnTo>
                    <a:lnTo>
                      <a:pt x="328" y="328"/>
                    </a:lnTo>
                    <a:lnTo>
                      <a:pt x="336" y="280"/>
                    </a:lnTo>
                    <a:lnTo>
                      <a:pt x="336" y="232"/>
                    </a:lnTo>
                    <a:lnTo>
                      <a:pt x="344" y="192"/>
                    </a:lnTo>
                    <a:lnTo>
                      <a:pt x="352" y="152"/>
                    </a:lnTo>
                    <a:lnTo>
                      <a:pt x="352" y="120"/>
                    </a:lnTo>
                    <a:lnTo>
                      <a:pt x="360" y="88"/>
                    </a:lnTo>
                    <a:lnTo>
                      <a:pt x="360" y="64"/>
                    </a:lnTo>
                    <a:lnTo>
                      <a:pt x="368" y="40"/>
                    </a:lnTo>
                    <a:lnTo>
                      <a:pt x="376" y="24"/>
                    </a:lnTo>
                    <a:lnTo>
                      <a:pt x="376" y="16"/>
                    </a:lnTo>
                    <a:lnTo>
                      <a:pt x="392" y="0"/>
                    </a:lnTo>
                    <a:lnTo>
                      <a:pt x="384" y="0"/>
                    </a:lnTo>
                    <a:lnTo>
                      <a:pt x="392" y="0"/>
                    </a:lnTo>
                    <a:lnTo>
                      <a:pt x="400" y="8"/>
                    </a:lnTo>
                    <a:lnTo>
                      <a:pt x="400" y="16"/>
                    </a:lnTo>
                    <a:lnTo>
                      <a:pt x="408" y="32"/>
                    </a:lnTo>
                    <a:lnTo>
                      <a:pt x="408" y="56"/>
                    </a:lnTo>
                    <a:lnTo>
                      <a:pt x="416" y="80"/>
                    </a:lnTo>
                    <a:lnTo>
                      <a:pt x="424" y="104"/>
                    </a:lnTo>
                    <a:lnTo>
                      <a:pt x="424" y="136"/>
                    </a:lnTo>
                    <a:lnTo>
                      <a:pt x="432" y="176"/>
                    </a:lnTo>
                    <a:lnTo>
                      <a:pt x="432" y="216"/>
                    </a:lnTo>
                    <a:lnTo>
                      <a:pt x="440" y="256"/>
                    </a:lnTo>
                    <a:lnTo>
                      <a:pt x="440" y="304"/>
                    </a:lnTo>
                    <a:lnTo>
                      <a:pt x="448" y="352"/>
                    </a:lnTo>
                    <a:lnTo>
                      <a:pt x="456" y="408"/>
                    </a:lnTo>
                    <a:lnTo>
                      <a:pt x="456" y="464"/>
                    </a:lnTo>
                    <a:lnTo>
                      <a:pt x="464" y="528"/>
                    </a:lnTo>
                    <a:lnTo>
                      <a:pt x="464" y="592"/>
                    </a:lnTo>
                    <a:lnTo>
                      <a:pt x="472" y="656"/>
                    </a:lnTo>
                    <a:lnTo>
                      <a:pt x="480" y="728"/>
                    </a:lnTo>
                    <a:lnTo>
                      <a:pt x="480" y="792"/>
                    </a:lnTo>
                    <a:lnTo>
                      <a:pt x="488" y="872"/>
                    </a:lnTo>
                    <a:lnTo>
                      <a:pt x="488" y="943"/>
                    </a:lnTo>
                    <a:lnTo>
                      <a:pt x="496" y="1015"/>
                    </a:lnTo>
                    <a:lnTo>
                      <a:pt x="504" y="1095"/>
                    </a:lnTo>
                    <a:lnTo>
                      <a:pt x="504" y="1175"/>
                    </a:lnTo>
                    <a:lnTo>
                      <a:pt x="512" y="1255"/>
                    </a:lnTo>
                    <a:lnTo>
                      <a:pt x="512" y="1335"/>
                    </a:lnTo>
                    <a:lnTo>
                      <a:pt x="520" y="1407"/>
                    </a:lnTo>
                    <a:lnTo>
                      <a:pt x="528" y="1487"/>
                    </a:lnTo>
                    <a:lnTo>
                      <a:pt x="528" y="1567"/>
                    </a:lnTo>
                    <a:lnTo>
                      <a:pt x="536" y="1647"/>
                    </a:lnTo>
                    <a:lnTo>
                      <a:pt x="536" y="1727"/>
                    </a:lnTo>
                    <a:lnTo>
                      <a:pt x="544" y="1807"/>
                    </a:lnTo>
                    <a:lnTo>
                      <a:pt x="552" y="1879"/>
                    </a:lnTo>
                    <a:lnTo>
                      <a:pt x="552" y="1951"/>
                    </a:lnTo>
                    <a:lnTo>
                      <a:pt x="560" y="2031"/>
                    </a:lnTo>
                    <a:lnTo>
                      <a:pt x="560" y="2094"/>
                    </a:lnTo>
                    <a:lnTo>
                      <a:pt x="568" y="2166"/>
                    </a:lnTo>
                    <a:lnTo>
                      <a:pt x="576" y="2230"/>
                    </a:lnTo>
                    <a:lnTo>
                      <a:pt x="576" y="2294"/>
                    </a:lnTo>
                    <a:lnTo>
                      <a:pt x="584" y="2358"/>
                    </a:lnTo>
                    <a:lnTo>
                      <a:pt x="584" y="2414"/>
                    </a:lnTo>
                    <a:lnTo>
                      <a:pt x="592" y="2470"/>
                    </a:lnTo>
                    <a:lnTo>
                      <a:pt x="600" y="2518"/>
                    </a:lnTo>
                    <a:lnTo>
                      <a:pt x="600" y="2566"/>
                    </a:lnTo>
                    <a:lnTo>
                      <a:pt x="608" y="2606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97" name="Freeform 81"/>
              <p:cNvSpPr>
                <a:spLocks/>
              </p:cNvSpPr>
              <p:nvPr/>
            </p:nvSpPr>
            <p:spPr bwMode="auto">
              <a:xfrm>
                <a:off x="3063" y="654"/>
                <a:ext cx="609" cy="2822"/>
              </a:xfrm>
              <a:custGeom>
                <a:avLst/>
                <a:gdLst/>
                <a:ahLst/>
                <a:cxnLst>
                  <a:cxn ang="0">
                    <a:pos x="8" y="2686"/>
                  </a:cxn>
                  <a:cxn ang="0">
                    <a:pos x="24" y="2766"/>
                  </a:cxn>
                  <a:cxn ang="0">
                    <a:pos x="32" y="2814"/>
                  </a:cxn>
                  <a:cxn ang="0">
                    <a:pos x="56" y="2806"/>
                  </a:cxn>
                  <a:cxn ang="0">
                    <a:pos x="72" y="2758"/>
                  </a:cxn>
                  <a:cxn ang="0">
                    <a:pos x="80" y="2670"/>
                  </a:cxn>
                  <a:cxn ang="0">
                    <a:pos x="96" y="2542"/>
                  </a:cxn>
                  <a:cxn ang="0">
                    <a:pos x="112" y="2390"/>
                  </a:cxn>
                  <a:cxn ang="0">
                    <a:pos x="128" y="2206"/>
                  </a:cxn>
                  <a:cxn ang="0">
                    <a:pos x="144" y="1999"/>
                  </a:cxn>
                  <a:cxn ang="0">
                    <a:pos x="152" y="1767"/>
                  </a:cxn>
                  <a:cxn ang="0">
                    <a:pos x="168" y="1535"/>
                  </a:cxn>
                  <a:cxn ang="0">
                    <a:pos x="184" y="1295"/>
                  </a:cxn>
                  <a:cxn ang="0">
                    <a:pos x="200" y="1063"/>
                  </a:cxn>
                  <a:cxn ang="0">
                    <a:pos x="208" y="832"/>
                  </a:cxn>
                  <a:cxn ang="0">
                    <a:pos x="224" y="624"/>
                  </a:cxn>
                  <a:cxn ang="0">
                    <a:pos x="240" y="440"/>
                  </a:cxn>
                  <a:cxn ang="0">
                    <a:pos x="256" y="280"/>
                  </a:cxn>
                  <a:cxn ang="0">
                    <a:pos x="272" y="152"/>
                  </a:cxn>
                  <a:cxn ang="0">
                    <a:pos x="280" y="64"/>
                  </a:cxn>
                  <a:cxn ang="0">
                    <a:pos x="296" y="16"/>
                  </a:cxn>
                  <a:cxn ang="0">
                    <a:pos x="312" y="0"/>
                  </a:cxn>
                  <a:cxn ang="0">
                    <a:pos x="329" y="32"/>
                  </a:cxn>
                  <a:cxn ang="0">
                    <a:pos x="345" y="104"/>
                  </a:cxn>
                  <a:cxn ang="0">
                    <a:pos x="353" y="208"/>
                  </a:cxn>
                  <a:cxn ang="0">
                    <a:pos x="369" y="352"/>
                  </a:cxn>
                  <a:cxn ang="0">
                    <a:pos x="385" y="520"/>
                  </a:cxn>
                  <a:cxn ang="0">
                    <a:pos x="401" y="720"/>
                  </a:cxn>
                  <a:cxn ang="0">
                    <a:pos x="409" y="935"/>
                  </a:cxn>
                  <a:cxn ang="0">
                    <a:pos x="425" y="1167"/>
                  </a:cxn>
                  <a:cxn ang="0">
                    <a:pos x="441" y="1399"/>
                  </a:cxn>
                  <a:cxn ang="0">
                    <a:pos x="457" y="1639"/>
                  </a:cxn>
                  <a:cxn ang="0">
                    <a:pos x="473" y="1871"/>
                  </a:cxn>
                  <a:cxn ang="0">
                    <a:pos x="481" y="2086"/>
                  </a:cxn>
                  <a:cxn ang="0">
                    <a:pos x="497" y="2286"/>
                  </a:cxn>
                  <a:cxn ang="0">
                    <a:pos x="513" y="2462"/>
                  </a:cxn>
                  <a:cxn ang="0">
                    <a:pos x="529" y="2606"/>
                  </a:cxn>
                  <a:cxn ang="0">
                    <a:pos x="545" y="2718"/>
                  </a:cxn>
                  <a:cxn ang="0">
                    <a:pos x="553" y="2790"/>
                  </a:cxn>
                  <a:cxn ang="0">
                    <a:pos x="569" y="2822"/>
                  </a:cxn>
                  <a:cxn ang="0">
                    <a:pos x="585" y="2798"/>
                  </a:cxn>
                  <a:cxn ang="0">
                    <a:pos x="601" y="2734"/>
                  </a:cxn>
                </a:cxnLst>
                <a:rect l="0" t="0" r="r" b="b"/>
                <a:pathLst>
                  <a:path w="609" h="2822">
                    <a:moveTo>
                      <a:pt x="0" y="2606"/>
                    </a:moveTo>
                    <a:lnTo>
                      <a:pt x="0" y="2646"/>
                    </a:lnTo>
                    <a:lnTo>
                      <a:pt x="8" y="2686"/>
                    </a:lnTo>
                    <a:lnTo>
                      <a:pt x="8" y="2718"/>
                    </a:lnTo>
                    <a:lnTo>
                      <a:pt x="16" y="2742"/>
                    </a:lnTo>
                    <a:lnTo>
                      <a:pt x="24" y="2766"/>
                    </a:lnTo>
                    <a:lnTo>
                      <a:pt x="24" y="2790"/>
                    </a:lnTo>
                    <a:lnTo>
                      <a:pt x="32" y="2806"/>
                    </a:lnTo>
                    <a:lnTo>
                      <a:pt x="32" y="2814"/>
                    </a:lnTo>
                    <a:lnTo>
                      <a:pt x="40" y="2822"/>
                    </a:lnTo>
                    <a:lnTo>
                      <a:pt x="48" y="2814"/>
                    </a:lnTo>
                    <a:lnTo>
                      <a:pt x="56" y="2806"/>
                    </a:lnTo>
                    <a:lnTo>
                      <a:pt x="56" y="2798"/>
                    </a:lnTo>
                    <a:lnTo>
                      <a:pt x="64" y="2782"/>
                    </a:lnTo>
                    <a:lnTo>
                      <a:pt x="72" y="2758"/>
                    </a:lnTo>
                    <a:lnTo>
                      <a:pt x="72" y="2734"/>
                    </a:lnTo>
                    <a:lnTo>
                      <a:pt x="80" y="2702"/>
                    </a:lnTo>
                    <a:lnTo>
                      <a:pt x="80" y="2670"/>
                    </a:lnTo>
                    <a:lnTo>
                      <a:pt x="88" y="2630"/>
                    </a:lnTo>
                    <a:lnTo>
                      <a:pt x="96" y="2590"/>
                    </a:lnTo>
                    <a:lnTo>
                      <a:pt x="96" y="2542"/>
                    </a:lnTo>
                    <a:lnTo>
                      <a:pt x="104" y="2494"/>
                    </a:lnTo>
                    <a:lnTo>
                      <a:pt x="104" y="2446"/>
                    </a:lnTo>
                    <a:lnTo>
                      <a:pt x="112" y="2390"/>
                    </a:lnTo>
                    <a:lnTo>
                      <a:pt x="120" y="2326"/>
                    </a:lnTo>
                    <a:lnTo>
                      <a:pt x="120" y="2270"/>
                    </a:lnTo>
                    <a:lnTo>
                      <a:pt x="128" y="2206"/>
                    </a:lnTo>
                    <a:lnTo>
                      <a:pt x="128" y="2134"/>
                    </a:lnTo>
                    <a:lnTo>
                      <a:pt x="136" y="2063"/>
                    </a:lnTo>
                    <a:lnTo>
                      <a:pt x="144" y="1999"/>
                    </a:lnTo>
                    <a:lnTo>
                      <a:pt x="144" y="1919"/>
                    </a:lnTo>
                    <a:lnTo>
                      <a:pt x="152" y="1847"/>
                    </a:lnTo>
                    <a:lnTo>
                      <a:pt x="152" y="1767"/>
                    </a:lnTo>
                    <a:lnTo>
                      <a:pt x="160" y="1695"/>
                    </a:lnTo>
                    <a:lnTo>
                      <a:pt x="168" y="1615"/>
                    </a:lnTo>
                    <a:lnTo>
                      <a:pt x="168" y="1535"/>
                    </a:lnTo>
                    <a:lnTo>
                      <a:pt x="176" y="1455"/>
                    </a:lnTo>
                    <a:lnTo>
                      <a:pt x="176" y="1375"/>
                    </a:lnTo>
                    <a:lnTo>
                      <a:pt x="184" y="1295"/>
                    </a:lnTo>
                    <a:lnTo>
                      <a:pt x="192" y="1215"/>
                    </a:lnTo>
                    <a:lnTo>
                      <a:pt x="192" y="1135"/>
                    </a:lnTo>
                    <a:lnTo>
                      <a:pt x="200" y="1063"/>
                    </a:lnTo>
                    <a:lnTo>
                      <a:pt x="200" y="983"/>
                    </a:lnTo>
                    <a:lnTo>
                      <a:pt x="208" y="912"/>
                    </a:lnTo>
                    <a:lnTo>
                      <a:pt x="208" y="832"/>
                    </a:lnTo>
                    <a:lnTo>
                      <a:pt x="216" y="760"/>
                    </a:lnTo>
                    <a:lnTo>
                      <a:pt x="224" y="696"/>
                    </a:lnTo>
                    <a:lnTo>
                      <a:pt x="224" y="624"/>
                    </a:lnTo>
                    <a:lnTo>
                      <a:pt x="232" y="560"/>
                    </a:lnTo>
                    <a:lnTo>
                      <a:pt x="232" y="496"/>
                    </a:lnTo>
                    <a:lnTo>
                      <a:pt x="240" y="440"/>
                    </a:lnTo>
                    <a:lnTo>
                      <a:pt x="248" y="384"/>
                    </a:lnTo>
                    <a:lnTo>
                      <a:pt x="248" y="328"/>
                    </a:lnTo>
                    <a:lnTo>
                      <a:pt x="256" y="280"/>
                    </a:lnTo>
                    <a:lnTo>
                      <a:pt x="256" y="232"/>
                    </a:lnTo>
                    <a:lnTo>
                      <a:pt x="264" y="192"/>
                    </a:lnTo>
                    <a:lnTo>
                      <a:pt x="272" y="152"/>
                    </a:lnTo>
                    <a:lnTo>
                      <a:pt x="272" y="120"/>
                    </a:lnTo>
                    <a:lnTo>
                      <a:pt x="280" y="88"/>
                    </a:lnTo>
                    <a:lnTo>
                      <a:pt x="280" y="64"/>
                    </a:lnTo>
                    <a:lnTo>
                      <a:pt x="288" y="48"/>
                    </a:lnTo>
                    <a:lnTo>
                      <a:pt x="296" y="24"/>
                    </a:lnTo>
                    <a:lnTo>
                      <a:pt x="296" y="16"/>
                    </a:lnTo>
                    <a:lnTo>
                      <a:pt x="312" y="0"/>
                    </a:lnTo>
                    <a:lnTo>
                      <a:pt x="304" y="0"/>
                    </a:lnTo>
                    <a:lnTo>
                      <a:pt x="312" y="0"/>
                    </a:lnTo>
                    <a:lnTo>
                      <a:pt x="321" y="8"/>
                    </a:lnTo>
                    <a:lnTo>
                      <a:pt x="321" y="16"/>
                    </a:lnTo>
                    <a:lnTo>
                      <a:pt x="329" y="32"/>
                    </a:lnTo>
                    <a:lnTo>
                      <a:pt x="329" y="48"/>
                    </a:lnTo>
                    <a:lnTo>
                      <a:pt x="337" y="72"/>
                    </a:lnTo>
                    <a:lnTo>
                      <a:pt x="345" y="104"/>
                    </a:lnTo>
                    <a:lnTo>
                      <a:pt x="345" y="136"/>
                    </a:lnTo>
                    <a:lnTo>
                      <a:pt x="353" y="168"/>
                    </a:lnTo>
                    <a:lnTo>
                      <a:pt x="353" y="208"/>
                    </a:lnTo>
                    <a:lnTo>
                      <a:pt x="361" y="248"/>
                    </a:lnTo>
                    <a:lnTo>
                      <a:pt x="369" y="296"/>
                    </a:lnTo>
                    <a:lnTo>
                      <a:pt x="369" y="352"/>
                    </a:lnTo>
                    <a:lnTo>
                      <a:pt x="377" y="400"/>
                    </a:lnTo>
                    <a:lnTo>
                      <a:pt x="377" y="456"/>
                    </a:lnTo>
                    <a:lnTo>
                      <a:pt x="385" y="520"/>
                    </a:lnTo>
                    <a:lnTo>
                      <a:pt x="393" y="584"/>
                    </a:lnTo>
                    <a:lnTo>
                      <a:pt x="393" y="648"/>
                    </a:lnTo>
                    <a:lnTo>
                      <a:pt x="401" y="720"/>
                    </a:lnTo>
                    <a:lnTo>
                      <a:pt x="401" y="784"/>
                    </a:lnTo>
                    <a:lnTo>
                      <a:pt x="409" y="864"/>
                    </a:lnTo>
                    <a:lnTo>
                      <a:pt x="409" y="935"/>
                    </a:lnTo>
                    <a:lnTo>
                      <a:pt x="417" y="1007"/>
                    </a:lnTo>
                    <a:lnTo>
                      <a:pt x="425" y="1087"/>
                    </a:lnTo>
                    <a:lnTo>
                      <a:pt x="425" y="1167"/>
                    </a:lnTo>
                    <a:lnTo>
                      <a:pt x="433" y="1247"/>
                    </a:lnTo>
                    <a:lnTo>
                      <a:pt x="433" y="1319"/>
                    </a:lnTo>
                    <a:lnTo>
                      <a:pt x="441" y="1399"/>
                    </a:lnTo>
                    <a:lnTo>
                      <a:pt x="449" y="1479"/>
                    </a:lnTo>
                    <a:lnTo>
                      <a:pt x="449" y="1559"/>
                    </a:lnTo>
                    <a:lnTo>
                      <a:pt x="457" y="1639"/>
                    </a:lnTo>
                    <a:lnTo>
                      <a:pt x="457" y="1719"/>
                    </a:lnTo>
                    <a:lnTo>
                      <a:pt x="465" y="1799"/>
                    </a:lnTo>
                    <a:lnTo>
                      <a:pt x="473" y="1871"/>
                    </a:lnTo>
                    <a:lnTo>
                      <a:pt x="473" y="1943"/>
                    </a:lnTo>
                    <a:lnTo>
                      <a:pt x="481" y="2023"/>
                    </a:lnTo>
                    <a:lnTo>
                      <a:pt x="481" y="2086"/>
                    </a:lnTo>
                    <a:lnTo>
                      <a:pt x="489" y="2158"/>
                    </a:lnTo>
                    <a:lnTo>
                      <a:pt x="497" y="2222"/>
                    </a:lnTo>
                    <a:lnTo>
                      <a:pt x="497" y="2286"/>
                    </a:lnTo>
                    <a:lnTo>
                      <a:pt x="505" y="2350"/>
                    </a:lnTo>
                    <a:lnTo>
                      <a:pt x="505" y="2406"/>
                    </a:lnTo>
                    <a:lnTo>
                      <a:pt x="513" y="2462"/>
                    </a:lnTo>
                    <a:lnTo>
                      <a:pt x="521" y="2510"/>
                    </a:lnTo>
                    <a:lnTo>
                      <a:pt x="521" y="2558"/>
                    </a:lnTo>
                    <a:lnTo>
                      <a:pt x="529" y="2606"/>
                    </a:lnTo>
                    <a:lnTo>
                      <a:pt x="529" y="2646"/>
                    </a:lnTo>
                    <a:lnTo>
                      <a:pt x="537" y="2686"/>
                    </a:lnTo>
                    <a:lnTo>
                      <a:pt x="545" y="2718"/>
                    </a:lnTo>
                    <a:lnTo>
                      <a:pt x="545" y="2742"/>
                    </a:lnTo>
                    <a:lnTo>
                      <a:pt x="553" y="2766"/>
                    </a:lnTo>
                    <a:lnTo>
                      <a:pt x="553" y="2790"/>
                    </a:lnTo>
                    <a:lnTo>
                      <a:pt x="561" y="2798"/>
                    </a:lnTo>
                    <a:lnTo>
                      <a:pt x="577" y="2822"/>
                    </a:lnTo>
                    <a:lnTo>
                      <a:pt x="569" y="2822"/>
                    </a:lnTo>
                    <a:lnTo>
                      <a:pt x="577" y="2814"/>
                    </a:lnTo>
                    <a:lnTo>
                      <a:pt x="585" y="2806"/>
                    </a:lnTo>
                    <a:lnTo>
                      <a:pt x="585" y="2798"/>
                    </a:lnTo>
                    <a:lnTo>
                      <a:pt x="593" y="2782"/>
                    </a:lnTo>
                    <a:lnTo>
                      <a:pt x="601" y="2758"/>
                    </a:lnTo>
                    <a:lnTo>
                      <a:pt x="601" y="2734"/>
                    </a:lnTo>
                    <a:lnTo>
                      <a:pt x="609" y="2710"/>
                    </a:lnTo>
                    <a:lnTo>
                      <a:pt x="609" y="2678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98" name="Freeform 82"/>
              <p:cNvSpPr>
                <a:spLocks/>
              </p:cNvSpPr>
              <p:nvPr/>
            </p:nvSpPr>
            <p:spPr bwMode="auto">
              <a:xfrm>
                <a:off x="3672" y="654"/>
                <a:ext cx="616" cy="2814"/>
              </a:xfrm>
              <a:custGeom>
                <a:avLst/>
                <a:gdLst/>
                <a:ahLst/>
                <a:cxnLst>
                  <a:cxn ang="0">
                    <a:pos x="16" y="2598"/>
                  </a:cxn>
                  <a:cxn ang="0">
                    <a:pos x="24" y="2446"/>
                  </a:cxn>
                  <a:cxn ang="0">
                    <a:pos x="40" y="2278"/>
                  </a:cxn>
                  <a:cxn ang="0">
                    <a:pos x="56" y="2071"/>
                  </a:cxn>
                  <a:cxn ang="0">
                    <a:pos x="72" y="1855"/>
                  </a:cxn>
                  <a:cxn ang="0">
                    <a:pos x="88" y="1623"/>
                  </a:cxn>
                  <a:cxn ang="0">
                    <a:pos x="96" y="1383"/>
                  </a:cxn>
                  <a:cxn ang="0">
                    <a:pos x="112" y="1143"/>
                  </a:cxn>
                  <a:cxn ang="0">
                    <a:pos x="128" y="920"/>
                  </a:cxn>
                  <a:cxn ang="0">
                    <a:pos x="144" y="704"/>
                  </a:cxn>
                  <a:cxn ang="0">
                    <a:pos x="160" y="504"/>
                  </a:cxn>
                  <a:cxn ang="0">
                    <a:pos x="168" y="336"/>
                  </a:cxn>
                  <a:cxn ang="0">
                    <a:pos x="184" y="200"/>
                  </a:cxn>
                  <a:cxn ang="0">
                    <a:pos x="200" y="96"/>
                  </a:cxn>
                  <a:cxn ang="0">
                    <a:pos x="216" y="32"/>
                  </a:cxn>
                  <a:cxn ang="0">
                    <a:pos x="224" y="0"/>
                  </a:cxn>
                  <a:cxn ang="0">
                    <a:pos x="240" y="16"/>
                  </a:cxn>
                  <a:cxn ang="0">
                    <a:pos x="256" y="72"/>
                  </a:cxn>
                  <a:cxn ang="0">
                    <a:pos x="272" y="160"/>
                  </a:cxn>
                  <a:cxn ang="0">
                    <a:pos x="288" y="296"/>
                  </a:cxn>
                  <a:cxn ang="0">
                    <a:pos x="296" y="456"/>
                  </a:cxn>
                  <a:cxn ang="0">
                    <a:pos x="312" y="640"/>
                  </a:cxn>
                  <a:cxn ang="0">
                    <a:pos x="328" y="856"/>
                  </a:cxn>
                  <a:cxn ang="0">
                    <a:pos x="344" y="1079"/>
                  </a:cxn>
                  <a:cxn ang="0">
                    <a:pos x="352" y="1311"/>
                  </a:cxn>
                  <a:cxn ang="0">
                    <a:pos x="368" y="1551"/>
                  </a:cxn>
                  <a:cxn ang="0">
                    <a:pos x="384" y="1791"/>
                  </a:cxn>
                  <a:cxn ang="0">
                    <a:pos x="400" y="2015"/>
                  </a:cxn>
                  <a:cxn ang="0">
                    <a:pos x="416" y="2214"/>
                  </a:cxn>
                  <a:cxn ang="0">
                    <a:pos x="424" y="2398"/>
                  </a:cxn>
                  <a:cxn ang="0">
                    <a:pos x="440" y="2558"/>
                  </a:cxn>
                  <a:cxn ang="0">
                    <a:pos x="456" y="2678"/>
                  </a:cxn>
                  <a:cxn ang="0">
                    <a:pos x="472" y="2766"/>
                  </a:cxn>
                  <a:cxn ang="0">
                    <a:pos x="488" y="2814"/>
                  </a:cxn>
                  <a:cxn ang="0">
                    <a:pos x="504" y="2814"/>
                  </a:cxn>
                  <a:cxn ang="0">
                    <a:pos x="520" y="2766"/>
                  </a:cxn>
                  <a:cxn ang="0">
                    <a:pos x="536" y="2678"/>
                  </a:cxn>
                  <a:cxn ang="0">
                    <a:pos x="544" y="2558"/>
                  </a:cxn>
                  <a:cxn ang="0">
                    <a:pos x="560" y="2398"/>
                  </a:cxn>
                  <a:cxn ang="0">
                    <a:pos x="576" y="2214"/>
                  </a:cxn>
                  <a:cxn ang="0">
                    <a:pos x="592" y="2015"/>
                  </a:cxn>
                  <a:cxn ang="0">
                    <a:pos x="600" y="1791"/>
                  </a:cxn>
                </a:cxnLst>
                <a:rect l="0" t="0" r="r" b="b"/>
                <a:pathLst>
                  <a:path w="616" h="2814">
                    <a:moveTo>
                      <a:pt x="0" y="2678"/>
                    </a:moveTo>
                    <a:lnTo>
                      <a:pt x="8" y="2638"/>
                    </a:lnTo>
                    <a:lnTo>
                      <a:pt x="16" y="2598"/>
                    </a:lnTo>
                    <a:lnTo>
                      <a:pt x="16" y="2550"/>
                    </a:lnTo>
                    <a:lnTo>
                      <a:pt x="24" y="2502"/>
                    </a:lnTo>
                    <a:lnTo>
                      <a:pt x="24" y="2446"/>
                    </a:lnTo>
                    <a:lnTo>
                      <a:pt x="32" y="2398"/>
                    </a:lnTo>
                    <a:lnTo>
                      <a:pt x="40" y="2334"/>
                    </a:lnTo>
                    <a:lnTo>
                      <a:pt x="40" y="2278"/>
                    </a:lnTo>
                    <a:lnTo>
                      <a:pt x="48" y="2206"/>
                    </a:lnTo>
                    <a:lnTo>
                      <a:pt x="48" y="2142"/>
                    </a:lnTo>
                    <a:lnTo>
                      <a:pt x="56" y="2071"/>
                    </a:lnTo>
                    <a:lnTo>
                      <a:pt x="64" y="2007"/>
                    </a:lnTo>
                    <a:lnTo>
                      <a:pt x="64" y="1927"/>
                    </a:lnTo>
                    <a:lnTo>
                      <a:pt x="72" y="1855"/>
                    </a:lnTo>
                    <a:lnTo>
                      <a:pt x="72" y="1775"/>
                    </a:lnTo>
                    <a:lnTo>
                      <a:pt x="80" y="1703"/>
                    </a:lnTo>
                    <a:lnTo>
                      <a:pt x="88" y="1623"/>
                    </a:lnTo>
                    <a:lnTo>
                      <a:pt x="88" y="1543"/>
                    </a:lnTo>
                    <a:lnTo>
                      <a:pt x="96" y="1463"/>
                    </a:lnTo>
                    <a:lnTo>
                      <a:pt x="96" y="1383"/>
                    </a:lnTo>
                    <a:lnTo>
                      <a:pt x="104" y="1303"/>
                    </a:lnTo>
                    <a:lnTo>
                      <a:pt x="112" y="1223"/>
                    </a:lnTo>
                    <a:lnTo>
                      <a:pt x="112" y="1143"/>
                    </a:lnTo>
                    <a:lnTo>
                      <a:pt x="120" y="1071"/>
                    </a:lnTo>
                    <a:lnTo>
                      <a:pt x="120" y="991"/>
                    </a:lnTo>
                    <a:lnTo>
                      <a:pt x="128" y="920"/>
                    </a:lnTo>
                    <a:lnTo>
                      <a:pt x="136" y="840"/>
                    </a:lnTo>
                    <a:lnTo>
                      <a:pt x="136" y="768"/>
                    </a:lnTo>
                    <a:lnTo>
                      <a:pt x="144" y="704"/>
                    </a:lnTo>
                    <a:lnTo>
                      <a:pt x="144" y="632"/>
                    </a:lnTo>
                    <a:lnTo>
                      <a:pt x="152" y="568"/>
                    </a:lnTo>
                    <a:lnTo>
                      <a:pt x="160" y="504"/>
                    </a:lnTo>
                    <a:lnTo>
                      <a:pt x="160" y="448"/>
                    </a:lnTo>
                    <a:lnTo>
                      <a:pt x="168" y="392"/>
                    </a:lnTo>
                    <a:lnTo>
                      <a:pt x="168" y="336"/>
                    </a:lnTo>
                    <a:lnTo>
                      <a:pt x="176" y="288"/>
                    </a:lnTo>
                    <a:lnTo>
                      <a:pt x="176" y="240"/>
                    </a:lnTo>
                    <a:lnTo>
                      <a:pt x="184" y="200"/>
                    </a:lnTo>
                    <a:lnTo>
                      <a:pt x="192" y="160"/>
                    </a:lnTo>
                    <a:lnTo>
                      <a:pt x="192" y="128"/>
                    </a:lnTo>
                    <a:lnTo>
                      <a:pt x="200" y="96"/>
                    </a:lnTo>
                    <a:lnTo>
                      <a:pt x="200" y="72"/>
                    </a:lnTo>
                    <a:lnTo>
                      <a:pt x="208" y="48"/>
                    </a:lnTo>
                    <a:lnTo>
                      <a:pt x="216" y="32"/>
                    </a:lnTo>
                    <a:lnTo>
                      <a:pt x="216" y="16"/>
                    </a:lnTo>
                    <a:lnTo>
                      <a:pt x="232" y="0"/>
                    </a:lnTo>
                    <a:lnTo>
                      <a:pt x="224" y="0"/>
                    </a:lnTo>
                    <a:lnTo>
                      <a:pt x="232" y="0"/>
                    </a:lnTo>
                    <a:lnTo>
                      <a:pt x="240" y="8"/>
                    </a:lnTo>
                    <a:lnTo>
                      <a:pt x="240" y="16"/>
                    </a:lnTo>
                    <a:lnTo>
                      <a:pt x="248" y="32"/>
                    </a:lnTo>
                    <a:lnTo>
                      <a:pt x="248" y="48"/>
                    </a:lnTo>
                    <a:lnTo>
                      <a:pt x="256" y="72"/>
                    </a:lnTo>
                    <a:lnTo>
                      <a:pt x="264" y="96"/>
                    </a:lnTo>
                    <a:lnTo>
                      <a:pt x="264" y="128"/>
                    </a:lnTo>
                    <a:lnTo>
                      <a:pt x="272" y="160"/>
                    </a:lnTo>
                    <a:lnTo>
                      <a:pt x="272" y="200"/>
                    </a:lnTo>
                    <a:lnTo>
                      <a:pt x="280" y="248"/>
                    </a:lnTo>
                    <a:lnTo>
                      <a:pt x="288" y="296"/>
                    </a:lnTo>
                    <a:lnTo>
                      <a:pt x="288" y="344"/>
                    </a:lnTo>
                    <a:lnTo>
                      <a:pt x="296" y="400"/>
                    </a:lnTo>
                    <a:lnTo>
                      <a:pt x="296" y="456"/>
                    </a:lnTo>
                    <a:lnTo>
                      <a:pt x="304" y="512"/>
                    </a:lnTo>
                    <a:lnTo>
                      <a:pt x="312" y="576"/>
                    </a:lnTo>
                    <a:lnTo>
                      <a:pt x="312" y="640"/>
                    </a:lnTo>
                    <a:lnTo>
                      <a:pt x="320" y="712"/>
                    </a:lnTo>
                    <a:lnTo>
                      <a:pt x="320" y="776"/>
                    </a:lnTo>
                    <a:lnTo>
                      <a:pt x="328" y="856"/>
                    </a:lnTo>
                    <a:lnTo>
                      <a:pt x="336" y="927"/>
                    </a:lnTo>
                    <a:lnTo>
                      <a:pt x="336" y="999"/>
                    </a:lnTo>
                    <a:lnTo>
                      <a:pt x="344" y="1079"/>
                    </a:lnTo>
                    <a:lnTo>
                      <a:pt x="344" y="1159"/>
                    </a:lnTo>
                    <a:lnTo>
                      <a:pt x="352" y="1231"/>
                    </a:lnTo>
                    <a:lnTo>
                      <a:pt x="352" y="1311"/>
                    </a:lnTo>
                    <a:lnTo>
                      <a:pt x="360" y="1391"/>
                    </a:lnTo>
                    <a:lnTo>
                      <a:pt x="368" y="1471"/>
                    </a:lnTo>
                    <a:lnTo>
                      <a:pt x="368" y="1551"/>
                    </a:lnTo>
                    <a:lnTo>
                      <a:pt x="376" y="1631"/>
                    </a:lnTo>
                    <a:lnTo>
                      <a:pt x="376" y="1711"/>
                    </a:lnTo>
                    <a:lnTo>
                      <a:pt x="384" y="1791"/>
                    </a:lnTo>
                    <a:lnTo>
                      <a:pt x="392" y="1863"/>
                    </a:lnTo>
                    <a:lnTo>
                      <a:pt x="392" y="1935"/>
                    </a:lnTo>
                    <a:lnTo>
                      <a:pt x="400" y="2015"/>
                    </a:lnTo>
                    <a:lnTo>
                      <a:pt x="400" y="2078"/>
                    </a:lnTo>
                    <a:lnTo>
                      <a:pt x="408" y="2150"/>
                    </a:lnTo>
                    <a:lnTo>
                      <a:pt x="416" y="2214"/>
                    </a:lnTo>
                    <a:lnTo>
                      <a:pt x="416" y="2278"/>
                    </a:lnTo>
                    <a:lnTo>
                      <a:pt x="424" y="2342"/>
                    </a:lnTo>
                    <a:lnTo>
                      <a:pt x="424" y="2398"/>
                    </a:lnTo>
                    <a:lnTo>
                      <a:pt x="432" y="2454"/>
                    </a:lnTo>
                    <a:lnTo>
                      <a:pt x="440" y="2510"/>
                    </a:lnTo>
                    <a:lnTo>
                      <a:pt x="440" y="2558"/>
                    </a:lnTo>
                    <a:lnTo>
                      <a:pt x="448" y="2598"/>
                    </a:lnTo>
                    <a:lnTo>
                      <a:pt x="448" y="2638"/>
                    </a:lnTo>
                    <a:lnTo>
                      <a:pt x="456" y="2678"/>
                    </a:lnTo>
                    <a:lnTo>
                      <a:pt x="464" y="2710"/>
                    </a:lnTo>
                    <a:lnTo>
                      <a:pt x="464" y="2742"/>
                    </a:lnTo>
                    <a:lnTo>
                      <a:pt x="472" y="2766"/>
                    </a:lnTo>
                    <a:lnTo>
                      <a:pt x="472" y="2782"/>
                    </a:lnTo>
                    <a:lnTo>
                      <a:pt x="480" y="2798"/>
                    </a:lnTo>
                    <a:lnTo>
                      <a:pt x="488" y="2814"/>
                    </a:lnTo>
                    <a:lnTo>
                      <a:pt x="504" y="2814"/>
                    </a:lnTo>
                    <a:lnTo>
                      <a:pt x="496" y="2814"/>
                    </a:lnTo>
                    <a:lnTo>
                      <a:pt x="504" y="2814"/>
                    </a:lnTo>
                    <a:lnTo>
                      <a:pt x="512" y="2798"/>
                    </a:lnTo>
                    <a:lnTo>
                      <a:pt x="512" y="2782"/>
                    </a:lnTo>
                    <a:lnTo>
                      <a:pt x="520" y="2766"/>
                    </a:lnTo>
                    <a:lnTo>
                      <a:pt x="520" y="2742"/>
                    </a:lnTo>
                    <a:lnTo>
                      <a:pt x="528" y="2710"/>
                    </a:lnTo>
                    <a:lnTo>
                      <a:pt x="536" y="2678"/>
                    </a:lnTo>
                    <a:lnTo>
                      <a:pt x="536" y="2638"/>
                    </a:lnTo>
                    <a:lnTo>
                      <a:pt x="544" y="2598"/>
                    </a:lnTo>
                    <a:lnTo>
                      <a:pt x="544" y="2558"/>
                    </a:lnTo>
                    <a:lnTo>
                      <a:pt x="552" y="2510"/>
                    </a:lnTo>
                    <a:lnTo>
                      <a:pt x="552" y="2454"/>
                    </a:lnTo>
                    <a:lnTo>
                      <a:pt x="560" y="2398"/>
                    </a:lnTo>
                    <a:lnTo>
                      <a:pt x="568" y="2342"/>
                    </a:lnTo>
                    <a:lnTo>
                      <a:pt x="568" y="2278"/>
                    </a:lnTo>
                    <a:lnTo>
                      <a:pt x="576" y="2214"/>
                    </a:lnTo>
                    <a:lnTo>
                      <a:pt x="576" y="2150"/>
                    </a:lnTo>
                    <a:lnTo>
                      <a:pt x="584" y="2078"/>
                    </a:lnTo>
                    <a:lnTo>
                      <a:pt x="592" y="2015"/>
                    </a:lnTo>
                    <a:lnTo>
                      <a:pt x="592" y="1935"/>
                    </a:lnTo>
                    <a:lnTo>
                      <a:pt x="600" y="1863"/>
                    </a:lnTo>
                    <a:lnTo>
                      <a:pt x="600" y="1791"/>
                    </a:lnTo>
                    <a:lnTo>
                      <a:pt x="608" y="1711"/>
                    </a:lnTo>
                    <a:lnTo>
                      <a:pt x="616" y="1631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99" name="Freeform 83"/>
              <p:cNvSpPr>
                <a:spLocks/>
              </p:cNvSpPr>
              <p:nvPr/>
            </p:nvSpPr>
            <p:spPr bwMode="auto">
              <a:xfrm>
                <a:off x="4288" y="654"/>
                <a:ext cx="609" cy="2822"/>
              </a:xfrm>
              <a:custGeom>
                <a:avLst/>
                <a:gdLst/>
                <a:ahLst/>
                <a:cxnLst>
                  <a:cxn ang="0">
                    <a:pos x="8" y="1471"/>
                  </a:cxn>
                  <a:cxn ang="0">
                    <a:pos x="24" y="1231"/>
                  </a:cxn>
                  <a:cxn ang="0">
                    <a:pos x="32" y="999"/>
                  </a:cxn>
                  <a:cxn ang="0">
                    <a:pos x="48" y="776"/>
                  </a:cxn>
                  <a:cxn ang="0">
                    <a:pos x="64" y="576"/>
                  </a:cxn>
                  <a:cxn ang="0">
                    <a:pos x="80" y="400"/>
                  </a:cxn>
                  <a:cxn ang="0">
                    <a:pos x="96" y="248"/>
                  </a:cxn>
                  <a:cxn ang="0">
                    <a:pos x="104" y="128"/>
                  </a:cxn>
                  <a:cxn ang="0">
                    <a:pos x="121" y="48"/>
                  </a:cxn>
                  <a:cxn ang="0">
                    <a:pos x="145" y="0"/>
                  </a:cxn>
                  <a:cxn ang="0">
                    <a:pos x="153" y="8"/>
                  </a:cxn>
                  <a:cxn ang="0">
                    <a:pos x="161" y="48"/>
                  </a:cxn>
                  <a:cxn ang="0">
                    <a:pos x="177" y="128"/>
                  </a:cxn>
                  <a:cxn ang="0">
                    <a:pos x="193" y="240"/>
                  </a:cxn>
                  <a:cxn ang="0">
                    <a:pos x="209" y="392"/>
                  </a:cxn>
                  <a:cxn ang="0">
                    <a:pos x="225" y="568"/>
                  </a:cxn>
                  <a:cxn ang="0">
                    <a:pos x="233" y="768"/>
                  </a:cxn>
                  <a:cxn ang="0">
                    <a:pos x="249" y="991"/>
                  </a:cxn>
                  <a:cxn ang="0">
                    <a:pos x="265" y="1223"/>
                  </a:cxn>
                  <a:cxn ang="0">
                    <a:pos x="281" y="1463"/>
                  </a:cxn>
                  <a:cxn ang="0">
                    <a:pos x="297" y="1703"/>
                  </a:cxn>
                  <a:cxn ang="0">
                    <a:pos x="305" y="1927"/>
                  </a:cxn>
                  <a:cxn ang="0">
                    <a:pos x="321" y="2142"/>
                  </a:cxn>
                  <a:cxn ang="0">
                    <a:pos x="337" y="2334"/>
                  </a:cxn>
                  <a:cxn ang="0">
                    <a:pos x="353" y="2502"/>
                  </a:cxn>
                  <a:cxn ang="0">
                    <a:pos x="361" y="2638"/>
                  </a:cxn>
                  <a:cxn ang="0">
                    <a:pos x="377" y="2734"/>
                  </a:cxn>
                  <a:cxn ang="0">
                    <a:pos x="393" y="2798"/>
                  </a:cxn>
                  <a:cxn ang="0">
                    <a:pos x="409" y="2822"/>
                  </a:cxn>
                  <a:cxn ang="0">
                    <a:pos x="425" y="2790"/>
                  </a:cxn>
                  <a:cxn ang="0">
                    <a:pos x="441" y="2718"/>
                  </a:cxn>
                  <a:cxn ang="0">
                    <a:pos x="457" y="2606"/>
                  </a:cxn>
                  <a:cxn ang="0">
                    <a:pos x="473" y="2462"/>
                  </a:cxn>
                  <a:cxn ang="0">
                    <a:pos x="481" y="2286"/>
                  </a:cxn>
                  <a:cxn ang="0">
                    <a:pos x="497" y="2086"/>
                  </a:cxn>
                  <a:cxn ang="0">
                    <a:pos x="513" y="1871"/>
                  </a:cxn>
                  <a:cxn ang="0">
                    <a:pos x="529" y="1639"/>
                  </a:cxn>
                  <a:cxn ang="0">
                    <a:pos x="537" y="1399"/>
                  </a:cxn>
                  <a:cxn ang="0">
                    <a:pos x="553" y="1167"/>
                  </a:cxn>
                  <a:cxn ang="0">
                    <a:pos x="569" y="935"/>
                  </a:cxn>
                  <a:cxn ang="0">
                    <a:pos x="585" y="720"/>
                  </a:cxn>
                  <a:cxn ang="0">
                    <a:pos x="601" y="520"/>
                  </a:cxn>
                </a:cxnLst>
                <a:rect l="0" t="0" r="r" b="b"/>
                <a:pathLst>
                  <a:path w="609" h="2822">
                    <a:moveTo>
                      <a:pt x="0" y="1631"/>
                    </a:moveTo>
                    <a:lnTo>
                      <a:pt x="0" y="1551"/>
                    </a:lnTo>
                    <a:lnTo>
                      <a:pt x="8" y="1471"/>
                    </a:lnTo>
                    <a:lnTo>
                      <a:pt x="8" y="1391"/>
                    </a:lnTo>
                    <a:lnTo>
                      <a:pt x="16" y="1311"/>
                    </a:lnTo>
                    <a:lnTo>
                      <a:pt x="24" y="1231"/>
                    </a:lnTo>
                    <a:lnTo>
                      <a:pt x="24" y="1159"/>
                    </a:lnTo>
                    <a:lnTo>
                      <a:pt x="32" y="1079"/>
                    </a:lnTo>
                    <a:lnTo>
                      <a:pt x="32" y="999"/>
                    </a:lnTo>
                    <a:lnTo>
                      <a:pt x="40" y="927"/>
                    </a:lnTo>
                    <a:lnTo>
                      <a:pt x="48" y="856"/>
                    </a:lnTo>
                    <a:lnTo>
                      <a:pt x="48" y="776"/>
                    </a:lnTo>
                    <a:lnTo>
                      <a:pt x="56" y="712"/>
                    </a:lnTo>
                    <a:lnTo>
                      <a:pt x="56" y="640"/>
                    </a:lnTo>
                    <a:lnTo>
                      <a:pt x="64" y="576"/>
                    </a:lnTo>
                    <a:lnTo>
                      <a:pt x="72" y="512"/>
                    </a:lnTo>
                    <a:lnTo>
                      <a:pt x="72" y="456"/>
                    </a:lnTo>
                    <a:lnTo>
                      <a:pt x="80" y="400"/>
                    </a:lnTo>
                    <a:lnTo>
                      <a:pt x="80" y="344"/>
                    </a:lnTo>
                    <a:lnTo>
                      <a:pt x="88" y="296"/>
                    </a:lnTo>
                    <a:lnTo>
                      <a:pt x="96" y="248"/>
                    </a:lnTo>
                    <a:lnTo>
                      <a:pt x="96" y="200"/>
                    </a:lnTo>
                    <a:lnTo>
                      <a:pt x="104" y="160"/>
                    </a:lnTo>
                    <a:lnTo>
                      <a:pt x="104" y="128"/>
                    </a:lnTo>
                    <a:lnTo>
                      <a:pt x="112" y="96"/>
                    </a:lnTo>
                    <a:lnTo>
                      <a:pt x="121" y="72"/>
                    </a:lnTo>
                    <a:lnTo>
                      <a:pt x="121" y="48"/>
                    </a:lnTo>
                    <a:lnTo>
                      <a:pt x="129" y="32"/>
                    </a:lnTo>
                    <a:lnTo>
                      <a:pt x="129" y="16"/>
                    </a:lnTo>
                    <a:lnTo>
                      <a:pt x="145" y="0"/>
                    </a:lnTo>
                    <a:lnTo>
                      <a:pt x="137" y="0"/>
                    </a:lnTo>
                    <a:lnTo>
                      <a:pt x="145" y="0"/>
                    </a:lnTo>
                    <a:lnTo>
                      <a:pt x="153" y="8"/>
                    </a:lnTo>
                    <a:lnTo>
                      <a:pt x="153" y="16"/>
                    </a:lnTo>
                    <a:lnTo>
                      <a:pt x="161" y="32"/>
                    </a:lnTo>
                    <a:lnTo>
                      <a:pt x="161" y="48"/>
                    </a:lnTo>
                    <a:lnTo>
                      <a:pt x="169" y="72"/>
                    </a:lnTo>
                    <a:lnTo>
                      <a:pt x="177" y="96"/>
                    </a:lnTo>
                    <a:lnTo>
                      <a:pt x="177" y="128"/>
                    </a:lnTo>
                    <a:lnTo>
                      <a:pt x="185" y="160"/>
                    </a:lnTo>
                    <a:lnTo>
                      <a:pt x="185" y="200"/>
                    </a:lnTo>
                    <a:lnTo>
                      <a:pt x="193" y="240"/>
                    </a:lnTo>
                    <a:lnTo>
                      <a:pt x="201" y="288"/>
                    </a:lnTo>
                    <a:lnTo>
                      <a:pt x="201" y="336"/>
                    </a:lnTo>
                    <a:lnTo>
                      <a:pt x="209" y="392"/>
                    </a:lnTo>
                    <a:lnTo>
                      <a:pt x="209" y="448"/>
                    </a:lnTo>
                    <a:lnTo>
                      <a:pt x="217" y="504"/>
                    </a:lnTo>
                    <a:lnTo>
                      <a:pt x="225" y="568"/>
                    </a:lnTo>
                    <a:lnTo>
                      <a:pt x="225" y="632"/>
                    </a:lnTo>
                    <a:lnTo>
                      <a:pt x="233" y="704"/>
                    </a:lnTo>
                    <a:lnTo>
                      <a:pt x="233" y="768"/>
                    </a:lnTo>
                    <a:lnTo>
                      <a:pt x="241" y="840"/>
                    </a:lnTo>
                    <a:lnTo>
                      <a:pt x="249" y="920"/>
                    </a:lnTo>
                    <a:lnTo>
                      <a:pt x="249" y="991"/>
                    </a:lnTo>
                    <a:lnTo>
                      <a:pt x="257" y="1071"/>
                    </a:lnTo>
                    <a:lnTo>
                      <a:pt x="257" y="1143"/>
                    </a:lnTo>
                    <a:lnTo>
                      <a:pt x="265" y="1223"/>
                    </a:lnTo>
                    <a:lnTo>
                      <a:pt x="273" y="1303"/>
                    </a:lnTo>
                    <a:lnTo>
                      <a:pt x="273" y="1383"/>
                    </a:lnTo>
                    <a:lnTo>
                      <a:pt x="281" y="1463"/>
                    </a:lnTo>
                    <a:lnTo>
                      <a:pt x="281" y="1543"/>
                    </a:lnTo>
                    <a:lnTo>
                      <a:pt x="289" y="1623"/>
                    </a:lnTo>
                    <a:lnTo>
                      <a:pt x="297" y="1703"/>
                    </a:lnTo>
                    <a:lnTo>
                      <a:pt x="297" y="1775"/>
                    </a:lnTo>
                    <a:lnTo>
                      <a:pt x="305" y="1855"/>
                    </a:lnTo>
                    <a:lnTo>
                      <a:pt x="305" y="1927"/>
                    </a:lnTo>
                    <a:lnTo>
                      <a:pt x="313" y="2007"/>
                    </a:lnTo>
                    <a:lnTo>
                      <a:pt x="313" y="2071"/>
                    </a:lnTo>
                    <a:lnTo>
                      <a:pt x="321" y="2142"/>
                    </a:lnTo>
                    <a:lnTo>
                      <a:pt x="329" y="2206"/>
                    </a:lnTo>
                    <a:lnTo>
                      <a:pt x="329" y="2278"/>
                    </a:lnTo>
                    <a:lnTo>
                      <a:pt x="337" y="2334"/>
                    </a:lnTo>
                    <a:lnTo>
                      <a:pt x="337" y="2398"/>
                    </a:lnTo>
                    <a:lnTo>
                      <a:pt x="345" y="2446"/>
                    </a:lnTo>
                    <a:lnTo>
                      <a:pt x="353" y="2502"/>
                    </a:lnTo>
                    <a:lnTo>
                      <a:pt x="353" y="2550"/>
                    </a:lnTo>
                    <a:lnTo>
                      <a:pt x="361" y="2598"/>
                    </a:lnTo>
                    <a:lnTo>
                      <a:pt x="361" y="2638"/>
                    </a:lnTo>
                    <a:lnTo>
                      <a:pt x="369" y="2678"/>
                    </a:lnTo>
                    <a:lnTo>
                      <a:pt x="377" y="2710"/>
                    </a:lnTo>
                    <a:lnTo>
                      <a:pt x="377" y="2734"/>
                    </a:lnTo>
                    <a:lnTo>
                      <a:pt x="385" y="2758"/>
                    </a:lnTo>
                    <a:lnTo>
                      <a:pt x="385" y="2782"/>
                    </a:lnTo>
                    <a:lnTo>
                      <a:pt x="393" y="2798"/>
                    </a:lnTo>
                    <a:lnTo>
                      <a:pt x="401" y="2806"/>
                    </a:lnTo>
                    <a:lnTo>
                      <a:pt x="401" y="2814"/>
                    </a:lnTo>
                    <a:lnTo>
                      <a:pt x="409" y="2822"/>
                    </a:lnTo>
                    <a:lnTo>
                      <a:pt x="417" y="2814"/>
                    </a:lnTo>
                    <a:lnTo>
                      <a:pt x="425" y="2798"/>
                    </a:lnTo>
                    <a:lnTo>
                      <a:pt x="425" y="2790"/>
                    </a:lnTo>
                    <a:lnTo>
                      <a:pt x="433" y="2766"/>
                    </a:lnTo>
                    <a:lnTo>
                      <a:pt x="433" y="2742"/>
                    </a:lnTo>
                    <a:lnTo>
                      <a:pt x="441" y="2718"/>
                    </a:lnTo>
                    <a:lnTo>
                      <a:pt x="449" y="2686"/>
                    </a:lnTo>
                    <a:lnTo>
                      <a:pt x="449" y="2646"/>
                    </a:lnTo>
                    <a:lnTo>
                      <a:pt x="457" y="2606"/>
                    </a:lnTo>
                    <a:lnTo>
                      <a:pt x="457" y="2558"/>
                    </a:lnTo>
                    <a:lnTo>
                      <a:pt x="465" y="2510"/>
                    </a:lnTo>
                    <a:lnTo>
                      <a:pt x="473" y="2462"/>
                    </a:lnTo>
                    <a:lnTo>
                      <a:pt x="473" y="2406"/>
                    </a:lnTo>
                    <a:lnTo>
                      <a:pt x="481" y="2350"/>
                    </a:lnTo>
                    <a:lnTo>
                      <a:pt x="481" y="2286"/>
                    </a:lnTo>
                    <a:lnTo>
                      <a:pt x="489" y="2222"/>
                    </a:lnTo>
                    <a:lnTo>
                      <a:pt x="497" y="2158"/>
                    </a:lnTo>
                    <a:lnTo>
                      <a:pt x="497" y="2086"/>
                    </a:lnTo>
                    <a:lnTo>
                      <a:pt x="505" y="2023"/>
                    </a:lnTo>
                    <a:lnTo>
                      <a:pt x="505" y="1943"/>
                    </a:lnTo>
                    <a:lnTo>
                      <a:pt x="513" y="1871"/>
                    </a:lnTo>
                    <a:lnTo>
                      <a:pt x="513" y="1799"/>
                    </a:lnTo>
                    <a:lnTo>
                      <a:pt x="521" y="1719"/>
                    </a:lnTo>
                    <a:lnTo>
                      <a:pt x="529" y="1639"/>
                    </a:lnTo>
                    <a:lnTo>
                      <a:pt x="529" y="1559"/>
                    </a:lnTo>
                    <a:lnTo>
                      <a:pt x="537" y="1479"/>
                    </a:lnTo>
                    <a:lnTo>
                      <a:pt x="537" y="1399"/>
                    </a:lnTo>
                    <a:lnTo>
                      <a:pt x="545" y="1319"/>
                    </a:lnTo>
                    <a:lnTo>
                      <a:pt x="553" y="1247"/>
                    </a:lnTo>
                    <a:lnTo>
                      <a:pt x="553" y="1167"/>
                    </a:lnTo>
                    <a:lnTo>
                      <a:pt x="561" y="1087"/>
                    </a:lnTo>
                    <a:lnTo>
                      <a:pt x="561" y="1007"/>
                    </a:lnTo>
                    <a:lnTo>
                      <a:pt x="569" y="935"/>
                    </a:lnTo>
                    <a:lnTo>
                      <a:pt x="577" y="864"/>
                    </a:lnTo>
                    <a:lnTo>
                      <a:pt x="577" y="784"/>
                    </a:lnTo>
                    <a:lnTo>
                      <a:pt x="585" y="720"/>
                    </a:lnTo>
                    <a:lnTo>
                      <a:pt x="585" y="648"/>
                    </a:lnTo>
                    <a:lnTo>
                      <a:pt x="593" y="584"/>
                    </a:lnTo>
                    <a:lnTo>
                      <a:pt x="601" y="520"/>
                    </a:lnTo>
                    <a:lnTo>
                      <a:pt x="601" y="456"/>
                    </a:lnTo>
                    <a:lnTo>
                      <a:pt x="609" y="400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300" name="Freeform 84"/>
              <p:cNvSpPr>
                <a:spLocks/>
              </p:cNvSpPr>
              <p:nvPr/>
            </p:nvSpPr>
            <p:spPr bwMode="auto">
              <a:xfrm>
                <a:off x="4897" y="654"/>
                <a:ext cx="464" cy="2822"/>
              </a:xfrm>
              <a:custGeom>
                <a:avLst/>
                <a:gdLst/>
                <a:ahLst/>
                <a:cxnLst>
                  <a:cxn ang="0">
                    <a:pos x="0" y="352"/>
                  </a:cxn>
                  <a:cxn ang="0">
                    <a:pos x="16" y="248"/>
                  </a:cxn>
                  <a:cxn ang="0">
                    <a:pos x="24" y="168"/>
                  </a:cxn>
                  <a:cxn ang="0">
                    <a:pos x="32" y="104"/>
                  </a:cxn>
                  <a:cxn ang="0">
                    <a:pos x="40" y="48"/>
                  </a:cxn>
                  <a:cxn ang="0">
                    <a:pos x="48" y="16"/>
                  </a:cxn>
                  <a:cxn ang="0">
                    <a:pos x="64" y="0"/>
                  </a:cxn>
                  <a:cxn ang="0">
                    <a:pos x="72" y="16"/>
                  </a:cxn>
                  <a:cxn ang="0">
                    <a:pos x="80" y="48"/>
                  </a:cxn>
                  <a:cxn ang="0">
                    <a:pos x="96" y="88"/>
                  </a:cxn>
                  <a:cxn ang="0">
                    <a:pos x="104" y="152"/>
                  </a:cxn>
                  <a:cxn ang="0">
                    <a:pos x="112" y="232"/>
                  </a:cxn>
                  <a:cxn ang="0">
                    <a:pos x="120" y="328"/>
                  </a:cxn>
                  <a:cxn ang="0">
                    <a:pos x="128" y="440"/>
                  </a:cxn>
                  <a:cxn ang="0">
                    <a:pos x="144" y="560"/>
                  </a:cxn>
                  <a:cxn ang="0">
                    <a:pos x="152" y="696"/>
                  </a:cxn>
                  <a:cxn ang="0">
                    <a:pos x="160" y="832"/>
                  </a:cxn>
                  <a:cxn ang="0">
                    <a:pos x="168" y="983"/>
                  </a:cxn>
                  <a:cxn ang="0">
                    <a:pos x="176" y="1135"/>
                  </a:cxn>
                  <a:cxn ang="0">
                    <a:pos x="192" y="1295"/>
                  </a:cxn>
                  <a:cxn ang="0">
                    <a:pos x="200" y="1455"/>
                  </a:cxn>
                  <a:cxn ang="0">
                    <a:pos x="208" y="1615"/>
                  </a:cxn>
                  <a:cxn ang="0">
                    <a:pos x="216" y="1767"/>
                  </a:cxn>
                  <a:cxn ang="0">
                    <a:pos x="224" y="1919"/>
                  </a:cxn>
                  <a:cxn ang="0">
                    <a:pos x="240" y="2063"/>
                  </a:cxn>
                  <a:cxn ang="0">
                    <a:pos x="248" y="2206"/>
                  </a:cxn>
                  <a:cxn ang="0">
                    <a:pos x="256" y="2326"/>
                  </a:cxn>
                  <a:cxn ang="0">
                    <a:pos x="264" y="2446"/>
                  </a:cxn>
                  <a:cxn ang="0">
                    <a:pos x="272" y="2542"/>
                  </a:cxn>
                  <a:cxn ang="0">
                    <a:pos x="280" y="2630"/>
                  </a:cxn>
                  <a:cxn ang="0">
                    <a:pos x="296" y="2702"/>
                  </a:cxn>
                  <a:cxn ang="0">
                    <a:pos x="304" y="2758"/>
                  </a:cxn>
                  <a:cxn ang="0">
                    <a:pos x="312" y="2798"/>
                  </a:cxn>
                  <a:cxn ang="0">
                    <a:pos x="320" y="2814"/>
                  </a:cxn>
                  <a:cxn ang="0">
                    <a:pos x="336" y="2814"/>
                  </a:cxn>
                  <a:cxn ang="0">
                    <a:pos x="344" y="2790"/>
                  </a:cxn>
                  <a:cxn ang="0">
                    <a:pos x="352" y="2742"/>
                  </a:cxn>
                  <a:cxn ang="0">
                    <a:pos x="368" y="2686"/>
                  </a:cxn>
                  <a:cxn ang="0">
                    <a:pos x="376" y="2606"/>
                  </a:cxn>
                  <a:cxn ang="0">
                    <a:pos x="384" y="2518"/>
                  </a:cxn>
                  <a:cxn ang="0">
                    <a:pos x="392" y="2414"/>
                  </a:cxn>
                  <a:cxn ang="0">
                    <a:pos x="400" y="2294"/>
                  </a:cxn>
                  <a:cxn ang="0">
                    <a:pos x="416" y="2166"/>
                  </a:cxn>
                  <a:cxn ang="0">
                    <a:pos x="424" y="2031"/>
                  </a:cxn>
                  <a:cxn ang="0">
                    <a:pos x="432" y="1879"/>
                  </a:cxn>
                  <a:cxn ang="0">
                    <a:pos x="440" y="1727"/>
                  </a:cxn>
                  <a:cxn ang="0">
                    <a:pos x="448" y="1567"/>
                  </a:cxn>
                  <a:cxn ang="0">
                    <a:pos x="464" y="1415"/>
                  </a:cxn>
                </a:cxnLst>
                <a:rect l="0" t="0" r="r" b="b"/>
                <a:pathLst>
                  <a:path w="464" h="2822">
                    <a:moveTo>
                      <a:pt x="0" y="400"/>
                    </a:moveTo>
                    <a:lnTo>
                      <a:pt x="0" y="352"/>
                    </a:lnTo>
                    <a:lnTo>
                      <a:pt x="8" y="296"/>
                    </a:lnTo>
                    <a:lnTo>
                      <a:pt x="16" y="248"/>
                    </a:lnTo>
                    <a:lnTo>
                      <a:pt x="16" y="208"/>
                    </a:lnTo>
                    <a:lnTo>
                      <a:pt x="24" y="168"/>
                    </a:lnTo>
                    <a:lnTo>
                      <a:pt x="24" y="136"/>
                    </a:lnTo>
                    <a:lnTo>
                      <a:pt x="32" y="104"/>
                    </a:lnTo>
                    <a:lnTo>
                      <a:pt x="40" y="72"/>
                    </a:lnTo>
                    <a:lnTo>
                      <a:pt x="40" y="48"/>
                    </a:lnTo>
                    <a:lnTo>
                      <a:pt x="48" y="32"/>
                    </a:lnTo>
                    <a:lnTo>
                      <a:pt x="48" y="16"/>
                    </a:lnTo>
                    <a:lnTo>
                      <a:pt x="56" y="8"/>
                    </a:lnTo>
                    <a:lnTo>
                      <a:pt x="64" y="0"/>
                    </a:lnTo>
                    <a:lnTo>
                      <a:pt x="72" y="8"/>
                    </a:lnTo>
                    <a:lnTo>
                      <a:pt x="72" y="16"/>
                    </a:lnTo>
                    <a:lnTo>
                      <a:pt x="80" y="24"/>
                    </a:lnTo>
                    <a:lnTo>
                      <a:pt x="80" y="48"/>
                    </a:lnTo>
                    <a:lnTo>
                      <a:pt x="88" y="64"/>
                    </a:lnTo>
                    <a:lnTo>
                      <a:pt x="96" y="88"/>
                    </a:lnTo>
                    <a:lnTo>
                      <a:pt x="96" y="120"/>
                    </a:lnTo>
                    <a:lnTo>
                      <a:pt x="104" y="152"/>
                    </a:lnTo>
                    <a:lnTo>
                      <a:pt x="104" y="192"/>
                    </a:lnTo>
                    <a:lnTo>
                      <a:pt x="112" y="232"/>
                    </a:lnTo>
                    <a:lnTo>
                      <a:pt x="120" y="280"/>
                    </a:lnTo>
                    <a:lnTo>
                      <a:pt x="120" y="328"/>
                    </a:lnTo>
                    <a:lnTo>
                      <a:pt x="128" y="384"/>
                    </a:lnTo>
                    <a:lnTo>
                      <a:pt x="128" y="440"/>
                    </a:lnTo>
                    <a:lnTo>
                      <a:pt x="136" y="496"/>
                    </a:lnTo>
                    <a:lnTo>
                      <a:pt x="144" y="560"/>
                    </a:lnTo>
                    <a:lnTo>
                      <a:pt x="144" y="624"/>
                    </a:lnTo>
                    <a:lnTo>
                      <a:pt x="152" y="696"/>
                    </a:lnTo>
                    <a:lnTo>
                      <a:pt x="152" y="760"/>
                    </a:lnTo>
                    <a:lnTo>
                      <a:pt x="160" y="832"/>
                    </a:lnTo>
                    <a:lnTo>
                      <a:pt x="168" y="912"/>
                    </a:lnTo>
                    <a:lnTo>
                      <a:pt x="168" y="983"/>
                    </a:lnTo>
                    <a:lnTo>
                      <a:pt x="176" y="1063"/>
                    </a:lnTo>
                    <a:lnTo>
                      <a:pt x="176" y="1135"/>
                    </a:lnTo>
                    <a:lnTo>
                      <a:pt x="184" y="1215"/>
                    </a:lnTo>
                    <a:lnTo>
                      <a:pt x="192" y="1295"/>
                    </a:lnTo>
                    <a:lnTo>
                      <a:pt x="192" y="1375"/>
                    </a:lnTo>
                    <a:lnTo>
                      <a:pt x="200" y="1455"/>
                    </a:lnTo>
                    <a:lnTo>
                      <a:pt x="200" y="1535"/>
                    </a:lnTo>
                    <a:lnTo>
                      <a:pt x="208" y="1615"/>
                    </a:lnTo>
                    <a:lnTo>
                      <a:pt x="216" y="1695"/>
                    </a:lnTo>
                    <a:lnTo>
                      <a:pt x="216" y="1767"/>
                    </a:lnTo>
                    <a:lnTo>
                      <a:pt x="224" y="1847"/>
                    </a:lnTo>
                    <a:lnTo>
                      <a:pt x="224" y="1919"/>
                    </a:lnTo>
                    <a:lnTo>
                      <a:pt x="232" y="1999"/>
                    </a:lnTo>
                    <a:lnTo>
                      <a:pt x="240" y="2063"/>
                    </a:lnTo>
                    <a:lnTo>
                      <a:pt x="240" y="2134"/>
                    </a:lnTo>
                    <a:lnTo>
                      <a:pt x="248" y="2206"/>
                    </a:lnTo>
                    <a:lnTo>
                      <a:pt x="248" y="2270"/>
                    </a:lnTo>
                    <a:lnTo>
                      <a:pt x="256" y="2326"/>
                    </a:lnTo>
                    <a:lnTo>
                      <a:pt x="264" y="2390"/>
                    </a:lnTo>
                    <a:lnTo>
                      <a:pt x="264" y="2446"/>
                    </a:lnTo>
                    <a:lnTo>
                      <a:pt x="272" y="2494"/>
                    </a:lnTo>
                    <a:lnTo>
                      <a:pt x="272" y="2542"/>
                    </a:lnTo>
                    <a:lnTo>
                      <a:pt x="280" y="2590"/>
                    </a:lnTo>
                    <a:lnTo>
                      <a:pt x="280" y="2630"/>
                    </a:lnTo>
                    <a:lnTo>
                      <a:pt x="288" y="2670"/>
                    </a:lnTo>
                    <a:lnTo>
                      <a:pt x="296" y="2702"/>
                    </a:lnTo>
                    <a:lnTo>
                      <a:pt x="296" y="2734"/>
                    </a:lnTo>
                    <a:lnTo>
                      <a:pt x="304" y="2758"/>
                    </a:lnTo>
                    <a:lnTo>
                      <a:pt x="304" y="2782"/>
                    </a:lnTo>
                    <a:lnTo>
                      <a:pt x="312" y="2798"/>
                    </a:lnTo>
                    <a:lnTo>
                      <a:pt x="320" y="2806"/>
                    </a:lnTo>
                    <a:lnTo>
                      <a:pt x="320" y="2814"/>
                    </a:lnTo>
                    <a:lnTo>
                      <a:pt x="328" y="2822"/>
                    </a:lnTo>
                    <a:lnTo>
                      <a:pt x="336" y="2814"/>
                    </a:lnTo>
                    <a:lnTo>
                      <a:pt x="344" y="2806"/>
                    </a:lnTo>
                    <a:lnTo>
                      <a:pt x="344" y="2790"/>
                    </a:lnTo>
                    <a:lnTo>
                      <a:pt x="352" y="2766"/>
                    </a:lnTo>
                    <a:lnTo>
                      <a:pt x="352" y="2742"/>
                    </a:lnTo>
                    <a:lnTo>
                      <a:pt x="360" y="2718"/>
                    </a:lnTo>
                    <a:lnTo>
                      <a:pt x="368" y="2686"/>
                    </a:lnTo>
                    <a:lnTo>
                      <a:pt x="368" y="2646"/>
                    </a:lnTo>
                    <a:lnTo>
                      <a:pt x="376" y="2606"/>
                    </a:lnTo>
                    <a:lnTo>
                      <a:pt x="376" y="2566"/>
                    </a:lnTo>
                    <a:lnTo>
                      <a:pt x="384" y="2518"/>
                    </a:lnTo>
                    <a:lnTo>
                      <a:pt x="392" y="2470"/>
                    </a:lnTo>
                    <a:lnTo>
                      <a:pt x="392" y="2414"/>
                    </a:lnTo>
                    <a:lnTo>
                      <a:pt x="400" y="2358"/>
                    </a:lnTo>
                    <a:lnTo>
                      <a:pt x="400" y="2294"/>
                    </a:lnTo>
                    <a:lnTo>
                      <a:pt x="408" y="2230"/>
                    </a:lnTo>
                    <a:lnTo>
                      <a:pt x="416" y="2166"/>
                    </a:lnTo>
                    <a:lnTo>
                      <a:pt x="416" y="2094"/>
                    </a:lnTo>
                    <a:lnTo>
                      <a:pt x="424" y="2031"/>
                    </a:lnTo>
                    <a:lnTo>
                      <a:pt x="424" y="1951"/>
                    </a:lnTo>
                    <a:lnTo>
                      <a:pt x="432" y="1879"/>
                    </a:lnTo>
                    <a:lnTo>
                      <a:pt x="440" y="1807"/>
                    </a:lnTo>
                    <a:lnTo>
                      <a:pt x="440" y="1727"/>
                    </a:lnTo>
                    <a:lnTo>
                      <a:pt x="448" y="1647"/>
                    </a:lnTo>
                    <a:lnTo>
                      <a:pt x="448" y="1567"/>
                    </a:lnTo>
                    <a:lnTo>
                      <a:pt x="456" y="1487"/>
                    </a:lnTo>
                    <a:lnTo>
                      <a:pt x="464" y="1415"/>
                    </a:lnTo>
                  </a:path>
                </a:pathLst>
              </a:custGeom>
              <a:noFill/>
              <a:ln w="38100" cmpd="sng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10689A1-43FD-D773-52EA-5AC003ED248D}"/>
              </a:ext>
            </a:extLst>
          </p:cNvPr>
          <p:cNvGrpSpPr/>
          <p:nvPr/>
        </p:nvGrpSpPr>
        <p:grpSpPr>
          <a:xfrm>
            <a:off x="2254250" y="865188"/>
            <a:ext cx="2306638" cy="2470150"/>
            <a:chOff x="730250" y="865188"/>
            <a:chExt cx="2306638" cy="2470150"/>
          </a:xfrm>
        </p:grpSpPr>
        <p:grpSp>
          <p:nvGrpSpPr>
            <p:cNvPr id="9284" name="Group 68"/>
            <p:cNvGrpSpPr>
              <a:grpSpLocks/>
            </p:cNvGrpSpPr>
            <p:nvPr/>
          </p:nvGrpSpPr>
          <p:grpSpPr bwMode="auto">
            <a:xfrm>
              <a:off x="730250" y="865188"/>
              <a:ext cx="2306638" cy="539750"/>
              <a:chOff x="612" y="1344"/>
              <a:chExt cx="4764" cy="1428"/>
            </a:xfrm>
          </p:grpSpPr>
          <p:sp>
            <p:nvSpPr>
              <p:cNvPr id="9285" name="Freeform 69"/>
              <p:cNvSpPr>
                <a:spLocks/>
              </p:cNvSpPr>
              <p:nvPr/>
            </p:nvSpPr>
            <p:spPr bwMode="auto">
              <a:xfrm>
                <a:off x="612" y="1344"/>
                <a:ext cx="704" cy="695"/>
              </a:xfrm>
              <a:custGeom>
                <a:avLst/>
                <a:gdLst/>
                <a:ahLst/>
                <a:cxnLst>
                  <a:cxn ang="0">
                    <a:pos x="8" y="671"/>
                  </a:cxn>
                  <a:cxn ang="0">
                    <a:pos x="24" y="631"/>
                  </a:cxn>
                  <a:cxn ang="0">
                    <a:pos x="40" y="591"/>
                  </a:cxn>
                  <a:cxn ang="0">
                    <a:pos x="56" y="551"/>
                  </a:cxn>
                  <a:cxn ang="0">
                    <a:pos x="64" y="511"/>
                  </a:cxn>
                  <a:cxn ang="0">
                    <a:pos x="80" y="471"/>
                  </a:cxn>
                  <a:cxn ang="0">
                    <a:pos x="96" y="439"/>
                  </a:cxn>
                  <a:cxn ang="0">
                    <a:pos x="112" y="399"/>
                  </a:cxn>
                  <a:cxn ang="0">
                    <a:pos x="128" y="367"/>
                  </a:cxn>
                  <a:cxn ang="0">
                    <a:pos x="136" y="327"/>
                  </a:cxn>
                  <a:cxn ang="0">
                    <a:pos x="152" y="295"/>
                  </a:cxn>
                  <a:cxn ang="0">
                    <a:pos x="168" y="263"/>
                  </a:cxn>
                  <a:cxn ang="0">
                    <a:pos x="184" y="231"/>
                  </a:cxn>
                  <a:cxn ang="0">
                    <a:pos x="192" y="208"/>
                  </a:cxn>
                  <a:cxn ang="0">
                    <a:pos x="208" y="176"/>
                  </a:cxn>
                  <a:cxn ang="0">
                    <a:pos x="224" y="152"/>
                  </a:cxn>
                  <a:cxn ang="0">
                    <a:pos x="240" y="128"/>
                  </a:cxn>
                  <a:cxn ang="0">
                    <a:pos x="256" y="104"/>
                  </a:cxn>
                  <a:cxn ang="0">
                    <a:pos x="272" y="80"/>
                  </a:cxn>
                  <a:cxn ang="0">
                    <a:pos x="288" y="56"/>
                  </a:cxn>
                  <a:cxn ang="0">
                    <a:pos x="312" y="40"/>
                  </a:cxn>
                  <a:cxn ang="0">
                    <a:pos x="336" y="16"/>
                  </a:cxn>
                  <a:cxn ang="0">
                    <a:pos x="360" y="8"/>
                  </a:cxn>
                  <a:cxn ang="0">
                    <a:pos x="384" y="0"/>
                  </a:cxn>
                  <a:cxn ang="0">
                    <a:pos x="408" y="8"/>
                  </a:cxn>
                  <a:cxn ang="0">
                    <a:pos x="432" y="16"/>
                  </a:cxn>
                  <a:cxn ang="0">
                    <a:pos x="456" y="24"/>
                  </a:cxn>
                  <a:cxn ang="0">
                    <a:pos x="480" y="48"/>
                  </a:cxn>
                  <a:cxn ang="0">
                    <a:pos x="504" y="72"/>
                  </a:cxn>
                  <a:cxn ang="0">
                    <a:pos x="528" y="96"/>
                  </a:cxn>
                  <a:cxn ang="0">
                    <a:pos x="536" y="120"/>
                  </a:cxn>
                  <a:cxn ang="0">
                    <a:pos x="552" y="144"/>
                  </a:cxn>
                  <a:cxn ang="0">
                    <a:pos x="568" y="168"/>
                  </a:cxn>
                  <a:cxn ang="0">
                    <a:pos x="584" y="192"/>
                  </a:cxn>
                  <a:cxn ang="0">
                    <a:pos x="592" y="216"/>
                  </a:cxn>
                  <a:cxn ang="0">
                    <a:pos x="608" y="247"/>
                  </a:cxn>
                  <a:cxn ang="0">
                    <a:pos x="624" y="279"/>
                  </a:cxn>
                  <a:cxn ang="0">
                    <a:pos x="640" y="311"/>
                  </a:cxn>
                  <a:cxn ang="0">
                    <a:pos x="656" y="343"/>
                  </a:cxn>
                  <a:cxn ang="0">
                    <a:pos x="664" y="383"/>
                  </a:cxn>
                  <a:cxn ang="0">
                    <a:pos x="680" y="415"/>
                  </a:cxn>
                  <a:cxn ang="0">
                    <a:pos x="696" y="455"/>
                  </a:cxn>
                </a:cxnLst>
                <a:rect l="0" t="0" r="r" b="b"/>
                <a:pathLst>
                  <a:path w="704" h="695">
                    <a:moveTo>
                      <a:pt x="0" y="695"/>
                    </a:moveTo>
                    <a:lnTo>
                      <a:pt x="8" y="679"/>
                    </a:lnTo>
                    <a:lnTo>
                      <a:pt x="8" y="671"/>
                    </a:lnTo>
                    <a:lnTo>
                      <a:pt x="16" y="655"/>
                    </a:lnTo>
                    <a:lnTo>
                      <a:pt x="16" y="639"/>
                    </a:lnTo>
                    <a:lnTo>
                      <a:pt x="24" y="631"/>
                    </a:lnTo>
                    <a:lnTo>
                      <a:pt x="32" y="615"/>
                    </a:lnTo>
                    <a:lnTo>
                      <a:pt x="32" y="599"/>
                    </a:lnTo>
                    <a:lnTo>
                      <a:pt x="40" y="591"/>
                    </a:lnTo>
                    <a:lnTo>
                      <a:pt x="40" y="575"/>
                    </a:lnTo>
                    <a:lnTo>
                      <a:pt x="48" y="559"/>
                    </a:lnTo>
                    <a:lnTo>
                      <a:pt x="56" y="551"/>
                    </a:lnTo>
                    <a:lnTo>
                      <a:pt x="56" y="535"/>
                    </a:lnTo>
                    <a:lnTo>
                      <a:pt x="64" y="527"/>
                    </a:lnTo>
                    <a:lnTo>
                      <a:pt x="64" y="511"/>
                    </a:lnTo>
                    <a:lnTo>
                      <a:pt x="72" y="495"/>
                    </a:lnTo>
                    <a:lnTo>
                      <a:pt x="80" y="487"/>
                    </a:lnTo>
                    <a:lnTo>
                      <a:pt x="80" y="471"/>
                    </a:lnTo>
                    <a:lnTo>
                      <a:pt x="88" y="463"/>
                    </a:lnTo>
                    <a:lnTo>
                      <a:pt x="88" y="447"/>
                    </a:lnTo>
                    <a:lnTo>
                      <a:pt x="96" y="439"/>
                    </a:lnTo>
                    <a:lnTo>
                      <a:pt x="104" y="423"/>
                    </a:lnTo>
                    <a:lnTo>
                      <a:pt x="104" y="407"/>
                    </a:lnTo>
                    <a:lnTo>
                      <a:pt x="112" y="399"/>
                    </a:lnTo>
                    <a:lnTo>
                      <a:pt x="112" y="383"/>
                    </a:lnTo>
                    <a:lnTo>
                      <a:pt x="120" y="375"/>
                    </a:lnTo>
                    <a:lnTo>
                      <a:pt x="128" y="367"/>
                    </a:lnTo>
                    <a:lnTo>
                      <a:pt x="128" y="351"/>
                    </a:lnTo>
                    <a:lnTo>
                      <a:pt x="136" y="343"/>
                    </a:lnTo>
                    <a:lnTo>
                      <a:pt x="136" y="327"/>
                    </a:lnTo>
                    <a:lnTo>
                      <a:pt x="144" y="319"/>
                    </a:lnTo>
                    <a:lnTo>
                      <a:pt x="152" y="311"/>
                    </a:lnTo>
                    <a:lnTo>
                      <a:pt x="152" y="295"/>
                    </a:lnTo>
                    <a:lnTo>
                      <a:pt x="160" y="287"/>
                    </a:lnTo>
                    <a:lnTo>
                      <a:pt x="160" y="271"/>
                    </a:lnTo>
                    <a:lnTo>
                      <a:pt x="168" y="263"/>
                    </a:lnTo>
                    <a:lnTo>
                      <a:pt x="176" y="255"/>
                    </a:lnTo>
                    <a:lnTo>
                      <a:pt x="176" y="247"/>
                    </a:lnTo>
                    <a:lnTo>
                      <a:pt x="184" y="231"/>
                    </a:lnTo>
                    <a:lnTo>
                      <a:pt x="184" y="223"/>
                    </a:lnTo>
                    <a:lnTo>
                      <a:pt x="192" y="216"/>
                    </a:lnTo>
                    <a:lnTo>
                      <a:pt x="192" y="208"/>
                    </a:lnTo>
                    <a:lnTo>
                      <a:pt x="200" y="200"/>
                    </a:lnTo>
                    <a:lnTo>
                      <a:pt x="208" y="192"/>
                    </a:lnTo>
                    <a:lnTo>
                      <a:pt x="208" y="176"/>
                    </a:lnTo>
                    <a:lnTo>
                      <a:pt x="216" y="168"/>
                    </a:lnTo>
                    <a:lnTo>
                      <a:pt x="216" y="160"/>
                    </a:lnTo>
                    <a:lnTo>
                      <a:pt x="224" y="152"/>
                    </a:lnTo>
                    <a:lnTo>
                      <a:pt x="232" y="144"/>
                    </a:lnTo>
                    <a:lnTo>
                      <a:pt x="232" y="136"/>
                    </a:lnTo>
                    <a:lnTo>
                      <a:pt x="240" y="128"/>
                    </a:lnTo>
                    <a:lnTo>
                      <a:pt x="240" y="120"/>
                    </a:lnTo>
                    <a:lnTo>
                      <a:pt x="248" y="112"/>
                    </a:lnTo>
                    <a:lnTo>
                      <a:pt x="256" y="104"/>
                    </a:lnTo>
                    <a:lnTo>
                      <a:pt x="264" y="96"/>
                    </a:lnTo>
                    <a:lnTo>
                      <a:pt x="264" y="88"/>
                    </a:lnTo>
                    <a:lnTo>
                      <a:pt x="272" y="80"/>
                    </a:lnTo>
                    <a:lnTo>
                      <a:pt x="280" y="72"/>
                    </a:lnTo>
                    <a:lnTo>
                      <a:pt x="296" y="56"/>
                    </a:lnTo>
                    <a:lnTo>
                      <a:pt x="288" y="56"/>
                    </a:lnTo>
                    <a:lnTo>
                      <a:pt x="296" y="56"/>
                    </a:lnTo>
                    <a:lnTo>
                      <a:pt x="304" y="48"/>
                    </a:lnTo>
                    <a:lnTo>
                      <a:pt x="312" y="40"/>
                    </a:lnTo>
                    <a:lnTo>
                      <a:pt x="320" y="32"/>
                    </a:lnTo>
                    <a:lnTo>
                      <a:pt x="328" y="24"/>
                    </a:lnTo>
                    <a:lnTo>
                      <a:pt x="336" y="16"/>
                    </a:lnTo>
                    <a:lnTo>
                      <a:pt x="344" y="16"/>
                    </a:lnTo>
                    <a:lnTo>
                      <a:pt x="352" y="8"/>
                    </a:lnTo>
                    <a:lnTo>
                      <a:pt x="360" y="8"/>
                    </a:lnTo>
                    <a:lnTo>
                      <a:pt x="368" y="8"/>
                    </a:lnTo>
                    <a:lnTo>
                      <a:pt x="376" y="8"/>
                    </a:lnTo>
                    <a:lnTo>
                      <a:pt x="384" y="0"/>
                    </a:lnTo>
                    <a:lnTo>
                      <a:pt x="392" y="0"/>
                    </a:lnTo>
                    <a:lnTo>
                      <a:pt x="400" y="0"/>
                    </a:lnTo>
                    <a:lnTo>
                      <a:pt x="408" y="8"/>
                    </a:lnTo>
                    <a:lnTo>
                      <a:pt x="416" y="8"/>
                    </a:lnTo>
                    <a:lnTo>
                      <a:pt x="424" y="8"/>
                    </a:lnTo>
                    <a:lnTo>
                      <a:pt x="432" y="16"/>
                    </a:lnTo>
                    <a:lnTo>
                      <a:pt x="440" y="16"/>
                    </a:lnTo>
                    <a:lnTo>
                      <a:pt x="448" y="16"/>
                    </a:lnTo>
                    <a:lnTo>
                      <a:pt x="456" y="24"/>
                    </a:lnTo>
                    <a:lnTo>
                      <a:pt x="464" y="32"/>
                    </a:lnTo>
                    <a:lnTo>
                      <a:pt x="472" y="40"/>
                    </a:lnTo>
                    <a:lnTo>
                      <a:pt x="480" y="48"/>
                    </a:lnTo>
                    <a:lnTo>
                      <a:pt x="488" y="56"/>
                    </a:lnTo>
                    <a:lnTo>
                      <a:pt x="496" y="64"/>
                    </a:lnTo>
                    <a:lnTo>
                      <a:pt x="504" y="72"/>
                    </a:lnTo>
                    <a:lnTo>
                      <a:pt x="512" y="80"/>
                    </a:lnTo>
                    <a:lnTo>
                      <a:pt x="520" y="88"/>
                    </a:lnTo>
                    <a:lnTo>
                      <a:pt x="528" y="96"/>
                    </a:lnTo>
                    <a:lnTo>
                      <a:pt x="528" y="104"/>
                    </a:lnTo>
                    <a:lnTo>
                      <a:pt x="536" y="112"/>
                    </a:lnTo>
                    <a:lnTo>
                      <a:pt x="536" y="120"/>
                    </a:lnTo>
                    <a:lnTo>
                      <a:pt x="544" y="128"/>
                    </a:lnTo>
                    <a:lnTo>
                      <a:pt x="552" y="136"/>
                    </a:lnTo>
                    <a:lnTo>
                      <a:pt x="552" y="144"/>
                    </a:lnTo>
                    <a:lnTo>
                      <a:pt x="560" y="152"/>
                    </a:lnTo>
                    <a:lnTo>
                      <a:pt x="560" y="160"/>
                    </a:lnTo>
                    <a:lnTo>
                      <a:pt x="568" y="168"/>
                    </a:lnTo>
                    <a:lnTo>
                      <a:pt x="568" y="176"/>
                    </a:lnTo>
                    <a:lnTo>
                      <a:pt x="576" y="184"/>
                    </a:lnTo>
                    <a:lnTo>
                      <a:pt x="584" y="192"/>
                    </a:lnTo>
                    <a:lnTo>
                      <a:pt x="584" y="200"/>
                    </a:lnTo>
                    <a:lnTo>
                      <a:pt x="592" y="208"/>
                    </a:lnTo>
                    <a:lnTo>
                      <a:pt x="592" y="216"/>
                    </a:lnTo>
                    <a:lnTo>
                      <a:pt x="600" y="231"/>
                    </a:lnTo>
                    <a:lnTo>
                      <a:pt x="608" y="239"/>
                    </a:lnTo>
                    <a:lnTo>
                      <a:pt x="608" y="247"/>
                    </a:lnTo>
                    <a:lnTo>
                      <a:pt x="616" y="255"/>
                    </a:lnTo>
                    <a:lnTo>
                      <a:pt x="616" y="271"/>
                    </a:lnTo>
                    <a:lnTo>
                      <a:pt x="624" y="279"/>
                    </a:lnTo>
                    <a:lnTo>
                      <a:pt x="632" y="287"/>
                    </a:lnTo>
                    <a:lnTo>
                      <a:pt x="632" y="303"/>
                    </a:lnTo>
                    <a:lnTo>
                      <a:pt x="640" y="311"/>
                    </a:lnTo>
                    <a:lnTo>
                      <a:pt x="640" y="319"/>
                    </a:lnTo>
                    <a:lnTo>
                      <a:pt x="648" y="335"/>
                    </a:lnTo>
                    <a:lnTo>
                      <a:pt x="656" y="343"/>
                    </a:lnTo>
                    <a:lnTo>
                      <a:pt x="656" y="359"/>
                    </a:lnTo>
                    <a:lnTo>
                      <a:pt x="664" y="367"/>
                    </a:lnTo>
                    <a:lnTo>
                      <a:pt x="664" y="383"/>
                    </a:lnTo>
                    <a:lnTo>
                      <a:pt x="672" y="391"/>
                    </a:lnTo>
                    <a:lnTo>
                      <a:pt x="680" y="399"/>
                    </a:lnTo>
                    <a:lnTo>
                      <a:pt x="680" y="415"/>
                    </a:lnTo>
                    <a:lnTo>
                      <a:pt x="688" y="431"/>
                    </a:lnTo>
                    <a:lnTo>
                      <a:pt x="688" y="439"/>
                    </a:lnTo>
                    <a:lnTo>
                      <a:pt x="696" y="455"/>
                    </a:lnTo>
                    <a:lnTo>
                      <a:pt x="704" y="463"/>
                    </a:lnTo>
                    <a:lnTo>
                      <a:pt x="704" y="479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86" name="Freeform 70"/>
              <p:cNvSpPr>
                <a:spLocks/>
              </p:cNvSpPr>
              <p:nvPr/>
            </p:nvSpPr>
            <p:spPr bwMode="auto">
              <a:xfrm>
                <a:off x="1316" y="1837"/>
                <a:ext cx="705" cy="935"/>
              </a:xfrm>
              <a:custGeom>
                <a:avLst/>
                <a:gdLst/>
                <a:ahLst/>
                <a:cxnLst>
                  <a:cxn ang="0">
                    <a:pos x="8" y="24"/>
                  </a:cxn>
                  <a:cxn ang="0">
                    <a:pos x="24" y="64"/>
                  </a:cxn>
                  <a:cxn ang="0">
                    <a:pos x="41" y="104"/>
                  </a:cxn>
                  <a:cxn ang="0">
                    <a:pos x="57" y="136"/>
                  </a:cxn>
                  <a:cxn ang="0">
                    <a:pos x="65" y="176"/>
                  </a:cxn>
                  <a:cxn ang="0">
                    <a:pos x="81" y="216"/>
                  </a:cxn>
                  <a:cxn ang="0">
                    <a:pos x="97" y="256"/>
                  </a:cxn>
                  <a:cxn ang="0">
                    <a:pos x="113" y="296"/>
                  </a:cxn>
                  <a:cxn ang="0">
                    <a:pos x="129" y="336"/>
                  </a:cxn>
                  <a:cxn ang="0">
                    <a:pos x="137" y="376"/>
                  </a:cxn>
                  <a:cxn ang="0">
                    <a:pos x="153" y="416"/>
                  </a:cxn>
                  <a:cxn ang="0">
                    <a:pos x="169" y="456"/>
                  </a:cxn>
                  <a:cxn ang="0">
                    <a:pos x="185" y="488"/>
                  </a:cxn>
                  <a:cxn ang="0">
                    <a:pos x="201" y="528"/>
                  </a:cxn>
                  <a:cxn ang="0">
                    <a:pos x="209" y="560"/>
                  </a:cxn>
                  <a:cxn ang="0">
                    <a:pos x="225" y="600"/>
                  </a:cxn>
                  <a:cxn ang="0">
                    <a:pos x="241" y="632"/>
                  </a:cxn>
                  <a:cxn ang="0">
                    <a:pos x="257" y="664"/>
                  </a:cxn>
                  <a:cxn ang="0">
                    <a:pos x="265" y="696"/>
                  </a:cxn>
                  <a:cxn ang="0">
                    <a:pos x="281" y="720"/>
                  </a:cxn>
                  <a:cxn ang="0">
                    <a:pos x="297" y="752"/>
                  </a:cxn>
                  <a:cxn ang="0">
                    <a:pos x="313" y="776"/>
                  </a:cxn>
                  <a:cxn ang="0">
                    <a:pos x="329" y="800"/>
                  </a:cxn>
                  <a:cxn ang="0">
                    <a:pos x="337" y="824"/>
                  </a:cxn>
                  <a:cxn ang="0">
                    <a:pos x="361" y="848"/>
                  </a:cxn>
                  <a:cxn ang="0">
                    <a:pos x="377" y="872"/>
                  </a:cxn>
                  <a:cxn ang="0">
                    <a:pos x="401" y="895"/>
                  </a:cxn>
                  <a:cxn ang="0">
                    <a:pos x="425" y="911"/>
                  </a:cxn>
                  <a:cxn ang="0">
                    <a:pos x="449" y="927"/>
                  </a:cxn>
                  <a:cxn ang="0">
                    <a:pos x="473" y="935"/>
                  </a:cxn>
                  <a:cxn ang="0">
                    <a:pos x="497" y="927"/>
                  </a:cxn>
                  <a:cxn ang="0">
                    <a:pos x="521" y="927"/>
                  </a:cxn>
                  <a:cxn ang="0">
                    <a:pos x="545" y="911"/>
                  </a:cxn>
                  <a:cxn ang="0">
                    <a:pos x="569" y="895"/>
                  </a:cxn>
                  <a:cxn ang="0">
                    <a:pos x="593" y="864"/>
                  </a:cxn>
                  <a:cxn ang="0">
                    <a:pos x="609" y="840"/>
                  </a:cxn>
                  <a:cxn ang="0">
                    <a:pos x="625" y="824"/>
                  </a:cxn>
                  <a:cxn ang="0">
                    <a:pos x="641" y="800"/>
                  </a:cxn>
                  <a:cxn ang="0">
                    <a:pos x="657" y="776"/>
                  </a:cxn>
                  <a:cxn ang="0">
                    <a:pos x="665" y="752"/>
                  </a:cxn>
                  <a:cxn ang="0">
                    <a:pos x="681" y="720"/>
                  </a:cxn>
                  <a:cxn ang="0">
                    <a:pos x="697" y="696"/>
                  </a:cxn>
                </a:cxnLst>
                <a:rect l="0" t="0" r="r" b="b"/>
                <a:pathLst>
                  <a:path w="705" h="935">
                    <a:moveTo>
                      <a:pt x="0" y="0"/>
                    </a:moveTo>
                    <a:lnTo>
                      <a:pt x="8" y="8"/>
                    </a:lnTo>
                    <a:lnTo>
                      <a:pt x="8" y="24"/>
                    </a:lnTo>
                    <a:lnTo>
                      <a:pt x="16" y="32"/>
                    </a:lnTo>
                    <a:lnTo>
                      <a:pt x="24" y="48"/>
                    </a:lnTo>
                    <a:lnTo>
                      <a:pt x="24" y="64"/>
                    </a:lnTo>
                    <a:lnTo>
                      <a:pt x="33" y="72"/>
                    </a:lnTo>
                    <a:lnTo>
                      <a:pt x="33" y="88"/>
                    </a:lnTo>
                    <a:lnTo>
                      <a:pt x="41" y="104"/>
                    </a:lnTo>
                    <a:lnTo>
                      <a:pt x="49" y="112"/>
                    </a:lnTo>
                    <a:lnTo>
                      <a:pt x="49" y="128"/>
                    </a:lnTo>
                    <a:lnTo>
                      <a:pt x="57" y="136"/>
                    </a:lnTo>
                    <a:lnTo>
                      <a:pt x="57" y="152"/>
                    </a:lnTo>
                    <a:lnTo>
                      <a:pt x="65" y="168"/>
                    </a:lnTo>
                    <a:lnTo>
                      <a:pt x="65" y="176"/>
                    </a:lnTo>
                    <a:lnTo>
                      <a:pt x="73" y="192"/>
                    </a:lnTo>
                    <a:lnTo>
                      <a:pt x="81" y="208"/>
                    </a:lnTo>
                    <a:lnTo>
                      <a:pt x="81" y="216"/>
                    </a:lnTo>
                    <a:lnTo>
                      <a:pt x="89" y="232"/>
                    </a:lnTo>
                    <a:lnTo>
                      <a:pt x="89" y="248"/>
                    </a:lnTo>
                    <a:lnTo>
                      <a:pt x="97" y="256"/>
                    </a:lnTo>
                    <a:lnTo>
                      <a:pt x="105" y="272"/>
                    </a:lnTo>
                    <a:lnTo>
                      <a:pt x="105" y="288"/>
                    </a:lnTo>
                    <a:lnTo>
                      <a:pt x="113" y="296"/>
                    </a:lnTo>
                    <a:lnTo>
                      <a:pt x="113" y="312"/>
                    </a:lnTo>
                    <a:lnTo>
                      <a:pt x="121" y="328"/>
                    </a:lnTo>
                    <a:lnTo>
                      <a:pt x="129" y="336"/>
                    </a:lnTo>
                    <a:lnTo>
                      <a:pt x="129" y="352"/>
                    </a:lnTo>
                    <a:lnTo>
                      <a:pt x="137" y="368"/>
                    </a:lnTo>
                    <a:lnTo>
                      <a:pt x="137" y="376"/>
                    </a:lnTo>
                    <a:lnTo>
                      <a:pt x="145" y="392"/>
                    </a:lnTo>
                    <a:lnTo>
                      <a:pt x="153" y="400"/>
                    </a:lnTo>
                    <a:lnTo>
                      <a:pt x="153" y="416"/>
                    </a:lnTo>
                    <a:lnTo>
                      <a:pt x="161" y="432"/>
                    </a:lnTo>
                    <a:lnTo>
                      <a:pt x="161" y="440"/>
                    </a:lnTo>
                    <a:lnTo>
                      <a:pt x="169" y="456"/>
                    </a:lnTo>
                    <a:lnTo>
                      <a:pt x="177" y="464"/>
                    </a:lnTo>
                    <a:lnTo>
                      <a:pt x="177" y="480"/>
                    </a:lnTo>
                    <a:lnTo>
                      <a:pt x="185" y="488"/>
                    </a:lnTo>
                    <a:lnTo>
                      <a:pt x="185" y="504"/>
                    </a:lnTo>
                    <a:lnTo>
                      <a:pt x="193" y="520"/>
                    </a:lnTo>
                    <a:lnTo>
                      <a:pt x="201" y="528"/>
                    </a:lnTo>
                    <a:lnTo>
                      <a:pt x="201" y="544"/>
                    </a:lnTo>
                    <a:lnTo>
                      <a:pt x="209" y="552"/>
                    </a:lnTo>
                    <a:lnTo>
                      <a:pt x="209" y="560"/>
                    </a:lnTo>
                    <a:lnTo>
                      <a:pt x="217" y="576"/>
                    </a:lnTo>
                    <a:lnTo>
                      <a:pt x="225" y="584"/>
                    </a:lnTo>
                    <a:lnTo>
                      <a:pt x="225" y="600"/>
                    </a:lnTo>
                    <a:lnTo>
                      <a:pt x="233" y="608"/>
                    </a:lnTo>
                    <a:lnTo>
                      <a:pt x="233" y="624"/>
                    </a:lnTo>
                    <a:lnTo>
                      <a:pt x="241" y="632"/>
                    </a:lnTo>
                    <a:lnTo>
                      <a:pt x="249" y="640"/>
                    </a:lnTo>
                    <a:lnTo>
                      <a:pt x="249" y="656"/>
                    </a:lnTo>
                    <a:lnTo>
                      <a:pt x="257" y="664"/>
                    </a:lnTo>
                    <a:lnTo>
                      <a:pt x="257" y="672"/>
                    </a:lnTo>
                    <a:lnTo>
                      <a:pt x="265" y="688"/>
                    </a:lnTo>
                    <a:lnTo>
                      <a:pt x="265" y="696"/>
                    </a:lnTo>
                    <a:lnTo>
                      <a:pt x="273" y="704"/>
                    </a:lnTo>
                    <a:lnTo>
                      <a:pt x="281" y="712"/>
                    </a:lnTo>
                    <a:lnTo>
                      <a:pt x="281" y="720"/>
                    </a:lnTo>
                    <a:lnTo>
                      <a:pt x="289" y="736"/>
                    </a:lnTo>
                    <a:lnTo>
                      <a:pt x="289" y="744"/>
                    </a:lnTo>
                    <a:lnTo>
                      <a:pt x="297" y="752"/>
                    </a:lnTo>
                    <a:lnTo>
                      <a:pt x="305" y="760"/>
                    </a:lnTo>
                    <a:lnTo>
                      <a:pt x="305" y="768"/>
                    </a:lnTo>
                    <a:lnTo>
                      <a:pt x="313" y="776"/>
                    </a:lnTo>
                    <a:lnTo>
                      <a:pt x="313" y="784"/>
                    </a:lnTo>
                    <a:lnTo>
                      <a:pt x="321" y="792"/>
                    </a:lnTo>
                    <a:lnTo>
                      <a:pt x="329" y="800"/>
                    </a:lnTo>
                    <a:lnTo>
                      <a:pt x="329" y="808"/>
                    </a:lnTo>
                    <a:lnTo>
                      <a:pt x="337" y="816"/>
                    </a:lnTo>
                    <a:lnTo>
                      <a:pt x="337" y="824"/>
                    </a:lnTo>
                    <a:lnTo>
                      <a:pt x="345" y="832"/>
                    </a:lnTo>
                    <a:lnTo>
                      <a:pt x="353" y="840"/>
                    </a:lnTo>
                    <a:lnTo>
                      <a:pt x="361" y="848"/>
                    </a:lnTo>
                    <a:lnTo>
                      <a:pt x="361" y="856"/>
                    </a:lnTo>
                    <a:lnTo>
                      <a:pt x="369" y="864"/>
                    </a:lnTo>
                    <a:lnTo>
                      <a:pt x="377" y="872"/>
                    </a:lnTo>
                    <a:lnTo>
                      <a:pt x="385" y="880"/>
                    </a:lnTo>
                    <a:lnTo>
                      <a:pt x="393" y="888"/>
                    </a:lnTo>
                    <a:lnTo>
                      <a:pt x="401" y="895"/>
                    </a:lnTo>
                    <a:lnTo>
                      <a:pt x="409" y="903"/>
                    </a:lnTo>
                    <a:lnTo>
                      <a:pt x="417" y="911"/>
                    </a:lnTo>
                    <a:lnTo>
                      <a:pt x="425" y="911"/>
                    </a:lnTo>
                    <a:lnTo>
                      <a:pt x="433" y="919"/>
                    </a:lnTo>
                    <a:lnTo>
                      <a:pt x="441" y="927"/>
                    </a:lnTo>
                    <a:lnTo>
                      <a:pt x="449" y="927"/>
                    </a:lnTo>
                    <a:lnTo>
                      <a:pt x="457" y="927"/>
                    </a:lnTo>
                    <a:lnTo>
                      <a:pt x="465" y="927"/>
                    </a:lnTo>
                    <a:lnTo>
                      <a:pt x="473" y="935"/>
                    </a:lnTo>
                    <a:lnTo>
                      <a:pt x="481" y="935"/>
                    </a:lnTo>
                    <a:lnTo>
                      <a:pt x="489" y="935"/>
                    </a:lnTo>
                    <a:lnTo>
                      <a:pt x="497" y="927"/>
                    </a:lnTo>
                    <a:lnTo>
                      <a:pt x="505" y="927"/>
                    </a:lnTo>
                    <a:lnTo>
                      <a:pt x="513" y="927"/>
                    </a:lnTo>
                    <a:lnTo>
                      <a:pt x="521" y="927"/>
                    </a:lnTo>
                    <a:lnTo>
                      <a:pt x="529" y="919"/>
                    </a:lnTo>
                    <a:lnTo>
                      <a:pt x="537" y="911"/>
                    </a:lnTo>
                    <a:lnTo>
                      <a:pt x="545" y="911"/>
                    </a:lnTo>
                    <a:lnTo>
                      <a:pt x="553" y="903"/>
                    </a:lnTo>
                    <a:lnTo>
                      <a:pt x="561" y="895"/>
                    </a:lnTo>
                    <a:lnTo>
                      <a:pt x="569" y="895"/>
                    </a:lnTo>
                    <a:lnTo>
                      <a:pt x="585" y="880"/>
                    </a:lnTo>
                    <a:lnTo>
                      <a:pt x="585" y="872"/>
                    </a:lnTo>
                    <a:lnTo>
                      <a:pt x="593" y="864"/>
                    </a:lnTo>
                    <a:lnTo>
                      <a:pt x="601" y="856"/>
                    </a:lnTo>
                    <a:lnTo>
                      <a:pt x="617" y="840"/>
                    </a:lnTo>
                    <a:lnTo>
                      <a:pt x="609" y="840"/>
                    </a:lnTo>
                    <a:lnTo>
                      <a:pt x="617" y="840"/>
                    </a:lnTo>
                    <a:lnTo>
                      <a:pt x="625" y="832"/>
                    </a:lnTo>
                    <a:lnTo>
                      <a:pt x="625" y="824"/>
                    </a:lnTo>
                    <a:lnTo>
                      <a:pt x="633" y="816"/>
                    </a:lnTo>
                    <a:lnTo>
                      <a:pt x="633" y="808"/>
                    </a:lnTo>
                    <a:lnTo>
                      <a:pt x="641" y="800"/>
                    </a:lnTo>
                    <a:lnTo>
                      <a:pt x="641" y="792"/>
                    </a:lnTo>
                    <a:lnTo>
                      <a:pt x="649" y="784"/>
                    </a:lnTo>
                    <a:lnTo>
                      <a:pt x="657" y="776"/>
                    </a:lnTo>
                    <a:lnTo>
                      <a:pt x="657" y="768"/>
                    </a:lnTo>
                    <a:lnTo>
                      <a:pt x="665" y="760"/>
                    </a:lnTo>
                    <a:lnTo>
                      <a:pt x="665" y="752"/>
                    </a:lnTo>
                    <a:lnTo>
                      <a:pt x="673" y="744"/>
                    </a:lnTo>
                    <a:lnTo>
                      <a:pt x="681" y="736"/>
                    </a:lnTo>
                    <a:lnTo>
                      <a:pt x="681" y="720"/>
                    </a:lnTo>
                    <a:lnTo>
                      <a:pt x="689" y="712"/>
                    </a:lnTo>
                    <a:lnTo>
                      <a:pt x="689" y="704"/>
                    </a:lnTo>
                    <a:lnTo>
                      <a:pt x="697" y="696"/>
                    </a:lnTo>
                    <a:lnTo>
                      <a:pt x="705" y="688"/>
                    </a:lnTo>
                    <a:lnTo>
                      <a:pt x="705" y="672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87" name="Freeform 71"/>
              <p:cNvSpPr>
                <a:spLocks/>
              </p:cNvSpPr>
              <p:nvPr/>
            </p:nvSpPr>
            <p:spPr bwMode="auto">
              <a:xfrm>
                <a:off x="2021" y="1358"/>
                <a:ext cx="713" cy="1151"/>
              </a:xfrm>
              <a:custGeom>
                <a:avLst/>
                <a:gdLst/>
                <a:ahLst/>
                <a:cxnLst>
                  <a:cxn ang="0">
                    <a:pos x="8" y="1135"/>
                  </a:cxn>
                  <a:cxn ang="0">
                    <a:pos x="24" y="1103"/>
                  </a:cxn>
                  <a:cxn ang="0">
                    <a:pos x="40" y="1063"/>
                  </a:cxn>
                  <a:cxn ang="0">
                    <a:pos x="56" y="1031"/>
                  </a:cxn>
                  <a:cxn ang="0">
                    <a:pos x="72" y="999"/>
                  </a:cxn>
                  <a:cxn ang="0">
                    <a:pos x="80" y="959"/>
                  </a:cxn>
                  <a:cxn ang="0">
                    <a:pos x="96" y="919"/>
                  </a:cxn>
                  <a:cxn ang="0">
                    <a:pos x="112" y="879"/>
                  </a:cxn>
                  <a:cxn ang="0">
                    <a:pos x="128" y="847"/>
                  </a:cxn>
                  <a:cxn ang="0">
                    <a:pos x="136" y="807"/>
                  </a:cxn>
                  <a:cxn ang="0">
                    <a:pos x="152" y="767"/>
                  </a:cxn>
                  <a:cxn ang="0">
                    <a:pos x="168" y="727"/>
                  </a:cxn>
                  <a:cxn ang="0">
                    <a:pos x="184" y="687"/>
                  </a:cxn>
                  <a:cxn ang="0">
                    <a:pos x="200" y="647"/>
                  </a:cxn>
                  <a:cxn ang="0">
                    <a:pos x="208" y="607"/>
                  </a:cxn>
                  <a:cxn ang="0">
                    <a:pos x="224" y="567"/>
                  </a:cxn>
                  <a:cxn ang="0">
                    <a:pos x="240" y="527"/>
                  </a:cxn>
                  <a:cxn ang="0">
                    <a:pos x="256" y="487"/>
                  </a:cxn>
                  <a:cxn ang="0">
                    <a:pos x="272" y="455"/>
                  </a:cxn>
                  <a:cxn ang="0">
                    <a:pos x="280" y="415"/>
                  </a:cxn>
                  <a:cxn ang="0">
                    <a:pos x="296" y="383"/>
                  </a:cxn>
                  <a:cxn ang="0">
                    <a:pos x="312" y="343"/>
                  </a:cxn>
                  <a:cxn ang="0">
                    <a:pos x="328" y="311"/>
                  </a:cxn>
                  <a:cxn ang="0">
                    <a:pos x="336" y="279"/>
                  </a:cxn>
                  <a:cxn ang="0">
                    <a:pos x="353" y="247"/>
                  </a:cxn>
                  <a:cxn ang="0">
                    <a:pos x="369" y="216"/>
                  </a:cxn>
                  <a:cxn ang="0">
                    <a:pos x="385" y="192"/>
                  </a:cxn>
                  <a:cxn ang="0">
                    <a:pos x="401" y="168"/>
                  </a:cxn>
                  <a:cxn ang="0">
                    <a:pos x="409" y="144"/>
                  </a:cxn>
                  <a:cxn ang="0">
                    <a:pos x="425" y="120"/>
                  </a:cxn>
                  <a:cxn ang="0">
                    <a:pos x="441" y="96"/>
                  </a:cxn>
                  <a:cxn ang="0">
                    <a:pos x="465" y="64"/>
                  </a:cxn>
                  <a:cxn ang="0">
                    <a:pos x="489" y="40"/>
                  </a:cxn>
                  <a:cxn ang="0">
                    <a:pos x="513" y="16"/>
                  </a:cxn>
                  <a:cxn ang="0">
                    <a:pos x="537" y="8"/>
                  </a:cxn>
                  <a:cxn ang="0">
                    <a:pos x="561" y="0"/>
                  </a:cxn>
                  <a:cxn ang="0">
                    <a:pos x="585" y="8"/>
                  </a:cxn>
                  <a:cxn ang="0">
                    <a:pos x="609" y="8"/>
                  </a:cxn>
                  <a:cxn ang="0">
                    <a:pos x="633" y="24"/>
                  </a:cxn>
                  <a:cxn ang="0">
                    <a:pos x="657" y="48"/>
                  </a:cxn>
                  <a:cxn ang="0">
                    <a:pos x="689" y="72"/>
                  </a:cxn>
                  <a:cxn ang="0">
                    <a:pos x="705" y="96"/>
                  </a:cxn>
                </a:cxnLst>
                <a:rect l="0" t="0" r="r" b="b"/>
                <a:pathLst>
                  <a:path w="713" h="1151">
                    <a:moveTo>
                      <a:pt x="0" y="1151"/>
                    </a:moveTo>
                    <a:lnTo>
                      <a:pt x="8" y="1143"/>
                    </a:lnTo>
                    <a:lnTo>
                      <a:pt x="8" y="1135"/>
                    </a:lnTo>
                    <a:lnTo>
                      <a:pt x="16" y="1119"/>
                    </a:lnTo>
                    <a:lnTo>
                      <a:pt x="24" y="1111"/>
                    </a:lnTo>
                    <a:lnTo>
                      <a:pt x="24" y="1103"/>
                    </a:lnTo>
                    <a:lnTo>
                      <a:pt x="32" y="1087"/>
                    </a:lnTo>
                    <a:lnTo>
                      <a:pt x="32" y="1079"/>
                    </a:lnTo>
                    <a:lnTo>
                      <a:pt x="40" y="1063"/>
                    </a:lnTo>
                    <a:lnTo>
                      <a:pt x="48" y="1055"/>
                    </a:lnTo>
                    <a:lnTo>
                      <a:pt x="48" y="1039"/>
                    </a:lnTo>
                    <a:lnTo>
                      <a:pt x="56" y="1031"/>
                    </a:lnTo>
                    <a:lnTo>
                      <a:pt x="56" y="1023"/>
                    </a:lnTo>
                    <a:lnTo>
                      <a:pt x="64" y="1007"/>
                    </a:lnTo>
                    <a:lnTo>
                      <a:pt x="72" y="999"/>
                    </a:lnTo>
                    <a:lnTo>
                      <a:pt x="72" y="983"/>
                    </a:lnTo>
                    <a:lnTo>
                      <a:pt x="80" y="967"/>
                    </a:lnTo>
                    <a:lnTo>
                      <a:pt x="80" y="959"/>
                    </a:lnTo>
                    <a:lnTo>
                      <a:pt x="88" y="943"/>
                    </a:lnTo>
                    <a:lnTo>
                      <a:pt x="96" y="935"/>
                    </a:lnTo>
                    <a:lnTo>
                      <a:pt x="96" y="919"/>
                    </a:lnTo>
                    <a:lnTo>
                      <a:pt x="104" y="911"/>
                    </a:lnTo>
                    <a:lnTo>
                      <a:pt x="104" y="895"/>
                    </a:lnTo>
                    <a:lnTo>
                      <a:pt x="112" y="879"/>
                    </a:lnTo>
                    <a:lnTo>
                      <a:pt x="112" y="871"/>
                    </a:lnTo>
                    <a:lnTo>
                      <a:pt x="120" y="855"/>
                    </a:lnTo>
                    <a:lnTo>
                      <a:pt x="128" y="847"/>
                    </a:lnTo>
                    <a:lnTo>
                      <a:pt x="128" y="831"/>
                    </a:lnTo>
                    <a:lnTo>
                      <a:pt x="136" y="815"/>
                    </a:lnTo>
                    <a:lnTo>
                      <a:pt x="136" y="807"/>
                    </a:lnTo>
                    <a:lnTo>
                      <a:pt x="144" y="791"/>
                    </a:lnTo>
                    <a:lnTo>
                      <a:pt x="152" y="775"/>
                    </a:lnTo>
                    <a:lnTo>
                      <a:pt x="152" y="767"/>
                    </a:lnTo>
                    <a:lnTo>
                      <a:pt x="160" y="751"/>
                    </a:lnTo>
                    <a:lnTo>
                      <a:pt x="160" y="735"/>
                    </a:lnTo>
                    <a:lnTo>
                      <a:pt x="168" y="727"/>
                    </a:lnTo>
                    <a:lnTo>
                      <a:pt x="176" y="711"/>
                    </a:lnTo>
                    <a:lnTo>
                      <a:pt x="176" y="695"/>
                    </a:lnTo>
                    <a:lnTo>
                      <a:pt x="184" y="687"/>
                    </a:lnTo>
                    <a:lnTo>
                      <a:pt x="184" y="671"/>
                    </a:lnTo>
                    <a:lnTo>
                      <a:pt x="192" y="655"/>
                    </a:lnTo>
                    <a:lnTo>
                      <a:pt x="200" y="647"/>
                    </a:lnTo>
                    <a:lnTo>
                      <a:pt x="200" y="631"/>
                    </a:lnTo>
                    <a:lnTo>
                      <a:pt x="208" y="615"/>
                    </a:lnTo>
                    <a:lnTo>
                      <a:pt x="208" y="607"/>
                    </a:lnTo>
                    <a:lnTo>
                      <a:pt x="216" y="591"/>
                    </a:lnTo>
                    <a:lnTo>
                      <a:pt x="224" y="583"/>
                    </a:lnTo>
                    <a:lnTo>
                      <a:pt x="224" y="567"/>
                    </a:lnTo>
                    <a:lnTo>
                      <a:pt x="232" y="551"/>
                    </a:lnTo>
                    <a:lnTo>
                      <a:pt x="232" y="543"/>
                    </a:lnTo>
                    <a:lnTo>
                      <a:pt x="240" y="527"/>
                    </a:lnTo>
                    <a:lnTo>
                      <a:pt x="248" y="511"/>
                    </a:lnTo>
                    <a:lnTo>
                      <a:pt x="248" y="503"/>
                    </a:lnTo>
                    <a:lnTo>
                      <a:pt x="256" y="487"/>
                    </a:lnTo>
                    <a:lnTo>
                      <a:pt x="256" y="479"/>
                    </a:lnTo>
                    <a:lnTo>
                      <a:pt x="264" y="463"/>
                    </a:lnTo>
                    <a:lnTo>
                      <a:pt x="272" y="455"/>
                    </a:lnTo>
                    <a:lnTo>
                      <a:pt x="272" y="439"/>
                    </a:lnTo>
                    <a:lnTo>
                      <a:pt x="280" y="431"/>
                    </a:lnTo>
                    <a:lnTo>
                      <a:pt x="280" y="415"/>
                    </a:lnTo>
                    <a:lnTo>
                      <a:pt x="288" y="399"/>
                    </a:lnTo>
                    <a:lnTo>
                      <a:pt x="296" y="391"/>
                    </a:lnTo>
                    <a:lnTo>
                      <a:pt x="296" y="383"/>
                    </a:lnTo>
                    <a:lnTo>
                      <a:pt x="304" y="367"/>
                    </a:lnTo>
                    <a:lnTo>
                      <a:pt x="304" y="359"/>
                    </a:lnTo>
                    <a:lnTo>
                      <a:pt x="312" y="343"/>
                    </a:lnTo>
                    <a:lnTo>
                      <a:pt x="312" y="335"/>
                    </a:lnTo>
                    <a:lnTo>
                      <a:pt x="320" y="319"/>
                    </a:lnTo>
                    <a:lnTo>
                      <a:pt x="328" y="311"/>
                    </a:lnTo>
                    <a:lnTo>
                      <a:pt x="328" y="303"/>
                    </a:lnTo>
                    <a:lnTo>
                      <a:pt x="336" y="287"/>
                    </a:lnTo>
                    <a:lnTo>
                      <a:pt x="336" y="279"/>
                    </a:lnTo>
                    <a:lnTo>
                      <a:pt x="344" y="271"/>
                    </a:lnTo>
                    <a:lnTo>
                      <a:pt x="353" y="255"/>
                    </a:lnTo>
                    <a:lnTo>
                      <a:pt x="353" y="247"/>
                    </a:lnTo>
                    <a:lnTo>
                      <a:pt x="361" y="239"/>
                    </a:lnTo>
                    <a:lnTo>
                      <a:pt x="361" y="231"/>
                    </a:lnTo>
                    <a:lnTo>
                      <a:pt x="369" y="216"/>
                    </a:lnTo>
                    <a:lnTo>
                      <a:pt x="377" y="208"/>
                    </a:lnTo>
                    <a:lnTo>
                      <a:pt x="377" y="200"/>
                    </a:lnTo>
                    <a:lnTo>
                      <a:pt x="385" y="192"/>
                    </a:lnTo>
                    <a:lnTo>
                      <a:pt x="385" y="184"/>
                    </a:lnTo>
                    <a:lnTo>
                      <a:pt x="393" y="176"/>
                    </a:lnTo>
                    <a:lnTo>
                      <a:pt x="401" y="168"/>
                    </a:lnTo>
                    <a:lnTo>
                      <a:pt x="401" y="160"/>
                    </a:lnTo>
                    <a:lnTo>
                      <a:pt x="409" y="152"/>
                    </a:lnTo>
                    <a:lnTo>
                      <a:pt x="409" y="144"/>
                    </a:lnTo>
                    <a:lnTo>
                      <a:pt x="417" y="136"/>
                    </a:lnTo>
                    <a:lnTo>
                      <a:pt x="425" y="128"/>
                    </a:lnTo>
                    <a:lnTo>
                      <a:pt x="425" y="120"/>
                    </a:lnTo>
                    <a:lnTo>
                      <a:pt x="433" y="112"/>
                    </a:lnTo>
                    <a:lnTo>
                      <a:pt x="433" y="104"/>
                    </a:lnTo>
                    <a:lnTo>
                      <a:pt x="441" y="96"/>
                    </a:lnTo>
                    <a:lnTo>
                      <a:pt x="457" y="80"/>
                    </a:lnTo>
                    <a:lnTo>
                      <a:pt x="457" y="72"/>
                    </a:lnTo>
                    <a:lnTo>
                      <a:pt x="465" y="64"/>
                    </a:lnTo>
                    <a:lnTo>
                      <a:pt x="473" y="56"/>
                    </a:lnTo>
                    <a:lnTo>
                      <a:pt x="481" y="48"/>
                    </a:lnTo>
                    <a:lnTo>
                      <a:pt x="489" y="40"/>
                    </a:lnTo>
                    <a:lnTo>
                      <a:pt x="497" y="32"/>
                    </a:lnTo>
                    <a:lnTo>
                      <a:pt x="505" y="24"/>
                    </a:lnTo>
                    <a:lnTo>
                      <a:pt x="513" y="16"/>
                    </a:lnTo>
                    <a:lnTo>
                      <a:pt x="521" y="16"/>
                    </a:lnTo>
                    <a:lnTo>
                      <a:pt x="529" y="16"/>
                    </a:lnTo>
                    <a:lnTo>
                      <a:pt x="537" y="8"/>
                    </a:lnTo>
                    <a:lnTo>
                      <a:pt x="545" y="8"/>
                    </a:lnTo>
                    <a:lnTo>
                      <a:pt x="553" y="8"/>
                    </a:lnTo>
                    <a:lnTo>
                      <a:pt x="561" y="0"/>
                    </a:lnTo>
                    <a:lnTo>
                      <a:pt x="569" y="0"/>
                    </a:lnTo>
                    <a:lnTo>
                      <a:pt x="577" y="0"/>
                    </a:lnTo>
                    <a:lnTo>
                      <a:pt x="585" y="8"/>
                    </a:lnTo>
                    <a:lnTo>
                      <a:pt x="593" y="8"/>
                    </a:lnTo>
                    <a:lnTo>
                      <a:pt x="601" y="8"/>
                    </a:lnTo>
                    <a:lnTo>
                      <a:pt x="609" y="8"/>
                    </a:lnTo>
                    <a:lnTo>
                      <a:pt x="617" y="16"/>
                    </a:lnTo>
                    <a:lnTo>
                      <a:pt x="625" y="16"/>
                    </a:lnTo>
                    <a:lnTo>
                      <a:pt x="633" y="24"/>
                    </a:lnTo>
                    <a:lnTo>
                      <a:pt x="641" y="32"/>
                    </a:lnTo>
                    <a:lnTo>
                      <a:pt x="649" y="40"/>
                    </a:lnTo>
                    <a:lnTo>
                      <a:pt x="657" y="48"/>
                    </a:lnTo>
                    <a:lnTo>
                      <a:pt x="665" y="48"/>
                    </a:lnTo>
                    <a:lnTo>
                      <a:pt x="673" y="56"/>
                    </a:lnTo>
                    <a:lnTo>
                      <a:pt x="689" y="72"/>
                    </a:lnTo>
                    <a:lnTo>
                      <a:pt x="689" y="80"/>
                    </a:lnTo>
                    <a:lnTo>
                      <a:pt x="697" y="88"/>
                    </a:lnTo>
                    <a:lnTo>
                      <a:pt x="705" y="96"/>
                    </a:lnTo>
                    <a:lnTo>
                      <a:pt x="705" y="104"/>
                    </a:lnTo>
                    <a:lnTo>
                      <a:pt x="713" y="112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88" name="Freeform 72"/>
              <p:cNvSpPr>
                <a:spLocks/>
              </p:cNvSpPr>
              <p:nvPr/>
            </p:nvSpPr>
            <p:spPr bwMode="auto">
              <a:xfrm>
                <a:off x="2734" y="1470"/>
                <a:ext cx="673" cy="1302"/>
              </a:xfrm>
              <a:custGeom>
                <a:avLst/>
                <a:gdLst/>
                <a:ahLst/>
                <a:cxnLst>
                  <a:cxn ang="0">
                    <a:pos x="16" y="16"/>
                  </a:cxn>
                  <a:cxn ang="0">
                    <a:pos x="24" y="40"/>
                  </a:cxn>
                  <a:cxn ang="0">
                    <a:pos x="40" y="64"/>
                  </a:cxn>
                  <a:cxn ang="0">
                    <a:pos x="56" y="96"/>
                  </a:cxn>
                  <a:cxn ang="0">
                    <a:pos x="72" y="119"/>
                  </a:cxn>
                  <a:cxn ang="0">
                    <a:pos x="88" y="151"/>
                  </a:cxn>
                  <a:cxn ang="0">
                    <a:pos x="96" y="183"/>
                  </a:cxn>
                  <a:cxn ang="0">
                    <a:pos x="112" y="215"/>
                  </a:cxn>
                  <a:cxn ang="0">
                    <a:pos x="128" y="255"/>
                  </a:cxn>
                  <a:cxn ang="0">
                    <a:pos x="144" y="287"/>
                  </a:cxn>
                  <a:cxn ang="0">
                    <a:pos x="160" y="327"/>
                  </a:cxn>
                  <a:cxn ang="0">
                    <a:pos x="168" y="359"/>
                  </a:cxn>
                  <a:cxn ang="0">
                    <a:pos x="184" y="399"/>
                  </a:cxn>
                  <a:cxn ang="0">
                    <a:pos x="200" y="439"/>
                  </a:cxn>
                  <a:cxn ang="0">
                    <a:pos x="216" y="479"/>
                  </a:cxn>
                  <a:cxn ang="0">
                    <a:pos x="224" y="519"/>
                  </a:cxn>
                  <a:cxn ang="0">
                    <a:pos x="240" y="559"/>
                  </a:cxn>
                  <a:cxn ang="0">
                    <a:pos x="256" y="591"/>
                  </a:cxn>
                  <a:cxn ang="0">
                    <a:pos x="272" y="631"/>
                  </a:cxn>
                  <a:cxn ang="0">
                    <a:pos x="288" y="671"/>
                  </a:cxn>
                  <a:cxn ang="0">
                    <a:pos x="296" y="711"/>
                  </a:cxn>
                  <a:cxn ang="0">
                    <a:pos x="312" y="751"/>
                  </a:cxn>
                  <a:cxn ang="0">
                    <a:pos x="328" y="791"/>
                  </a:cxn>
                  <a:cxn ang="0">
                    <a:pos x="344" y="831"/>
                  </a:cxn>
                  <a:cxn ang="0">
                    <a:pos x="352" y="863"/>
                  </a:cxn>
                  <a:cxn ang="0">
                    <a:pos x="368" y="903"/>
                  </a:cxn>
                  <a:cxn ang="0">
                    <a:pos x="384" y="935"/>
                  </a:cxn>
                  <a:cxn ang="0">
                    <a:pos x="400" y="975"/>
                  </a:cxn>
                  <a:cxn ang="0">
                    <a:pos x="416" y="1007"/>
                  </a:cxn>
                  <a:cxn ang="0">
                    <a:pos x="424" y="1039"/>
                  </a:cxn>
                  <a:cxn ang="0">
                    <a:pos x="440" y="1071"/>
                  </a:cxn>
                  <a:cxn ang="0">
                    <a:pos x="456" y="1095"/>
                  </a:cxn>
                  <a:cxn ang="0">
                    <a:pos x="472" y="1127"/>
                  </a:cxn>
                  <a:cxn ang="0">
                    <a:pos x="488" y="1151"/>
                  </a:cxn>
                  <a:cxn ang="0">
                    <a:pos x="496" y="1175"/>
                  </a:cxn>
                  <a:cxn ang="0">
                    <a:pos x="520" y="1199"/>
                  </a:cxn>
                  <a:cxn ang="0">
                    <a:pos x="544" y="1231"/>
                  </a:cxn>
                  <a:cxn ang="0">
                    <a:pos x="560" y="1255"/>
                  </a:cxn>
                  <a:cxn ang="0">
                    <a:pos x="584" y="1270"/>
                  </a:cxn>
                  <a:cxn ang="0">
                    <a:pos x="608" y="1286"/>
                  </a:cxn>
                  <a:cxn ang="0">
                    <a:pos x="632" y="1294"/>
                  </a:cxn>
                  <a:cxn ang="0">
                    <a:pos x="656" y="1302"/>
                  </a:cxn>
                </a:cxnLst>
                <a:rect l="0" t="0" r="r" b="b"/>
                <a:pathLst>
                  <a:path w="673" h="1302">
                    <a:moveTo>
                      <a:pt x="0" y="0"/>
                    </a:moveTo>
                    <a:lnTo>
                      <a:pt x="8" y="8"/>
                    </a:lnTo>
                    <a:lnTo>
                      <a:pt x="16" y="16"/>
                    </a:lnTo>
                    <a:lnTo>
                      <a:pt x="16" y="24"/>
                    </a:lnTo>
                    <a:lnTo>
                      <a:pt x="24" y="32"/>
                    </a:lnTo>
                    <a:lnTo>
                      <a:pt x="24" y="40"/>
                    </a:lnTo>
                    <a:lnTo>
                      <a:pt x="32" y="48"/>
                    </a:lnTo>
                    <a:lnTo>
                      <a:pt x="40" y="56"/>
                    </a:lnTo>
                    <a:lnTo>
                      <a:pt x="40" y="64"/>
                    </a:lnTo>
                    <a:lnTo>
                      <a:pt x="48" y="80"/>
                    </a:lnTo>
                    <a:lnTo>
                      <a:pt x="48" y="88"/>
                    </a:lnTo>
                    <a:lnTo>
                      <a:pt x="56" y="96"/>
                    </a:lnTo>
                    <a:lnTo>
                      <a:pt x="64" y="104"/>
                    </a:lnTo>
                    <a:lnTo>
                      <a:pt x="64" y="111"/>
                    </a:lnTo>
                    <a:lnTo>
                      <a:pt x="72" y="119"/>
                    </a:lnTo>
                    <a:lnTo>
                      <a:pt x="72" y="135"/>
                    </a:lnTo>
                    <a:lnTo>
                      <a:pt x="80" y="143"/>
                    </a:lnTo>
                    <a:lnTo>
                      <a:pt x="88" y="151"/>
                    </a:lnTo>
                    <a:lnTo>
                      <a:pt x="88" y="159"/>
                    </a:lnTo>
                    <a:lnTo>
                      <a:pt x="96" y="175"/>
                    </a:lnTo>
                    <a:lnTo>
                      <a:pt x="96" y="183"/>
                    </a:lnTo>
                    <a:lnTo>
                      <a:pt x="104" y="199"/>
                    </a:lnTo>
                    <a:lnTo>
                      <a:pt x="112" y="207"/>
                    </a:lnTo>
                    <a:lnTo>
                      <a:pt x="112" y="215"/>
                    </a:lnTo>
                    <a:lnTo>
                      <a:pt x="120" y="231"/>
                    </a:lnTo>
                    <a:lnTo>
                      <a:pt x="120" y="239"/>
                    </a:lnTo>
                    <a:lnTo>
                      <a:pt x="128" y="255"/>
                    </a:lnTo>
                    <a:lnTo>
                      <a:pt x="136" y="263"/>
                    </a:lnTo>
                    <a:lnTo>
                      <a:pt x="136" y="271"/>
                    </a:lnTo>
                    <a:lnTo>
                      <a:pt x="144" y="287"/>
                    </a:lnTo>
                    <a:lnTo>
                      <a:pt x="144" y="295"/>
                    </a:lnTo>
                    <a:lnTo>
                      <a:pt x="152" y="311"/>
                    </a:lnTo>
                    <a:lnTo>
                      <a:pt x="160" y="327"/>
                    </a:lnTo>
                    <a:lnTo>
                      <a:pt x="160" y="335"/>
                    </a:lnTo>
                    <a:lnTo>
                      <a:pt x="168" y="351"/>
                    </a:lnTo>
                    <a:lnTo>
                      <a:pt x="168" y="359"/>
                    </a:lnTo>
                    <a:lnTo>
                      <a:pt x="176" y="375"/>
                    </a:lnTo>
                    <a:lnTo>
                      <a:pt x="176" y="383"/>
                    </a:lnTo>
                    <a:lnTo>
                      <a:pt x="184" y="399"/>
                    </a:lnTo>
                    <a:lnTo>
                      <a:pt x="192" y="415"/>
                    </a:lnTo>
                    <a:lnTo>
                      <a:pt x="192" y="423"/>
                    </a:lnTo>
                    <a:lnTo>
                      <a:pt x="200" y="439"/>
                    </a:lnTo>
                    <a:lnTo>
                      <a:pt x="200" y="447"/>
                    </a:lnTo>
                    <a:lnTo>
                      <a:pt x="208" y="463"/>
                    </a:lnTo>
                    <a:lnTo>
                      <a:pt x="216" y="479"/>
                    </a:lnTo>
                    <a:lnTo>
                      <a:pt x="216" y="487"/>
                    </a:lnTo>
                    <a:lnTo>
                      <a:pt x="224" y="503"/>
                    </a:lnTo>
                    <a:lnTo>
                      <a:pt x="224" y="519"/>
                    </a:lnTo>
                    <a:lnTo>
                      <a:pt x="232" y="527"/>
                    </a:lnTo>
                    <a:lnTo>
                      <a:pt x="240" y="543"/>
                    </a:lnTo>
                    <a:lnTo>
                      <a:pt x="240" y="559"/>
                    </a:lnTo>
                    <a:lnTo>
                      <a:pt x="248" y="567"/>
                    </a:lnTo>
                    <a:lnTo>
                      <a:pt x="248" y="583"/>
                    </a:lnTo>
                    <a:lnTo>
                      <a:pt x="256" y="591"/>
                    </a:lnTo>
                    <a:lnTo>
                      <a:pt x="264" y="607"/>
                    </a:lnTo>
                    <a:lnTo>
                      <a:pt x="264" y="623"/>
                    </a:lnTo>
                    <a:lnTo>
                      <a:pt x="272" y="631"/>
                    </a:lnTo>
                    <a:lnTo>
                      <a:pt x="272" y="647"/>
                    </a:lnTo>
                    <a:lnTo>
                      <a:pt x="280" y="663"/>
                    </a:lnTo>
                    <a:lnTo>
                      <a:pt x="288" y="671"/>
                    </a:lnTo>
                    <a:lnTo>
                      <a:pt x="288" y="687"/>
                    </a:lnTo>
                    <a:lnTo>
                      <a:pt x="296" y="703"/>
                    </a:lnTo>
                    <a:lnTo>
                      <a:pt x="296" y="711"/>
                    </a:lnTo>
                    <a:lnTo>
                      <a:pt x="304" y="727"/>
                    </a:lnTo>
                    <a:lnTo>
                      <a:pt x="312" y="743"/>
                    </a:lnTo>
                    <a:lnTo>
                      <a:pt x="312" y="751"/>
                    </a:lnTo>
                    <a:lnTo>
                      <a:pt x="320" y="767"/>
                    </a:lnTo>
                    <a:lnTo>
                      <a:pt x="320" y="775"/>
                    </a:lnTo>
                    <a:lnTo>
                      <a:pt x="328" y="791"/>
                    </a:lnTo>
                    <a:lnTo>
                      <a:pt x="336" y="807"/>
                    </a:lnTo>
                    <a:lnTo>
                      <a:pt x="336" y="815"/>
                    </a:lnTo>
                    <a:lnTo>
                      <a:pt x="344" y="831"/>
                    </a:lnTo>
                    <a:lnTo>
                      <a:pt x="344" y="839"/>
                    </a:lnTo>
                    <a:lnTo>
                      <a:pt x="352" y="855"/>
                    </a:lnTo>
                    <a:lnTo>
                      <a:pt x="352" y="863"/>
                    </a:lnTo>
                    <a:lnTo>
                      <a:pt x="360" y="879"/>
                    </a:lnTo>
                    <a:lnTo>
                      <a:pt x="368" y="895"/>
                    </a:lnTo>
                    <a:lnTo>
                      <a:pt x="368" y="903"/>
                    </a:lnTo>
                    <a:lnTo>
                      <a:pt x="376" y="919"/>
                    </a:lnTo>
                    <a:lnTo>
                      <a:pt x="376" y="927"/>
                    </a:lnTo>
                    <a:lnTo>
                      <a:pt x="384" y="935"/>
                    </a:lnTo>
                    <a:lnTo>
                      <a:pt x="392" y="951"/>
                    </a:lnTo>
                    <a:lnTo>
                      <a:pt x="392" y="959"/>
                    </a:lnTo>
                    <a:lnTo>
                      <a:pt x="400" y="975"/>
                    </a:lnTo>
                    <a:lnTo>
                      <a:pt x="400" y="983"/>
                    </a:lnTo>
                    <a:lnTo>
                      <a:pt x="408" y="991"/>
                    </a:lnTo>
                    <a:lnTo>
                      <a:pt x="416" y="1007"/>
                    </a:lnTo>
                    <a:lnTo>
                      <a:pt x="416" y="1015"/>
                    </a:lnTo>
                    <a:lnTo>
                      <a:pt x="424" y="1031"/>
                    </a:lnTo>
                    <a:lnTo>
                      <a:pt x="424" y="1039"/>
                    </a:lnTo>
                    <a:lnTo>
                      <a:pt x="432" y="1047"/>
                    </a:lnTo>
                    <a:lnTo>
                      <a:pt x="440" y="1055"/>
                    </a:lnTo>
                    <a:lnTo>
                      <a:pt x="440" y="1071"/>
                    </a:lnTo>
                    <a:lnTo>
                      <a:pt x="448" y="1079"/>
                    </a:lnTo>
                    <a:lnTo>
                      <a:pt x="448" y="1087"/>
                    </a:lnTo>
                    <a:lnTo>
                      <a:pt x="456" y="1095"/>
                    </a:lnTo>
                    <a:lnTo>
                      <a:pt x="464" y="1103"/>
                    </a:lnTo>
                    <a:lnTo>
                      <a:pt x="464" y="1111"/>
                    </a:lnTo>
                    <a:lnTo>
                      <a:pt x="472" y="1127"/>
                    </a:lnTo>
                    <a:lnTo>
                      <a:pt x="472" y="1135"/>
                    </a:lnTo>
                    <a:lnTo>
                      <a:pt x="480" y="1143"/>
                    </a:lnTo>
                    <a:lnTo>
                      <a:pt x="488" y="1151"/>
                    </a:lnTo>
                    <a:lnTo>
                      <a:pt x="488" y="1159"/>
                    </a:lnTo>
                    <a:lnTo>
                      <a:pt x="496" y="1167"/>
                    </a:lnTo>
                    <a:lnTo>
                      <a:pt x="496" y="1175"/>
                    </a:lnTo>
                    <a:lnTo>
                      <a:pt x="504" y="1183"/>
                    </a:lnTo>
                    <a:lnTo>
                      <a:pt x="512" y="1191"/>
                    </a:lnTo>
                    <a:lnTo>
                      <a:pt x="520" y="1199"/>
                    </a:lnTo>
                    <a:lnTo>
                      <a:pt x="520" y="1207"/>
                    </a:lnTo>
                    <a:lnTo>
                      <a:pt x="528" y="1215"/>
                    </a:lnTo>
                    <a:lnTo>
                      <a:pt x="544" y="1231"/>
                    </a:lnTo>
                    <a:lnTo>
                      <a:pt x="544" y="1239"/>
                    </a:lnTo>
                    <a:lnTo>
                      <a:pt x="552" y="1247"/>
                    </a:lnTo>
                    <a:lnTo>
                      <a:pt x="560" y="1255"/>
                    </a:lnTo>
                    <a:lnTo>
                      <a:pt x="568" y="1262"/>
                    </a:lnTo>
                    <a:lnTo>
                      <a:pt x="576" y="1270"/>
                    </a:lnTo>
                    <a:lnTo>
                      <a:pt x="584" y="1270"/>
                    </a:lnTo>
                    <a:lnTo>
                      <a:pt x="592" y="1278"/>
                    </a:lnTo>
                    <a:lnTo>
                      <a:pt x="600" y="1286"/>
                    </a:lnTo>
                    <a:lnTo>
                      <a:pt x="608" y="1286"/>
                    </a:lnTo>
                    <a:lnTo>
                      <a:pt x="616" y="1294"/>
                    </a:lnTo>
                    <a:lnTo>
                      <a:pt x="624" y="1294"/>
                    </a:lnTo>
                    <a:lnTo>
                      <a:pt x="632" y="1294"/>
                    </a:lnTo>
                    <a:lnTo>
                      <a:pt x="640" y="1302"/>
                    </a:lnTo>
                    <a:lnTo>
                      <a:pt x="648" y="1302"/>
                    </a:lnTo>
                    <a:lnTo>
                      <a:pt x="656" y="1302"/>
                    </a:lnTo>
                    <a:lnTo>
                      <a:pt x="665" y="1302"/>
                    </a:lnTo>
                    <a:lnTo>
                      <a:pt x="673" y="1294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89" name="Freeform 73"/>
              <p:cNvSpPr>
                <a:spLocks/>
              </p:cNvSpPr>
              <p:nvPr/>
            </p:nvSpPr>
            <p:spPr bwMode="auto">
              <a:xfrm>
                <a:off x="3407" y="1446"/>
                <a:ext cx="648" cy="1318"/>
              </a:xfrm>
              <a:custGeom>
                <a:avLst/>
                <a:gdLst/>
                <a:ahLst/>
                <a:cxnLst>
                  <a:cxn ang="0">
                    <a:pos x="16" y="1318"/>
                  </a:cxn>
                  <a:cxn ang="0">
                    <a:pos x="40" y="1302"/>
                  </a:cxn>
                  <a:cxn ang="0">
                    <a:pos x="64" y="1286"/>
                  </a:cxn>
                  <a:cxn ang="0">
                    <a:pos x="80" y="1263"/>
                  </a:cxn>
                  <a:cxn ang="0">
                    <a:pos x="104" y="1239"/>
                  </a:cxn>
                  <a:cxn ang="0">
                    <a:pos x="120" y="1215"/>
                  </a:cxn>
                  <a:cxn ang="0">
                    <a:pos x="136" y="1191"/>
                  </a:cxn>
                  <a:cxn ang="0">
                    <a:pos x="152" y="1167"/>
                  </a:cxn>
                  <a:cxn ang="0">
                    <a:pos x="168" y="1143"/>
                  </a:cxn>
                  <a:cxn ang="0">
                    <a:pos x="176" y="1119"/>
                  </a:cxn>
                  <a:cxn ang="0">
                    <a:pos x="192" y="1087"/>
                  </a:cxn>
                  <a:cxn ang="0">
                    <a:pos x="208" y="1055"/>
                  </a:cxn>
                  <a:cxn ang="0">
                    <a:pos x="224" y="1023"/>
                  </a:cxn>
                  <a:cxn ang="0">
                    <a:pos x="240" y="991"/>
                  </a:cxn>
                  <a:cxn ang="0">
                    <a:pos x="248" y="959"/>
                  </a:cxn>
                  <a:cxn ang="0">
                    <a:pos x="264" y="927"/>
                  </a:cxn>
                  <a:cxn ang="0">
                    <a:pos x="280" y="887"/>
                  </a:cxn>
                  <a:cxn ang="0">
                    <a:pos x="296" y="847"/>
                  </a:cxn>
                  <a:cxn ang="0">
                    <a:pos x="304" y="815"/>
                  </a:cxn>
                  <a:cxn ang="0">
                    <a:pos x="320" y="775"/>
                  </a:cxn>
                  <a:cxn ang="0">
                    <a:pos x="336" y="735"/>
                  </a:cxn>
                  <a:cxn ang="0">
                    <a:pos x="352" y="695"/>
                  </a:cxn>
                  <a:cxn ang="0">
                    <a:pos x="368" y="655"/>
                  </a:cxn>
                  <a:cxn ang="0">
                    <a:pos x="376" y="615"/>
                  </a:cxn>
                  <a:cxn ang="0">
                    <a:pos x="392" y="575"/>
                  </a:cxn>
                  <a:cxn ang="0">
                    <a:pos x="408" y="535"/>
                  </a:cxn>
                  <a:cxn ang="0">
                    <a:pos x="424" y="495"/>
                  </a:cxn>
                  <a:cxn ang="0">
                    <a:pos x="440" y="455"/>
                  </a:cxn>
                  <a:cxn ang="0">
                    <a:pos x="448" y="415"/>
                  </a:cxn>
                  <a:cxn ang="0">
                    <a:pos x="464" y="383"/>
                  </a:cxn>
                  <a:cxn ang="0">
                    <a:pos x="480" y="343"/>
                  </a:cxn>
                  <a:cxn ang="0">
                    <a:pos x="496" y="303"/>
                  </a:cxn>
                  <a:cxn ang="0">
                    <a:pos x="504" y="271"/>
                  </a:cxn>
                  <a:cxn ang="0">
                    <a:pos x="520" y="239"/>
                  </a:cxn>
                  <a:cxn ang="0">
                    <a:pos x="536" y="207"/>
                  </a:cxn>
                  <a:cxn ang="0">
                    <a:pos x="552" y="175"/>
                  </a:cxn>
                  <a:cxn ang="0">
                    <a:pos x="568" y="143"/>
                  </a:cxn>
                  <a:cxn ang="0">
                    <a:pos x="576" y="112"/>
                  </a:cxn>
                  <a:cxn ang="0">
                    <a:pos x="592" y="88"/>
                  </a:cxn>
                  <a:cxn ang="0">
                    <a:pos x="608" y="64"/>
                  </a:cxn>
                  <a:cxn ang="0">
                    <a:pos x="624" y="40"/>
                  </a:cxn>
                  <a:cxn ang="0">
                    <a:pos x="632" y="16"/>
                  </a:cxn>
                </a:cxnLst>
                <a:rect l="0" t="0" r="r" b="b"/>
                <a:pathLst>
                  <a:path w="648" h="1318">
                    <a:moveTo>
                      <a:pt x="0" y="1318"/>
                    </a:moveTo>
                    <a:lnTo>
                      <a:pt x="8" y="1318"/>
                    </a:lnTo>
                    <a:lnTo>
                      <a:pt x="16" y="1318"/>
                    </a:lnTo>
                    <a:lnTo>
                      <a:pt x="24" y="1310"/>
                    </a:lnTo>
                    <a:lnTo>
                      <a:pt x="32" y="1310"/>
                    </a:lnTo>
                    <a:lnTo>
                      <a:pt x="40" y="1302"/>
                    </a:lnTo>
                    <a:lnTo>
                      <a:pt x="48" y="1294"/>
                    </a:lnTo>
                    <a:lnTo>
                      <a:pt x="56" y="1294"/>
                    </a:lnTo>
                    <a:lnTo>
                      <a:pt x="64" y="1286"/>
                    </a:lnTo>
                    <a:lnTo>
                      <a:pt x="72" y="1279"/>
                    </a:lnTo>
                    <a:lnTo>
                      <a:pt x="88" y="1263"/>
                    </a:lnTo>
                    <a:lnTo>
                      <a:pt x="80" y="1263"/>
                    </a:lnTo>
                    <a:lnTo>
                      <a:pt x="88" y="1263"/>
                    </a:lnTo>
                    <a:lnTo>
                      <a:pt x="104" y="1247"/>
                    </a:lnTo>
                    <a:lnTo>
                      <a:pt x="104" y="1239"/>
                    </a:lnTo>
                    <a:lnTo>
                      <a:pt x="112" y="1231"/>
                    </a:lnTo>
                    <a:lnTo>
                      <a:pt x="120" y="1223"/>
                    </a:lnTo>
                    <a:lnTo>
                      <a:pt x="120" y="1215"/>
                    </a:lnTo>
                    <a:lnTo>
                      <a:pt x="128" y="1207"/>
                    </a:lnTo>
                    <a:lnTo>
                      <a:pt x="128" y="1199"/>
                    </a:lnTo>
                    <a:lnTo>
                      <a:pt x="136" y="1191"/>
                    </a:lnTo>
                    <a:lnTo>
                      <a:pt x="144" y="1183"/>
                    </a:lnTo>
                    <a:lnTo>
                      <a:pt x="144" y="1175"/>
                    </a:lnTo>
                    <a:lnTo>
                      <a:pt x="152" y="1167"/>
                    </a:lnTo>
                    <a:lnTo>
                      <a:pt x="152" y="1159"/>
                    </a:lnTo>
                    <a:lnTo>
                      <a:pt x="160" y="1151"/>
                    </a:lnTo>
                    <a:lnTo>
                      <a:pt x="168" y="1143"/>
                    </a:lnTo>
                    <a:lnTo>
                      <a:pt x="168" y="1135"/>
                    </a:lnTo>
                    <a:lnTo>
                      <a:pt x="176" y="1127"/>
                    </a:lnTo>
                    <a:lnTo>
                      <a:pt x="176" y="1119"/>
                    </a:lnTo>
                    <a:lnTo>
                      <a:pt x="184" y="1111"/>
                    </a:lnTo>
                    <a:lnTo>
                      <a:pt x="192" y="1095"/>
                    </a:lnTo>
                    <a:lnTo>
                      <a:pt x="192" y="1087"/>
                    </a:lnTo>
                    <a:lnTo>
                      <a:pt x="200" y="1079"/>
                    </a:lnTo>
                    <a:lnTo>
                      <a:pt x="200" y="1071"/>
                    </a:lnTo>
                    <a:lnTo>
                      <a:pt x="208" y="1055"/>
                    </a:lnTo>
                    <a:lnTo>
                      <a:pt x="216" y="1047"/>
                    </a:lnTo>
                    <a:lnTo>
                      <a:pt x="216" y="1039"/>
                    </a:lnTo>
                    <a:lnTo>
                      <a:pt x="224" y="1023"/>
                    </a:lnTo>
                    <a:lnTo>
                      <a:pt x="224" y="1015"/>
                    </a:lnTo>
                    <a:lnTo>
                      <a:pt x="232" y="1007"/>
                    </a:lnTo>
                    <a:lnTo>
                      <a:pt x="240" y="991"/>
                    </a:lnTo>
                    <a:lnTo>
                      <a:pt x="240" y="983"/>
                    </a:lnTo>
                    <a:lnTo>
                      <a:pt x="248" y="967"/>
                    </a:lnTo>
                    <a:lnTo>
                      <a:pt x="248" y="959"/>
                    </a:lnTo>
                    <a:lnTo>
                      <a:pt x="256" y="943"/>
                    </a:lnTo>
                    <a:lnTo>
                      <a:pt x="256" y="935"/>
                    </a:lnTo>
                    <a:lnTo>
                      <a:pt x="264" y="927"/>
                    </a:lnTo>
                    <a:lnTo>
                      <a:pt x="272" y="911"/>
                    </a:lnTo>
                    <a:lnTo>
                      <a:pt x="272" y="895"/>
                    </a:lnTo>
                    <a:lnTo>
                      <a:pt x="280" y="887"/>
                    </a:lnTo>
                    <a:lnTo>
                      <a:pt x="280" y="871"/>
                    </a:lnTo>
                    <a:lnTo>
                      <a:pt x="288" y="863"/>
                    </a:lnTo>
                    <a:lnTo>
                      <a:pt x="296" y="847"/>
                    </a:lnTo>
                    <a:lnTo>
                      <a:pt x="296" y="839"/>
                    </a:lnTo>
                    <a:lnTo>
                      <a:pt x="304" y="823"/>
                    </a:lnTo>
                    <a:lnTo>
                      <a:pt x="304" y="815"/>
                    </a:lnTo>
                    <a:lnTo>
                      <a:pt x="312" y="799"/>
                    </a:lnTo>
                    <a:lnTo>
                      <a:pt x="320" y="783"/>
                    </a:lnTo>
                    <a:lnTo>
                      <a:pt x="320" y="775"/>
                    </a:lnTo>
                    <a:lnTo>
                      <a:pt x="328" y="759"/>
                    </a:lnTo>
                    <a:lnTo>
                      <a:pt x="328" y="743"/>
                    </a:lnTo>
                    <a:lnTo>
                      <a:pt x="336" y="735"/>
                    </a:lnTo>
                    <a:lnTo>
                      <a:pt x="344" y="719"/>
                    </a:lnTo>
                    <a:lnTo>
                      <a:pt x="344" y="711"/>
                    </a:lnTo>
                    <a:lnTo>
                      <a:pt x="352" y="695"/>
                    </a:lnTo>
                    <a:lnTo>
                      <a:pt x="352" y="679"/>
                    </a:lnTo>
                    <a:lnTo>
                      <a:pt x="360" y="671"/>
                    </a:lnTo>
                    <a:lnTo>
                      <a:pt x="368" y="655"/>
                    </a:lnTo>
                    <a:lnTo>
                      <a:pt x="368" y="639"/>
                    </a:lnTo>
                    <a:lnTo>
                      <a:pt x="376" y="631"/>
                    </a:lnTo>
                    <a:lnTo>
                      <a:pt x="376" y="615"/>
                    </a:lnTo>
                    <a:lnTo>
                      <a:pt x="384" y="599"/>
                    </a:lnTo>
                    <a:lnTo>
                      <a:pt x="392" y="591"/>
                    </a:lnTo>
                    <a:lnTo>
                      <a:pt x="392" y="575"/>
                    </a:lnTo>
                    <a:lnTo>
                      <a:pt x="400" y="559"/>
                    </a:lnTo>
                    <a:lnTo>
                      <a:pt x="400" y="551"/>
                    </a:lnTo>
                    <a:lnTo>
                      <a:pt x="408" y="535"/>
                    </a:lnTo>
                    <a:lnTo>
                      <a:pt x="416" y="519"/>
                    </a:lnTo>
                    <a:lnTo>
                      <a:pt x="416" y="511"/>
                    </a:lnTo>
                    <a:lnTo>
                      <a:pt x="424" y="495"/>
                    </a:lnTo>
                    <a:lnTo>
                      <a:pt x="424" y="479"/>
                    </a:lnTo>
                    <a:lnTo>
                      <a:pt x="432" y="471"/>
                    </a:lnTo>
                    <a:lnTo>
                      <a:pt x="440" y="455"/>
                    </a:lnTo>
                    <a:lnTo>
                      <a:pt x="440" y="447"/>
                    </a:lnTo>
                    <a:lnTo>
                      <a:pt x="448" y="431"/>
                    </a:lnTo>
                    <a:lnTo>
                      <a:pt x="448" y="415"/>
                    </a:lnTo>
                    <a:lnTo>
                      <a:pt x="456" y="407"/>
                    </a:lnTo>
                    <a:lnTo>
                      <a:pt x="456" y="391"/>
                    </a:lnTo>
                    <a:lnTo>
                      <a:pt x="464" y="383"/>
                    </a:lnTo>
                    <a:lnTo>
                      <a:pt x="472" y="367"/>
                    </a:lnTo>
                    <a:lnTo>
                      <a:pt x="472" y="359"/>
                    </a:lnTo>
                    <a:lnTo>
                      <a:pt x="480" y="343"/>
                    </a:lnTo>
                    <a:lnTo>
                      <a:pt x="480" y="327"/>
                    </a:lnTo>
                    <a:lnTo>
                      <a:pt x="488" y="319"/>
                    </a:lnTo>
                    <a:lnTo>
                      <a:pt x="496" y="303"/>
                    </a:lnTo>
                    <a:lnTo>
                      <a:pt x="496" y="295"/>
                    </a:lnTo>
                    <a:lnTo>
                      <a:pt x="504" y="287"/>
                    </a:lnTo>
                    <a:lnTo>
                      <a:pt x="504" y="271"/>
                    </a:lnTo>
                    <a:lnTo>
                      <a:pt x="512" y="263"/>
                    </a:lnTo>
                    <a:lnTo>
                      <a:pt x="520" y="247"/>
                    </a:lnTo>
                    <a:lnTo>
                      <a:pt x="520" y="239"/>
                    </a:lnTo>
                    <a:lnTo>
                      <a:pt x="528" y="223"/>
                    </a:lnTo>
                    <a:lnTo>
                      <a:pt x="528" y="215"/>
                    </a:lnTo>
                    <a:lnTo>
                      <a:pt x="536" y="207"/>
                    </a:lnTo>
                    <a:lnTo>
                      <a:pt x="544" y="191"/>
                    </a:lnTo>
                    <a:lnTo>
                      <a:pt x="544" y="183"/>
                    </a:lnTo>
                    <a:lnTo>
                      <a:pt x="552" y="175"/>
                    </a:lnTo>
                    <a:lnTo>
                      <a:pt x="552" y="159"/>
                    </a:lnTo>
                    <a:lnTo>
                      <a:pt x="560" y="151"/>
                    </a:lnTo>
                    <a:lnTo>
                      <a:pt x="568" y="143"/>
                    </a:lnTo>
                    <a:lnTo>
                      <a:pt x="568" y="135"/>
                    </a:lnTo>
                    <a:lnTo>
                      <a:pt x="576" y="128"/>
                    </a:lnTo>
                    <a:lnTo>
                      <a:pt x="576" y="112"/>
                    </a:lnTo>
                    <a:lnTo>
                      <a:pt x="584" y="104"/>
                    </a:lnTo>
                    <a:lnTo>
                      <a:pt x="592" y="96"/>
                    </a:lnTo>
                    <a:lnTo>
                      <a:pt x="592" y="88"/>
                    </a:lnTo>
                    <a:lnTo>
                      <a:pt x="600" y="80"/>
                    </a:lnTo>
                    <a:lnTo>
                      <a:pt x="600" y="72"/>
                    </a:lnTo>
                    <a:lnTo>
                      <a:pt x="608" y="64"/>
                    </a:lnTo>
                    <a:lnTo>
                      <a:pt x="616" y="56"/>
                    </a:lnTo>
                    <a:lnTo>
                      <a:pt x="616" y="48"/>
                    </a:lnTo>
                    <a:lnTo>
                      <a:pt x="624" y="40"/>
                    </a:lnTo>
                    <a:lnTo>
                      <a:pt x="624" y="32"/>
                    </a:lnTo>
                    <a:lnTo>
                      <a:pt x="632" y="24"/>
                    </a:lnTo>
                    <a:lnTo>
                      <a:pt x="632" y="16"/>
                    </a:lnTo>
                    <a:lnTo>
                      <a:pt x="640" y="8"/>
                    </a:lnTo>
                    <a:lnTo>
                      <a:pt x="648" y="0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90" name="Freeform 74"/>
              <p:cNvSpPr>
                <a:spLocks/>
              </p:cNvSpPr>
              <p:nvPr/>
            </p:nvSpPr>
            <p:spPr bwMode="auto">
              <a:xfrm>
                <a:off x="4055" y="1358"/>
                <a:ext cx="697" cy="1159"/>
              </a:xfrm>
              <a:custGeom>
                <a:avLst/>
                <a:gdLst/>
                <a:ahLst/>
                <a:cxnLst>
                  <a:cxn ang="0">
                    <a:pos x="8" y="72"/>
                  </a:cxn>
                  <a:cxn ang="0">
                    <a:pos x="32" y="48"/>
                  </a:cxn>
                  <a:cxn ang="0">
                    <a:pos x="56" y="24"/>
                  </a:cxn>
                  <a:cxn ang="0">
                    <a:pos x="80" y="16"/>
                  </a:cxn>
                  <a:cxn ang="0">
                    <a:pos x="104" y="8"/>
                  </a:cxn>
                  <a:cxn ang="0">
                    <a:pos x="128" y="0"/>
                  </a:cxn>
                  <a:cxn ang="0">
                    <a:pos x="152" y="8"/>
                  </a:cxn>
                  <a:cxn ang="0">
                    <a:pos x="176" y="16"/>
                  </a:cxn>
                  <a:cxn ang="0">
                    <a:pos x="200" y="32"/>
                  </a:cxn>
                  <a:cxn ang="0">
                    <a:pos x="224" y="56"/>
                  </a:cxn>
                  <a:cxn ang="0">
                    <a:pos x="240" y="72"/>
                  </a:cxn>
                  <a:cxn ang="0">
                    <a:pos x="256" y="96"/>
                  </a:cxn>
                  <a:cxn ang="0">
                    <a:pos x="272" y="120"/>
                  </a:cxn>
                  <a:cxn ang="0">
                    <a:pos x="288" y="144"/>
                  </a:cxn>
                  <a:cxn ang="0">
                    <a:pos x="304" y="168"/>
                  </a:cxn>
                  <a:cxn ang="0">
                    <a:pos x="320" y="192"/>
                  </a:cxn>
                  <a:cxn ang="0">
                    <a:pos x="328" y="223"/>
                  </a:cxn>
                  <a:cxn ang="0">
                    <a:pos x="344" y="247"/>
                  </a:cxn>
                  <a:cxn ang="0">
                    <a:pos x="360" y="279"/>
                  </a:cxn>
                  <a:cxn ang="0">
                    <a:pos x="377" y="311"/>
                  </a:cxn>
                  <a:cxn ang="0">
                    <a:pos x="385" y="351"/>
                  </a:cxn>
                  <a:cxn ang="0">
                    <a:pos x="401" y="383"/>
                  </a:cxn>
                  <a:cxn ang="0">
                    <a:pos x="417" y="415"/>
                  </a:cxn>
                  <a:cxn ang="0">
                    <a:pos x="433" y="455"/>
                  </a:cxn>
                  <a:cxn ang="0">
                    <a:pos x="449" y="495"/>
                  </a:cxn>
                  <a:cxn ang="0">
                    <a:pos x="457" y="535"/>
                  </a:cxn>
                  <a:cxn ang="0">
                    <a:pos x="473" y="567"/>
                  </a:cxn>
                  <a:cxn ang="0">
                    <a:pos x="489" y="607"/>
                  </a:cxn>
                  <a:cxn ang="0">
                    <a:pos x="505" y="647"/>
                  </a:cxn>
                  <a:cxn ang="0">
                    <a:pos x="521" y="687"/>
                  </a:cxn>
                  <a:cxn ang="0">
                    <a:pos x="529" y="727"/>
                  </a:cxn>
                  <a:cxn ang="0">
                    <a:pos x="545" y="767"/>
                  </a:cxn>
                  <a:cxn ang="0">
                    <a:pos x="561" y="807"/>
                  </a:cxn>
                  <a:cxn ang="0">
                    <a:pos x="577" y="847"/>
                  </a:cxn>
                  <a:cxn ang="0">
                    <a:pos x="585" y="887"/>
                  </a:cxn>
                  <a:cxn ang="0">
                    <a:pos x="601" y="927"/>
                  </a:cxn>
                  <a:cxn ang="0">
                    <a:pos x="617" y="959"/>
                  </a:cxn>
                  <a:cxn ang="0">
                    <a:pos x="633" y="999"/>
                  </a:cxn>
                  <a:cxn ang="0">
                    <a:pos x="649" y="1031"/>
                  </a:cxn>
                  <a:cxn ang="0">
                    <a:pos x="657" y="1071"/>
                  </a:cxn>
                  <a:cxn ang="0">
                    <a:pos x="673" y="1103"/>
                  </a:cxn>
                  <a:cxn ang="0">
                    <a:pos x="689" y="1135"/>
                  </a:cxn>
                </a:cxnLst>
                <a:rect l="0" t="0" r="r" b="b"/>
                <a:pathLst>
                  <a:path w="697" h="1159">
                    <a:moveTo>
                      <a:pt x="0" y="88"/>
                    </a:moveTo>
                    <a:lnTo>
                      <a:pt x="16" y="72"/>
                    </a:lnTo>
                    <a:lnTo>
                      <a:pt x="8" y="72"/>
                    </a:lnTo>
                    <a:lnTo>
                      <a:pt x="16" y="72"/>
                    </a:lnTo>
                    <a:lnTo>
                      <a:pt x="32" y="56"/>
                    </a:lnTo>
                    <a:lnTo>
                      <a:pt x="32" y="48"/>
                    </a:lnTo>
                    <a:lnTo>
                      <a:pt x="40" y="40"/>
                    </a:lnTo>
                    <a:lnTo>
                      <a:pt x="48" y="32"/>
                    </a:lnTo>
                    <a:lnTo>
                      <a:pt x="56" y="24"/>
                    </a:lnTo>
                    <a:lnTo>
                      <a:pt x="64" y="24"/>
                    </a:lnTo>
                    <a:lnTo>
                      <a:pt x="72" y="16"/>
                    </a:lnTo>
                    <a:lnTo>
                      <a:pt x="80" y="16"/>
                    </a:lnTo>
                    <a:lnTo>
                      <a:pt x="88" y="8"/>
                    </a:lnTo>
                    <a:lnTo>
                      <a:pt x="96" y="8"/>
                    </a:lnTo>
                    <a:lnTo>
                      <a:pt x="104" y="8"/>
                    </a:lnTo>
                    <a:lnTo>
                      <a:pt x="112" y="8"/>
                    </a:lnTo>
                    <a:lnTo>
                      <a:pt x="120" y="0"/>
                    </a:lnTo>
                    <a:lnTo>
                      <a:pt x="128" y="0"/>
                    </a:lnTo>
                    <a:lnTo>
                      <a:pt x="136" y="0"/>
                    </a:lnTo>
                    <a:lnTo>
                      <a:pt x="144" y="8"/>
                    </a:lnTo>
                    <a:lnTo>
                      <a:pt x="152" y="8"/>
                    </a:lnTo>
                    <a:lnTo>
                      <a:pt x="160" y="8"/>
                    </a:lnTo>
                    <a:lnTo>
                      <a:pt x="168" y="16"/>
                    </a:lnTo>
                    <a:lnTo>
                      <a:pt x="176" y="16"/>
                    </a:lnTo>
                    <a:lnTo>
                      <a:pt x="184" y="24"/>
                    </a:lnTo>
                    <a:lnTo>
                      <a:pt x="192" y="24"/>
                    </a:lnTo>
                    <a:lnTo>
                      <a:pt x="200" y="32"/>
                    </a:lnTo>
                    <a:lnTo>
                      <a:pt x="208" y="40"/>
                    </a:lnTo>
                    <a:lnTo>
                      <a:pt x="216" y="48"/>
                    </a:lnTo>
                    <a:lnTo>
                      <a:pt x="224" y="56"/>
                    </a:lnTo>
                    <a:lnTo>
                      <a:pt x="240" y="72"/>
                    </a:lnTo>
                    <a:lnTo>
                      <a:pt x="232" y="72"/>
                    </a:lnTo>
                    <a:lnTo>
                      <a:pt x="240" y="72"/>
                    </a:lnTo>
                    <a:lnTo>
                      <a:pt x="248" y="80"/>
                    </a:lnTo>
                    <a:lnTo>
                      <a:pt x="248" y="88"/>
                    </a:lnTo>
                    <a:lnTo>
                      <a:pt x="256" y="96"/>
                    </a:lnTo>
                    <a:lnTo>
                      <a:pt x="264" y="104"/>
                    </a:lnTo>
                    <a:lnTo>
                      <a:pt x="272" y="112"/>
                    </a:lnTo>
                    <a:lnTo>
                      <a:pt x="272" y="120"/>
                    </a:lnTo>
                    <a:lnTo>
                      <a:pt x="280" y="128"/>
                    </a:lnTo>
                    <a:lnTo>
                      <a:pt x="280" y="136"/>
                    </a:lnTo>
                    <a:lnTo>
                      <a:pt x="288" y="144"/>
                    </a:lnTo>
                    <a:lnTo>
                      <a:pt x="296" y="152"/>
                    </a:lnTo>
                    <a:lnTo>
                      <a:pt x="296" y="160"/>
                    </a:lnTo>
                    <a:lnTo>
                      <a:pt x="304" y="168"/>
                    </a:lnTo>
                    <a:lnTo>
                      <a:pt x="304" y="176"/>
                    </a:lnTo>
                    <a:lnTo>
                      <a:pt x="312" y="184"/>
                    </a:lnTo>
                    <a:lnTo>
                      <a:pt x="320" y="192"/>
                    </a:lnTo>
                    <a:lnTo>
                      <a:pt x="320" y="200"/>
                    </a:lnTo>
                    <a:lnTo>
                      <a:pt x="328" y="216"/>
                    </a:lnTo>
                    <a:lnTo>
                      <a:pt x="328" y="223"/>
                    </a:lnTo>
                    <a:lnTo>
                      <a:pt x="336" y="231"/>
                    </a:lnTo>
                    <a:lnTo>
                      <a:pt x="344" y="239"/>
                    </a:lnTo>
                    <a:lnTo>
                      <a:pt x="344" y="247"/>
                    </a:lnTo>
                    <a:lnTo>
                      <a:pt x="352" y="263"/>
                    </a:lnTo>
                    <a:lnTo>
                      <a:pt x="352" y="271"/>
                    </a:lnTo>
                    <a:lnTo>
                      <a:pt x="360" y="279"/>
                    </a:lnTo>
                    <a:lnTo>
                      <a:pt x="369" y="295"/>
                    </a:lnTo>
                    <a:lnTo>
                      <a:pt x="369" y="303"/>
                    </a:lnTo>
                    <a:lnTo>
                      <a:pt x="377" y="311"/>
                    </a:lnTo>
                    <a:lnTo>
                      <a:pt x="377" y="327"/>
                    </a:lnTo>
                    <a:lnTo>
                      <a:pt x="385" y="335"/>
                    </a:lnTo>
                    <a:lnTo>
                      <a:pt x="385" y="351"/>
                    </a:lnTo>
                    <a:lnTo>
                      <a:pt x="393" y="359"/>
                    </a:lnTo>
                    <a:lnTo>
                      <a:pt x="401" y="375"/>
                    </a:lnTo>
                    <a:lnTo>
                      <a:pt x="401" y="383"/>
                    </a:lnTo>
                    <a:lnTo>
                      <a:pt x="409" y="391"/>
                    </a:lnTo>
                    <a:lnTo>
                      <a:pt x="409" y="407"/>
                    </a:lnTo>
                    <a:lnTo>
                      <a:pt x="417" y="415"/>
                    </a:lnTo>
                    <a:lnTo>
                      <a:pt x="425" y="431"/>
                    </a:lnTo>
                    <a:lnTo>
                      <a:pt x="425" y="447"/>
                    </a:lnTo>
                    <a:lnTo>
                      <a:pt x="433" y="455"/>
                    </a:lnTo>
                    <a:lnTo>
                      <a:pt x="433" y="471"/>
                    </a:lnTo>
                    <a:lnTo>
                      <a:pt x="441" y="479"/>
                    </a:lnTo>
                    <a:lnTo>
                      <a:pt x="449" y="495"/>
                    </a:lnTo>
                    <a:lnTo>
                      <a:pt x="449" y="503"/>
                    </a:lnTo>
                    <a:lnTo>
                      <a:pt x="457" y="519"/>
                    </a:lnTo>
                    <a:lnTo>
                      <a:pt x="457" y="535"/>
                    </a:lnTo>
                    <a:lnTo>
                      <a:pt x="465" y="543"/>
                    </a:lnTo>
                    <a:lnTo>
                      <a:pt x="473" y="559"/>
                    </a:lnTo>
                    <a:lnTo>
                      <a:pt x="473" y="567"/>
                    </a:lnTo>
                    <a:lnTo>
                      <a:pt x="481" y="583"/>
                    </a:lnTo>
                    <a:lnTo>
                      <a:pt x="481" y="599"/>
                    </a:lnTo>
                    <a:lnTo>
                      <a:pt x="489" y="607"/>
                    </a:lnTo>
                    <a:lnTo>
                      <a:pt x="497" y="623"/>
                    </a:lnTo>
                    <a:lnTo>
                      <a:pt x="497" y="639"/>
                    </a:lnTo>
                    <a:lnTo>
                      <a:pt x="505" y="647"/>
                    </a:lnTo>
                    <a:lnTo>
                      <a:pt x="505" y="663"/>
                    </a:lnTo>
                    <a:lnTo>
                      <a:pt x="513" y="679"/>
                    </a:lnTo>
                    <a:lnTo>
                      <a:pt x="521" y="687"/>
                    </a:lnTo>
                    <a:lnTo>
                      <a:pt x="521" y="703"/>
                    </a:lnTo>
                    <a:lnTo>
                      <a:pt x="529" y="719"/>
                    </a:lnTo>
                    <a:lnTo>
                      <a:pt x="529" y="727"/>
                    </a:lnTo>
                    <a:lnTo>
                      <a:pt x="537" y="743"/>
                    </a:lnTo>
                    <a:lnTo>
                      <a:pt x="545" y="759"/>
                    </a:lnTo>
                    <a:lnTo>
                      <a:pt x="545" y="767"/>
                    </a:lnTo>
                    <a:lnTo>
                      <a:pt x="553" y="783"/>
                    </a:lnTo>
                    <a:lnTo>
                      <a:pt x="553" y="799"/>
                    </a:lnTo>
                    <a:lnTo>
                      <a:pt x="561" y="807"/>
                    </a:lnTo>
                    <a:lnTo>
                      <a:pt x="561" y="823"/>
                    </a:lnTo>
                    <a:lnTo>
                      <a:pt x="569" y="831"/>
                    </a:lnTo>
                    <a:lnTo>
                      <a:pt x="577" y="847"/>
                    </a:lnTo>
                    <a:lnTo>
                      <a:pt x="577" y="863"/>
                    </a:lnTo>
                    <a:lnTo>
                      <a:pt x="585" y="871"/>
                    </a:lnTo>
                    <a:lnTo>
                      <a:pt x="585" y="887"/>
                    </a:lnTo>
                    <a:lnTo>
                      <a:pt x="593" y="903"/>
                    </a:lnTo>
                    <a:lnTo>
                      <a:pt x="601" y="911"/>
                    </a:lnTo>
                    <a:lnTo>
                      <a:pt x="601" y="927"/>
                    </a:lnTo>
                    <a:lnTo>
                      <a:pt x="609" y="935"/>
                    </a:lnTo>
                    <a:lnTo>
                      <a:pt x="609" y="951"/>
                    </a:lnTo>
                    <a:lnTo>
                      <a:pt x="617" y="959"/>
                    </a:lnTo>
                    <a:lnTo>
                      <a:pt x="625" y="975"/>
                    </a:lnTo>
                    <a:lnTo>
                      <a:pt x="625" y="983"/>
                    </a:lnTo>
                    <a:lnTo>
                      <a:pt x="633" y="999"/>
                    </a:lnTo>
                    <a:lnTo>
                      <a:pt x="633" y="1015"/>
                    </a:lnTo>
                    <a:lnTo>
                      <a:pt x="641" y="1023"/>
                    </a:lnTo>
                    <a:lnTo>
                      <a:pt x="649" y="1031"/>
                    </a:lnTo>
                    <a:lnTo>
                      <a:pt x="649" y="1047"/>
                    </a:lnTo>
                    <a:lnTo>
                      <a:pt x="657" y="1055"/>
                    </a:lnTo>
                    <a:lnTo>
                      <a:pt x="657" y="1071"/>
                    </a:lnTo>
                    <a:lnTo>
                      <a:pt x="665" y="1079"/>
                    </a:lnTo>
                    <a:lnTo>
                      <a:pt x="673" y="1095"/>
                    </a:lnTo>
                    <a:lnTo>
                      <a:pt x="673" y="1103"/>
                    </a:lnTo>
                    <a:lnTo>
                      <a:pt x="681" y="1111"/>
                    </a:lnTo>
                    <a:lnTo>
                      <a:pt x="681" y="1127"/>
                    </a:lnTo>
                    <a:lnTo>
                      <a:pt x="689" y="1135"/>
                    </a:lnTo>
                    <a:lnTo>
                      <a:pt x="697" y="1143"/>
                    </a:lnTo>
                    <a:lnTo>
                      <a:pt x="697" y="1159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291" name="Freeform 75"/>
              <p:cNvSpPr>
                <a:spLocks/>
              </p:cNvSpPr>
              <p:nvPr/>
            </p:nvSpPr>
            <p:spPr bwMode="auto">
              <a:xfrm>
                <a:off x="4752" y="2069"/>
                <a:ext cx="624" cy="703"/>
              </a:xfrm>
              <a:custGeom>
                <a:avLst/>
                <a:gdLst/>
                <a:ahLst/>
                <a:cxnLst>
                  <a:cxn ang="0">
                    <a:pos x="8" y="456"/>
                  </a:cxn>
                  <a:cxn ang="0">
                    <a:pos x="16" y="472"/>
                  </a:cxn>
                  <a:cxn ang="0">
                    <a:pos x="24" y="496"/>
                  </a:cxn>
                  <a:cxn ang="0">
                    <a:pos x="32" y="512"/>
                  </a:cxn>
                  <a:cxn ang="0">
                    <a:pos x="48" y="528"/>
                  </a:cxn>
                  <a:cxn ang="0">
                    <a:pos x="56" y="544"/>
                  </a:cxn>
                  <a:cxn ang="0">
                    <a:pos x="64" y="560"/>
                  </a:cxn>
                  <a:cxn ang="0">
                    <a:pos x="72" y="576"/>
                  </a:cxn>
                  <a:cxn ang="0">
                    <a:pos x="80" y="592"/>
                  </a:cxn>
                  <a:cxn ang="0">
                    <a:pos x="88" y="608"/>
                  </a:cxn>
                  <a:cxn ang="0">
                    <a:pos x="104" y="624"/>
                  </a:cxn>
                  <a:cxn ang="0">
                    <a:pos x="112" y="640"/>
                  </a:cxn>
                  <a:cxn ang="0">
                    <a:pos x="136" y="656"/>
                  </a:cxn>
                  <a:cxn ang="0">
                    <a:pos x="144" y="663"/>
                  </a:cxn>
                  <a:cxn ang="0">
                    <a:pos x="160" y="679"/>
                  </a:cxn>
                  <a:cxn ang="0">
                    <a:pos x="176" y="687"/>
                  </a:cxn>
                  <a:cxn ang="0">
                    <a:pos x="192" y="695"/>
                  </a:cxn>
                  <a:cxn ang="0">
                    <a:pos x="208" y="703"/>
                  </a:cxn>
                  <a:cxn ang="0">
                    <a:pos x="224" y="703"/>
                  </a:cxn>
                  <a:cxn ang="0">
                    <a:pos x="240" y="695"/>
                  </a:cxn>
                  <a:cxn ang="0">
                    <a:pos x="256" y="695"/>
                  </a:cxn>
                  <a:cxn ang="0">
                    <a:pos x="272" y="687"/>
                  </a:cxn>
                  <a:cxn ang="0">
                    <a:pos x="288" y="671"/>
                  </a:cxn>
                  <a:cxn ang="0">
                    <a:pos x="304" y="663"/>
                  </a:cxn>
                  <a:cxn ang="0">
                    <a:pos x="320" y="648"/>
                  </a:cxn>
                  <a:cxn ang="0">
                    <a:pos x="336" y="632"/>
                  </a:cxn>
                  <a:cxn ang="0">
                    <a:pos x="352" y="616"/>
                  </a:cxn>
                  <a:cxn ang="0">
                    <a:pos x="368" y="592"/>
                  </a:cxn>
                  <a:cxn ang="0">
                    <a:pos x="368" y="592"/>
                  </a:cxn>
                  <a:cxn ang="0">
                    <a:pos x="376" y="576"/>
                  </a:cxn>
                  <a:cxn ang="0">
                    <a:pos x="384" y="560"/>
                  </a:cxn>
                  <a:cxn ang="0">
                    <a:pos x="400" y="544"/>
                  </a:cxn>
                  <a:cxn ang="0">
                    <a:pos x="408" y="528"/>
                  </a:cxn>
                  <a:cxn ang="0">
                    <a:pos x="416" y="504"/>
                  </a:cxn>
                  <a:cxn ang="0">
                    <a:pos x="424" y="488"/>
                  </a:cxn>
                  <a:cxn ang="0">
                    <a:pos x="432" y="472"/>
                  </a:cxn>
                  <a:cxn ang="0">
                    <a:pos x="440" y="448"/>
                  </a:cxn>
                  <a:cxn ang="0">
                    <a:pos x="456" y="432"/>
                  </a:cxn>
                  <a:cxn ang="0">
                    <a:pos x="464" y="408"/>
                  </a:cxn>
                  <a:cxn ang="0">
                    <a:pos x="472" y="384"/>
                  </a:cxn>
                  <a:cxn ang="0">
                    <a:pos x="480" y="360"/>
                  </a:cxn>
                  <a:cxn ang="0">
                    <a:pos x="488" y="336"/>
                  </a:cxn>
                  <a:cxn ang="0">
                    <a:pos x="504" y="320"/>
                  </a:cxn>
                  <a:cxn ang="0">
                    <a:pos x="512" y="296"/>
                  </a:cxn>
                  <a:cxn ang="0">
                    <a:pos x="520" y="264"/>
                  </a:cxn>
                  <a:cxn ang="0">
                    <a:pos x="528" y="240"/>
                  </a:cxn>
                  <a:cxn ang="0">
                    <a:pos x="536" y="216"/>
                  </a:cxn>
                  <a:cxn ang="0">
                    <a:pos x="552" y="192"/>
                  </a:cxn>
                  <a:cxn ang="0">
                    <a:pos x="560" y="168"/>
                  </a:cxn>
                  <a:cxn ang="0">
                    <a:pos x="568" y="144"/>
                  </a:cxn>
                  <a:cxn ang="0">
                    <a:pos x="576" y="112"/>
                  </a:cxn>
                  <a:cxn ang="0">
                    <a:pos x="584" y="88"/>
                  </a:cxn>
                  <a:cxn ang="0">
                    <a:pos x="600" y="64"/>
                  </a:cxn>
                  <a:cxn ang="0">
                    <a:pos x="608" y="32"/>
                  </a:cxn>
                  <a:cxn ang="0">
                    <a:pos x="616" y="8"/>
                  </a:cxn>
                </a:cxnLst>
                <a:rect l="0" t="0" r="r" b="b"/>
                <a:pathLst>
                  <a:path w="624" h="703">
                    <a:moveTo>
                      <a:pt x="0" y="448"/>
                    </a:moveTo>
                    <a:lnTo>
                      <a:pt x="8" y="456"/>
                    </a:lnTo>
                    <a:lnTo>
                      <a:pt x="8" y="464"/>
                    </a:lnTo>
                    <a:lnTo>
                      <a:pt x="16" y="472"/>
                    </a:lnTo>
                    <a:lnTo>
                      <a:pt x="24" y="488"/>
                    </a:lnTo>
                    <a:lnTo>
                      <a:pt x="24" y="496"/>
                    </a:lnTo>
                    <a:lnTo>
                      <a:pt x="32" y="504"/>
                    </a:lnTo>
                    <a:lnTo>
                      <a:pt x="32" y="512"/>
                    </a:lnTo>
                    <a:lnTo>
                      <a:pt x="40" y="520"/>
                    </a:lnTo>
                    <a:lnTo>
                      <a:pt x="48" y="528"/>
                    </a:lnTo>
                    <a:lnTo>
                      <a:pt x="48" y="536"/>
                    </a:lnTo>
                    <a:lnTo>
                      <a:pt x="56" y="544"/>
                    </a:lnTo>
                    <a:lnTo>
                      <a:pt x="56" y="552"/>
                    </a:lnTo>
                    <a:lnTo>
                      <a:pt x="64" y="560"/>
                    </a:lnTo>
                    <a:lnTo>
                      <a:pt x="64" y="568"/>
                    </a:lnTo>
                    <a:lnTo>
                      <a:pt x="72" y="576"/>
                    </a:lnTo>
                    <a:lnTo>
                      <a:pt x="80" y="584"/>
                    </a:lnTo>
                    <a:lnTo>
                      <a:pt x="80" y="592"/>
                    </a:lnTo>
                    <a:lnTo>
                      <a:pt x="88" y="600"/>
                    </a:lnTo>
                    <a:lnTo>
                      <a:pt x="88" y="608"/>
                    </a:lnTo>
                    <a:lnTo>
                      <a:pt x="96" y="616"/>
                    </a:lnTo>
                    <a:lnTo>
                      <a:pt x="104" y="624"/>
                    </a:lnTo>
                    <a:lnTo>
                      <a:pt x="120" y="640"/>
                    </a:lnTo>
                    <a:lnTo>
                      <a:pt x="112" y="640"/>
                    </a:lnTo>
                    <a:lnTo>
                      <a:pt x="120" y="640"/>
                    </a:lnTo>
                    <a:lnTo>
                      <a:pt x="136" y="656"/>
                    </a:lnTo>
                    <a:lnTo>
                      <a:pt x="136" y="663"/>
                    </a:lnTo>
                    <a:lnTo>
                      <a:pt x="144" y="663"/>
                    </a:lnTo>
                    <a:lnTo>
                      <a:pt x="152" y="671"/>
                    </a:lnTo>
                    <a:lnTo>
                      <a:pt x="160" y="679"/>
                    </a:lnTo>
                    <a:lnTo>
                      <a:pt x="168" y="687"/>
                    </a:lnTo>
                    <a:lnTo>
                      <a:pt x="176" y="687"/>
                    </a:lnTo>
                    <a:lnTo>
                      <a:pt x="184" y="695"/>
                    </a:lnTo>
                    <a:lnTo>
                      <a:pt x="192" y="695"/>
                    </a:lnTo>
                    <a:lnTo>
                      <a:pt x="200" y="695"/>
                    </a:lnTo>
                    <a:lnTo>
                      <a:pt x="208" y="703"/>
                    </a:lnTo>
                    <a:lnTo>
                      <a:pt x="216" y="703"/>
                    </a:lnTo>
                    <a:lnTo>
                      <a:pt x="224" y="703"/>
                    </a:lnTo>
                    <a:lnTo>
                      <a:pt x="232" y="703"/>
                    </a:lnTo>
                    <a:lnTo>
                      <a:pt x="240" y="695"/>
                    </a:lnTo>
                    <a:lnTo>
                      <a:pt x="248" y="695"/>
                    </a:lnTo>
                    <a:lnTo>
                      <a:pt x="256" y="695"/>
                    </a:lnTo>
                    <a:lnTo>
                      <a:pt x="264" y="687"/>
                    </a:lnTo>
                    <a:lnTo>
                      <a:pt x="272" y="687"/>
                    </a:lnTo>
                    <a:lnTo>
                      <a:pt x="280" y="679"/>
                    </a:lnTo>
                    <a:lnTo>
                      <a:pt x="288" y="671"/>
                    </a:lnTo>
                    <a:lnTo>
                      <a:pt x="296" y="671"/>
                    </a:lnTo>
                    <a:lnTo>
                      <a:pt x="304" y="663"/>
                    </a:lnTo>
                    <a:lnTo>
                      <a:pt x="312" y="656"/>
                    </a:lnTo>
                    <a:lnTo>
                      <a:pt x="320" y="648"/>
                    </a:lnTo>
                    <a:lnTo>
                      <a:pt x="328" y="640"/>
                    </a:lnTo>
                    <a:lnTo>
                      <a:pt x="336" y="632"/>
                    </a:lnTo>
                    <a:lnTo>
                      <a:pt x="344" y="624"/>
                    </a:lnTo>
                    <a:lnTo>
                      <a:pt x="352" y="616"/>
                    </a:lnTo>
                    <a:lnTo>
                      <a:pt x="352" y="608"/>
                    </a:lnTo>
                    <a:lnTo>
                      <a:pt x="368" y="592"/>
                    </a:lnTo>
                    <a:lnTo>
                      <a:pt x="360" y="592"/>
                    </a:lnTo>
                    <a:lnTo>
                      <a:pt x="368" y="592"/>
                    </a:lnTo>
                    <a:lnTo>
                      <a:pt x="376" y="584"/>
                    </a:lnTo>
                    <a:lnTo>
                      <a:pt x="376" y="576"/>
                    </a:lnTo>
                    <a:lnTo>
                      <a:pt x="384" y="568"/>
                    </a:lnTo>
                    <a:lnTo>
                      <a:pt x="384" y="560"/>
                    </a:lnTo>
                    <a:lnTo>
                      <a:pt x="392" y="552"/>
                    </a:lnTo>
                    <a:lnTo>
                      <a:pt x="400" y="544"/>
                    </a:lnTo>
                    <a:lnTo>
                      <a:pt x="400" y="536"/>
                    </a:lnTo>
                    <a:lnTo>
                      <a:pt x="408" y="528"/>
                    </a:lnTo>
                    <a:lnTo>
                      <a:pt x="408" y="512"/>
                    </a:lnTo>
                    <a:lnTo>
                      <a:pt x="416" y="504"/>
                    </a:lnTo>
                    <a:lnTo>
                      <a:pt x="424" y="496"/>
                    </a:lnTo>
                    <a:lnTo>
                      <a:pt x="424" y="488"/>
                    </a:lnTo>
                    <a:lnTo>
                      <a:pt x="432" y="480"/>
                    </a:lnTo>
                    <a:lnTo>
                      <a:pt x="432" y="472"/>
                    </a:lnTo>
                    <a:lnTo>
                      <a:pt x="440" y="456"/>
                    </a:lnTo>
                    <a:lnTo>
                      <a:pt x="440" y="448"/>
                    </a:lnTo>
                    <a:lnTo>
                      <a:pt x="448" y="440"/>
                    </a:lnTo>
                    <a:lnTo>
                      <a:pt x="456" y="432"/>
                    </a:lnTo>
                    <a:lnTo>
                      <a:pt x="456" y="416"/>
                    </a:lnTo>
                    <a:lnTo>
                      <a:pt x="464" y="408"/>
                    </a:lnTo>
                    <a:lnTo>
                      <a:pt x="464" y="392"/>
                    </a:lnTo>
                    <a:lnTo>
                      <a:pt x="472" y="384"/>
                    </a:lnTo>
                    <a:lnTo>
                      <a:pt x="480" y="376"/>
                    </a:lnTo>
                    <a:lnTo>
                      <a:pt x="480" y="360"/>
                    </a:lnTo>
                    <a:lnTo>
                      <a:pt x="488" y="352"/>
                    </a:lnTo>
                    <a:lnTo>
                      <a:pt x="488" y="336"/>
                    </a:lnTo>
                    <a:lnTo>
                      <a:pt x="496" y="328"/>
                    </a:lnTo>
                    <a:lnTo>
                      <a:pt x="504" y="320"/>
                    </a:lnTo>
                    <a:lnTo>
                      <a:pt x="504" y="304"/>
                    </a:lnTo>
                    <a:lnTo>
                      <a:pt x="512" y="296"/>
                    </a:lnTo>
                    <a:lnTo>
                      <a:pt x="512" y="280"/>
                    </a:lnTo>
                    <a:lnTo>
                      <a:pt x="520" y="264"/>
                    </a:lnTo>
                    <a:lnTo>
                      <a:pt x="528" y="256"/>
                    </a:lnTo>
                    <a:lnTo>
                      <a:pt x="528" y="240"/>
                    </a:lnTo>
                    <a:lnTo>
                      <a:pt x="536" y="232"/>
                    </a:lnTo>
                    <a:lnTo>
                      <a:pt x="536" y="216"/>
                    </a:lnTo>
                    <a:lnTo>
                      <a:pt x="544" y="208"/>
                    </a:lnTo>
                    <a:lnTo>
                      <a:pt x="552" y="192"/>
                    </a:lnTo>
                    <a:lnTo>
                      <a:pt x="552" y="176"/>
                    </a:lnTo>
                    <a:lnTo>
                      <a:pt x="560" y="168"/>
                    </a:lnTo>
                    <a:lnTo>
                      <a:pt x="560" y="152"/>
                    </a:lnTo>
                    <a:lnTo>
                      <a:pt x="568" y="144"/>
                    </a:lnTo>
                    <a:lnTo>
                      <a:pt x="576" y="128"/>
                    </a:lnTo>
                    <a:lnTo>
                      <a:pt x="576" y="112"/>
                    </a:lnTo>
                    <a:lnTo>
                      <a:pt x="584" y="104"/>
                    </a:lnTo>
                    <a:lnTo>
                      <a:pt x="584" y="88"/>
                    </a:lnTo>
                    <a:lnTo>
                      <a:pt x="592" y="72"/>
                    </a:lnTo>
                    <a:lnTo>
                      <a:pt x="600" y="64"/>
                    </a:lnTo>
                    <a:lnTo>
                      <a:pt x="600" y="48"/>
                    </a:lnTo>
                    <a:lnTo>
                      <a:pt x="608" y="32"/>
                    </a:lnTo>
                    <a:lnTo>
                      <a:pt x="608" y="24"/>
                    </a:lnTo>
                    <a:lnTo>
                      <a:pt x="616" y="8"/>
                    </a:lnTo>
                    <a:lnTo>
                      <a:pt x="624" y="0"/>
                    </a:lnTo>
                  </a:path>
                </a:pathLst>
              </a:custGeom>
              <a:noFill/>
              <a:ln w="38100" cmpd="sng">
                <a:solidFill>
                  <a:srgbClr val="00BFBF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  <p:grpSp>
          <p:nvGrpSpPr>
            <p:cNvPr id="9301" name="Group 85"/>
            <p:cNvGrpSpPr>
              <a:grpSpLocks/>
            </p:cNvGrpSpPr>
            <p:nvPr/>
          </p:nvGrpSpPr>
          <p:grpSpPr bwMode="auto">
            <a:xfrm>
              <a:off x="731838" y="1908175"/>
              <a:ext cx="2305050" cy="1427163"/>
              <a:chOff x="597" y="191"/>
              <a:chExt cx="4764" cy="3756"/>
            </a:xfrm>
          </p:grpSpPr>
          <p:sp>
            <p:nvSpPr>
              <p:cNvPr id="9302" name="Freeform 86"/>
              <p:cNvSpPr>
                <a:spLocks/>
              </p:cNvSpPr>
              <p:nvPr/>
            </p:nvSpPr>
            <p:spPr bwMode="auto">
              <a:xfrm>
                <a:off x="597" y="191"/>
                <a:ext cx="616" cy="3748"/>
              </a:xfrm>
              <a:custGeom>
                <a:avLst/>
                <a:gdLst/>
                <a:ahLst/>
                <a:cxnLst>
                  <a:cxn ang="0">
                    <a:pos x="8" y="1662"/>
                  </a:cxn>
                  <a:cxn ang="0">
                    <a:pos x="24" y="1454"/>
                  </a:cxn>
                  <a:cxn ang="0">
                    <a:pos x="40" y="1247"/>
                  </a:cxn>
                  <a:cxn ang="0">
                    <a:pos x="56" y="1055"/>
                  </a:cxn>
                  <a:cxn ang="0">
                    <a:pos x="64" y="871"/>
                  </a:cxn>
                  <a:cxn ang="0">
                    <a:pos x="80" y="695"/>
                  </a:cxn>
                  <a:cxn ang="0">
                    <a:pos x="96" y="535"/>
                  </a:cxn>
                  <a:cxn ang="0">
                    <a:pos x="112" y="399"/>
                  </a:cxn>
                  <a:cxn ang="0">
                    <a:pos x="128" y="279"/>
                  </a:cxn>
                  <a:cxn ang="0">
                    <a:pos x="136" y="176"/>
                  </a:cxn>
                  <a:cxn ang="0">
                    <a:pos x="152" y="96"/>
                  </a:cxn>
                  <a:cxn ang="0">
                    <a:pos x="168" y="40"/>
                  </a:cxn>
                  <a:cxn ang="0">
                    <a:pos x="192" y="0"/>
                  </a:cxn>
                  <a:cxn ang="0">
                    <a:pos x="200" y="0"/>
                  </a:cxn>
                  <a:cxn ang="0">
                    <a:pos x="216" y="32"/>
                  </a:cxn>
                  <a:cxn ang="0">
                    <a:pos x="232" y="88"/>
                  </a:cxn>
                  <a:cxn ang="0">
                    <a:pos x="248" y="168"/>
                  </a:cxn>
                  <a:cxn ang="0">
                    <a:pos x="264" y="263"/>
                  </a:cxn>
                  <a:cxn ang="0">
                    <a:pos x="280" y="383"/>
                  </a:cxn>
                  <a:cxn ang="0">
                    <a:pos x="288" y="519"/>
                  </a:cxn>
                  <a:cxn ang="0">
                    <a:pos x="304" y="679"/>
                  </a:cxn>
                  <a:cxn ang="0">
                    <a:pos x="320" y="847"/>
                  </a:cxn>
                  <a:cxn ang="0">
                    <a:pos x="336" y="1031"/>
                  </a:cxn>
                  <a:cxn ang="0">
                    <a:pos x="352" y="1231"/>
                  </a:cxn>
                  <a:cxn ang="0">
                    <a:pos x="360" y="1430"/>
                  </a:cxn>
                  <a:cxn ang="0">
                    <a:pos x="376" y="1638"/>
                  </a:cxn>
                  <a:cxn ang="0">
                    <a:pos x="392" y="1854"/>
                  </a:cxn>
                  <a:cxn ang="0">
                    <a:pos x="408" y="2062"/>
                  </a:cxn>
                  <a:cxn ang="0">
                    <a:pos x="416" y="2270"/>
                  </a:cxn>
                  <a:cxn ang="0">
                    <a:pos x="432" y="2478"/>
                  </a:cxn>
                  <a:cxn ang="0">
                    <a:pos x="448" y="2677"/>
                  </a:cxn>
                  <a:cxn ang="0">
                    <a:pos x="464" y="2861"/>
                  </a:cxn>
                  <a:cxn ang="0">
                    <a:pos x="480" y="3037"/>
                  </a:cxn>
                  <a:cxn ang="0">
                    <a:pos x="488" y="3197"/>
                  </a:cxn>
                  <a:cxn ang="0">
                    <a:pos x="504" y="3333"/>
                  </a:cxn>
                  <a:cxn ang="0">
                    <a:pos x="520" y="3461"/>
                  </a:cxn>
                  <a:cxn ang="0">
                    <a:pos x="536" y="3565"/>
                  </a:cxn>
                  <a:cxn ang="0">
                    <a:pos x="552" y="3645"/>
                  </a:cxn>
                  <a:cxn ang="0">
                    <a:pos x="560" y="3708"/>
                  </a:cxn>
                  <a:cxn ang="0">
                    <a:pos x="576" y="3740"/>
                  </a:cxn>
                  <a:cxn ang="0">
                    <a:pos x="592" y="3748"/>
                  </a:cxn>
                  <a:cxn ang="0">
                    <a:pos x="608" y="3732"/>
                  </a:cxn>
                </a:cxnLst>
                <a:rect l="0" t="0" r="r" b="b"/>
                <a:pathLst>
                  <a:path w="616" h="3748">
                    <a:moveTo>
                      <a:pt x="0" y="1806"/>
                    </a:moveTo>
                    <a:lnTo>
                      <a:pt x="8" y="1734"/>
                    </a:lnTo>
                    <a:lnTo>
                      <a:pt x="8" y="1662"/>
                    </a:lnTo>
                    <a:lnTo>
                      <a:pt x="16" y="1590"/>
                    </a:lnTo>
                    <a:lnTo>
                      <a:pt x="16" y="1518"/>
                    </a:lnTo>
                    <a:lnTo>
                      <a:pt x="24" y="1454"/>
                    </a:lnTo>
                    <a:lnTo>
                      <a:pt x="32" y="1383"/>
                    </a:lnTo>
                    <a:lnTo>
                      <a:pt x="32" y="1319"/>
                    </a:lnTo>
                    <a:lnTo>
                      <a:pt x="40" y="1247"/>
                    </a:lnTo>
                    <a:lnTo>
                      <a:pt x="40" y="1183"/>
                    </a:lnTo>
                    <a:lnTo>
                      <a:pt x="48" y="1119"/>
                    </a:lnTo>
                    <a:lnTo>
                      <a:pt x="56" y="1055"/>
                    </a:lnTo>
                    <a:lnTo>
                      <a:pt x="56" y="991"/>
                    </a:lnTo>
                    <a:lnTo>
                      <a:pt x="64" y="927"/>
                    </a:lnTo>
                    <a:lnTo>
                      <a:pt x="64" y="871"/>
                    </a:lnTo>
                    <a:lnTo>
                      <a:pt x="72" y="807"/>
                    </a:lnTo>
                    <a:lnTo>
                      <a:pt x="80" y="751"/>
                    </a:lnTo>
                    <a:lnTo>
                      <a:pt x="80" y="695"/>
                    </a:lnTo>
                    <a:lnTo>
                      <a:pt x="88" y="639"/>
                    </a:lnTo>
                    <a:lnTo>
                      <a:pt x="88" y="591"/>
                    </a:lnTo>
                    <a:lnTo>
                      <a:pt x="96" y="535"/>
                    </a:lnTo>
                    <a:lnTo>
                      <a:pt x="104" y="487"/>
                    </a:lnTo>
                    <a:lnTo>
                      <a:pt x="104" y="439"/>
                    </a:lnTo>
                    <a:lnTo>
                      <a:pt x="112" y="399"/>
                    </a:lnTo>
                    <a:lnTo>
                      <a:pt x="112" y="351"/>
                    </a:lnTo>
                    <a:lnTo>
                      <a:pt x="120" y="311"/>
                    </a:lnTo>
                    <a:lnTo>
                      <a:pt x="128" y="279"/>
                    </a:lnTo>
                    <a:lnTo>
                      <a:pt x="128" y="239"/>
                    </a:lnTo>
                    <a:lnTo>
                      <a:pt x="136" y="208"/>
                    </a:lnTo>
                    <a:lnTo>
                      <a:pt x="136" y="176"/>
                    </a:lnTo>
                    <a:lnTo>
                      <a:pt x="144" y="144"/>
                    </a:lnTo>
                    <a:lnTo>
                      <a:pt x="152" y="120"/>
                    </a:lnTo>
                    <a:lnTo>
                      <a:pt x="152" y="96"/>
                    </a:lnTo>
                    <a:lnTo>
                      <a:pt x="160" y="72"/>
                    </a:lnTo>
                    <a:lnTo>
                      <a:pt x="160" y="56"/>
                    </a:lnTo>
                    <a:lnTo>
                      <a:pt x="168" y="40"/>
                    </a:lnTo>
                    <a:lnTo>
                      <a:pt x="176" y="24"/>
                    </a:lnTo>
                    <a:lnTo>
                      <a:pt x="176" y="16"/>
                    </a:lnTo>
                    <a:lnTo>
                      <a:pt x="192" y="0"/>
                    </a:lnTo>
                    <a:lnTo>
                      <a:pt x="184" y="0"/>
                    </a:lnTo>
                    <a:lnTo>
                      <a:pt x="192" y="0"/>
                    </a:lnTo>
                    <a:lnTo>
                      <a:pt x="200" y="0"/>
                    </a:lnTo>
                    <a:lnTo>
                      <a:pt x="208" y="8"/>
                    </a:lnTo>
                    <a:lnTo>
                      <a:pt x="216" y="24"/>
                    </a:lnTo>
                    <a:lnTo>
                      <a:pt x="216" y="32"/>
                    </a:lnTo>
                    <a:lnTo>
                      <a:pt x="224" y="48"/>
                    </a:lnTo>
                    <a:lnTo>
                      <a:pt x="232" y="64"/>
                    </a:lnTo>
                    <a:lnTo>
                      <a:pt x="232" y="88"/>
                    </a:lnTo>
                    <a:lnTo>
                      <a:pt x="240" y="112"/>
                    </a:lnTo>
                    <a:lnTo>
                      <a:pt x="240" y="136"/>
                    </a:lnTo>
                    <a:lnTo>
                      <a:pt x="248" y="168"/>
                    </a:lnTo>
                    <a:lnTo>
                      <a:pt x="256" y="192"/>
                    </a:lnTo>
                    <a:lnTo>
                      <a:pt x="256" y="232"/>
                    </a:lnTo>
                    <a:lnTo>
                      <a:pt x="264" y="263"/>
                    </a:lnTo>
                    <a:lnTo>
                      <a:pt x="264" y="303"/>
                    </a:lnTo>
                    <a:lnTo>
                      <a:pt x="272" y="343"/>
                    </a:lnTo>
                    <a:lnTo>
                      <a:pt x="280" y="383"/>
                    </a:lnTo>
                    <a:lnTo>
                      <a:pt x="280" y="423"/>
                    </a:lnTo>
                    <a:lnTo>
                      <a:pt x="288" y="471"/>
                    </a:lnTo>
                    <a:lnTo>
                      <a:pt x="288" y="519"/>
                    </a:lnTo>
                    <a:lnTo>
                      <a:pt x="296" y="567"/>
                    </a:lnTo>
                    <a:lnTo>
                      <a:pt x="304" y="623"/>
                    </a:lnTo>
                    <a:lnTo>
                      <a:pt x="304" y="679"/>
                    </a:lnTo>
                    <a:lnTo>
                      <a:pt x="312" y="735"/>
                    </a:lnTo>
                    <a:lnTo>
                      <a:pt x="312" y="791"/>
                    </a:lnTo>
                    <a:lnTo>
                      <a:pt x="320" y="847"/>
                    </a:lnTo>
                    <a:lnTo>
                      <a:pt x="328" y="911"/>
                    </a:lnTo>
                    <a:lnTo>
                      <a:pt x="328" y="967"/>
                    </a:lnTo>
                    <a:lnTo>
                      <a:pt x="336" y="1031"/>
                    </a:lnTo>
                    <a:lnTo>
                      <a:pt x="336" y="1095"/>
                    </a:lnTo>
                    <a:lnTo>
                      <a:pt x="344" y="1159"/>
                    </a:lnTo>
                    <a:lnTo>
                      <a:pt x="352" y="1231"/>
                    </a:lnTo>
                    <a:lnTo>
                      <a:pt x="352" y="1295"/>
                    </a:lnTo>
                    <a:lnTo>
                      <a:pt x="360" y="1359"/>
                    </a:lnTo>
                    <a:lnTo>
                      <a:pt x="360" y="1430"/>
                    </a:lnTo>
                    <a:lnTo>
                      <a:pt x="368" y="1502"/>
                    </a:lnTo>
                    <a:lnTo>
                      <a:pt x="376" y="1566"/>
                    </a:lnTo>
                    <a:lnTo>
                      <a:pt x="376" y="1638"/>
                    </a:lnTo>
                    <a:lnTo>
                      <a:pt x="384" y="1710"/>
                    </a:lnTo>
                    <a:lnTo>
                      <a:pt x="384" y="1782"/>
                    </a:lnTo>
                    <a:lnTo>
                      <a:pt x="392" y="1854"/>
                    </a:lnTo>
                    <a:lnTo>
                      <a:pt x="392" y="1918"/>
                    </a:lnTo>
                    <a:lnTo>
                      <a:pt x="400" y="1990"/>
                    </a:lnTo>
                    <a:lnTo>
                      <a:pt x="408" y="2062"/>
                    </a:lnTo>
                    <a:lnTo>
                      <a:pt x="408" y="2134"/>
                    </a:lnTo>
                    <a:lnTo>
                      <a:pt x="416" y="2206"/>
                    </a:lnTo>
                    <a:lnTo>
                      <a:pt x="416" y="2270"/>
                    </a:lnTo>
                    <a:lnTo>
                      <a:pt x="424" y="2342"/>
                    </a:lnTo>
                    <a:lnTo>
                      <a:pt x="432" y="2406"/>
                    </a:lnTo>
                    <a:lnTo>
                      <a:pt x="432" y="2478"/>
                    </a:lnTo>
                    <a:lnTo>
                      <a:pt x="440" y="2541"/>
                    </a:lnTo>
                    <a:lnTo>
                      <a:pt x="440" y="2605"/>
                    </a:lnTo>
                    <a:lnTo>
                      <a:pt x="448" y="2677"/>
                    </a:lnTo>
                    <a:lnTo>
                      <a:pt x="456" y="2741"/>
                    </a:lnTo>
                    <a:lnTo>
                      <a:pt x="456" y="2797"/>
                    </a:lnTo>
                    <a:lnTo>
                      <a:pt x="464" y="2861"/>
                    </a:lnTo>
                    <a:lnTo>
                      <a:pt x="464" y="2917"/>
                    </a:lnTo>
                    <a:lnTo>
                      <a:pt x="472" y="2981"/>
                    </a:lnTo>
                    <a:lnTo>
                      <a:pt x="480" y="3037"/>
                    </a:lnTo>
                    <a:lnTo>
                      <a:pt x="480" y="3093"/>
                    </a:lnTo>
                    <a:lnTo>
                      <a:pt x="488" y="3141"/>
                    </a:lnTo>
                    <a:lnTo>
                      <a:pt x="488" y="3197"/>
                    </a:lnTo>
                    <a:lnTo>
                      <a:pt x="496" y="3245"/>
                    </a:lnTo>
                    <a:lnTo>
                      <a:pt x="504" y="3293"/>
                    </a:lnTo>
                    <a:lnTo>
                      <a:pt x="504" y="3333"/>
                    </a:lnTo>
                    <a:lnTo>
                      <a:pt x="512" y="3381"/>
                    </a:lnTo>
                    <a:lnTo>
                      <a:pt x="512" y="3421"/>
                    </a:lnTo>
                    <a:lnTo>
                      <a:pt x="520" y="3461"/>
                    </a:lnTo>
                    <a:lnTo>
                      <a:pt x="528" y="3501"/>
                    </a:lnTo>
                    <a:lnTo>
                      <a:pt x="528" y="3533"/>
                    </a:lnTo>
                    <a:lnTo>
                      <a:pt x="536" y="3565"/>
                    </a:lnTo>
                    <a:lnTo>
                      <a:pt x="536" y="3597"/>
                    </a:lnTo>
                    <a:lnTo>
                      <a:pt x="544" y="3621"/>
                    </a:lnTo>
                    <a:lnTo>
                      <a:pt x="552" y="3645"/>
                    </a:lnTo>
                    <a:lnTo>
                      <a:pt x="552" y="3669"/>
                    </a:lnTo>
                    <a:lnTo>
                      <a:pt x="560" y="3685"/>
                    </a:lnTo>
                    <a:lnTo>
                      <a:pt x="560" y="3708"/>
                    </a:lnTo>
                    <a:lnTo>
                      <a:pt x="568" y="3716"/>
                    </a:lnTo>
                    <a:lnTo>
                      <a:pt x="568" y="3732"/>
                    </a:lnTo>
                    <a:lnTo>
                      <a:pt x="576" y="3740"/>
                    </a:lnTo>
                    <a:lnTo>
                      <a:pt x="584" y="3748"/>
                    </a:lnTo>
                    <a:lnTo>
                      <a:pt x="600" y="3748"/>
                    </a:lnTo>
                    <a:lnTo>
                      <a:pt x="592" y="3748"/>
                    </a:lnTo>
                    <a:lnTo>
                      <a:pt x="600" y="3748"/>
                    </a:lnTo>
                    <a:lnTo>
                      <a:pt x="608" y="3740"/>
                    </a:lnTo>
                    <a:lnTo>
                      <a:pt x="608" y="3732"/>
                    </a:lnTo>
                    <a:lnTo>
                      <a:pt x="616" y="3716"/>
                    </a:lnTo>
                    <a:lnTo>
                      <a:pt x="616" y="3708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303" name="Freeform 87"/>
              <p:cNvSpPr>
                <a:spLocks/>
              </p:cNvSpPr>
              <p:nvPr/>
            </p:nvSpPr>
            <p:spPr bwMode="auto">
              <a:xfrm>
                <a:off x="1213" y="191"/>
                <a:ext cx="617" cy="3708"/>
              </a:xfrm>
              <a:custGeom>
                <a:avLst/>
                <a:gdLst/>
                <a:ahLst/>
                <a:cxnLst>
                  <a:cxn ang="0">
                    <a:pos x="16" y="3669"/>
                  </a:cxn>
                  <a:cxn ang="0">
                    <a:pos x="24" y="3597"/>
                  </a:cxn>
                  <a:cxn ang="0">
                    <a:pos x="40" y="3501"/>
                  </a:cxn>
                  <a:cxn ang="0">
                    <a:pos x="56" y="3381"/>
                  </a:cxn>
                  <a:cxn ang="0">
                    <a:pos x="72" y="3245"/>
                  </a:cxn>
                  <a:cxn ang="0">
                    <a:pos x="88" y="3093"/>
                  </a:cxn>
                  <a:cxn ang="0">
                    <a:pos x="96" y="2917"/>
                  </a:cxn>
                  <a:cxn ang="0">
                    <a:pos x="112" y="2741"/>
                  </a:cxn>
                  <a:cxn ang="0">
                    <a:pos x="129" y="2541"/>
                  </a:cxn>
                  <a:cxn ang="0">
                    <a:pos x="145" y="2342"/>
                  </a:cxn>
                  <a:cxn ang="0">
                    <a:pos x="153" y="2134"/>
                  </a:cxn>
                  <a:cxn ang="0">
                    <a:pos x="169" y="1918"/>
                  </a:cxn>
                  <a:cxn ang="0">
                    <a:pos x="185" y="1710"/>
                  </a:cxn>
                  <a:cxn ang="0">
                    <a:pos x="201" y="1502"/>
                  </a:cxn>
                  <a:cxn ang="0">
                    <a:pos x="217" y="1295"/>
                  </a:cxn>
                  <a:cxn ang="0">
                    <a:pos x="225" y="1095"/>
                  </a:cxn>
                  <a:cxn ang="0">
                    <a:pos x="241" y="911"/>
                  </a:cxn>
                  <a:cxn ang="0">
                    <a:pos x="257" y="735"/>
                  </a:cxn>
                  <a:cxn ang="0">
                    <a:pos x="273" y="567"/>
                  </a:cxn>
                  <a:cxn ang="0">
                    <a:pos x="289" y="423"/>
                  </a:cxn>
                  <a:cxn ang="0">
                    <a:pos x="297" y="303"/>
                  </a:cxn>
                  <a:cxn ang="0">
                    <a:pos x="313" y="192"/>
                  </a:cxn>
                  <a:cxn ang="0">
                    <a:pos x="329" y="112"/>
                  </a:cxn>
                  <a:cxn ang="0">
                    <a:pos x="345" y="48"/>
                  </a:cxn>
                  <a:cxn ang="0">
                    <a:pos x="353" y="8"/>
                  </a:cxn>
                  <a:cxn ang="0">
                    <a:pos x="377" y="0"/>
                  </a:cxn>
                  <a:cxn ang="0">
                    <a:pos x="393" y="24"/>
                  </a:cxn>
                  <a:cxn ang="0">
                    <a:pos x="409" y="72"/>
                  </a:cxn>
                  <a:cxn ang="0">
                    <a:pos x="425" y="144"/>
                  </a:cxn>
                  <a:cxn ang="0">
                    <a:pos x="441" y="239"/>
                  </a:cxn>
                  <a:cxn ang="0">
                    <a:pos x="449" y="351"/>
                  </a:cxn>
                  <a:cxn ang="0">
                    <a:pos x="465" y="487"/>
                  </a:cxn>
                  <a:cxn ang="0">
                    <a:pos x="481" y="639"/>
                  </a:cxn>
                  <a:cxn ang="0">
                    <a:pos x="497" y="807"/>
                  </a:cxn>
                  <a:cxn ang="0">
                    <a:pos x="513" y="991"/>
                  </a:cxn>
                  <a:cxn ang="0">
                    <a:pos x="521" y="1183"/>
                  </a:cxn>
                  <a:cxn ang="0">
                    <a:pos x="537" y="1383"/>
                  </a:cxn>
                  <a:cxn ang="0">
                    <a:pos x="553" y="1590"/>
                  </a:cxn>
                  <a:cxn ang="0">
                    <a:pos x="569" y="1806"/>
                  </a:cxn>
                  <a:cxn ang="0">
                    <a:pos x="577" y="2014"/>
                  </a:cxn>
                  <a:cxn ang="0">
                    <a:pos x="593" y="2230"/>
                  </a:cxn>
                  <a:cxn ang="0">
                    <a:pos x="609" y="2430"/>
                  </a:cxn>
                </a:cxnLst>
                <a:rect l="0" t="0" r="r" b="b"/>
                <a:pathLst>
                  <a:path w="617" h="3708">
                    <a:moveTo>
                      <a:pt x="0" y="3708"/>
                    </a:moveTo>
                    <a:lnTo>
                      <a:pt x="8" y="3685"/>
                    </a:lnTo>
                    <a:lnTo>
                      <a:pt x="16" y="3669"/>
                    </a:lnTo>
                    <a:lnTo>
                      <a:pt x="16" y="3645"/>
                    </a:lnTo>
                    <a:lnTo>
                      <a:pt x="24" y="3621"/>
                    </a:lnTo>
                    <a:lnTo>
                      <a:pt x="24" y="3597"/>
                    </a:lnTo>
                    <a:lnTo>
                      <a:pt x="32" y="3565"/>
                    </a:lnTo>
                    <a:lnTo>
                      <a:pt x="40" y="3533"/>
                    </a:lnTo>
                    <a:lnTo>
                      <a:pt x="40" y="3501"/>
                    </a:lnTo>
                    <a:lnTo>
                      <a:pt x="48" y="3461"/>
                    </a:lnTo>
                    <a:lnTo>
                      <a:pt x="48" y="3421"/>
                    </a:lnTo>
                    <a:lnTo>
                      <a:pt x="56" y="3381"/>
                    </a:lnTo>
                    <a:lnTo>
                      <a:pt x="64" y="3333"/>
                    </a:lnTo>
                    <a:lnTo>
                      <a:pt x="64" y="3293"/>
                    </a:lnTo>
                    <a:lnTo>
                      <a:pt x="72" y="3245"/>
                    </a:lnTo>
                    <a:lnTo>
                      <a:pt x="72" y="3197"/>
                    </a:lnTo>
                    <a:lnTo>
                      <a:pt x="80" y="3141"/>
                    </a:lnTo>
                    <a:lnTo>
                      <a:pt x="88" y="3093"/>
                    </a:lnTo>
                    <a:lnTo>
                      <a:pt x="88" y="3037"/>
                    </a:lnTo>
                    <a:lnTo>
                      <a:pt x="96" y="2981"/>
                    </a:lnTo>
                    <a:lnTo>
                      <a:pt x="96" y="2917"/>
                    </a:lnTo>
                    <a:lnTo>
                      <a:pt x="104" y="2861"/>
                    </a:lnTo>
                    <a:lnTo>
                      <a:pt x="112" y="2797"/>
                    </a:lnTo>
                    <a:lnTo>
                      <a:pt x="112" y="2741"/>
                    </a:lnTo>
                    <a:lnTo>
                      <a:pt x="121" y="2677"/>
                    </a:lnTo>
                    <a:lnTo>
                      <a:pt x="121" y="2605"/>
                    </a:lnTo>
                    <a:lnTo>
                      <a:pt x="129" y="2541"/>
                    </a:lnTo>
                    <a:lnTo>
                      <a:pt x="137" y="2478"/>
                    </a:lnTo>
                    <a:lnTo>
                      <a:pt x="137" y="2406"/>
                    </a:lnTo>
                    <a:lnTo>
                      <a:pt x="145" y="2342"/>
                    </a:lnTo>
                    <a:lnTo>
                      <a:pt x="145" y="2270"/>
                    </a:lnTo>
                    <a:lnTo>
                      <a:pt x="153" y="2206"/>
                    </a:lnTo>
                    <a:lnTo>
                      <a:pt x="153" y="2134"/>
                    </a:lnTo>
                    <a:lnTo>
                      <a:pt x="161" y="2062"/>
                    </a:lnTo>
                    <a:lnTo>
                      <a:pt x="169" y="1990"/>
                    </a:lnTo>
                    <a:lnTo>
                      <a:pt x="169" y="1918"/>
                    </a:lnTo>
                    <a:lnTo>
                      <a:pt x="177" y="1854"/>
                    </a:lnTo>
                    <a:lnTo>
                      <a:pt x="177" y="1782"/>
                    </a:lnTo>
                    <a:lnTo>
                      <a:pt x="185" y="1710"/>
                    </a:lnTo>
                    <a:lnTo>
                      <a:pt x="193" y="1638"/>
                    </a:lnTo>
                    <a:lnTo>
                      <a:pt x="193" y="1566"/>
                    </a:lnTo>
                    <a:lnTo>
                      <a:pt x="201" y="1502"/>
                    </a:lnTo>
                    <a:lnTo>
                      <a:pt x="201" y="1430"/>
                    </a:lnTo>
                    <a:lnTo>
                      <a:pt x="209" y="1359"/>
                    </a:lnTo>
                    <a:lnTo>
                      <a:pt x="217" y="1295"/>
                    </a:lnTo>
                    <a:lnTo>
                      <a:pt x="217" y="1231"/>
                    </a:lnTo>
                    <a:lnTo>
                      <a:pt x="225" y="1159"/>
                    </a:lnTo>
                    <a:lnTo>
                      <a:pt x="225" y="1095"/>
                    </a:lnTo>
                    <a:lnTo>
                      <a:pt x="233" y="1031"/>
                    </a:lnTo>
                    <a:lnTo>
                      <a:pt x="241" y="967"/>
                    </a:lnTo>
                    <a:lnTo>
                      <a:pt x="241" y="911"/>
                    </a:lnTo>
                    <a:lnTo>
                      <a:pt x="249" y="847"/>
                    </a:lnTo>
                    <a:lnTo>
                      <a:pt x="249" y="791"/>
                    </a:lnTo>
                    <a:lnTo>
                      <a:pt x="257" y="735"/>
                    </a:lnTo>
                    <a:lnTo>
                      <a:pt x="265" y="679"/>
                    </a:lnTo>
                    <a:lnTo>
                      <a:pt x="265" y="623"/>
                    </a:lnTo>
                    <a:lnTo>
                      <a:pt x="273" y="567"/>
                    </a:lnTo>
                    <a:lnTo>
                      <a:pt x="273" y="519"/>
                    </a:lnTo>
                    <a:lnTo>
                      <a:pt x="281" y="471"/>
                    </a:lnTo>
                    <a:lnTo>
                      <a:pt x="289" y="423"/>
                    </a:lnTo>
                    <a:lnTo>
                      <a:pt x="289" y="383"/>
                    </a:lnTo>
                    <a:lnTo>
                      <a:pt x="297" y="343"/>
                    </a:lnTo>
                    <a:lnTo>
                      <a:pt x="297" y="303"/>
                    </a:lnTo>
                    <a:lnTo>
                      <a:pt x="305" y="263"/>
                    </a:lnTo>
                    <a:lnTo>
                      <a:pt x="313" y="232"/>
                    </a:lnTo>
                    <a:lnTo>
                      <a:pt x="313" y="192"/>
                    </a:lnTo>
                    <a:lnTo>
                      <a:pt x="321" y="168"/>
                    </a:lnTo>
                    <a:lnTo>
                      <a:pt x="321" y="136"/>
                    </a:lnTo>
                    <a:lnTo>
                      <a:pt x="329" y="112"/>
                    </a:lnTo>
                    <a:lnTo>
                      <a:pt x="337" y="88"/>
                    </a:lnTo>
                    <a:lnTo>
                      <a:pt x="337" y="64"/>
                    </a:lnTo>
                    <a:lnTo>
                      <a:pt x="345" y="48"/>
                    </a:lnTo>
                    <a:lnTo>
                      <a:pt x="345" y="32"/>
                    </a:lnTo>
                    <a:lnTo>
                      <a:pt x="353" y="24"/>
                    </a:lnTo>
                    <a:lnTo>
                      <a:pt x="353" y="8"/>
                    </a:lnTo>
                    <a:lnTo>
                      <a:pt x="361" y="0"/>
                    </a:lnTo>
                    <a:lnTo>
                      <a:pt x="369" y="0"/>
                    </a:lnTo>
                    <a:lnTo>
                      <a:pt x="377" y="0"/>
                    </a:lnTo>
                    <a:lnTo>
                      <a:pt x="385" y="8"/>
                    </a:lnTo>
                    <a:lnTo>
                      <a:pt x="393" y="16"/>
                    </a:lnTo>
                    <a:lnTo>
                      <a:pt x="393" y="24"/>
                    </a:lnTo>
                    <a:lnTo>
                      <a:pt x="401" y="40"/>
                    </a:lnTo>
                    <a:lnTo>
                      <a:pt x="401" y="56"/>
                    </a:lnTo>
                    <a:lnTo>
                      <a:pt x="409" y="72"/>
                    </a:lnTo>
                    <a:lnTo>
                      <a:pt x="417" y="96"/>
                    </a:lnTo>
                    <a:lnTo>
                      <a:pt x="417" y="120"/>
                    </a:lnTo>
                    <a:lnTo>
                      <a:pt x="425" y="144"/>
                    </a:lnTo>
                    <a:lnTo>
                      <a:pt x="425" y="176"/>
                    </a:lnTo>
                    <a:lnTo>
                      <a:pt x="433" y="208"/>
                    </a:lnTo>
                    <a:lnTo>
                      <a:pt x="441" y="239"/>
                    </a:lnTo>
                    <a:lnTo>
                      <a:pt x="441" y="279"/>
                    </a:lnTo>
                    <a:lnTo>
                      <a:pt x="449" y="311"/>
                    </a:lnTo>
                    <a:lnTo>
                      <a:pt x="449" y="351"/>
                    </a:lnTo>
                    <a:lnTo>
                      <a:pt x="457" y="399"/>
                    </a:lnTo>
                    <a:lnTo>
                      <a:pt x="465" y="439"/>
                    </a:lnTo>
                    <a:lnTo>
                      <a:pt x="465" y="487"/>
                    </a:lnTo>
                    <a:lnTo>
                      <a:pt x="473" y="535"/>
                    </a:lnTo>
                    <a:lnTo>
                      <a:pt x="473" y="591"/>
                    </a:lnTo>
                    <a:lnTo>
                      <a:pt x="481" y="639"/>
                    </a:lnTo>
                    <a:lnTo>
                      <a:pt x="489" y="695"/>
                    </a:lnTo>
                    <a:lnTo>
                      <a:pt x="489" y="751"/>
                    </a:lnTo>
                    <a:lnTo>
                      <a:pt x="497" y="807"/>
                    </a:lnTo>
                    <a:lnTo>
                      <a:pt x="497" y="871"/>
                    </a:lnTo>
                    <a:lnTo>
                      <a:pt x="505" y="927"/>
                    </a:lnTo>
                    <a:lnTo>
                      <a:pt x="513" y="991"/>
                    </a:lnTo>
                    <a:lnTo>
                      <a:pt x="513" y="1055"/>
                    </a:lnTo>
                    <a:lnTo>
                      <a:pt x="521" y="1119"/>
                    </a:lnTo>
                    <a:lnTo>
                      <a:pt x="521" y="1183"/>
                    </a:lnTo>
                    <a:lnTo>
                      <a:pt x="529" y="1247"/>
                    </a:lnTo>
                    <a:lnTo>
                      <a:pt x="529" y="1319"/>
                    </a:lnTo>
                    <a:lnTo>
                      <a:pt x="537" y="1383"/>
                    </a:lnTo>
                    <a:lnTo>
                      <a:pt x="545" y="1454"/>
                    </a:lnTo>
                    <a:lnTo>
                      <a:pt x="545" y="1518"/>
                    </a:lnTo>
                    <a:lnTo>
                      <a:pt x="553" y="1590"/>
                    </a:lnTo>
                    <a:lnTo>
                      <a:pt x="553" y="1662"/>
                    </a:lnTo>
                    <a:lnTo>
                      <a:pt x="561" y="1734"/>
                    </a:lnTo>
                    <a:lnTo>
                      <a:pt x="569" y="1806"/>
                    </a:lnTo>
                    <a:lnTo>
                      <a:pt x="569" y="1870"/>
                    </a:lnTo>
                    <a:lnTo>
                      <a:pt x="577" y="1942"/>
                    </a:lnTo>
                    <a:lnTo>
                      <a:pt x="577" y="2014"/>
                    </a:lnTo>
                    <a:lnTo>
                      <a:pt x="585" y="2086"/>
                    </a:lnTo>
                    <a:lnTo>
                      <a:pt x="593" y="2158"/>
                    </a:lnTo>
                    <a:lnTo>
                      <a:pt x="593" y="2230"/>
                    </a:lnTo>
                    <a:lnTo>
                      <a:pt x="601" y="2294"/>
                    </a:lnTo>
                    <a:lnTo>
                      <a:pt x="601" y="2366"/>
                    </a:lnTo>
                    <a:lnTo>
                      <a:pt x="609" y="2430"/>
                    </a:lnTo>
                    <a:lnTo>
                      <a:pt x="617" y="2502"/>
                    </a:lnTo>
                    <a:lnTo>
                      <a:pt x="617" y="2565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304" name="Freeform 88"/>
              <p:cNvSpPr>
                <a:spLocks/>
              </p:cNvSpPr>
              <p:nvPr/>
            </p:nvSpPr>
            <p:spPr bwMode="auto">
              <a:xfrm>
                <a:off x="1830" y="191"/>
                <a:ext cx="625" cy="3748"/>
              </a:xfrm>
              <a:custGeom>
                <a:avLst/>
                <a:gdLst/>
                <a:ahLst/>
                <a:cxnLst>
                  <a:cxn ang="0">
                    <a:pos x="8" y="2693"/>
                  </a:cxn>
                  <a:cxn ang="0">
                    <a:pos x="24" y="2877"/>
                  </a:cxn>
                  <a:cxn ang="0">
                    <a:pos x="40" y="3053"/>
                  </a:cxn>
                  <a:cxn ang="0">
                    <a:pos x="56" y="3213"/>
                  </a:cxn>
                  <a:cxn ang="0">
                    <a:pos x="72" y="3349"/>
                  </a:cxn>
                  <a:cxn ang="0">
                    <a:pos x="80" y="3469"/>
                  </a:cxn>
                  <a:cxn ang="0">
                    <a:pos x="96" y="3573"/>
                  </a:cxn>
                  <a:cxn ang="0">
                    <a:pos x="112" y="3653"/>
                  </a:cxn>
                  <a:cxn ang="0">
                    <a:pos x="128" y="3708"/>
                  </a:cxn>
                  <a:cxn ang="0">
                    <a:pos x="136" y="3740"/>
                  </a:cxn>
                  <a:cxn ang="0">
                    <a:pos x="160" y="3748"/>
                  </a:cxn>
                  <a:cxn ang="0">
                    <a:pos x="176" y="3716"/>
                  </a:cxn>
                  <a:cxn ang="0">
                    <a:pos x="192" y="3661"/>
                  </a:cxn>
                  <a:cxn ang="0">
                    <a:pos x="208" y="3581"/>
                  </a:cxn>
                  <a:cxn ang="0">
                    <a:pos x="224" y="3485"/>
                  </a:cxn>
                  <a:cxn ang="0">
                    <a:pos x="232" y="3365"/>
                  </a:cxn>
                  <a:cxn ang="0">
                    <a:pos x="248" y="3229"/>
                  </a:cxn>
                  <a:cxn ang="0">
                    <a:pos x="264" y="3069"/>
                  </a:cxn>
                  <a:cxn ang="0">
                    <a:pos x="280" y="2901"/>
                  </a:cxn>
                  <a:cxn ang="0">
                    <a:pos x="288" y="2717"/>
                  </a:cxn>
                  <a:cxn ang="0">
                    <a:pos x="304" y="2518"/>
                  </a:cxn>
                  <a:cxn ang="0">
                    <a:pos x="320" y="2318"/>
                  </a:cxn>
                  <a:cxn ang="0">
                    <a:pos x="336" y="2110"/>
                  </a:cxn>
                  <a:cxn ang="0">
                    <a:pos x="352" y="1894"/>
                  </a:cxn>
                  <a:cxn ang="0">
                    <a:pos x="360" y="1686"/>
                  </a:cxn>
                  <a:cxn ang="0">
                    <a:pos x="376" y="1478"/>
                  </a:cxn>
                  <a:cxn ang="0">
                    <a:pos x="392" y="1271"/>
                  </a:cxn>
                  <a:cxn ang="0">
                    <a:pos x="408" y="1071"/>
                  </a:cxn>
                  <a:cxn ang="0">
                    <a:pos x="424" y="887"/>
                  </a:cxn>
                  <a:cxn ang="0">
                    <a:pos x="432" y="711"/>
                  </a:cxn>
                  <a:cxn ang="0">
                    <a:pos x="448" y="551"/>
                  </a:cxn>
                  <a:cxn ang="0">
                    <a:pos x="464" y="415"/>
                  </a:cxn>
                  <a:cxn ang="0">
                    <a:pos x="480" y="287"/>
                  </a:cxn>
                  <a:cxn ang="0">
                    <a:pos x="488" y="184"/>
                  </a:cxn>
                  <a:cxn ang="0">
                    <a:pos x="504" y="104"/>
                  </a:cxn>
                  <a:cxn ang="0">
                    <a:pos x="520" y="40"/>
                  </a:cxn>
                  <a:cxn ang="0">
                    <a:pos x="545" y="0"/>
                  </a:cxn>
                  <a:cxn ang="0">
                    <a:pos x="553" y="0"/>
                  </a:cxn>
                  <a:cxn ang="0">
                    <a:pos x="577" y="32"/>
                  </a:cxn>
                  <a:cxn ang="0">
                    <a:pos x="585" y="80"/>
                  </a:cxn>
                  <a:cxn ang="0">
                    <a:pos x="601" y="152"/>
                  </a:cxn>
                  <a:cxn ang="0">
                    <a:pos x="617" y="247"/>
                  </a:cxn>
                </a:cxnLst>
                <a:rect l="0" t="0" r="r" b="b"/>
                <a:pathLst>
                  <a:path w="625" h="3748">
                    <a:moveTo>
                      <a:pt x="0" y="2565"/>
                    </a:moveTo>
                    <a:lnTo>
                      <a:pt x="8" y="2629"/>
                    </a:lnTo>
                    <a:lnTo>
                      <a:pt x="8" y="2693"/>
                    </a:lnTo>
                    <a:lnTo>
                      <a:pt x="16" y="2757"/>
                    </a:lnTo>
                    <a:lnTo>
                      <a:pt x="24" y="2821"/>
                    </a:lnTo>
                    <a:lnTo>
                      <a:pt x="24" y="2877"/>
                    </a:lnTo>
                    <a:lnTo>
                      <a:pt x="32" y="2941"/>
                    </a:lnTo>
                    <a:lnTo>
                      <a:pt x="32" y="2997"/>
                    </a:lnTo>
                    <a:lnTo>
                      <a:pt x="40" y="3053"/>
                    </a:lnTo>
                    <a:lnTo>
                      <a:pt x="48" y="3109"/>
                    </a:lnTo>
                    <a:lnTo>
                      <a:pt x="48" y="3157"/>
                    </a:lnTo>
                    <a:lnTo>
                      <a:pt x="56" y="3213"/>
                    </a:lnTo>
                    <a:lnTo>
                      <a:pt x="56" y="3261"/>
                    </a:lnTo>
                    <a:lnTo>
                      <a:pt x="64" y="3309"/>
                    </a:lnTo>
                    <a:lnTo>
                      <a:pt x="72" y="3349"/>
                    </a:lnTo>
                    <a:lnTo>
                      <a:pt x="72" y="3397"/>
                    </a:lnTo>
                    <a:lnTo>
                      <a:pt x="80" y="3437"/>
                    </a:lnTo>
                    <a:lnTo>
                      <a:pt x="80" y="3469"/>
                    </a:lnTo>
                    <a:lnTo>
                      <a:pt x="88" y="3509"/>
                    </a:lnTo>
                    <a:lnTo>
                      <a:pt x="96" y="3541"/>
                    </a:lnTo>
                    <a:lnTo>
                      <a:pt x="96" y="3573"/>
                    </a:lnTo>
                    <a:lnTo>
                      <a:pt x="104" y="3605"/>
                    </a:lnTo>
                    <a:lnTo>
                      <a:pt x="104" y="3629"/>
                    </a:lnTo>
                    <a:lnTo>
                      <a:pt x="112" y="3653"/>
                    </a:lnTo>
                    <a:lnTo>
                      <a:pt x="112" y="3677"/>
                    </a:lnTo>
                    <a:lnTo>
                      <a:pt x="120" y="3692"/>
                    </a:lnTo>
                    <a:lnTo>
                      <a:pt x="128" y="3708"/>
                    </a:lnTo>
                    <a:lnTo>
                      <a:pt x="128" y="3724"/>
                    </a:lnTo>
                    <a:lnTo>
                      <a:pt x="136" y="3732"/>
                    </a:lnTo>
                    <a:lnTo>
                      <a:pt x="136" y="3740"/>
                    </a:lnTo>
                    <a:lnTo>
                      <a:pt x="144" y="3748"/>
                    </a:lnTo>
                    <a:lnTo>
                      <a:pt x="152" y="3748"/>
                    </a:lnTo>
                    <a:lnTo>
                      <a:pt x="160" y="3748"/>
                    </a:lnTo>
                    <a:lnTo>
                      <a:pt x="168" y="3740"/>
                    </a:lnTo>
                    <a:lnTo>
                      <a:pt x="176" y="3724"/>
                    </a:lnTo>
                    <a:lnTo>
                      <a:pt x="176" y="3716"/>
                    </a:lnTo>
                    <a:lnTo>
                      <a:pt x="184" y="3700"/>
                    </a:lnTo>
                    <a:lnTo>
                      <a:pt x="184" y="3685"/>
                    </a:lnTo>
                    <a:lnTo>
                      <a:pt x="192" y="3661"/>
                    </a:lnTo>
                    <a:lnTo>
                      <a:pt x="200" y="3637"/>
                    </a:lnTo>
                    <a:lnTo>
                      <a:pt x="200" y="3613"/>
                    </a:lnTo>
                    <a:lnTo>
                      <a:pt x="208" y="3581"/>
                    </a:lnTo>
                    <a:lnTo>
                      <a:pt x="208" y="3557"/>
                    </a:lnTo>
                    <a:lnTo>
                      <a:pt x="216" y="3517"/>
                    </a:lnTo>
                    <a:lnTo>
                      <a:pt x="224" y="3485"/>
                    </a:lnTo>
                    <a:lnTo>
                      <a:pt x="224" y="3445"/>
                    </a:lnTo>
                    <a:lnTo>
                      <a:pt x="232" y="3405"/>
                    </a:lnTo>
                    <a:lnTo>
                      <a:pt x="232" y="3365"/>
                    </a:lnTo>
                    <a:lnTo>
                      <a:pt x="240" y="3325"/>
                    </a:lnTo>
                    <a:lnTo>
                      <a:pt x="248" y="3277"/>
                    </a:lnTo>
                    <a:lnTo>
                      <a:pt x="248" y="3229"/>
                    </a:lnTo>
                    <a:lnTo>
                      <a:pt x="256" y="3181"/>
                    </a:lnTo>
                    <a:lnTo>
                      <a:pt x="256" y="3125"/>
                    </a:lnTo>
                    <a:lnTo>
                      <a:pt x="264" y="3069"/>
                    </a:lnTo>
                    <a:lnTo>
                      <a:pt x="272" y="3013"/>
                    </a:lnTo>
                    <a:lnTo>
                      <a:pt x="272" y="2957"/>
                    </a:lnTo>
                    <a:lnTo>
                      <a:pt x="280" y="2901"/>
                    </a:lnTo>
                    <a:lnTo>
                      <a:pt x="280" y="2837"/>
                    </a:lnTo>
                    <a:lnTo>
                      <a:pt x="288" y="2781"/>
                    </a:lnTo>
                    <a:lnTo>
                      <a:pt x="288" y="2717"/>
                    </a:lnTo>
                    <a:lnTo>
                      <a:pt x="296" y="2653"/>
                    </a:lnTo>
                    <a:lnTo>
                      <a:pt x="304" y="2589"/>
                    </a:lnTo>
                    <a:lnTo>
                      <a:pt x="304" y="2518"/>
                    </a:lnTo>
                    <a:lnTo>
                      <a:pt x="312" y="2454"/>
                    </a:lnTo>
                    <a:lnTo>
                      <a:pt x="312" y="2390"/>
                    </a:lnTo>
                    <a:lnTo>
                      <a:pt x="320" y="2318"/>
                    </a:lnTo>
                    <a:lnTo>
                      <a:pt x="328" y="2246"/>
                    </a:lnTo>
                    <a:lnTo>
                      <a:pt x="328" y="2182"/>
                    </a:lnTo>
                    <a:lnTo>
                      <a:pt x="336" y="2110"/>
                    </a:lnTo>
                    <a:lnTo>
                      <a:pt x="336" y="2038"/>
                    </a:lnTo>
                    <a:lnTo>
                      <a:pt x="344" y="1966"/>
                    </a:lnTo>
                    <a:lnTo>
                      <a:pt x="352" y="1894"/>
                    </a:lnTo>
                    <a:lnTo>
                      <a:pt x="352" y="1830"/>
                    </a:lnTo>
                    <a:lnTo>
                      <a:pt x="360" y="1758"/>
                    </a:lnTo>
                    <a:lnTo>
                      <a:pt x="360" y="1686"/>
                    </a:lnTo>
                    <a:lnTo>
                      <a:pt x="368" y="1614"/>
                    </a:lnTo>
                    <a:lnTo>
                      <a:pt x="376" y="1542"/>
                    </a:lnTo>
                    <a:lnTo>
                      <a:pt x="376" y="1478"/>
                    </a:lnTo>
                    <a:lnTo>
                      <a:pt x="384" y="1406"/>
                    </a:lnTo>
                    <a:lnTo>
                      <a:pt x="384" y="1343"/>
                    </a:lnTo>
                    <a:lnTo>
                      <a:pt x="392" y="1271"/>
                    </a:lnTo>
                    <a:lnTo>
                      <a:pt x="400" y="1207"/>
                    </a:lnTo>
                    <a:lnTo>
                      <a:pt x="400" y="1143"/>
                    </a:lnTo>
                    <a:lnTo>
                      <a:pt x="408" y="1071"/>
                    </a:lnTo>
                    <a:lnTo>
                      <a:pt x="408" y="1007"/>
                    </a:lnTo>
                    <a:lnTo>
                      <a:pt x="416" y="951"/>
                    </a:lnTo>
                    <a:lnTo>
                      <a:pt x="424" y="887"/>
                    </a:lnTo>
                    <a:lnTo>
                      <a:pt x="424" y="831"/>
                    </a:lnTo>
                    <a:lnTo>
                      <a:pt x="432" y="767"/>
                    </a:lnTo>
                    <a:lnTo>
                      <a:pt x="432" y="711"/>
                    </a:lnTo>
                    <a:lnTo>
                      <a:pt x="440" y="655"/>
                    </a:lnTo>
                    <a:lnTo>
                      <a:pt x="448" y="607"/>
                    </a:lnTo>
                    <a:lnTo>
                      <a:pt x="448" y="551"/>
                    </a:lnTo>
                    <a:lnTo>
                      <a:pt x="456" y="503"/>
                    </a:lnTo>
                    <a:lnTo>
                      <a:pt x="456" y="455"/>
                    </a:lnTo>
                    <a:lnTo>
                      <a:pt x="464" y="415"/>
                    </a:lnTo>
                    <a:lnTo>
                      <a:pt x="472" y="367"/>
                    </a:lnTo>
                    <a:lnTo>
                      <a:pt x="472" y="327"/>
                    </a:lnTo>
                    <a:lnTo>
                      <a:pt x="480" y="287"/>
                    </a:lnTo>
                    <a:lnTo>
                      <a:pt x="480" y="247"/>
                    </a:lnTo>
                    <a:lnTo>
                      <a:pt x="488" y="216"/>
                    </a:lnTo>
                    <a:lnTo>
                      <a:pt x="488" y="184"/>
                    </a:lnTo>
                    <a:lnTo>
                      <a:pt x="496" y="152"/>
                    </a:lnTo>
                    <a:lnTo>
                      <a:pt x="504" y="128"/>
                    </a:lnTo>
                    <a:lnTo>
                      <a:pt x="504" y="104"/>
                    </a:lnTo>
                    <a:lnTo>
                      <a:pt x="512" y="80"/>
                    </a:lnTo>
                    <a:lnTo>
                      <a:pt x="512" y="64"/>
                    </a:lnTo>
                    <a:lnTo>
                      <a:pt x="520" y="40"/>
                    </a:lnTo>
                    <a:lnTo>
                      <a:pt x="529" y="32"/>
                    </a:lnTo>
                    <a:lnTo>
                      <a:pt x="529" y="16"/>
                    </a:lnTo>
                    <a:lnTo>
                      <a:pt x="545" y="0"/>
                    </a:lnTo>
                    <a:lnTo>
                      <a:pt x="537" y="0"/>
                    </a:lnTo>
                    <a:lnTo>
                      <a:pt x="545" y="0"/>
                    </a:lnTo>
                    <a:lnTo>
                      <a:pt x="553" y="0"/>
                    </a:lnTo>
                    <a:lnTo>
                      <a:pt x="561" y="8"/>
                    </a:lnTo>
                    <a:lnTo>
                      <a:pt x="569" y="16"/>
                    </a:lnTo>
                    <a:lnTo>
                      <a:pt x="577" y="32"/>
                    </a:lnTo>
                    <a:lnTo>
                      <a:pt x="577" y="40"/>
                    </a:lnTo>
                    <a:lnTo>
                      <a:pt x="585" y="64"/>
                    </a:lnTo>
                    <a:lnTo>
                      <a:pt x="585" y="80"/>
                    </a:lnTo>
                    <a:lnTo>
                      <a:pt x="593" y="104"/>
                    </a:lnTo>
                    <a:lnTo>
                      <a:pt x="601" y="128"/>
                    </a:lnTo>
                    <a:lnTo>
                      <a:pt x="601" y="152"/>
                    </a:lnTo>
                    <a:lnTo>
                      <a:pt x="609" y="184"/>
                    </a:lnTo>
                    <a:lnTo>
                      <a:pt x="609" y="216"/>
                    </a:lnTo>
                    <a:lnTo>
                      <a:pt x="617" y="247"/>
                    </a:lnTo>
                    <a:lnTo>
                      <a:pt x="625" y="287"/>
                    </a:lnTo>
                    <a:lnTo>
                      <a:pt x="625" y="327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305" name="Freeform 89"/>
              <p:cNvSpPr>
                <a:spLocks/>
              </p:cNvSpPr>
              <p:nvPr/>
            </p:nvSpPr>
            <p:spPr bwMode="auto">
              <a:xfrm>
                <a:off x="2455" y="518"/>
                <a:ext cx="616" cy="3421"/>
              </a:xfrm>
              <a:custGeom>
                <a:avLst/>
                <a:gdLst/>
                <a:ahLst/>
                <a:cxnLst>
                  <a:cxn ang="0">
                    <a:pos x="8" y="88"/>
                  </a:cxn>
                  <a:cxn ang="0">
                    <a:pos x="24" y="224"/>
                  </a:cxn>
                  <a:cxn ang="0">
                    <a:pos x="40" y="384"/>
                  </a:cxn>
                  <a:cxn ang="0">
                    <a:pos x="56" y="560"/>
                  </a:cxn>
                  <a:cxn ang="0">
                    <a:pos x="64" y="744"/>
                  </a:cxn>
                  <a:cxn ang="0">
                    <a:pos x="80" y="944"/>
                  </a:cxn>
                  <a:cxn ang="0">
                    <a:pos x="96" y="1151"/>
                  </a:cxn>
                  <a:cxn ang="0">
                    <a:pos x="112" y="1359"/>
                  </a:cxn>
                  <a:cxn ang="0">
                    <a:pos x="128" y="1567"/>
                  </a:cxn>
                  <a:cxn ang="0">
                    <a:pos x="136" y="1783"/>
                  </a:cxn>
                  <a:cxn ang="0">
                    <a:pos x="152" y="1991"/>
                  </a:cxn>
                  <a:cxn ang="0">
                    <a:pos x="168" y="2191"/>
                  </a:cxn>
                  <a:cxn ang="0">
                    <a:pos x="184" y="2390"/>
                  </a:cxn>
                  <a:cxn ang="0">
                    <a:pos x="200" y="2574"/>
                  </a:cxn>
                  <a:cxn ang="0">
                    <a:pos x="208" y="2742"/>
                  </a:cxn>
                  <a:cxn ang="0">
                    <a:pos x="224" y="2902"/>
                  </a:cxn>
                  <a:cxn ang="0">
                    <a:pos x="240" y="3038"/>
                  </a:cxn>
                  <a:cxn ang="0">
                    <a:pos x="256" y="3158"/>
                  </a:cxn>
                  <a:cxn ang="0">
                    <a:pos x="264" y="3254"/>
                  </a:cxn>
                  <a:cxn ang="0">
                    <a:pos x="280" y="3334"/>
                  </a:cxn>
                  <a:cxn ang="0">
                    <a:pos x="296" y="3389"/>
                  </a:cxn>
                  <a:cxn ang="0">
                    <a:pos x="312" y="3421"/>
                  </a:cxn>
                  <a:cxn ang="0">
                    <a:pos x="336" y="3413"/>
                  </a:cxn>
                  <a:cxn ang="0">
                    <a:pos x="352" y="3381"/>
                  </a:cxn>
                  <a:cxn ang="0">
                    <a:pos x="360" y="3326"/>
                  </a:cxn>
                  <a:cxn ang="0">
                    <a:pos x="376" y="3246"/>
                  </a:cxn>
                  <a:cxn ang="0">
                    <a:pos x="392" y="3142"/>
                  </a:cxn>
                  <a:cxn ang="0">
                    <a:pos x="408" y="3022"/>
                  </a:cxn>
                  <a:cxn ang="0">
                    <a:pos x="424" y="2886"/>
                  </a:cxn>
                  <a:cxn ang="0">
                    <a:pos x="432" y="2726"/>
                  </a:cxn>
                  <a:cxn ang="0">
                    <a:pos x="448" y="2550"/>
                  </a:cxn>
                  <a:cxn ang="0">
                    <a:pos x="464" y="2366"/>
                  </a:cxn>
                  <a:cxn ang="0">
                    <a:pos x="480" y="2175"/>
                  </a:cxn>
                  <a:cxn ang="0">
                    <a:pos x="488" y="1967"/>
                  </a:cxn>
                  <a:cxn ang="0">
                    <a:pos x="504" y="1759"/>
                  </a:cxn>
                  <a:cxn ang="0">
                    <a:pos x="520" y="1551"/>
                  </a:cxn>
                  <a:cxn ang="0">
                    <a:pos x="536" y="1335"/>
                  </a:cxn>
                  <a:cxn ang="0">
                    <a:pos x="552" y="1127"/>
                  </a:cxn>
                  <a:cxn ang="0">
                    <a:pos x="560" y="920"/>
                  </a:cxn>
                  <a:cxn ang="0">
                    <a:pos x="576" y="728"/>
                  </a:cxn>
                  <a:cxn ang="0">
                    <a:pos x="592" y="544"/>
                  </a:cxn>
                  <a:cxn ang="0">
                    <a:pos x="608" y="368"/>
                  </a:cxn>
                </a:cxnLst>
                <a:rect l="0" t="0" r="r" b="b"/>
                <a:pathLst>
                  <a:path w="616" h="3421">
                    <a:moveTo>
                      <a:pt x="0" y="0"/>
                    </a:moveTo>
                    <a:lnTo>
                      <a:pt x="8" y="40"/>
                    </a:lnTo>
                    <a:lnTo>
                      <a:pt x="8" y="88"/>
                    </a:lnTo>
                    <a:lnTo>
                      <a:pt x="16" y="128"/>
                    </a:lnTo>
                    <a:lnTo>
                      <a:pt x="24" y="176"/>
                    </a:lnTo>
                    <a:lnTo>
                      <a:pt x="24" y="224"/>
                    </a:lnTo>
                    <a:lnTo>
                      <a:pt x="32" y="280"/>
                    </a:lnTo>
                    <a:lnTo>
                      <a:pt x="32" y="328"/>
                    </a:lnTo>
                    <a:lnTo>
                      <a:pt x="40" y="384"/>
                    </a:lnTo>
                    <a:lnTo>
                      <a:pt x="48" y="440"/>
                    </a:lnTo>
                    <a:lnTo>
                      <a:pt x="48" y="504"/>
                    </a:lnTo>
                    <a:lnTo>
                      <a:pt x="56" y="560"/>
                    </a:lnTo>
                    <a:lnTo>
                      <a:pt x="56" y="624"/>
                    </a:lnTo>
                    <a:lnTo>
                      <a:pt x="64" y="680"/>
                    </a:lnTo>
                    <a:lnTo>
                      <a:pt x="64" y="744"/>
                    </a:lnTo>
                    <a:lnTo>
                      <a:pt x="72" y="816"/>
                    </a:lnTo>
                    <a:lnTo>
                      <a:pt x="80" y="880"/>
                    </a:lnTo>
                    <a:lnTo>
                      <a:pt x="80" y="944"/>
                    </a:lnTo>
                    <a:lnTo>
                      <a:pt x="88" y="1016"/>
                    </a:lnTo>
                    <a:lnTo>
                      <a:pt x="88" y="1079"/>
                    </a:lnTo>
                    <a:lnTo>
                      <a:pt x="96" y="1151"/>
                    </a:lnTo>
                    <a:lnTo>
                      <a:pt x="104" y="1215"/>
                    </a:lnTo>
                    <a:lnTo>
                      <a:pt x="104" y="1287"/>
                    </a:lnTo>
                    <a:lnTo>
                      <a:pt x="112" y="1359"/>
                    </a:lnTo>
                    <a:lnTo>
                      <a:pt x="112" y="1431"/>
                    </a:lnTo>
                    <a:lnTo>
                      <a:pt x="120" y="1503"/>
                    </a:lnTo>
                    <a:lnTo>
                      <a:pt x="128" y="1567"/>
                    </a:lnTo>
                    <a:lnTo>
                      <a:pt x="128" y="1639"/>
                    </a:lnTo>
                    <a:lnTo>
                      <a:pt x="136" y="1711"/>
                    </a:lnTo>
                    <a:lnTo>
                      <a:pt x="136" y="1783"/>
                    </a:lnTo>
                    <a:lnTo>
                      <a:pt x="144" y="1855"/>
                    </a:lnTo>
                    <a:lnTo>
                      <a:pt x="152" y="1919"/>
                    </a:lnTo>
                    <a:lnTo>
                      <a:pt x="152" y="1991"/>
                    </a:lnTo>
                    <a:lnTo>
                      <a:pt x="160" y="2063"/>
                    </a:lnTo>
                    <a:lnTo>
                      <a:pt x="160" y="2127"/>
                    </a:lnTo>
                    <a:lnTo>
                      <a:pt x="168" y="2191"/>
                    </a:lnTo>
                    <a:lnTo>
                      <a:pt x="176" y="2262"/>
                    </a:lnTo>
                    <a:lnTo>
                      <a:pt x="176" y="2326"/>
                    </a:lnTo>
                    <a:lnTo>
                      <a:pt x="184" y="2390"/>
                    </a:lnTo>
                    <a:lnTo>
                      <a:pt x="184" y="2454"/>
                    </a:lnTo>
                    <a:lnTo>
                      <a:pt x="192" y="2510"/>
                    </a:lnTo>
                    <a:lnTo>
                      <a:pt x="200" y="2574"/>
                    </a:lnTo>
                    <a:lnTo>
                      <a:pt x="200" y="2630"/>
                    </a:lnTo>
                    <a:lnTo>
                      <a:pt x="208" y="2686"/>
                    </a:lnTo>
                    <a:lnTo>
                      <a:pt x="208" y="2742"/>
                    </a:lnTo>
                    <a:lnTo>
                      <a:pt x="216" y="2798"/>
                    </a:lnTo>
                    <a:lnTo>
                      <a:pt x="224" y="2854"/>
                    </a:lnTo>
                    <a:lnTo>
                      <a:pt x="224" y="2902"/>
                    </a:lnTo>
                    <a:lnTo>
                      <a:pt x="232" y="2950"/>
                    </a:lnTo>
                    <a:lnTo>
                      <a:pt x="232" y="2998"/>
                    </a:lnTo>
                    <a:lnTo>
                      <a:pt x="240" y="3038"/>
                    </a:lnTo>
                    <a:lnTo>
                      <a:pt x="240" y="3078"/>
                    </a:lnTo>
                    <a:lnTo>
                      <a:pt x="248" y="3118"/>
                    </a:lnTo>
                    <a:lnTo>
                      <a:pt x="256" y="3158"/>
                    </a:lnTo>
                    <a:lnTo>
                      <a:pt x="256" y="3190"/>
                    </a:lnTo>
                    <a:lnTo>
                      <a:pt x="264" y="3230"/>
                    </a:lnTo>
                    <a:lnTo>
                      <a:pt x="264" y="3254"/>
                    </a:lnTo>
                    <a:lnTo>
                      <a:pt x="272" y="3286"/>
                    </a:lnTo>
                    <a:lnTo>
                      <a:pt x="280" y="3310"/>
                    </a:lnTo>
                    <a:lnTo>
                      <a:pt x="280" y="3334"/>
                    </a:lnTo>
                    <a:lnTo>
                      <a:pt x="288" y="3358"/>
                    </a:lnTo>
                    <a:lnTo>
                      <a:pt x="288" y="3373"/>
                    </a:lnTo>
                    <a:lnTo>
                      <a:pt x="296" y="3389"/>
                    </a:lnTo>
                    <a:lnTo>
                      <a:pt x="304" y="3397"/>
                    </a:lnTo>
                    <a:lnTo>
                      <a:pt x="304" y="3413"/>
                    </a:lnTo>
                    <a:lnTo>
                      <a:pt x="312" y="3421"/>
                    </a:lnTo>
                    <a:lnTo>
                      <a:pt x="320" y="3421"/>
                    </a:lnTo>
                    <a:lnTo>
                      <a:pt x="328" y="3421"/>
                    </a:lnTo>
                    <a:lnTo>
                      <a:pt x="336" y="3413"/>
                    </a:lnTo>
                    <a:lnTo>
                      <a:pt x="336" y="3405"/>
                    </a:lnTo>
                    <a:lnTo>
                      <a:pt x="344" y="3397"/>
                    </a:lnTo>
                    <a:lnTo>
                      <a:pt x="352" y="3381"/>
                    </a:lnTo>
                    <a:lnTo>
                      <a:pt x="352" y="3365"/>
                    </a:lnTo>
                    <a:lnTo>
                      <a:pt x="360" y="3350"/>
                    </a:lnTo>
                    <a:lnTo>
                      <a:pt x="360" y="3326"/>
                    </a:lnTo>
                    <a:lnTo>
                      <a:pt x="368" y="3302"/>
                    </a:lnTo>
                    <a:lnTo>
                      <a:pt x="376" y="3278"/>
                    </a:lnTo>
                    <a:lnTo>
                      <a:pt x="376" y="3246"/>
                    </a:lnTo>
                    <a:lnTo>
                      <a:pt x="384" y="3214"/>
                    </a:lnTo>
                    <a:lnTo>
                      <a:pt x="384" y="3182"/>
                    </a:lnTo>
                    <a:lnTo>
                      <a:pt x="392" y="3142"/>
                    </a:lnTo>
                    <a:lnTo>
                      <a:pt x="400" y="3110"/>
                    </a:lnTo>
                    <a:lnTo>
                      <a:pt x="400" y="3070"/>
                    </a:lnTo>
                    <a:lnTo>
                      <a:pt x="408" y="3022"/>
                    </a:lnTo>
                    <a:lnTo>
                      <a:pt x="408" y="2982"/>
                    </a:lnTo>
                    <a:lnTo>
                      <a:pt x="416" y="2934"/>
                    </a:lnTo>
                    <a:lnTo>
                      <a:pt x="424" y="2886"/>
                    </a:lnTo>
                    <a:lnTo>
                      <a:pt x="424" y="2830"/>
                    </a:lnTo>
                    <a:lnTo>
                      <a:pt x="432" y="2782"/>
                    </a:lnTo>
                    <a:lnTo>
                      <a:pt x="432" y="2726"/>
                    </a:lnTo>
                    <a:lnTo>
                      <a:pt x="440" y="2670"/>
                    </a:lnTo>
                    <a:lnTo>
                      <a:pt x="440" y="2614"/>
                    </a:lnTo>
                    <a:lnTo>
                      <a:pt x="448" y="2550"/>
                    </a:lnTo>
                    <a:lnTo>
                      <a:pt x="456" y="2494"/>
                    </a:lnTo>
                    <a:lnTo>
                      <a:pt x="456" y="2430"/>
                    </a:lnTo>
                    <a:lnTo>
                      <a:pt x="464" y="2366"/>
                    </a:lnTo>
                    <a:lnTo>
                      <a:pt x="464" y="2302"/>
                    </a:lnTo>
                    <a:lnTo>
                      <a:pt x="472" y="2238"/>
                    </a:lnTo>
                    <a:lnTo>
                      <a:pt x="480" y="2175"/>
                    </a:lnTo>
                    <a:lnTo>
                      <a:pt x="480" y="2103"/>
                    </a:lnTo>
                    <a:lnTo>
                      <a:pt x="488" y="2039"/>
                    </a:lnTo>
                    <a:lnTo>
                      <a:pt x="488" y="1967"/>
                    </a:lnTo>
                    <a:lnTo>
                      <a:pt x="496" y="1903"/>
                    </a:lnTo>
                    <a:lnTo>
                      <a:pt x="504" y="1831"/>
                    </a:lnTo>
                    <a:lnTo>
                      <a:pt x="504" y="1759"/>
                    </a:lnTo>
                    <a:lnTo>
                      <a:pt x="512" y="1687"/>
                    </a:lnTo>
                    <a:lnTo>
                      <a:pt x="512" y="1615"/>
                    </a:lnTo>
                    <a:lnTo>
                      <a:pt x="520" y="1551"/>
                    </a:lnTo>
                    <a:lnTo>
                      <a:pt x="528" y="1479"/>
                    </a:lnTo>
                    <a:lnTo>
                      <a:pt x="528" y="1407"/>
                    </a:lnTo>
                    <a:lnTo>
                      <a:pt x="536" y="1335"/>
                    </a:lnTo>
                    <a:lnTo>
                      <a:pt x="536" y="1263"/>
                    </a:lnTo>
                    <a:lnTo>
                      <a:pt x="544" y="1191"/>
                    </a:lnTo>
                    <a:lnTo>
                      <a:pt x="552" y="1127"/>
                    </a:lnTo>
                    <a:lnTo>
                      <a:pt x="552" y="1056"/>
                    </a:lnTo>
                    <a:lnTo>
                      <a:pt x="560" y="992"/>
                    </a:lnTo>
                    <a:lnTo>
                      <a:pt x="560" y="920"/>
                    </a:lnTo>
                    <a:lnTo>
                      <a:pt x="568" y="856"/>
                    </a:lnTo>
                    <a:lnTo>
                      <a:pt x="576" y="792"/>
                    </a:lnTo>
                    <a:lnTo>
                      <a:pt x="576" y="728"/>
                    </a:lnTo>
                    <a:lnTo>
                      <a:pt x="584" y="664"/>
                    </a:lnTo>
                    <a:lnTo>
                      <a:pt x="584" y="600"/>
                    </a:lnTo>
                    <a:lnTo>
                      <a:pt x="592" y="544"/>
                    </a:lnTo>
                    <a:lnTo>
                      <a:pt x="600" y="480"/>
                    </a:lnTo>
                    <a:lnTo>
                      <a:pt x="600" y="424"/>
                    </a:lnTo>
                    <a:lnTo>
                      <a:pt x="608" y="368"/>
                    </a:lnTo>
                    <a:lnTo>
                      <a:pt x="608" y="312"/>
                    </a:lnTo>
                    <a:lnTo>
                      <a:pt x="616" y="264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306" name="Freeform 90"/>
              <p:cNvSpPr>
                <a:spLocks/>
              </p:cNvSpPr>
              <p:nvPr/>
            </p:nvSpPr>
            <p:spPr bwMode="auto">
              <a:xfrm>
                <a:off x="3071" y="191"/>
                <a:ext cx="625" cy="3756"/>
              </a:xfrm>
              <a:custGeom>
                <a:avLst/>
                <a:gdLst/>
                <a:ahLst/>
                <a:cxnLst>
                  <a:cxn ang="0">
                    <a:pos x="8" y="487"/>
                  </a:cxn>
                  <a:cxn ang="0">
                    <a:pos x="24" y="351"/>
                  </a:cxn>
                  <a:cxn ang="0">
                    <a:pos x="40" y="239"/>
                  </a:cxn>
                  <a:cxn ang="0">
                    <a:pos x="48" y="144"/>
                  </a:cxn>
                  <a:cxn ang="0">
                    <a:pos x="64" y="72"/>
                  </a:cxn>
                  <a:cxn ang="0">
                    <a:pos x="80" y="24"/>
                  </a:cxn>
                  <a:cxn ang="0">
                    <a:pos x="96" y="0"/>
                  </a:cxn>
                  <a:cxn ang="0">
                    <a:pos x="120" y="8"/>
                  </a:cxn>
                  <a:cxn ang="0">
                    <a:pos x="136" y="48"/>
                  </a:cxn>
                  <a:cxn ang="0">
                    <a:pos x="144" y="112"/>
                  </a:cxn>
                  <a:cxn ang="0">
                    <a:pos x="160" y="192"/>
                  </a:cxn>
                  <a:cxn ang="0">
                    <a:pos x="176" y="303"/>
                  </a:cxn>
                  <a:cxn ang="0">
                    <a:pos x="192" y="423"/>
                  </a:cxn>
                  <a:cxn ang="0">
                    <a:pos x="200" y="567"/>
                  </a:cxn>
                  <a:cxn ang="0">
                    <a:pos x="216" y="735"/>
                  </a:cxn>
                  <a:cxn ang="0">
                    <a:pos x="232" y="911"/>
                  </a:cxn>
                  <a:cxn ang="0">
                    <a:pos x="248" y="1095"/>
                  </a:cxn>
                  <a:cxn ang="0">
                    <a:pos x="264" y="1295"/>
                  </a:cxn>
                  <a:cxn ang="0">
                    <a:pos x="272" y="1502"/>
                  </a:cxn>
                  <a:cxn ang="0">
                    <a:pos x="288" y="1710"/>
                  </a:cxn>
                  <a:cxn ang="0">
                    <a:pos x="304" y="1918"/>
                  </a:cxn>
                  <a:cxn ang="0">
                    <a:pos x="321" y="2134"/>
                  </a:cxn>
                  <a:cxn ang="0">
                    <a:pos x="337" y="2342"/>
                  </a:cxn>
                  <a:cxn ang="0">
                    <a:pos x="345" y="2541"/>
                  </a:cxn>
                  <a:cxn ang="0">
                    <a:pos x="361" y="2741"/>
                  </a:cxn>
                  <a:cxn ang="0">
                    <a:pos x="377" y="2917"/>
                  </a:cxn>
                  <a:cxn ang="0">
                    <a:pos x="393" y="3093"/>
                  </a:cxn>
                  <a:cxn ang="0">
                    <a:pos x="401" y="3245"/>
                  </a:cxn>
                  <a:cxn ang="0">
                    <a:pos x="417" y="3381"/>
                  </a:cxn>
                  <a:cxn ang="0">
                    <a:pos x="433" y="3501"/>
                  </a:cxn>
                  <a:cxn ang="0">
                    <a:pos x="449" y="3597"/>
                  </a:cxn>
                  <a:cxn ang="0">
                    <a:pos x="465" y="3669"/>
                  </a:cxn>
                  <a:cxn ang="0">
                    <a:pos x="473" y="3716"/>
                  </a:cxn>
                  <a:cxn ang="0">
                    <a:pos x="497" y="3756"/>
                  </a:cxn>
                  <a:cxn ang="0">
                    <a:pos x="521" y="3732"/>
                  </a:cxn>
                  <a:cxn ang="0">
                    <a:pos x="537" y="3685"/>
                  </a:cxn>
                  <a:cxn ang="0">
                    <a:pos x="545" y="3621"/>
                  </a:cxn>
                  <a:cxn ang="0">
                    <a:pos x="561" y="3533"/>
                  </a:cxn>
                  <a:cxn ang="0">
                    <a:pos x="577" y="3421"/>
                  </a:cxn>
                  <a:cxn ang="0">
                    <a:pos x="593" y="3293"/>
                  </a:cxn>
                  <a:cxn ang="0">
                    <a:pos x="601" y="3141"/>
                  </a:cxn>
                  <a:cxn ang="0">
                    <a:pos x="617" y="2981"/>
                  </a:cxn>
                </a:cxnLst>
                <a:rect l="0" t="0" r="r" b="b"/>
                <a:pathLst>
                  <a:path w="625" h="3756">
                    <a:moveTo>
                      <a:pt x="0" y="591"/>
                    </a:moveTo>
                    <a:lnTo>
                      <a:pt x="0" y="535"/>
                    </a:lnTo>
                    <a:lnTo>
                      <a:pt x="8" y="487"/>
                    </a:lnTo>
                    <a:lnTo>
                      <a:pt x="16" y="439"/>
                    </a:lnTo>
                    <a:lnTo>
                      <a:pt x="16" y="399"/>
                    </a:lnTo>
                    <a:lnTo>
                      <a:pt x="24" y="351"/>
                    </a:lnTo>
                    <a:lnTo>
                      <a:pt x="24" y="311"/>
                    </a:lnTo>
                    <a:lnTo>
                      <a:pt x="32" y="279"/>
                    </a:lnTo>
                    <a:lnTo>
                      <a:pt x="40" y="239"/>
                    </a:lnTo>
                    <a:lnTo>
                      <a:pt x="40" y="208"/>
                    </a:lnTo>
                    <a:lnTo>
                      <a:pt x="48" y="176"/>
                    </a:lnTo>
                    <a:lnTo>
                      <a:pt x="48" y="144"/>
                    </a:lnTo>
                    <a:lnTo>
                      <a:pt x="56" y="120"/>
                    </a:lnTo>
                    <a:lnTo>
                      <a:pt x="64" y="96"/>
                    </a:lnTo>
                    <a:lnTo>
                      <a:pt x="64" y="72"/>
                    </a:lnTo>
                    <a:lnTo>
                      <a:pt x="72" y="56"/>
                    </a:lnTo>
                    <a:lnTo>
                      <a:pt x="72" y="40"/>
                    </a:lnTo>
                    <a:lnTo>
                      <a:pt x="80" y="24"/>
                    </a:lnTo>
                    <a:lnTo>
                      <a:pt x="88" y="16"/>
                    </a:lnTo>
                    <a:lnTo>
                      <a:pt x="88" y="8"/>
                    </a:lnTo>
                    <a:lnTo>
                      <a:pt x="96" y="0"/>
                    </a:lnTo>
                    <a:lnTo>
                      <a:pt x="104" y="0"/>
                    </a:lnTo>
                    <a:lnTo>
                      <a:pt x="112" y="0"/>
                    </a:lnTo>
                    <a:lnTo>
                      <a:pt x="120" y="8"/>
                    </a:lnTo>
                    <a:lnTo>
                      <a:pt x="120" y="24"/>
                    </a:lnTo>
                    <a:lnTo>
                      <a:pt x="128" y="32"/>
                    </a:lnTo>
                    <a:lnTo>
                      <a:pt x="136" y="48"/>
                    </a:lnTo>
                    <a:lnTo>
                      <a:pt x="136" y="64"/>
                    </a:lnTo>
                    <a:lnTo>
                      <a:pt x="144" y="88"/>
                    </a:lnTo>
                    <a:lnTo>
                      <a:pt x="144" y="112"/>
                    </a:lnTo>
                    <a:lnTo>
                      <a:pt x="152" y="136"/>
                    </a:lnTo>
                    <a:lnTo>
                      <a:pt x="160" y="168"/>
                    </a:lnTo>
                    <a:lnTo>
                      <a:pt x="160" y="192"/>
                    </a:lnTo>
                    <a:lnTo>
                      <a:pt x="168" y="232"/>
                    </a:lnTo>
                    <a:lnTo>
                      <a:pt x="168" y="263"/>
                    </a:lnTo>
                    <a:lnTo>
                      <a:pt x="176" y="303"/>
                    </a:lnTo>
                    <a:lnTo>
                      <a:pt x="184" y="343"/>
                    </a:lnTo>
                    <a:lnTo>
                      <a:pt x="184" y="383"/>
                    </a:lnTo>
                    <a:lnTo>
                      <a:pt x="192" y="423"/>
                    </a:lnTo>
                    <a:lnTo>
                      <a:pt x="192" y="471"/>
                    </a:lnTo>
                    <a:lnTo>
                      <a:pt x="200" y="519"/>
                    </a:lnTo>
                    <a:lnTo>
                      <a:pt x="200" y="567"/>
                    </a:lnTo>
                    <a:lnTo>
                      <a:pt x="208" y="623"/>
                    </a:lnTo>
                    <a:lnTo>
                      <a:pt x="216" y="679"/>
                    </a:lnTo>
                    <a:lnTo>
                      <a:pt x="216" y="735"/>
                    </a:lnTo>
                    <a:lnTo>
                      <a:pt x="224" y="791"/>
                    </a:lnTo>
                    <a:lnTo>
                      <a:pt x="224" y="847"/>
                    </a:lnTo>
                    <a:lnTo>
                      <a:pt x="232" y="911"/>
                    </a:lnTo>
                    <a:lnTo>
                      <a:pt x="240" y="967"/>
                    </a:lnTo>
                    <a:lnTo>
                      <a:pt x="240" y="1031"/>
                    </a:lnTo>
                    <a:lnTo>
                      <a:pt x="248" y="1095"/>
                    </a:lnTo>
                    <a:lnTo>
                      <a:pt x="248" y="1159"/>
                    </a:lnTo>
                    <a:lnTo>
                      <a:pt x="256" y="1231"/>
                    </a:lnTo>
                    <a:lnTo>
                      <a:pt x="264" y="1295"/>
                    </a:lnTo>
                    <a:lnTo>
                      <a:pt x="264" y="1359"/>
                    </a:lnTo>
                    <a:lnTo>
                      <a:pt x="272" y="1430"/>
                    </a:lnTo>
                    <a:lnTo>
                      <a:pt x="272" y="1502"/>
                    </a:lnTo>
                    <a:lnTo>
                      <a:pt x="280" y="1566"/>
                    </a:lnTo>
                    <a:lnTo>
                      <a:pt x="288" y="1638"/>
                    </a:lnTo>
                    <a:lnTo>
                      <a:pt x="288" y="1710"/>
                    </a:lnTo>
                    <a:lnTo>
                      <a:pt x="296" y="1782"/>
                    </a:lnTo>
                    <a:lnTo>
                      <a:pt x="296" y="1854"/>
                    </a:lnTo>
                    <a:lnTo>
                      <a:pt x="304" y="1918"/>
                    </a:lnTo>
                    <a:lnTo>
                      <a:pt x="313" y="1990"/>
                    </a:lnTo>
                    <a:lnTo>
                      <a:pt x="313" y="2062"/>
                    </a:lnTo>
                    <a:lnTo>
                      <a:pt x="321" y="2134"/>
                    </a:lnTo>
                    <a:lnTo>
                      <a:pt x="321" y="2206"/>
                    </a:lnTo>
                    <a:lnTo>
                      <a:pt x="329" y="2270"/>
                    </a:lnTo>
                    <a:lnTo>
                      <a:pt x="337" y="2342"/>
                    </a:lnTo>
                    <a:lnTo>
                      <a:pt x="337" y="2406"/>
                    </a:lnTo>
                    <a:lnTo>
                      <a:pt x="345" y="2478"/>
                    </a:lnTo>
                    <a:lnTo>
                      <a:pt x="345" y="2541"/>
                    </a:lnTo>
                    <a:lnTo>
                      <a:pt x="353" y="2605"/>
                    </a:lnTo>
                    <a:lnTo>
                      <a:pt x="361" y="2677"/>
                    </a:lnTo>
                    <a:lnTo>
                      <a:pt x="361" y="2741"/>
                    </a:lnTo>
                    <a:lnTo>
                      <a:pt x="369" y="2797"/>
                    </a:lnTo>
                    <a:lnTo>
                      <a:pt x="369" y="2861"/>
                    </a:lnTo>
                    <a:lnTo>
                      <a:pt x="377" y="2917"/>
                    </a:lnTo>
                    <a:lnTo>
                      <a:pt x="385" y="2981"/>
                    </a:lnTo>
                    <a:lnTo>
                      <a:pt x="385" y="3037"/>
                    </a:lnTo>
                    <a:lnTo>
                      <a:pt x="393" y="3093"/>
                    </a:lnTo>
                    <a:lnTo>
                      <a:pt x="393" y="3141"/>
                    </a:lnTo>
                    <a:lnTo>
                      <a:pt x="401" y="3197"/>
                    </a:lnTo>
                    <a:lnTo>
                      <a:pt x="401" y="3245"/>
                    </a:lnTo>
                    <a:lnTo>
                      <a:pt x="409" y="3293"/>
                    </a:lnTo>
                    <a:lnTo>
                      <a:pt x="417" y="3333"/>
                    </a:lnTo>
                    <a:lnTo>
                      <a:pt x="417" y="3381"/>
                    </a:lnTo>
                    <a:lnTo>
                      <a:pt x="425" y="3421"/>
                    </a:lnTo>
                    <a:lnTo>
                      <a:pt x="425" y="3461"/>
                    </a:lnTo>
                    <a:lnTo>
                      <a:pt x="433" y="3501"/>
                    </a:lnTo>
                    <a:lnTo>
                      <a:pt x="441" y="3533"/>
                    </a:lnTo>
                    <a:lnTo>
                      <a:pt x="441" y="3565"/>
                    </a:lnTo>
                    <a:lnTo>
                      <a:pt x="449" y="3597"/>
                    </a:lnTo>
                    <a:lnTo>
                      <a:pt x="449" y="3621"/>
                    </a:lnTo>
                    <a:lnTo>
                      <a:pt x="457" y="3645"/>
                    </a:lnTo>
                    <a:lnTo>
                      <a:pt x="465" y="3669"/>
                    </a:lnTo>
                    <a:lnTo>
                      <a:pt x="465" y="3685"/>
                    </a:lnTo>
                    <a:lnTo>
                      <a:pt x="473" y="3708"/>
                    </a:lnTo>
                    <a:lnTo>
                      <a:pt x="473" y="3716"/>
                    </a:lnTo>
                    <a:lnTo>
                      <a:pt x="481" y="3732"/>
                    </a:lnTo>
                    <a:lnTo>
                      <a:pt x="497" y="3748"/>
                    </a:lnTo>
                    <a:lnTo>
                      <a:pt x="497" y="3756"/>
                    </a:lnTo>
                    <a:lnTo>
                      <a:pt x="505" y="3748"/>
                    </a:lnTo>
                    <a:lnTo>
                      <a:pt x="513" y="3740"/>
                    </a:lnTo>
                    <a:lnTo>
                      <a:pt x="521" y="3732"/>
                    </a:lnTo>
                    <a:lnTo>
                      <a:pt x="521" y="3716"/>
                    </a:lnTo>
                    <a:lnTo>
                      <a:pt x="529" y="3708"/>
                    </a:lnTo>
                    <a:lnTo>
                      <a:pt x="537" y="3685"/>
                    </a:lnTo>
                    <a:lnTo>
                      <a:pt x="537" y="3669"/>
                    </a:lnTo>
                    <a:lnTo>
                      <a:pt x="545" y="3645"/>
                    </a:lnTo>
                    <a:lnTo>
                      <a:pt x="545" y="3621"/>
                    </a:lnTo>
                    <a:lnTo>
                      <a:pt x="553" y="3597"/>
                    </a:lnTo>
                    <a:lnTo>
                      <a:pt x="561" y="3565"/>
                    </a:lnTo>
                    <a:lnTo>
                      <a:pt x="561" y="3533"/>
                    </a:lnTo>
                    <a:lnTo>
                      <a:pt x="569" y="3501"/>
                    </a:lnTo>
                    <a:lnTo>
                      <a:pt x="569" y="3461"/>
                    </a:lnTo>
                    <a:lnTo>
                      <a:pt x="577" y="3421"/>
                    </a:lnTo>
                    <a:lnTo>
                      <a:pt x="577" y="3381"/>
                    </a:lnTo>
                    <a:lnTo>
                      <a:pt x="585" y="3333"/>
                    </a:lnTo>
                    <a:lnTo>
                      <a:pt x="593" y="3293"/>
                    </a:lnTo>
                    <a:lnTo>
                      <a:pt x="593" y="3245"/>
                    </a:lnTo>
                    <a:lnTo>
                      <a:pt x="601" y="3197"/>
                    </a:lnTo>
                    <a:lnTo>
                      <a:pt x="601" y="3141"/>
                    </a:lnTo>
                    <a:lnTo>
                      <a:pt x="609" y="3093"/>
                    </a:lnTo>
                    <a:lnTo>
                      <a:pt x="617" y="3037"/>
                    </a:lnTo>
                    <a:lnTo>
                      <a:pt x="617" y="2981"/>
                    </a:lnTo>
                    <a:lnTo>
                      <a:pt x="625" y="2917"/>
                    </a:lnTo>
                    <a:lnTo>
                      <a:pt x="625" y="2861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307" name="Freeform 91"/>
              <p:cNvSpPr>
                <a:spLocks/>
              </p:cNvSpPr>
              <p:nvPr/>
            </p:nvSpPr>
            <p:spPr bwMode="auto">
              <a:xfrm>
                <a:off x="3696" y="191"/>
                <a:ext cx="616" cy="3605"/>
              </a:xfrm>
              <a:custGeom>
                <a:avLst/>
                <a:gdLst/>
                <a:ahLst/>
                <a:cxnLst>
                  <a:cxn ang="0">
                    <a:pos x="16" y="2741"/>
                  </a:cxn>
                  <a:cxn ang="0">
                    <a:pos x="24" y="2541"/>
                  </a:cxn>
                  <a:cxn ang="0">
                    <a:pos x="40" y="2342"/>
                  </a:cxn>
                  <a:cxn ang="0">
                    <a:pos x="56" y="2134"/>
                  </a:cxn>
                  <a:cxn ang="0">
                    <a:pos x="72" y="1918"/>
                  </a:cxn>
                  <a:cxn ang="0">
                    <a:pos x="88" y="1710"/>
                  </a:cxn>
                  <a:cxn ang="0">
                    <a:pos x="96" y="1502"/>
                  </a:cxn>
                  <a:cxn ang="0">
                    <a:pos x="112" y="1295"/>
                  </a:cxn>
                  <a:cxn ang="0">
                    <a:pos x="128" y="1095"/>
                  </a:cxn>
                  <a:cxn ang="0">
                    <a:pos x="144" y="911"/>
                  </a:cxn>
                  <a:cxn ang="0">
                    <a:pos x="152" y="735"/>
                  </a:cxn>
                  <a:cxn ang="0">
                    <a:pos x="168" y="567"/>
                  </a:cxn>
                  <a:cxn ang="0">
                    <a:pos x="184" y="423"/>
                  </a:cxn>
                  <a:cxn ang="0">
                    <a:pos x="200" y="303"/>
                  </a:cxn>
                  <a:cxn ang="0">
                    <a:pos x="216" y="192"/>
                  </a:cxn>
                  <a:cxn ang="0">
                    <a:pos x="224" y="112"/>
                  </a:cxn>
                  <a:cxn ang="0">
                    <a:pos x="240" y="48"/>
                  </a:cxn>
                  <a:cxn ang="0">
                    <a:pos x="256" y="8"/>
                  </a:cxn>
                  <a:cxn ang="0">
                    <a:pos x="280" y="0"/>
                  </a:cxn>
                  <a:cxn ang="0">
                    <a:pos x="296" y="24"/>
                  </a:cxn>
                  <a:cxn ang="0">
                    <a:pos x="312" y="72"/>
                  </a:cxn>
                  <a:cxn ang="0">
                    <a:pos x="320" y="144"/>
                  </a:cxn>
                  <a:cxn ang="0">
                    <a:pos x="336" y="239"/>
                  </a:cxn>
                  <a:cxn ang="0">
                    <a:pos x="352" y="351"/>
                  </a:cxn>
                  <a:cxn ang="0">
                    <a:pos x="368" y="487"/>
                  </a:cxn>
                  <a:cxn ang="0">
                    <a:pos x="376" y="639"/>
                  </a:cxn>
                  <a:cxn ang="0">
                    <a:pos x="392" y="807"/>
                  </a:cxn>
                  <a:cxn ang="0">
                    <a:pos x="408" y="991"/>
                  </a:cxn>
                  <a:cxn ang="0">
                    <a:pos x="424" y="1183"/>
                  </a:cxn>
                  <a:cxn ang="0">
                    <a:pos x="440" y="1383"/>
                  </a:cxn>
                  <a:cxn ang="0">
                    <a:pos x="448" y="1590"/>
                  </a:cxn>
                  <a:cxn ang="0">
                    <a:pos x="464" y="1806"/>
                  </a:cxn>
                  <a:cxn ang="0">
                    <a:pos x="480" y="2014"/>
                  </a:cxn>
                  <a:cxn ang="0">
                    <a:pos x="496" y="2230"/>
                  </a:cxn>
                  <a:cxn ang="0">
                    <a:pos x="512" y="2430"/>
                  </a:cxn>
                  <a:cxn ang="0">
                    <a:pos x="520" y="2629"/>
                  </a:cxn>
                  <a:cxn ang="0">
                    <a:pos x="536" y="2821"/>
                  </a:cxn>
                  <a:cxn ang="0">
                    <a:pos x="552" y="2997"/>
                  </a:cxn>
                  <a:cxn ang="0">
                    <a:pos x="568" y="3157"/>
                  </a:cxn>
                  <a:cxn ang="0">
                    <a:pos x="576" y="3309"/>
                  </a:cxn>
                  <a:cxn ang="0">
                    <a:pos x="592" y="3437"/>
                  </a:cxn>
                  <a:cxn ang="0">
                    <a:pos x="608" y="3541"/>
                  </a:cxn>
                </a:cxnLst>
                <a:rect l="0" t="0" r="r" b="b"/>
                <a:pathLst>
                  <a:path w="616" h="3605">
                    <a:moveTo>
                      <a:pt x="0" y="2861"/>
                    </a:moveTo>
                    <a:lnTo>
                      <a:pt x="8" y="2797"/>
                    </a:lnTo>
                    <a:lnTo>
                      <a:pt x="16" y="2741"/>
                    </a:lnTo>
                    <a:lnTo>
                      <a:pt x="16" y="2677"/>
                    </a:lnTo>
                    <a:lnTo>
                      <a:pt x="24" y="2605"/>
                    </a:lnTo>
                    <a:lnTo>
                      <a:pt x="24" y="2541"/>
                    </a:lnTo>
                    <a:lnTo>
                      <a:pt x="32" y="2478"/>
                    </a:lnTo>
                    <a:lnTo>
                      <a:pt x="40" y="2406"/>
                    </a:lnTo>
                    <a:lnTo>
                      <a:pt x="40" y="2342"/>
                    </a:lnTo>
                    <a:lnTo>
                      <a:pt x="48" y="2270"/>
                    </a:lnTo>
                    <a:lnTo>
                      <a:pt x="48" y="2206"/>
                    </a:lnTo>
                    <a:lnTo>
                      <a:pt x="56" y="2134"/>
                    </a:lnTo>
                    <a:lnTo>
                      <a:pt x="64" y="2062"/>
                    </a:lnTo>
                    <a:lnTo>
                      <a:pt x="64" y="1990"/>
                    </a:lnTo>
                    <a:lnTo>
                      <a:pt x="72" y="1918"/>
                    </a:lnTo>
                    <a:lnTo>
                      <a:pt x="72" y="1854"/>
                    </a:lnTo>
                    <a:lnTo>
                      <a:pt x="80" y="1782"/>
                    </a:lnTo>
                    <a:lnTo>
                      <a:pt x="88" y="1710"/>
                    </a:lnTo>
                    <a:lnTo>
                      <a:pt x="88" y="1638"/>
                    </a:lnTo>
                    <a:lnTo>
                      <a:pt x="96" y="1566"/>
                    </a:lnTo>
                    <a:lnTo>
                      <a:pt x="96" y="1502"/>
                    </a:lnTo>
                    <a:lnTo>
                      <a:pt x="104" y="1430"/>
                    </a:lnTo>
                    <a:lnTo>
                      <a:pt x="112" y="1359"/>
                    </a:lnTo>
                    <a:lnTo>
                      <a:pt x="112" y="1295"/>
                    </a:lnTo>
                    <a:lnTo>
                      <a:pt x="120" y="1231"/>
                    </a:lnTo>
                    <a:lnTo>
                      <a:pt x="120" y="1159"/>
                    </a:lnTo>
                    <a:lnTo>
                      <a:pt x="128" y="1095"/>
                    </a:lnTo>
                    <a:lnTo>
                      <a:pt x="136" y="1031"/>
                    </a:lnTo>
                    <a:lnTo>
                      <a:pt x="136" y="967"/>
                    </a:lnTo>
                    <a:lnTo>
                      <a:pt x="144" y="911"/>
                    </a:lnTo>
                    <a:lnTo>
                      <a:pt x="144" y="847"/>
                    </a:lnTo>
                    <a:lnTo>
                      <a:pt x="152" y="791"/>
                    </a:lnTo>
                    <a:lnTo>
                      <a:pt x="152" y="735"/>
                    </a:lnTo>
                    <a:lnTo>
                      <a:pt x="160" y="679"/>
                    </a:lnTo>
                    <a:lnTo>
                      <a:pt x="168" y="623"/>
                    </a:lnTo>
                    <a:lnTo>
                      <a:pt x="168" y="567"/>
                    </a:lnTo>
                    <a:lnTo>
                      <a:pt x="176" y="519"/>
                    </a:lnTo>
                    <a:lnTo>
                      <a:pt x="176" y="471"/>
                    </a:lnTo>
                    <a:lnTo>
                      <a:pt x="184" y="423"/>
                    </a:lnTo>
                    <a:lnTo>
                      <a:pt x="192" y="383"/>
                    </a:lnTo>
                    <a:lnTo>
                      <a:pt x="192" y="343"/>
                    </a:lnTo>
                    <a:lnTo>
                      <a:pt x="200" y="303"/>
                    </a:lnTo>
                    <a:lnTo>
                      <a:pt x="200" y="263"/>
                    </a:lnTo>
                    <a:lnTo>
                      <a:pt x="208" y="232"/>
                    </a:lnTo>
                    <a:lnTo>
                      <a:pt x="216" y="192"/>
                    </a:lnTo>
                    <a:lnTo>
                      <a:pt x="216" y="168"/>
                    </a:lnTo>
                    <a:lnTo>
                      <a:pt x="224" y="136"/>
                    </a:lnTo>
                    <a:lnTo>
                      <a:pt x="224" y="112"/>
                    </a:lnTo>
                    <a:lnTo>
                      <a:pt x="232" y="88"/>
                    </a:lnTo>
                    <a:lnTo>
                      <a:pt x="240" y="64"/>
                    </a:lnTo>
                    <a:lnTo>
                      <a:pt x="240" y="48"/>
                    </a:lnTo>
                    <a:lnTo>
                      <a:pt x="248" y="32"/>
                    </a:lnTo>
                    <a:lnTo>
                      <a:pt x="248" y="24"/>
                    </a:lnTo>
                    <a:lnTo>
                      <a:pt x="256" y="8"/>
                    </a:lnTo>
                    <a:lnTo>
                      <a:pt x="264" y="0"/>
                    </a:lnTo>
                    <a:lnTo>
                      <a:pt x="272" y="0"/>
                    </a:lnTo>
                    <a:lnTo>
                      <a:pt x="280" y="0"/>
                    </a:lnTo>
                    <a:lnTo>
                      <a:pt x="288" y="8"/>
                    </a:lnTo>
                    <a:lnTo>
                      <a:pt x="288" y="16"/>
                    </a:lnTo>
                    <a:lnTo>
                      <a:pt x="296" y="24"/>
                    </a:lnTo>
                    <a:lnTo>
                      <a:pt x="296" y="40"/>
                    </a:lnTo>
                    <a:lnTo>
                      <a:pt x="304" y="56"/>
                    </a:lnTo>
                    <a:lnTo>
                      <a:pt x="312" y="72"/>
                    </a:lnTo>
                    <a:lnTo>
                      <a:pt x="312" y="96"/>
                    </a:lnTo>
                    <a:lnTo>
                      <a:pt x="320" y="120"/>
                    </a:lnTo>
                    <a:lnTo>
                      <a:pt x="320" y="144"/>
                    </a:lnTo>
                    <a:lnTo>
                      <a:pt x="328" y="176"/>
                    </a:lnTo>
                    <a:lnTo>
                      <a:pt x="328" y="208"/>
                    </a:lnTo>
                    <a:lnTo>
                      <a:pt x="336" y="239"/>
                    </a:lnTo>
                    <a:lnTo>
                      <a:pt x="344" y="279"/>
                    </a:lnTo>
                    <a:lnTo>
                      <a:pt x="344" y="311"/>
                    </a:lnTo>
                    <a:lnTo>
                      <a:pt x="352" y="351"/>
                    </a:lnTo>
                    <a:lnTo>
                      <a:pt x="352" y="399"/>
                    </a:lnTo>
                    <a:lnTo>
                      <a:pt x="360" y="439"/>
                    </a:lnTo>
                    <a:lnTo>
                      <a:pt x="368" y="487"/>
                    </a:lnTo>
                    <a:lnTo>
                      <a:pt x="368" y="535"/>
                    </a:lnTo>
                    <a:lnTo>
                      <a:pt x="376" y="591"/>
                    </a:lnTo>
                    <a:lnTo>
                      <a:pt x="376" y="639"/>
                    </a:lnTo>
                    <a:lnTo>
                      <a:pt x="384" y="695"/>
                    </a:lnTo>
                    <a:lnTo>
                      <a:pt x="392" y="751"/>
                    </a:lnTo>
                    <a:lnTo>
                      <a:pt x="392" y="807"/>
                    </a:lnTo>
                    <a:lnTo>
                      <a:pt x="400" y="871"/>
                    </a:lnTo>
                    <a:lnTo>
                      <a:pt x="400" y="927"/>
                    </a:lnTo>
                    <a:lnTo>
                      <a:pt x="408" y="991"/>
                    </a:lnTo>
                    <a:lnTo>
                      <a:pt x="416" y="1055"/>
                    </a:lnTo>
                    <a:lnTo>
                      <a:pt x="416" y="1119"/>
                    </a:lnTo>
                    <a:lnTo>
                      <a:pt x="424" y="1183"/>
                    </a:lnTo>
                    <a:lnTo>
                      <a:pt x="424" y="1247"/>
                    </a:lnTo>
                    <a:lnTo>
                      <a:pt x="432" y="1319"/>
                    </a:lnTo>
                    <a:lnTo>
                      <a:pt x="440" y="1383"/>
                    </a:lnTo>
                    <a:lnTo>
                      <a:pt x="440" y="1454"/>
                    </a:lnTo>
                    <a:lnTo>
                      <a:pt x="448" y="1518"/>
                    </a:lnTo>
                    <a:lnTo>
                      <a:pt x="448" y="1590"/>
                    </a:lnTo>
                    <a:lnTo>
                      <a:pt x="456" y="1662"/>
                    </a:lnTo>
                    <a:lnTo>
                      <a:pt x="464" y="1734"/>
                    </a:lnTo>
                    <a:lnTo>
                      <a:pt x="464" y="1806"/>
                    </a:lnTo>
                    <a:lnTo>
                      <a:pt x="472" y="1870"/>
                    </a:lnTo>
                    <a:lnTo>
                      <a:pt x="472" y="1942"/>
                    </a:lnTo>
                    <a:lnTo>
                      <a:pt x="480" y="2014"/>
                    </a:lnTo>
                    <a:lnTo>
                      <a:pt x="488" y="2086"/>
                    </a:lnTo>
                    <a:lnTo>
                      <a:pt x="488" y="2158"/>
                    </a:lnTo>
                    <a:lnTo>
                      <a:pt x="496" y="2230"/>
                    </a:lnTo>
                    <a:lnTo>
                      <a:pt x="496" y="2294"/>
                    </a:lnTo>
                    <a:lnTo>
                      <a:pt x="504" y="2366"/>
                    </a:lnTo>
                    <a:lnTo>
                      <a:pt x="512" y="2430"/>
                    </a:lnTo>
                    <a:lnTo>
                      <a:pt x="512" y="2502"/>
                    </a:lnTo>
                    <a:lnTo>
                      <a:pt x="520" y="2565"/>
                    </a:lnTo>
                    <a:lnTo>
                      <a:pt x="520" y="2629"/>
                    </a:lnTo>
                    <a:lnTo>
                      <a:pt x="528" y="2693"/>
                    </a:lnTo>
                    <a:lnTo>
                      <a:pt x="528" y="2757"/>
                    </a:lnTo>
                    <a:lnTo>
                      <a:pt x="536" y="2821"/>
                    </a:lnTo>
                    <a:lnTo>
                      <a:pt x="544" y="2877"/>
                    </a:lnTo>
                    <a:lnTo>
                      <a:pt x="544" y="2941"/>
                    </a:lnTo>
                    <a:lnTo>
                      <a:pt x="552" y="2997"/>
                    </a:lnTo>
                    <a:lnTo>
                      <a:pt x="552" y="3053"/>
                    </a:lnTo>
                    <a:lnTo>
                      <a:pt x="560" y="3109"/>
                    </a:lnTo>
                    <a:lnTo>
                      <a:pt x="568" y="3157"/>
                    </a:lnTo>
                    <a:lnTo>
                      <a:pt x="568" y="3213"/>
                    </a:lnTo>
                    <a:lnTo>
                      <a:pt x="576" y="3261"/>
                    </a:lnTo>
                    <a:lnTo>
                      <a:pt x="576" y="3309"/>
                    </a:lnTo>
                    <a:lnTo>
                      <a:pt x="584" y="3349"/>
                    </a:lnTo>
                    <a:lnTo>
                      <a:pt x="592" y="3397"/>
                    </a:lnTo>
                    <a:lnTo>
                      <a:pt x="592" y="3437"/>
                    </a:lnTo>
                    <a:lnTo>
                      <a:pt x="600" y="3469"/>
                    </a:lnTo>
                    <a:lnTo>
                      <a:pt x="600" y="3509"/>
                    </a:lnTo>
                    <a:lnTo>
                      <a:pt x="608" y="3541"/>
                    </a:lnTo>
                    <a:lnTo>
                      <a:pt x="616" y="3573"/>
                    </a:lnTo>
                    <a:lnTo>
                      <a:pt x="616" y="3605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308" name="Freeform 92"/>
              <p:cNvSpPr>
                <a:spLocks/>
              </p:cNvSpPr>
              <p:nvPr/>
            </p:nvSpPr>
            <p:spPr bwMode="auto">
              <a:xfrm>
                <a:off x="4312" y="191"/>
                <a:ext cx="625" cy="3748"/>
              </a:xfrm>
              <a:custGeom>
                <a:avLst/>
                <a:gdLst/>
                <a:ahLst/>
                <a:cxnLst>
                  <a:cxn ang="0">
                    <a:pos x="8" y="3653"/>
                  </a:cxn>
                  <a:cxn ang="0">
                    <a:pos x="24" y="3708"/>
                  </a:cxn>
                  <a:cxn ang="0">
                    <a:pos x="40" y="3740"/>
                  </a:cxn>
                  <a:cxn ang="0">
                    <a:pos x="64" y="3748"/>
                  </a:cxn>
                  <a:cxn ang="0">
                    <a:pos x="80" y="3716"/>
                  </a:cxn>
                  <a:cxn ang="0">
                    <a:pos x="97" y="3661"/>
                  </a:cxn>
                  <a:cxn ang="0">
                    <a:pos x="105" y="3581"/>
                  </a:cxn>
                  <a:cxn ang="0">
                    <a:pos x="121" y="3485"/>
                  </a:cxn>
                  <a:cxn ang="0">
                    <a:pos x="137" y="3365"/>
                  </a:cxn>
                  <a:cxn ang="0">
                    <a:pos x="153" y="3229"/>
                  </a:cxn>
                  <a:cxn ang="0">
                    <a:pos x="161" y="3069"/>
                  </a:cxn>
                  <a:cxn ang="0">
                    <a:pos x="177" y="2901"/>
                  </a:cxn>
                  <a:cxn ang="0">
                    <a:pos x="193" y="2717"/>
                  </a:cxn>
                  <a:cxn ang="0">
                    <a:pos x="209" y="2518"/>
                  </a:cxn>
                  <a:cxn ang="0">
                    <a:pos x="225" y="2318"/>
                  </a:cxn>
                  <a:cxn ang="0">
                    <a:pos x="233" y="2110"/>
                  </a:cxn>
                  <a:cxn ang="0">
                    <a:pos x="249" y="1894"/>
                  </a:cxn>
                  <a:cxn ang="0">
                    <a:pos x="265" y="1686"/>
                  </a:cxn>
                  <a:cxn ang="0">
                    <a:pos x="281" y="1478"/>
                  </a:cxn>
                  <a:cxn ang="0">
                    <a:pos x="289" y="1271"/>
                  </a:cxn>
                  <a:cxn ang="0">
                    <a:pos x="305" y="1071"/>
                  </a:cxn>
                  <a:cxn ang="0">
                    <a:pos x="321" y="887"/>
                  </a:cxn>
                  <a:cxn ang="0">
                    <a:pos x="337" y="711"/>
                  </a:cxn>
                  <a:cxn ang="0">
                    <a:pos x="353" y="551"/>
                  </a:cxn>
                  <a:cxn ang="0">
                    <a:pos x="361" y="415"/>
                  </a:cxn>
                  <a:cxn ang="0">
                    <a:pos x="377" y="287"/>
                  </a:cxn>
                  <a:cxn ang="0">
                    <a:pos x="393" y="184"/>
                  </a:cxn>
                  <a:cxn ang="0">
                    <a:pos x="409" y="104"/>
                  </a:cxn>
                  <a:cxn ang="0">
                    <a:pos x="425" y="40"/>
                  </a:cxn>
                  <a:cxn ang="0">
                    <a:pos x="433" y="8"/>
                  </a:cxn>
                  <a:cxn ang="0">
                    <a:pos x="457" y="0"/>
                  </a:cxn>
                  <a:cxn ang="0">
                    <a:pos x="473" y="32"/>
                  </a:cxn>
                  <a:cxn ang="0">
                    <a:pos x="489" y="80"/>
                  </a:cxn>
                  <a:cxn ang="0">
                    <a:pos x="505" y="152"/>
                  </a:cxn>
                  <a:cxn ang="0">
                    <a:pos x="513" y="247"/>
                  </a:cxn>
                  <a:cxn ang="0">
                    <a:pos x="529" y="367"/>
                  </a:cxn>
                  <a:cxn ang="0">
                    <a:pos x="545" y="503"/>
                  </a:cxn>
                  <a:cxn ang="0">
                    <a:pos x="561" y="655"/>
                  </a:cxn>
                  <a:cxn ang="0">
                    <a:pos x="577" y="831"/>
                  </a:cxn>
                  <a:cxn ang="0">
                    <a:pos x="585" y="1007"/>
                  </a:cxn>
                  <a:cxn ang="0">
                    <a:pos x="601" y="1207"/>
                  </a:cxn>
                  <a:cxn ang="0">
                    <a:pos x="617" y="1406"/>
                  </a:cxn>
                </a:cxnLst>
                <a:rect l="0" t="0" r="r" b="b"/>
                <a:pathLst>
                  <a:path w="625" h="3748">
                    <a:moveTo>
                      <a:pt x="0" y="3605"/>
                    </a:moveTo>
                    <a:lnTo>
                      <a:pt x="8" y="3629"/>
                    </a:lnTo>
                    <a:lnTo>
                      <a:pt x="8" y="3653"/>
                    </a:lnTo>
                    <a:lnTo>
                      <a:pt x="16" y="3677"/>
                    </a:lnTo>
                    <a:lnTo>
                      <a:pt x="24" y="3692"/>
                    </a:lnTo>
                    <a:lnTo>
                      <a:pt x="24" y="3708"/>
                    </a:lnTo>
                    <a:lnTo>
                      <a:pt x="32" y="3724"/>
                    </a:lnTo>
                    <a:lnTo>
                      <a:pt x="32" y="3732"/>
                    </a:lnTo>
                    <a:lnTo>
                      <a:pt x="40" y="3740"/>
                    </a:lnTo>
                    <a:lnTo>
                      <a:pt x="48" y="3748"/>
                    </a:lnTo>
                    <a:lnTo>
                      <a:pt x="56" y="3748"/>
                    </a:lnTo>
                    <a:lnTo>
                      <a:pt x="64" y="3748"/>
                    </a:lnTo>
                    <a:lnTo>
                      <a:pt x="72" y="3740"/>
                    </a:lnTo>
                    <a:lnTo>
                      <a:pt x="72" y="3724"/>
                    </a:lnTo>
                    <a:lnTo>
                      <a:pt x="80" y="3716"/>
                    </a:lnTo>
                    <a:lnTo>
                      <a:pt x="80" y="3700"/>
                    </a:lnTo>
                    <a:lnTo>
                      <a:pt x="88" y="3685"/>
                    </a:lnTo>
                    <a:lnTo>
                      <a:pt x="97" y="3661"/>
                    </a:lnTo>
                    <a:lnTo>
                      <a:pt x="97" y="3637"/>
                    </a:lnTo>
                    <a:lnTo>
                      <a:pt x="105" y="3613"/>
                    </a:lnTo>
                    <a:lnTo>
                      <a:pt x="105" y="3581"/>
                    </a:lnTo>
                    <a:lnTo>
                      <a:pt x="113" y="3557"/>
                    </a:lnTo>
                    <a:lnTo>
                      <a:pt x="113" y="3517"/>
                    </a:lnTo>
                    <a:lnTo>
                      <a:pt x="121" y="3485"/>
                    </a:lnTo>
                    <a:lnTo>
                      <a:pt x="129" y="3445"/>
                    </a:lnTo>
                    <a:lnTo>
                      <a:pt x="129" y="3405"/>
                    </a:lnTo>
                    <a:lnTo>
                      <a:pt x="137" y="3365"/>
                    </a:lnTo>
                    <a:lnTo>
                      <a:pt x="137" y="3325"/>
                    </a:lnTo>
                    <a:lnTo>
                      <a:pt x="145" y="3277"/>
                    </a:lnTo>
                    <a:lnTo>
                      <a:pt x="153" y="3229"/>
                    </a:lnTo>
                    <a:lnTo>
                      <a:pt x="153" y="3181"/>
                    </a:lnTo>
                    <a:lnTo>
                      <a:pt x="161" y="3125"/>
                    </a:lnTo>
                    <a:lnTo>
                      <a:pt x="161" y="3069"/>
                    </a:lnTo>
                    <a:lnTo>
                      <a:pt x="169" y="3013"/>
                    </a:lnTo>
                    <a:lnTo>
                      <a:pt x="177" y="2957"/>
                    </a:lnTo>
                    <a:lnTo>
                      <a:pt x="177" y="2901"/>
                    </a:lnTo>
                    <a:lnTo>
                      <a:pt x="185" y="2837"/>
                    </a:lnTo>
                    <a:lnTo>
                      <a:pt x="185" y="2781"/>
                    </a:lnTo>
                    <a:lnTo>
                      <a:pt x="193" y="2717"/>
                    </a:lnTo>
                    <a:lnTo>
                      <a:pt x="201" y="2653"/>
                    </a:lnTo>
                    <a:lnTo>
                      <a:pt x="201" y="2589"/>
                    </a:lnTo>
                    <a:lnTo>
                      <a:pt x="209" y="2518"/>
                    </a:lnTo>
                    <a:lnTo>
                      <a:pt x="209" y="2454"/>
                    </a:lnTo>
                    <a:lnTo>
                      <a:pt x="217" y="2390"/>
                    </a:lnTo>
                    <a:lnTo>
                      <a:pt x="225" y="2318"/>
                    </a:lnTo>
                    <a:lnTo>
                      <a:pt x="225" y="2246"/>
                    </a:lnTo>
                    <a:lnTo>
                      <a:pt x="233" y="2182"/>
                    </a:lnTo>
                    <a:lnTo>
                      <a:pt x="233" y="2110"/>
                    </a:lnTo>
                    <a:lnTo>
                      <a:pt x="241" y="2038"/>
                    </a:lnTo>
                    <a:lnTo>
                      <a:pt x="249" y="1966"/>
                    </a:lnTo>
                    <a:lnTo>
                      <a:pt x="249" y="1894"/>
                    </a:lnTo>
                    <a:lnTo>
                      <a:pt x="257" y="1830"/>
                    </a:lnTo>
                    <a:lnTo>
                      <a:pt x="257" y="1758"/>
                    </a:lnTo>
                    <a:lnTo>
                      <a:pt x="265" y="1686"/>
                    </a:lnTo>
                    <a:lnTo>
                      <a:pt x="273" y="1614"/>
                    </a:lnTo>
                    <a:lnTo>
                      <a:pt x="273" y="1542"/>
                    </a:lnTo>
                    <a:lnTo>
                      <a:pt x="281" y="1478"/>
                    </a:lnTo>
                    <a:lnTo>
                      <a:pt x="281" y="1406"/>
                    </a:lnTo>
                    <a:lnTo>
                      <a:pt x="289" y="1343"/>
                    </a:lnTo>
                    <a:lnTo>
                      <a:pt x="289" y="1271"/>
                    </a:lnTo>
                    <a:lnTo>
                      <a:pt x="297" y="1207"/>
                    </a:lnTo>
                    <a:lnTo>
                      <a:pt x="305" y="1143"/>
                    </a:lnTo>
                    <a:lnTo>
                      <a:pt x="305" y="1071"/>
                    </a:lnTo>
                    <a:lnTo>
                      <a:pt x="313" y="1007"/>
                    </a:lnTo>
                    <a:lnTo>
                      <a:pt x="313" y="951"/>
                    </a:lnTo>
                    <a:lnTo>
                      <a:pt x="321" y="887"/>
                    </a:lnTo>
                    <a:lnTo>
                      <a:pt x="329" y="831"/>
                    </a:lnTo>
                    <a:lnTo>
                      <a:pt x="329" y="767"/>
                    </a:lnTo>
                    <a:lnTo>
                      <a:pt x="337" y="711"/>
                    </a:lnTo>
                    <a:lnTo>
                      <a:pt x="337" y="655"/>
                    </a:lnTo>
                    <a:lnTo>
                      <a:pt x="345" y="607"/>
                    </a:lnTo>
                    <a:lnTo>
                      <a:pt x="353" y="551"/>
                    </a:lnTo>
                    <a:lnTo>
                      <a:pt x="353" y="503"/>
                    </a:lnTo>
                    <a:lnTo>
                      <a:pt x="361" y="455"/>
                    </a:lnTo>
                    <a:lnTo>
                      <a:pt x="361" y="415"/>
                    </a:lnTo>
                    <a:lnTo>
                      <a:pt x="369" y="367"/>
                    </a:lnTo>
                    <a:lnTo>
                      <a:pt x="377" y="327"/>
                    </a:lnTo>
                    <a:lnTo>
                      <a:pt x="377" y="287"/>
                    </a:lnTo>
                    <a:lnTo>
                      <a:pt x="385" y="247"/>
                    </a:lnTo>
                    <a:lnTo>
                      <a:pt x="385" y="216"/>
                    </a:lnTo>
                    <a:lnTo>
                      <a:pt x="393" y="184"/>
                    </a:lnTo>
                    <a:lnTo>
                      <a:pt x="401" y="152"/>
                    </a:lnTo>
                    <a:lnTo>
                      <a:pt x="401" y="128"/>
                    </a:lnTo>
                    <a:lnTo>
                      <a:pt x="409" y="104"/>
                    </a:lnTo>
                    <a:lnTo>
                      <a:pt x="409" y="80"/>
                    </a:lnTo>
                    <a:lnTo>
                      <a:pt x="417" y="64"/>
                    </a:lnTo>
                    <a:lnTo>
                      <a:pt x="425" y="40"/>
                    </a:lnTo>
                    <a:lnTo>
                      <a:pt x="425" y="32"/>
                    </a:lnTo>
                    <a:lnTo>
                      <a:pt x="433" y="16"/>
                    </a:lnTo>
                    <a:lnTo>
                      <a:pt x="433" y="8"/>
                    </a:lnTo>
                    <a:lnTo>
                      <a:pt x="441" y="0"/>
                    </a:lnTo>
                    <a:lnTo>
                      <a:pt x="449" y="0"/>
                    </a:lnTo>
                    <a:lnTo>
                      <a:pt x="457" y="0"/>
                    </a:lnTo>
                    <a:lnTo>
                      <a:pt x="465" y="8"/>
                    </a:lnTo>
                    <a:lnTo>
                      <a:pt x="473" y="16"/>
                    </a:lnTo>
                    <a:lnTo>
                      <a:pt x="473" y="32"/>
                    </a:lnTo>
                    <a:lnTo>
                      <a:pt x="481" y="40"/>
                    </a:lnTo>
                    <a:lnTo>
                      <a:pt x="481" y="64"/>
                    </a:lnTo>
                    <a:lnTo>
                      <a:pt x="489" y="80"/>
                    </a:lnTo>
                    <a:lnTo>
                      <a:pt x="489" y="104"/>
                    </a:lnTo>
                    <a:lnTo>
                      <a:pt x="497" y="128"/>
                    </a:lnTo>
                    <a:lnTo>
                      <a:pt x="505" y="152"/>
                    </a:lnTo>
                    <a:lnTo>
                      <a:pt x="505" y="184"/>
                    </a:lnTo>
                    <a:lnTo>
                      <a:pt x="513" y="216"/>
                    </a:lnTo>
                    <a:lnTo>
                      <a:pt x="513" y="247"/>
                    </a:lnTo>
                    <a:lnTo>
                      <a:pt x="521" y="287"/>
                    </a:lnTo>
                    <a:lnTo>
                      <a:pt x="529" y="327"/>
                    </a:lnTo>
                    <a:lnTo>
                      <a:pt x="529" y="367"/>
                    </a:lnTo>
                    <a:lnTo>
                      <a:pt x="537" y="415"/>
                    </a:lnTo>
                    <a:lnTo>
                      <a:pt x="537" y="455"/>
                    </a:lnTo>
                    <a:lnTo>
                      <a:pt x="545" y="503"/>
                    </a:lnTo>
                    <a:lnTo>
                      <a:pt x="553" y="551"/>
                    </a:lnTo>
                    <a:lnTo>
                      <a:pt x="553" y="607"/>
                    </a:lnTo>
                    <a:lnTo>
                      <a:pt x="561" y="655"/>
                    </a:lnTo>
                    <a:lnTo>
                      <a:pt x="561" y="711"/>
                    </a:lnTo>
                    <a:lnTo>
                      <a:pt x="569" y="767"/>
                    </a:lnTo>
                    <a:lnTo>
                      <a:pt x="577" y="831"/>
                    </a:lnTo>
                    <a:lnTo>
                      <a:pt x="577" y="887"/>
                    </a:lnTo>
                    <a:lnTo>
                      <a:pt x="585" y="951"/>
                    </a:lnTo>
                    <a:lnTo>
                      <a:pt x="585" y="1007"/>
                    </a:lnTo>
                    <a:lnTo>
                      <a:pt x="593" y="1071"/>
                    </a:lnTo>
                    <a:lnTo>
                      <a:pt x="601" y="1143"/>
                    </a:lnTo>
                    <a:lnTo>
                      <a:pt x="601" y="1207"/>
                    </a:lnTo>
                    <a:lnTo>
                      <a:pt x="609" y="1271"/>
                    </a:lnTo>
                    <a:lnTo>
                      <a:pt x="609" y="1343"/>
                    </a:lnTo>
                    <a:lnTo>
                      <a:pt x="617" y="1406"/>
                    </a:lnTo>
                    <a:lnTo>
                      <a:pt x="625" y="1478"/>
                    </a:lnTo>
                    <a:lnTo>
                      <a:pt x="625" y="1542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  <p:sp>
            <p:nvSpPr>
              <p:cNvPr id="9309" name="Freeform 93"/>
              <p:cNvSpPr>
                <a:spLocks/>
              </p:cNvSpPr>
              <p:nvPr/>
            </p:nvSpPr>
            <p:spPr bwMode="auto">
              <a:xfrm>
                <a:off x="4937" y="1733"/>
                <a:ext cx="424" cy="2206"/>
              </a:xfrm>
              <a:custGeom>
                <a:avLst/>
                <a:gdLst/>
                <a:ahLst/>
                <a:cxnLst>
                  <a:cxn ang="0">
                    <a:pos x="8" y="72"/>
                  </a:cxn>
                  <a:cxn ang="0">
                    <a:pos x="16" y="216"/>
                  </a:cxn>
                  <a:cxn ang="0">
                    <a:pos x="24" y="352"/>
                  </a:cxn>
                  <a:cxn ang="0">
                    <a:pos x="32" y="496"/>
                  </a:cxn>
                  <a:cxn ang="0">
                    <a:pos x="40" y="640"/>
                  </a:cxn>
                  <a:cxn ang="0">
                    <a:pos x="56" y="776"/>
                  </a:cxn>
                  <a:cxn ang="0">
                    <a:pos x="64" y="912"/>
                  </a:cxn>
                  <a:cxn ang="0">
                    <a:pos x="72" y="1047"/>
                  </a:cxn>
                  <a:cxn ang="0">
                    <a:pos x="80" y="1175"/>
                  </a:cxn>
                  <a:cxn ang="0">
                    <a:pos x="88" y="1295"/>
                  </a:cxn>
                  <a:cxn ang="0">
                    <a:pos x="104" y="1415"/>
                  </a:cxn>
                  <a:cxn ang="0">
                    <a:pos x="112" y="1527"/>
                  </a:cxn>
                  <a:cxn ang="0">
                    <a:pos x="120" y="1639"/>
                  </a:cxn>
                  <a:cxn ang="0">
                    <a:pos x="128" y="1735"/>
                  </a:cxn>
                  <a:cxn ang="0">
                    <a:pos x="136" y="1823"/>
                  </a:cxn>
                  <a:cxn ang="0">
                    <a:pos x="152" y="1903"/>
                  </a:cxn>
                  <a:cxn ang="0">
                    <a:pos x="160" y="1975"/>
                  </a:cxn>
                  <a:cxn ang="0">
                    <a:pos x="168" y="2039"/>
                  </a:cxn>
                  <a:cxn ang="0">
                    <a:pos x="176" y="2095"/>
                  </a:cxn>
                  <a:cxn ang="0">
                    <a:pos x="184" y="2143"/>
                  </a:cxn>
                  <a:cxn ang="0">
                    <a:pos x="200" y="2174"/>
                  </a:cxn>
                  <a:cxn ang="0">
                    <a:pos x="216" y="2206"/>
                  </a:cxn>
                  <a:cxn ang="0">
                    <a:pos x="216" y="2206"/>
                  </a:cxn>
                  <a:cxn ang="0">
                    <a:pos x="232" y="2198"/>
                  </a:cxn>
                  <a:cxn ang="0">
                    <a:pos x="240" y="2182"/>
                  </a:cxn>
                  <a:cxn ang="0">
                    <a:pos x="256" y="2150"/>
                  </a:cxn>
                  <a:cxn ang="0">
                    <a:pos x="264" y="2111"/>
                  </a:cxn>
                  <a:cxn ang="0">
                    <a:pos x="272" y="2063"/>
                  </a:cxn>
                  <a:cxn ang="0">
                    <a:pos x="280" y="1999"/>
                  </a:cxn>
                  <a:cxn ang="0">
                    <a:pos x="288" y="1927"/>
                  </a:cxn>
                  <a:cxn ang="0">
                    <a:pos x="304" y="1855"/>
                  </a:cxn>
                  <a:cxn ang="0">
                    <a:pos x="312" y="1767"/>
                  </a:cxn>
                  <a:cxn ang="0">
                    <a:pos x="320" y="1671"/>
                  </a:cxn>
                  <a:cxn ang="0">
                    <a:pos x="328" y="1567"/>
                  </a:cxn>
                  <a:cxn ang="0">
                    <a:pos x="336" y="1455"/>
                  </a:cxn>
                  <a:cxn ang="0">
                    <a:pos x="352" y="1335"/>
                  </a:cxn>
                  <a:cxn ang="0">
                    <a:pos x="360" y="1215"/>
                  </a:cxn>
                  <a:cxn ang="0">
                    <a:pos x="368" y="1087"/>
                  </a:cxn>
                  <a:cxn ang="0">
                    <a:pos x="376" y="960"/>
                  </a:cxn>
                  <a:cxn ang="0">
                    <a:pos x="384" y="824"/>
                  </a:cxn>
                  <a:cxn ang="0">
                    <a:pos x="400" y="688"/>
                  </a:cxn>
                  <a:cxn ang="0">
                    <a:pos x="408" y="544"/>
                  </a:cxn>
                  <a:cxn ang="0">
                    <a:pos x="416" y="400"/>
                  </a:cxn>
                </a:cxnLst>
                <a:rect l="0" t="0" r="r" b="b"/>
                <a:pathLst>
                  <a:path w="424" h="2206">
                    <a:moveTo>
                      <a:pt x="0" y="0"/>
                    </a:moveTo>
                    <a:lnTo>
                      <a:pt x="8" y="72"/>
                    </a:lnTo>
                    <a:lnTo>
                      <a:pt x="8" y="144"/>
                    </a:lnTo>
                    <a:lnTo>
                      <a:pt x="16" y="216"/>
                    </a:lnTo>
                    <a:lnTo>
                      <a:pt x="24" y="288"/>
                    </a:lnTo>
                    <a:lnTo>
                      <a:pt x="24" y="352"/>
                    </a:lnTo>
                    <a:lnTo>
                      <a:pt x="32" y="424"/>
                    </a:lnTo>
                    <a:lnTo>
                      <a:pt x="32" y="496"/>
                    </a:lnTo>
                    <a:lnTo>
                      <a:pt x="40" y="568"/>
                    </a:lnTo>
                    <a:lnTo>
                      <a:pt x="40" y="640"/>
                    </a:lnTo>
                    <a:lnTo>
                      <a:pt x="48" y="704"/>
                    </a:lnTo>
                    <a:lnTo>
                      <a:pt x="56" y="776"/>
                    </a:lnTo>
                    <a:lnTo>
                      <a:pt x="56" y="848"/>
                    </a:lnTo>
                    <a:lnTo>
                      <a:pt x="64" y="912"/>
                    </a:lnTo>
                    <a:lnTo>
                      <a:pt x="64" y="976"/>
                    </a:lnTo>
                    <a:lnTo>
                      <a:pt x="72" y="1047"/>
                    </a:lnTo>
                    <a:lnTo>
                      <a:pt x="80" y="1111"/>
                    </a:lnTo>
                    <a:lnTo>
                      <a:pt x="80" y="1175"/>
                    </a:lnTo>
                    <a:lnTo>
                      <a:pt x="88" y="1239"/>
                    </a:lnTo>
                    <a:lnTo>
                      <a:pt x="88" y="1295"/>
                    </a:lnTo>
                    <a:lnTo>
                      <a:pt x="96" y="1359"/>
                    </a:lnTo>
                    <a:lnTo>
                      <a:pt x="104" y="1415"/>
                    </a:lnTo>
                    <a:lnTo>
                      <a:pt x="104" y="1471"/>
                    </a:lnTo>
                    <a:lnTo>
                      <a:pt x="112" y="1527"/>
                    </a:lnTo>
                    <a:lnTo>
                      <a:pt x="112" y="1583"/>
                    </a:lnTo>
                    <a:lnTo>
                      <a:pt x="120" y="1639"/>
                    </a:lnTo>
                    <a:lnTo>
                      <a:pt x="128" y="1687"/>
                    </a:lnTo>
                    <a:lnTo>
                      <a:pt x="128" y="1735"/>
                    </a:lnTo>
                    <a:lnTo>
                      <a:pt x="136" y="1783"/>
                    </a:lnTo>
                    <a:lnTo>
                      <a:pt x="136" y="1823"/>
                    </a:lnTo>
                    <a:lnTo>
                      <a:pt x="144" y="1863"/>
                    </a:lnTo>
                    <a:lnTo>
                      <a:pt x="152" y="1903"/>
                    </a:lnTo>
                    <a:lnTo>
                      <a:pt x="152" y="1943"/>
                    </a:lnTo>
                    <a:lnTo>
                      <a:pt x="160" y="1975"/>
                    </a:lnTo>
                    <a:lnTo>
                      <a:pt x="160" y="2015"/>
                    </a:lnTo>
                    <a:lnTo>
                      <a:pt x="168" y="2039"/>
                    </a:lnTo>
                    <a:lnTo>
                      <a:pt x="176" y="2071"/>
                    </a:lnTo>
                    <a:lnTo>
                      <a:pt x="176" y="2095"/>
                    </a:lnTo>
                    <a:lnTo>
                      <a:pt x="184" y="2119"/>
                    </a:lnTo>
                    <a:lnTo>
                      <a:pt x="184" y="2143"/>
                    </a:lnTo>
                    <a:lnTo>
                      <a:pt x="192" y="2158"/>
                    </a:lnTo>
                    <a:lnTo>
                      <a:pt x="200" y="2174"/>
                    </a:lnTo>
                    <a:lnTo>
                      <a:pt x="200" y="2182"/>
                    </a:lnTo>
                    <a:lnTo>
                      <a:pt x="216" y="2206"/>
                    </a:lnTo>
                    <a:lnTo>
                      <a:pt x="208" y="2206"/>
                    </a:lnTo>
                    <a:lnTo>
                      <a:pt x="216" y="2206"/>
                    </a:lnTo>
                    <a:lnTo>
                      <a:pt x="224" y="2206"/>
                    </a:lnTo>
                    <a:lnTo>
                      <a:pt x="232" y="2198"/>
                    </a:lnTo>
                    <a:lnTo>
                      <a:pt x="240" y="2190"/>
                    </a:lnTo>
                    <a:lnTo>
                      <a:pt x="240" y="2182"/>
                    </a:lnTo>
                    <a:lnTo>
                      <a:pt x="248" y="2166"/>
                    </a:lnTo>
                    <a:lnTo>
                      <a:pt x="256" y="2150"/>
                    </a:lnTo>
                    <a:lnTo>
                      <a:pt x="256" y="2135"/>
                    </a:lnTo>
                    <a:lnTo>
                      <a:pt x="264" y="2111"/>
                    </a:lnTo>
                    <a:lnTo>
                      <a:pt x="264" y="2087"/>
                    </a:lnTo>
                    <a:lnTo>
                      <a:pt x="272" y="2063"/>
                    </a:lnTo>
                    <a:lnTo>
                      <a:pt x="280" y="2031"/>
                    </a:lnTo>
                    <a:lnTo>
                      <a:pt x="280" y="1999"/>
                    </a:lnTo>
                    <a:lnTo>
                      <a:pt x="288" y="1967"/>
                    </a:lnTo>
                    <a:lnTo>
                      <a:pt x="288" y="1927"/>
                    </a:lnTo>
                    <a:lnTo>
                      <a:pt x="296" y="1895"/>
                    </a:lnTo>
                    <a:lnTo>
                      <a:pt x="304" y="1855"/>
                    </a:lnTo>
                    <a:lnTo>
                      <a:pt x="304" y="1807"/>
                    </a:lnTo>
                    <a:lnTo>
                      <a:pt x="312" y="1767"/>
                    </a:lnTo>
                    <a:lnTo>
                      <a:pt x="312" y="1719"/>
                    </a:lnTo>
                    <a:lnTo>
                      <a:pt x="320" y="1671"/>
                    </a:lnTo>
                    <a:lnTo>
                      <a:pt x="328" y="1615"/>
                    </a:lnTo>
                    <a:lnTo>
                      <a:pt x="328" y="1567"/>
                    </a:lnTo>
                    <a:lnTo>
                      <a:pt x="336" y="1511"/>
                    </a:lnTo>
                    <a:lnTo>
                      <a:pt x="336" y="1455"/>
                    </a:lnTo>
                    <a:lnTo>
                      <a:pt x="344" y="1399"/>
                    </a:lnTo>
                    <a:lnTo>
                      <a:pt x="352" y="1335"/>
                    </a:lnTo>
                    <a:lnTo>
                      <a:pt x="352" y="1279"/>
                    </a:lnTo>
                    <a:lnTo>
                      <a:pt x="360" y="1215"/>
                    </a:lnTo>
                    <a:lnTo>
                      <a:pt x="360" y="1151"/>
                    </a:lnTo>
                    <a:lnTo>
                      <a:pt x="368" y="1087"/>
                    </a:lnTo>
                    <a:lnTo>
                      <a:pt x="376" y="1023"/>
                    </a:lnTo>
                    <a:lnTo>
                      <a:pt x="376" y="960"/>
                    </a:lnTo>
                    <a:lnTo>
                      <a:pt x="384" y="888"/>
                    </a:lnTo>
                    <a:lnTo>
                      <a:pt x="384" y="824"/>
                    </a:lnTo>
                    <a:lnTo>
                      <a:pt x="392" y="752"/>
                    </a:lnTo>
                    <a:lnTo>
                      <a:pt x="400" y="688"/>
                    </a:lnTo>
                    <a:lnTo>
                      <a:pt x="400" y="616"/>
                    </a:lnTo>
                    <a:lnTo>
                      <a:pt x="408" y="544"/>
                    </a:lnTo>
                    <a:lnTo>
                      <a:pt x="408" y="472"/>
                    </a:lnTo>
                    <a:lnTo>
                      <a:pt x="416" y="400"/>
                    </a:lnTo>
                    <a:lnTo>
                      <a:pt x="424" y="336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B7D1665-EC6B-705F-33E1-DFE4D97F3680}"/>
              </a:ext>
            </a:extLst>
          </p:cNvPr>
          <p:cNvGrpSpPr/>
          <p:nvPr/>
        </p:nvGrpSpPr>
        <p:grpSpPr>
          <a:xfrm>
            <a:off x="4799013" y="1119189"/>
            <a:ext cx="2851150" cy="4797425"/>
            <a:chOff x="3275013" y="1119188"/>
            <a:chExt cx="2851150" cy="4797425"/>
          </a:xfrm>
        </p:grpSpPr>
        <p:sp>
          <p:nvSpPr>
            <p:cNvPr id="9269" name="Oval 53"/>
            <p:cNvSpPr>
              <a:spLocks noChangeArrowheads="1"/>
            </p:cNvSpPr>
            <p:nvPr/>
          </p:nvSpPr>
          <p:spPr bwMode="auto">
            <a:xfrm>
              <a:off x="4924425" y="3224213"/>
              <a:ext cx="696913" cy="6016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s-CL" sz="2400"/>
                <a:t>+</a:t>
              </a:r>
              <a:endParaRPr lang="es-ES" sz="2400"/>
            </a:p>
          </p:txBody>
        </p:sp>
        <p:sp>
          <p:nvSpPr>
            <p:cNvPr id="9270" name="Line 54"/>
            <p:cNvSpPr>
              <a:spLocks noChangeShapeType="1"/>
            </p:cNvSpPr>
            <p:nvPr/>
          </p:nvSpPr>
          <p:spPr bwMode="auto">
            <a:xfrm>
              <a:off x="3948113" y="1119188"/>
              <a:ext cx="1360487" cy="2117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271" name="Line 55"/>
            <p:cNvSpPr>
              <a:spLocks noChangeShapeType="1"/>
            </p:cNvSpPr>
            <p:nvPr/>
          </p:nvSpPr>
          <p:spPr bwMode="auto">
            <a:xfrm rot="5400000">
              <a:off x="3575844" y="4223544"/>
              <a:ext cx="2081213" cy="1298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272" name="Line 56"/>
            <p:cNvSpPr>
              <a:spLocks noChangeShapeType="1"/>
            </p:cNvSpPr>
            <p:nvPr/>
          </p:nvSpPr>
          <p:spPr bwMode="auto">
            <a:xfrm>
              <a:off x="3948113" y="2598738"/>
              <a:ext cx="1108075" cy="698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273" name="Line 57"/>
            <p:cNvSpPr>
              <a:spLocks noChangeShapeType="1"/>
            </p:cNvSpPr>
            <p:nvPr/>
          </p:nvSpPr>
          <p:spPr bwMode="auto">
            <a:xfrm flipV="1">
              <a:off x="3971925" y="3716338"/>
              <a:ext cx="1023938" cy="614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274" name="Line 58"/>
            <p:cNvSpPr>
              <a:spLocks noChangeShapeType="1"/>
            </p:cNvSpPr>
            <p:nvPr/>
          </p:nvSpPr>
          <p:spPr bwMode="auto">
            <a:xfrm>
              <a:off x="5621338" y="3525838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310" name="Line 94"/>
            <p:cNvSpPr>
              <a:spLocks noChangeShapeType="1"/>
            </p:cNvSpPr>
            <p:nvPr/>
          </p:nvSpPr>
          <p:spPr bwMode="auto">
            <a:xfrm flipH="1">
              <a:off x="3286125" y="1119188"/>
              <a:ext cx="6619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311" name="Line 95"/>
            <p:cNvSpPr>
              <a:spLocks noChangeShapeType="1"/>
            </p:cNvSpPr>
            <p:nvPr/>
          </p:nvSpPr>
          <p:spPr bwMode="auto">
            <a:xfrm flipH="1">
              <a:off x="3275013" y="2609850"/>
              <a:ext cx="6619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312" name="Line 96"/>
            <p:cNvSpPr>
              <a:spLocks noChangeShapeType="1"/>
            </p:cNvSpPr>
            <p:nvPr/>
          </p:nvSpPr>
          <p:spPr bwMode="auto">
            <a:xfrm flipH="1">
              <a:off x="3308350" y="4341813"/>
              <a:ext cx="6619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313" name="Line 97"/>
            <p:cNvSpPr>
              <a:spLocks noChangeShapeType="1"/>
            </p:cNvSpPr>
            <p:nvPr/>
          </p:nvSpPr>
          <p:spPr bwMode="auto">
            <a:xfrm flipH="1">
              <a:off x="3297238" y="5916613"/>
              <a:ext cx="6619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9314" name="Text Box 98"/>
            <p:cNvSpPr txBox="1">
              <a:spLocks noChangeArrowheads="1"/>
            </p:cNvSpPr>
            <p:nvPr/>
          </p:nvSpPr>
          <p:spPr bwMode="auto">
            <a:xfrm>
              <a:off x="5078413" y="4200525"/>
              <a:ext cx="74090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CL" sz="1200" dirty="0">
                  <a:latin typeface="Gill Sans MT" panose="020B0502020104020203" pitchFamily="34" charset="77"/>
                </a:rPr>
                <a:t>Sumador</a:t>
              </a:r>
              <a:endParaRPr lang="es-ES" sz="1200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29566-75C2-F69A-3204-7B154CEB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2B18A-32F1-406D-507E-FE3735D13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36</a:t>
            </a:fld>
            <a:endParaRPr lang="en-CL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7804150" y="2195513"/>
            <a:ext cx="2305050" cy="2813050"/>
            <a:chOff x="597" y="454"/>
            <a:chExt cx="4764" cy="3222"/>
          </a:xfrm>
        </p:grpSpPr>
        <p:sp>
          <p:nvSpPr>
            <p:cNvPr id="13315" name="Freeform 3"/>
            <p:cNvSpPr>
              <a:spLocks/>
            </p:cNvSpPr>
            <p:nvPr/>
          </p:nvSpPr>
          <p:spPr bwMode="auto">
            <a:xfrm>
              <a:off x="597" y="454"/>
              <a:ext cx="704" cy="1911"/>
            </a:xfrm>
            <a:custGeom>
              <a:avLst/>
              <a:gdLst/>
              <a:ahLst/>
              <a:cxnLst>
                <a:cxn ang="0">
                  <a:pos x="8" y="1351"/>
                </a:cxn>
                <a:cxn ang="0">
                  <a:pos x="24" y="1104"/>
                </a:cxn>
                <a:cxn ang="0">
                  <a:pos x="40" y="864"/>
                </a:cxn>
                <a:cxn ang="0">
                  <a:pos x="56" y="648"/>
                </a:cxn>
                <a:cxn ang="0">
                  <a:pos x="64" y="456"/>
                </a:cxn>
                <a:cxn ang="0">
                  <a:pos x="80" y="288"/>
                </a:cxn>
                <a:cxn ang="0">
                  <a:pos x="96" y="160"/>
                </a:cxn>
                <a:cxn ang="0">
                  <a:pos x="112" y="72"/>
                </a:cxn>
                <a:cxn ang="0">
                  <a:pos x="136" y="8"/>
                </a:cxn>
                <a:cxn ang="0">
                  <a:pos x="152" y="16"/>
                </a:cxn>
                <a:cxn ang="0">
                  <a:pos x="160" y="56"/>
                </a:cxn>
                <a:cxn ang="0">
                  <a:pos x="176" y="136"/>
                </a:cxn>
                <a:cxn ang="0">
                  <a:pos x="192" y="232"/>
                </a:cxn>
                <a:cxn ang="0">
                  <a:pos x="208" y="360"/>
                </a:cxn>
                <a:cxn ang="0">
                  <a:pos x="216" y="504"/>
                </a:cxn>
                <a:cxn ang="0">
                  <a:pos x="232" y="664"/>
                </a:cxn>
                <a:cxn ang="0">
                  <a:pos x="248" y="824"/>
                </a:cxn>
                <a:cxn ang="0">
                  <a:pos x="264" y="984"/>
                </a:cxn>
                <a:cxn ang="0">
                  <a:pos x="280" y="1143"/>
                </a:cxn>
                <a:cxn ang="0">
                  <a:pos x="288" y="1295"/>
                </a:cxn>
                <a:cxn ang="0">
                  <a:pos x="304" y="1431"/>
                </a:cxn>
                <a:cxn ang="0">
                  <a:pos x="320" y="1551"/>
                </a:cxn>
                <a:cxn ang="0">
                  <a:pos x="336" y="1655"/>
                </a:cxn>
                <a:cxn ang="0">
                  <a:pos x="352" y="1743"/>
                </a:cxn>
                <a:cxn ang="0">
                  <a:pos x="360" y="1807"/>
                </a:cxn>
                <a:cxn ang="0">
                  <a:pos x="376" y="1863"/>
                </a:cxn>
                <a:cxn ang="0">
                  <a:pos x="392" y="1887"/>
                </a:cxn>
                <a:cxn ang="0">
                  <a:pos x="408" y="1911"/>
                </a:cxn>
                <a:cxn ang="0">
                  <a:pos x="432" y="1903"/>
                </a:cxn>
                <a:cxn ang="0">
                  <a:pos x="448" y="1887"/>
                </a:cxn>
                <a:cxn ang="0">
                  <a:pos x="464" y="1863"/>
                </a:cxn>
                <a:cxn ang="0">
                  <a:pos x="480" y="1839"/>
                </a:cxn>
                <a:cxn ang="0">
                  <a:pos x="488" y="1815"/>
                </a:cxn>
                <a:cxn ang="0">
                  <a:pos x="520" y="1783"/>
                </a:cxn>
                <a:cxn ang="0">
                  <a:pos x="536" y="1767"/>
                </a:cxn>
                <a:cxn ang="0">
                  <a:pos x="544" y="1759"/>
                </a:cxn>
                <a:cxn ang="0">
                  <a:pos x="568" y="1759"/>
                </a:cxn>
                <a:cxn ang="0">
                  <a:pos x="592" y="1767"/>
                </a:cxn>
                <a:cxn ang="0">
                  <a:pos x="616" y="1783"/>
                </a:cxn>
                <a:cxn ang="0">
                  <a:pos x="640" y="1799"/>
                </a:cxn>
                <a:cxn ang="0">
                  <a:pos x="664" y="1799"/>
                </a:cxn>
                <a:cxn ang="0">
                  <a:pos x="688" y="1799"/>
                </a:cxn>
              </a:cxnLst>
              <a:rect l="0" t="0" r="r" b="b"/>
              <a:pathLst>
                <a:path w="704" h="1911">
                  <a:moveTo>
                    <a:pt x="0" y="1527"/>
                  </a:moveTo>
                  <a:lnTo>
                    <a:pt x="8" y="1439"/>
                  </a:lnTo>
                  <a:lnTo>
                    <a:pt x="8" y="1351"/>
                  </a:lnTo>
                  <a:lnTo>
                    <a:pt x="16" y="1263"/>
                  </a:lnTo>
                  <a:lnTo>
                    <a:pt x="16" y="1183"/>
                  </a:lnTo>
                  <a:lnTo>
                    <a:pt x="24" y="1104"/>
                  </a:lnTo>
                  <a:lnTo>
                    <a:pt x="32" y="1016"/>
                  </a:lnTo>
                  <a:lnTo>
                    <a:pt x="32" y="936"/>
                  </a:lnTo>
                  <a:lnTo>
                    <a:pt x="40" y="864"/>
                  </a:lnTo>
                  <a:lnTo>
                    <a:pt x="40" y="784"/>
                  </a:lnTo>
                  <a:lnTo>
                    <a:pt x="48" y="712"/>
                  </a:lnTo>
                  <a:lnTo>
                    <a:pt x="56" y="648"/>
                  </a:lnTo>
                  <a:lnTo>
                    <a:pt x="56" y="576"/>
                  </a:lnTo>
                  <a:lnTo>
                    <a:pt x="64" y="512"/>
                  </a:lnTo>
                  <a:lnTo>
                    <a:pt x="64" y="456"/>
                  </a:lnTo>
                  <a:lnTo>
                    <a:pt x="72" y="392"/>
                  </a:lnTo>
                  <a:lnTo>
                    <a:pt x="80" y="344"/>
                  </a:lnTo>
                  <a:lnTo>
                    <a:pt x="80" y="288"/>
                  </a:lnTo>
                  <a:lnTo>
                    <a:pt x="88" y="248"/>
                  </a:lnTo>
                  <a:lnTo>
                    <a:pt x="88" y="200"/>
                  </a:lnTo>
                  <a:lnTo>
                    <a:pt x="96" y="160"/>
                  </a:lnTo>
                  <a:lnTo>
                    <a:pt x="104" y="128"/>
                  </a:lnTo>
                  <a:lnTo>
                    <a:pt x="104" y="96"/>
                  </a:lnTo>
                  <a:lnTo>
                    <a:pt x="112" y="72"/>
                  </a:lnTo>
                  <a:lnTo>
                    <a:pt x="112" y="48"/>
                  </a:lnTo>
                  <a:lnTo>
                    <a:pt x="120" y="32"/>
                  </a:lnTo>
                  <a:lnTo>
                    <a:pt x="136" y="8"/>
                  </a:lnTo>
                  <a:lnTo>
                    <a:pt x="136" y="0"/>
                  </a:lnTo>
                  <a:lnTo>
                    <a:pt x="144" y="8"/>
                  </a:lnTo>
                  <a:lnTo>
                    <a:pt x="152" y="16"/>
                  </a:lnTo>
                  <a:lnTo>
                    <a:pt x="152" y="24"/>
                  </a:lnTo>
                  <a:lnTo>
                    <a:pt x="160" y="40"/>
                  </a:lnTo>
                  <a:lnTo>
                    <a:pt x="160" y="56"/>
                  </a:lnTo>
                  <a:lnTo>
                    <a:pt x="168" y="80"/>
                  </a:lnTo>
                  <a:lnTo>
                    <a:pt x="176" y="104"/>
                  </a:lnTo>
                  <a:lnTo>
                    <a:pt x="176" y="136"/>
                  </a:lnTo>
                  <a:lnTo>
                    <a:pt x="184" y="168"/>
                  </a:lnTo>
                  <a:lnTo>
                    <a:pt x="184" y="200"/>
                  </a:lnTo>
                  <a:lnTo>
                    <a:pt x="192" y="232"/>
                  </a:lnTo>
                  <a:lnTo>
                    <a:pt x="192" y="272"/>
                  </a:lnTo>
                  <a:lnTo>
                    <a:pt x="200" y="320"/>
                  </a:lnTo>
                  <a:lnTo>
                    <a:pt x="208" y="360"/>
                  </a:lnTo>
                  <a:lnTo>
                    <a:pt x="208" y="408"/>
                  </a:lnTo>
                  <a:lnTo>
                    <a:pt x="216" y="456"/>
                  </a:lnTo>
                  <a:lnTo>
                    <a:pt x="216" y="504"/>
                  </a:lnTo>
                  <a:lnTo>
                    <a:pt x="224" y="552"/>
                  </a:lnTo>
                  <a:lnTo>
                    <a:pt x="232" y="608"/>
                  </a:lnTo>
                  <a:lnTo>
                    <a:pt x="232" y="664"/>
                  </a:lnTo>
                  <a:lnTo>
                    <a:pt x="240" y="712"/>
                  </a:lnTo>
                  <a:lnTo>
                    <a:pt x="240" y="768"/>
                  </a:lnTo>
                  <a:lnTo>
                    <a:pt x="248" y="824"/>
                  </a:lnTo>
                  <a:lnTo>
                    <a:pt x="256" y="880"/>
                  </a:lnTo>
                  <a:lnTo>
                    <a:pt x="256" y="928"/>
                  </a:lnTo>
                  <a:lnTo>
                    <a:pt x="264" y="984"/>
                  </a:lnTo>
                  <a:lnTo>
                    <a:pt x="264" y="1040"/>
                  </a:lnTo>
                  <a:lnTo>
                    <a:pt x="272" y="1088"/>
                  </a:lnTo>
                  <a:lnTo>
                    <a:pt x="280" y="1143"/>
                  </a:lnTo>
                  <a:lnTo>
                    <a:pt x="280" y="1191"/>
                  </a:lnTo>
                  <a:lnTo>
                    <a:pt x="288" y="1247"/>
                  </a:lnTo>
                  <a:lnTo>
                    <a:pt x="288" y="1295"/>
                  </a:lnTo>
                  <a:lnTo>
                    <a:pt x="296" y="1343"/>
                  </a:lnTo>
                  <a:lnTo>
                    <a:pt x="304" y="1383"/>
                  </a:lnTo>
                  <a:lnTo>
                    <a:pt x="304" y="1431"/>
                  </a:lnTo>
                  <a:lnTo>
                    <a:pt x="312" y="1471"/>
                  </a:lnTo>
                  <a:lnTo>
                    <a:pt x="312" y="1511"/>
                  </a:lnTo>
                  <a:lnTo>
                    <a:pt x="320" y="1551"/>
                  </a:lnTo>
                  <a:lnTo>
                    <a:pt x="328" y="1591"/>
                  </a:lnTo>
                  <a:lnTo>
                    <a:pt x="328" y="1623"/>
                  </a:lnTo>
                  <a:lnTo>
                    <a:pt x="336" y="1655"/>
                  </a:lnTo>
                  <a:lnTo>
                    <a:pt x="336" y="1687"/>
                  </a:lnTo>
                  <a:lnTo>
                    <a:pt x="344" y="1719"/>
                  </a:lnTo>
                  <a:lnTo>
                    <a:pt x="352" y="1743"/>
                  </a:lnTo>
                  <a:lnTo>
                    <a:pt x="352" y="1767"/>
                  </a:lnTo>
                  <a:lnTo>
                    <a:pt x="360" y="1791"/>
                  </a:lnTo>
                  <a:lnTo>
                    <a:pt x="360" y="1807"/>
                  </a:lnTo>
                  <a:lnTo>
                    <a:pt x="368" y="1831"/>
                  </a:lnTo>
                  <a:lnTo>
                    <a:pt x="376" y="1847"/>
                  </a:lnTo>
                  <a:lnTo>
                    <a:pt x="376" y="1863"/>
                  </a:lnTo>
                  <a:lnTo>
                    <a:pt x="384" y="1871"/>
                  </a:lnTo>
                  <a:lnTo>
                    <a:pt x="384" y="1879"/>
                  </a:lnTo>
                  <a:lnTo>
                    <a:pt x="392" y="1887"/>
                  </a:lnTo>
                  <a:lnTo>
                    <a:pt x="392" y="1895"/>
                  </a:lnTo>
                  <a:lnTo>
                    <a:pt x="400" y="1903"/>
                  </a:lnTo>
                  <a:lnTo>
                    <a:pt x="408" y="1911"/>
                  </a:lnTo>
                  <a:lnTo>
                    <a:pt x="416" y="1911"/>
                  </a:lnTo>
                  <a:lnTo>
                    <a:pt x="424" y="1903"/>
                  </a:lnTo>
                  <a:lnTo>
                    <a:pt x="432" y="1903"/>
                  </a:lnTo>
                  <a:lnTo>
                    <a:pt x="448" y="1887"/>
                  </a:lnTo>
                  <a:lnTo>
                    <a:pt x="440" y="1887"/>
                  </a:lnTo>
                  <a:lnTo>
                    <a:pt x="448" y="1887"/>
                  </a:lnTo>
                  <a:lnTo>
                    <a:pt x="456" y="1879"/>
                  </a:lnTo>
                  <a:lnTo>
                    <a:pt x="456" y="1871"/>
                  </a:lnTo>
                  <a:lnTo>
                    <a:pt x="464" y="1863"/>
                  </a:lnTo>
                  <a:lnTo>
                    <a:pt x="464" y="1855"/>
                  </a:lnTo>
                  <a:lnTo>
                    <a:pt x="472" y="1847"/>
                  </a:lnTo>
                  <a:lnTo>
                    <a:pt x="480" y="1839"/>
                  </a:lnTo>
                  <a:lnTo>
                    <a:pt x="480" y="1831"/>
                  </a:lnTo>
                  <a:lnTo>
                    <a:pt x="488" y="1823"/>
                  </a:lnTo>
                  <a:lnTo>
                    <a:pt x="488" y="1815"/>
                  </a:lnTo>
                  <a:lnTo>
                    <a:pt x="496" y="1807"/>
                  </a:lnTo>
                  <a:lnTo>
                    <a:pt x="504" y="1799"/>
                  </a:lnTo>
                  <a:lnTo>
                    <a:pt x="520" y="1783"/>
                  </a:lnTo>
                  <a:lnTo>
                    <a:pt x="512" y="1783"/>
                  </a:lnTo>
                  <a:lnTo>
                    <a:pt x="520" y="1783"/>
                  </a:lnTo>
                  <a:lnTo>
                    <a:pt x="536" y="1767"/>
                  </a:lnTo>
                  <a:lnTo>
                    <a:pt x="528" y="1767"/>
                  </a:lnTo>
                  <a:lnTo>
                    <a:pt x="536" y="1767"/>
                  </a:lnTo>
                  <a:lnTo>
                    <a:pt x="544" y="1759"/>
                  </a:lnTo>
                  <a:lnTo>
                    <a:pt x="552" y="1759"/>
                  </a:lnTo>
                  <a:lnTo>
                    <a:pt x="560" y="1759"/>
                  </a:lnTo>
                  <a:lnTo>
                    <a:pt x="568" y="1759"/>
                  </a:lnTo>
                  <a:lnTo>
                    <a:pt x="576" y="1759"/>
                  </a:lnTo>
                  <a:lnTo>
                    <a:pt x="584" y="1759"/>
                  </a:lnTo>
                  <a:lnTo>
                    <a:pt x="592" y="1767"/>
                  </a:lnTo>
                  <a:lnTo>
                    <a:pt x="600" y="1767"/>
                  </a:lnTo>
                  <a:lnTo>
                    <a:pt x="608" y="1775"/>
                  </a:lnTo>
                  <a:lnTo>
                    <a:pt x="616" y="1783"/>
                  </a:lnTo>
                  <a:lnTo>
                    <a:pt x="624" y="1783"/>
                  </a:lnTo>
                  <a:lnTo>
                    <a:pt x="632" y="1791"/>
                  </a:lnTo>
                  <a:lnTo>
                    <a:pt x="640" y="1799"/>
                  </a:lnTo>
                  <a:lnTo>
                    <a:pt x="648" y="1799"/>
                  </a:lnTo>
                  <a:lnTo>
                    <a:pt x="656" y="1799"/>
                  </a:lnTo>
                  <a:lnTo>
                    <a:pt x="664" y="1799"/>
                  </a:lnTo>
                  <a:lnTo>
                    <a:pt x="672" y="1799"/>
                  </a:lnTo>
                  <a:lnTo>
                    <a:pt x="680" y="1799"/>
                  </a:lnTo>
                  <a:lnTo>
                    <a:pt x="688" y="1799"/>
                  </a:lnTo>
                  <a:lnTo>
                    <a:pt x="696" y="1791"/>
                  </a:lnTo>
                  <a:lnTo>
                    <a:pt x="704" y="1783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16" name="Freeform 4"/>
            <p:cNvSpPr>
              <a:spLocks/>
            </p:cNvSpPr>
            <p:nvPr/>
          </p:nvSpPr>
          <p:spPr bwMode="auto">
            <a:xfrm>
              <a:off x="1301" y="1765"/>
              <a:ext cx="721" cy="1879"/>
            </a:xfrm>
            <a:custGeom>
              <a:avLst/>
              <a:gdLst/>
              <a:ahLst/>
              <a:cxnLst>
                <a:cxn ang="0">
                  <a:pos x="16" y="456"/>
                </a:cxn>
                <a:cxn ang="0">
                  <a:pos x="33" y="432"/>
                </a:cxn>
                <a:cxn ang="0">
                  <a:pos x="49" y="400"/>
                </a:cxn>
                <a:cxn ang="0">
                  <a:pos x="57" y="368"/>
                </a:cxn>
                <a:cxn ang="0">
                  <a:pos x="73" y="336"/>
                </a:cxn>
                <a:cxn ang="0">
                  <a:pos x="89" y="296"/>
                </a:cxn>
                <a:cxn ang="0">
                  <a:pos x="105" y="256"/>
                </a:cxn>
                <a:cxn ang="0">
                  <a:pos x="113" y="224"/>
                </a:cxn>
                <a:cxn ang="0">
                  <a:pos x="129" y="192"/>
                </a:cxn>
                <a:cxn ang="0">
                  <a:pos x="145" y="160"/>
                </a:cxn>
                <a:cxn ang="0">
                  <a:pos x="161" y="136"/>
                </a:cxn>
                <a:cxn ang="0">
                  <a:pos x="185" y="112"/>
                </a:cxn>
                <a:cxn ang="0">
                  <a:pos x="209" y="112"/>
                </a:cxn>
                <a:cxn ang="0">
                  <a:pos x="233" y="112"/>
                </a:cxn>
                <a:cxn ang="0">
                  <a:pos x="257" y="128"/>
                </a:cxn>
                <a:cxn ang="0">
                  <a:pos x="281" y="144"/>
                </a:cxn>
                <a:cxn ang="0">
                  <a:pos x="305" y="152"/>
                </a:cxn>
                <a:cxn ang="0">
                  <a:pos x="329" y="152"/>
                </a:cxn>
                <a:cxn ang="0">
                  <a:pos x="353" y="136"/>
                </a:cxn>
                <a:cxn ang="0">
                  <a:pos x="369" y="120"/>
                </a:cxn>
                <a:cxn ang="0">
                  <a:pos x="385" y="96"/>
                </a:cxn>
                <a:cxn ang="0">
                  <a:pos x="401" y="72"/>
                </a:cxn>
                <a:cxn ang="0">
                  <a:pos x="409" y="48"/>
                </a:cxn>
                <a:cxn ang="0">
                  <a:pos x="441" y="16"/>
                </a:cxn>
                <a:cxn ang="0">
                  <a:pos x="457" y="0"/>
                </a:cxn>
                <a:cxn ang="0">
                  <a:pos x="481" y="16"/>
                </a:cxn>
                <a:cxn ang="0">
                  <a:pos x="497" y="48"/>
                </a:cxn>
                <a:cxn ang="0">
                  <a:pos x="513" y="96"/>
                </a:cxn>
                <a:cxn ang="0">
                  <a:pos x="529" y="160"/>
                </a:cxn>
                <a:cxn ang="0">
                  <a:pos x="537" y="240"/>
                </a:cxn>
                <a:cxn ang="0">
                  <a:pos x="553" y="344"/>
                </a:cxn>
                <a:cxn ang="0">
                  <a:pos x="569" y="464"/>
                </a:cxn>
                <a:cxn ang="0">
                  <a:pos x="585" y="600"/>
                </a:cxn>
                <a:cxn ang="0">
                  <a:pos x="601" y="752"/>
                </a:cxn>
                <a:cxn ang="0">
                  <a:pos x="609" y="912"/>
                </a:cxn>
                <a:cxn ang="0">
                  <a:pos x="625" y="1071"/>
                </a:cxn>
                <a:cxn ang="0">
                  <a:pos x="641" y="1231"/>
                </a:cxn>
                <a:cxn ang="0">
                  <a:pos x="657" y="1391"/>
                </a:cxn>
                <a:cxn ang="0">
                  <a:pos x="665" y="1535"/>
                </a:cxn>
                <a:cxn ang="0">
                  <a:pos x="681" y="1663"/>
                </a:cxn>
                <a:cxn ang="0">
                  <a:pos x="697" y="1767"/>
                </a:cxn>
                <a:cxn ang="0">
                  <a:pos x="713" y="1847"/>
                </a:cxn>
              </a:cxnLst>
              <a:rect l="0" t="0" r="r" b="b"/>
              <a:pathLst>
                <a:path w="721" h="1879">
                  <a:moveTo>
                    <a:pt x="0" y="472"/>
                  </a:moveTo>
                  <a:lnTo>
                    <a:pt x="8" y="464"/>
                  </a:lnTo>
                  <a:lnTo>
                    <a:pt x="16" y="456"/>
                  </a:lnTo>
                  <a:lnTo>
                    <a:pt x="24" y="448"/>
                  </a:lnTo>
                  <a:lnTo>
                    <a:pt x="24" y="440"/>
                  </a:lnTo>
                  <a:lnTo>
                    <a:pt x="33" y="432"/>
                  </a:lnTo>
                  <a:lnTo>
                    <a:pt x="33" y="424"/>
                  </a:lnTo>
                  <a:lnTo>
                    <a:pt x="41" y="408"/>
                  </a:lnTo>
                  <a:lnTo>
                    <a:pt x="49" y="400"/>
                  </a:lnTo>
                  <a:lnTo>
                    <a:pt x="49" y="392"/>
                  </a:lnTo>
                  <a:lnTo>
                    <a:pt x="57" y="376"/>
                  </a:lnTo>
                  <a:lnTo>
                    <a:pt x="57" y="368"/>
                  </a:lnTo>
                  <a:lnTo>
                    <a:pt x="65" y="360"/>
                  </a:lnTo>
                  <a:lnTo>
                    <a:pt x="65" y="344"/>
                  </a:lnTo>
                  <a:lnTo>
                    <a:pt x="73" y="336"/>
                  </a:lnTo>
                  <a:lnTo>
                    <a:pt x="81" y="320"/>
                  </a:lnTo>
                  <a:lnTo>
                    <a:pt x="81" y="312"/>
                  </a:lnTo>
                  <a:lnTo>
                    <a:pt x="89" y="296"/>
                  </a:lnTo>
                  <a:lnTo>
                    <a:pt x="89" y="280"/>
                  </a:lnTo>
                  <a:lnTo>
                    <a:pt x="97" y="272"/>
                  </a:lnTo>
                  <a:lnTo>
                    <a:pt x="105" y="256"/>
                  </a:lnTo>
                  <a:lnTo>
                    <a:pt x="105" y="248"/>
                  </a:lnTo>
                  <a:lnTo>
                    <a:pt x="113" y="232"/>
                  </a:lnTo>
                  <a:lnTo>
                    <a:pt x="113" y="224"/>
                  </a:lnTo>
                  <a:lnTo>
                    <a:pt x="121" y="216"/>
                  </a:lnTo>
                  <a:lnTo>
                    <a:pt x="129" y="200"/>
                  </a:lnTo>
                  <a:lnTo>
                    <a:pt x="129" y="192"/>
                  </a:lnTo>
                  <a:lnTo>
                    <a:pt x="137" y="184"/>
                  </a:lnTo>
                  <a:lnTo>
                    <a:pt x="137" y="176"/>
                  </a:lnTo>
                  <a:lnTo>
                    <a:pt x="145" y="160"/>
                  </a:lnTo>
                  <a:lnTo>
                    <a:pt x="153" y="152"/>
                  </a:lnTo>
                  <a:lnTo>
                    <a:pt x="161" y="144"/>
                  </a:lnTo>
                  <a:lnTo>
                    <a:pt x="161" y="136"/>
                  </a:lnTo>
                  <a:lnTo>
                    <a:pt x="169" y="128"/>
                  </a:lnTo>
                  <a:lnTo>
                    <a:pt x="177" y="120"/>
                  </a:lnTo>
                  <a:lnTo>
                    <a:pt x="185" y="112"/>
                  </a:lnTo>
                  <a:lnTo>
                    <a:pt x="193" y="112"/>
                  </a:lnTo>
                  <a:lnTo>
                    <a:pt x="201" y="112"/>
                  </a:lnTo>
                  <a:lnTo>
                    <a:pt x="209" y="112"/>
                  </a:lnTo>
                  <a:lnTo>
                    <a:pt x="217" y="112"/>
                  </a:lnTo>
                  <a:lnTo>
                    <a:pt x="225" y="112"/>
                  </a:lnTo>
                  <a:lnTo>
                    <a:pt x="233" y="112"/>
                  </a:lnTo>
                  <a:lnTo>
                    <a:pt x="241" y="120"/>
                  </a:lnTo>
                  <a:lnTo>
                    <a:pt x="249" y="128"/>
                  </a:lnTo>
                  <a:lnTo>
                    <a:pt x="257" y="128"/>
                  </a:lnTo>
                  <a:lnTo>
                    <a:pt x="265" y="136"/>
                  </a:lnTo>
                  <a:lnTo>
                    <a:pt x="273" y="136"/>
                  </a:lnTo>
                  <a:lnTo>
                    <a:pt x="281" y="144"/>
                  </a:lnTo>
                  <a:lnTo>
                    <a:pt x="289" y="152"/>
                  </a:lnTo>
                  <a:lnTo>
                    <a:pt x="297" y="152"/>
                  </a:lnTo>
                  <a:lnTo>
                    <a:pt x="305" y="152"/>
                  </a:lnTo>
                  <a:lnTo>
                    <a:pt x="313" y="152"/>
                  </a:lnTo>
                  <a:lnTo>
                    <a:pt x="321" y="152"/>
                  </a:lnTo>
                  <a:lnTo>
                    <a:pt x="329" y="152"/>
                  </a:lnTo>
                  <a:lnTo>
                    <a:pt x="337" y="144"/>
                  </a:lnTo>
                  <a:lnTo>
                    <a:pt x="345" y="144"/>
                  </a:lnTo>
                  <a:lnTo>
                    <a:pt x="353" y="136"/>
                  </a:lnTo>
                  <a:lnTo>
                    <a:pt x="369" y="120"/>
                  </a:lnTo>
                  <a:lnTo>
                    <a:pt x="361" y="120"/>
                  </a:lnTo>
                  <a:lnTo>
                    <a:pt x="369" y="120"/>
                  </a:lnTo>
                  <a:lnTo>
                    <a:pt x="377" y="112"/>
                  </a:lnTo>
                  <a:lnTo>
                    <a:pt x="377" y="104"/>
                  </a:lnTo>
                  <a:lnTo>
                    <a:pt x="385" y="96"/>
                  </a:lnTo>
                  <a:lnTo>
                    <a:pt x="385" y="88"/>
                  </a:lnTo>
                  <a:lnTo>
                    <a:pt x="393" y="80"/>
                  </a:lnTo>
                  <a:lnTo>
                    <a:pt x="401" y="72"/>
                  </a:lnTo>
                  <a:lnTo>
                    <a:pt x="401" y="64"/>
                  </a:lnTo>
                  <a:lnTo>
                    <a:pt x="409" y="56"/>
                  </a:lnTo>
                  <a:lnTo>
                    <a:pt x="409" y="48"/>
                  </a:lnTo>
                  <a:lnTo>
                    <a:pt x="417" y="40"/>
                  </a:lnTo>
                  <a:lnTo>
                    <a:pt x="425" y="32"/>
                  </a:lnTo>
                  <a:lnTo>
                    <a:pt x="441" y="16"/>
                  </a:lnTo>
                  <a:lnTo>
                    <a:pt x="441" y="8"/>
                  </a:lnTo>
                  <a:lnTo>
                    <a:pt x="449" y="8"/>
                  </a:lnTo>
                  <a:lnTo>
                    <a:pt x="457" y="0"/>
                  </a:lnTo>
                  <a:lnTo>
                    <a:pt x="465" y="8"/>
                  </a:lnTo>
                  <a:lnTo>
                    <a:pt x="473" y="8"/>
                  </a:lnTo>
                  <a:lnTo>
                    <a:pt x="481" y="16"/>
                  </a:lnTo>
                  <a:lnTo>
                    <a:pt x="489" y="24"/>
                  </a:lnTo>
                  <a:lnTo>
                    <a:pt x="489" y="32"/>
                  </a:lnTo>
                  <a:lnTo>
                    <a:pt x="497" y="48"/>
                  </a:lnTo>
                  <a:lnTo>
                    <a:pt x="505" y="64"/>
                  </a:lnTo>
                  <a:lnTo>
                    <a:pt x="505" y="80"/>
                  </a:lnTo>
                  <a:lnTo>
                    <a:pt x="513" y="96"/>
                  </a:lnTo>
                  <a:lnTo>
                    <a:pt x="513" y="112"/>
                  </a:lnTo>
                  <a:lnTo>
                    <a:pt x="521" y="136"/>
                  </a:lnTo>
                  <a:lnTo>
                    <a:pt x="529" y="160"/>
                  </a:lnTo>
                  <a:lnTo>
                    <a:pt x="529" y="184"/>
                  </a:lnTo>
                  <a:lnTo>
                    <a:pt x="537" y="216"/>
                  </a:lnTo>
                  <a:lnTo>
                    <a:pt x="537" y="240"/>
                  </a:lnTo>
                  <a:lnTo>
                    <a:pt x="545" y="272"/>
                  </a:lnTo>
                  <a:lnTo>
                    <a:pt x="553" y="312"/>
                  </a:lnTo>
                  <a:lnTo>
                    <a:pt x="553" y="344"/>
                  </a:lnTo>
                  <a:lnTo>
                    <a:pt x="561" y="384"/>
                  </a:lnTo>
                  <a:lnTo>
                    <a:pt x="561" y="424"/>
                  </a:lnTo>
                  <a:lnTo>
                    <a:pt x="569" y="464"/>
                  </a:lnTo>
                  <a:lnTo>
                    <a:pt x="577" y="512"/>
                  </a:lnTo>
                  <a:lnTo>
                    <a:pt x="577" y="552"/>
                  </a:lnTo>
                  <a:lnTo>
                    <a:pt x="585" y="600"/>
                  </a:lnTo>
                  <a:lnTo>
                    <a:pt x="585" y="648"/>
                  </a:lnTo>
                  <a:lnTo>
                    <a:pt x="593" y="704"/>
                  </a:lnTo>
                  <a:lnTo>
                    <a:pt x="601" y="752"/>
                  </a:lnTo>
                  <a:lnTo>
                    <a:pt x="601" y="800"/>
                  </a:lnTo>
                  <a:lnTo>
                    <a:pt x="609" y="856"/>
                  </a:lnTo>
                  <a:lnTo>
                    <a:pt x="609" y="912"/>
                  </a:lnTo>
                  <a:lnTo>
                    <a:pt x="617" y="960"/>
                  </a:lnTo>
                  <a:lnTo>
                    <a:pt x="625" y="1015"/>
                  </a:lnTo>
                  <a:lnTo>
                    <a:pt x="625" y="1071"/>
                  </a:lnTo>
                  <a:lnTo>
                    <a:pt x="633" y="1127"/>
                  </a:lnTo>
                  <a:lnTo>
                    <a:pt x="633" y="1183"/>
                  </a:lnTo>
                  <a:lnTo>
                    <a:pt x="641" y="1231"/>
                  </a:lnTo>
                  <a:lnTo>
                    <a:pt x="641" y="1287"/>
                  </a:lnTo>
                  <a:lnTo>
                    <a:pt x="649" y="1335"/>
                  </a:lnTo>
                  <a:lnTo>
                    <a:pt x="657" y="1391"/>
                  </a:lnTo>
                  <a:lnTo>
                    <a:pt x="657" y="1439"/>
                  </a:lnTo>
                  <a:lnTo>
                    <a:pt x="665" y="1487"/>
                  </a:lnTo>
                  <a:lnTo>
                    <a:pt x="665" y="1535"/>
                  </a:lnTo>
                  <a:lnTo>
                    <a:pt x="673" y="1583"/>
                  </a:lnTo>
                  <a:lnTo>
                    <a:pt x="681" y="1623"/>
                  </a:lnTo>
                  <a:lnTo>
                    <a:pt x="681" y="1663"/>
                  </a:lnTo>
                  <a:lnTo>
                    <a:pt x="689" y="1703"/>
                  </a:lnTo>
                  <a:lnTo>
                    <a:pt x="689" y="1735"/>
                  </a:lnTo>
                  <a:lnTo>
                    <a:pt x="697" y="1767"/>
                  </a:lnTo>
                  <a:lnTo>
                    <a:pt x="705" y="1799"/>
                  </a:lnTo>
                  <a:lnTo>
                    <a:pt x="705" y="1823"/>
                  </a:lnTo>
                  <a:lnTo>
                    <a:pt x="713" y="1847"/>
                  </a:lnTo>
                  <a:lnTo>
                    <a:pt x="713" y="1863"/>
                  </a:lnTo>
                  <a:lnTo>
                    <a:pt x="721" y="187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17" name="Freeform 5"/>
            <p:cNvSpPr>
              <a:spLocks/>
            </p:cNvSpPr>
            <p:nvPr/>
          </p:nvSpPr>
          <p:spPr bwMode="auto">
            <a:xfrm>
              <a:off x="2022" y="454"/>
              <a:ext cx="641" cy="3222"/>
            </a:xfrm>
            <a:custGeom>
              <a:avLst/>
              <a:gdLst/>
              <a:ahLst/>
              <a:cxnLst>
                <a:cxn ang="0">
                  <a:pos x="16" y="3222"/>
                </a:cxn>
                <a:cxn ang="0">
                  <a:pos x="32" y="3198"/>
                </a:cxn>
                <a:cxn ang="0">
                  <a:pos x="48" y="3134"/>
                </a:cxn>
                <a:cxn ang="0">
                  <a:pos x="64" y="3030"/>
                </a:cxn>
                <a:cxn ang="0">
                  <a:pos x="80" y="2902"/>
                </a:cxn>
                <a:cxn ang="0">
                  <a:pos x="88" y="2726"/>
                </a:cxn>
                <a:cxn ang="0">
                  <a:pos x="104" y="2534"/>
                </a:cxn>
                <a:cxn ang="0">
                  <a:pos x="120" y="2310"/>
                </a:cxn>
                <a:cxn ang="0">
                  <a:pos x="136" y="2071"/>
                </a:cxn>
                <a:cxn ang="0">
                  <a:pos x="144" y="1815"/>
                </a:cxn>
                <a:cxn ang="0">
                  <a:pos x="160" y="1551"/>
                </a:cxn>
                <a:cxn ang="0">
                  <a:pos x="176" y="1295"/>
                </a:cxn>
                <a:cxn ang="0">
                  <a:pos x="192" y="1048"/>
                </a:cxn>
                <a:cxn ang="0">
                  <a:pos x="208" y="808"/>
                </a:cxn>
                <a:cxn ang="0">
                  <a:pos x="216" y="600"/>
                </a:cxn>
                <a:cxn ang="0">
                  <a:pos x="232" y="416"/>
                </a:cxn>
                <a:cxn ang="0">
                  <a:pos x="248" y="256"/>
                </a:cxn>
                <a:cxn ang="0">
                  <a:pos x="264" y="136"/>
                </a:cxn>
                <a:cxn ang="0">
                  <a:pos x="280" y="56"/>
                </a:cxn>
                <a:cxn ang="0">
                  <a:pos x="288" y="16"/>
                </a:cxn>
                <a:cxn ang="0">
                  <a:pos x="304" y="8"/>
                </a:cxn>
                <a:cxn ang="0">
                  <a:pos x="320" y="32"/>
                </a:cxn>
                <a:cxn ang="0">
                  <a:pos x="337" y="96"/>
                </a:cxn>
                <a:cxn ang="0">
                  <a:pos x="345" y="184"/>
                </a:cxn>
                <a:cxn ang="0">
                  <a:pos x="361" y="304"/>
                </a:cxn>
                <a:cxn ang="0">
                  <a:pos x="377" y="440"/>
                </a:cxn>
                <a:cxn ang="0">
                  <a:pos x="393" y="592"/>
                </a:cxn>
                <a:cxn ang="0">
                  <a:pos x="409" y="752"/>
                </a:cxn>
                <a:cxn ang="0">
                  <a:pos x="417" y="912"/>
                </a:cxn>
                <a:cxn ang="0">
                  <a:pos x="433" y="1072"/>
                </a:cxn>
                <a:cxn ang="0">
                  <a:pos x="449" y="1231"/>
                </a:cxn>
                <a:cxn ang="0">
                  <a:pos x="465" y="1367"/>
                </a:cxn>
                <a:cxn ang="0">
                  <a:pos x="481" y="1503"/>
                </a:cxn>
                <a:cxn ang="0">
                  <a:pos x="489" y="1615"/>
                </a:cxn>
                <a:cxn ang="0">
                  <a:pos x="505" y="1711"/>
                </a:cxn>
                <a:cxn ang="0">
                  <a:pos x="521" y="1783"/>
                </a:cxn>
                <a:cxn ang="0">
                  <a:pos x="537" y="1839"/>
                </a:cxn>
                <a:cxn ang="0">
                  <a:pos x="545" y="1879"/>
                </a:cxn>
                <a:cxn ang="0">
                  <a:pos x="569" y="1911"/>
                </a:cxn>
                <a:cxn ang="0">
                  <a:pos x="593" y="1903"/>
                </a:cxn>
                <a:cxn ang="0">
                  <a:pos x="617" y="1879"/>
                </a:cxn>
                <a:cxn ang="0">
                  <a:pos x="633" y="1855"/>
                </a:cxn>
              </a:cxnLst>
              <a:rect l="0" t="0" r="r" b="b"/>
              <a:pathLst>
                <a:path w="641" h="3222">
                  <a:moveTo>
                    <a:pt x="0" y="3190"/>
                  </a:moveTo>
                  <a:lnTo>
                    <a:pt x="16" y="3214"/>
                  </a:lnTo>
                  <a:lnTo>
                    <a:pt x="16" y="3222"/>
                  </a:lnTo>
                  <a:lnTo>
                    <a:pt x="24" y="3214"/>
                  </a:lnTo>
                  <a:lnTo>
                    <a:pt x="32" y="3206"/>
                  </a:lnTo>
                  <a:lnTo>
                    <a:pt x="32" y="3198"/>
                  </a:lnTo>
                  <a:lnTo>
                    <a:pt x="40" y="3182"/>
                  </a:lnTo>
                  <a:lnTo>
                    <a:pt x="40" y="3158"/>
                  </a:lnTo>
                  <a:lnTo>
                    <a:pt x="48" y="3134"/>
                  </a:lnTo>
                  <a:lnTo>
                    <a:pt x="56" y="3102"/>
                  </a:lnTo>
                  <a:lnTo>
                    <a:pt x="56" y="3070"/>
                  </a:lnTo>
                  <a:lnTo>
                    <a:pt x="64" y="3030"/>
                  </a:lnTo>
                  <a:lnTo>
                    <a:pt x="64" y="2990"/>
                  </a:lnTo>
                  <a:lnTo>
                    <a:pt x="72" y="2950"/>
                  </a:lnTo>
                  <a:lnTo>
                    <a:pt x="80" y="2902"/>
                  </a:lnTo>
                  <a:lnTo>
                    <a:pt x="80" y="2846"/>
                  </a:lnTo>
                  <a:lnTo>
                    <a:pt x="88" y="2790"/>
                  </a:lnTo>
                  <a:lnTo>
                    <a:pt x="88" y="2726"/>
                  </a:lnTo>
                  <a:lnTo>
                    <a:pt x="96" y="2670"/>
                  </a:lnTo>
                  <a:lnTo>
                    <a:pt x="96" y="2598"/>
                  </a:lnTo>
                  <a:lnTo>
                    <a:pt x="104" y="2534"/>
                  </a:lnTo>
                  <a:lnTo>
                    <a:pt x="112" y="2462"/>
                  </a:lnTo>
                  <a:lnTo>
                    <a:pt x="112" y="2382"/>
                  </a:lnTo>
                  <a:lnTo>
                    <a:pt x="120" y="2310"/>
                  </a:lnTo>
                  <a:lnTo>
                    <a:pt x="120" y="2231"/>
                  </a:lnTo>
                  <a:lnTo>
                    <a:pt x="128" y="2151"/>
                  </a:lnTo>
                  <a:lnTo>
                    <a:pt x="136" y="2071"/>
                  </a:lnTo>
                  <a:lnTo>
                    <a:pt x="136" y="1983"/>
                  </a:lnTo>
                  <a:lnTo>
                    <a:pt x="144" y="1895"/>
                  </a:lnTo>
                  <a:lnTo>
                    <a:pt x="144" y="1815"/>
                  </a:lnTo>
                  <a:lnTo>
                    <a:pt x="152" y="1727"/>
                  </a:lnTo>
                  <a:lnTo>
                    <a:pt x="160" y="1639"/>
                  </a:lnTo>
                  <a:lnTo>
                    <a:pt x="160" y="1551"/>
                  </a:lnTo>
                  <a:lnTo>
                    <a:pt x="168" y="1463"/>
                  </a:lnTo>
                  <a:lnTo>
                    <a:pt x="168" y="1383"/>
                  </a:lnTo>
                  <a:lnTo>
                    <a:pt x="176" y="1295"/>
                  </a:lnTo>
                  <a:lnTo>
                    <a:pt x="184" y="1207"/>
                  </a:lnTo>
                  <a:lnTo>
                    <a:pt x="184" y="1127"/>
                  </a:lnTo>
                  <a:lnTo>
                    <a:pt x="192" y="1048"/>
                  </a:lnTo>
                  <a:lnTo>
                    <a:pt x="192" y="968"/>
                  </a:lnTo>
                  <a:lnTo>
                    <a:pt x="200" y="888"/>
                  </a:lnTo>
                  <a:lnTo>
                    <a:pt x="208" y="808"/>
                  </a:lnTo>
                  <a:lnTo>
                    <a:pt x="208" y="736"/>
                  </a:lnTo>
                  <a:lnTo>
                    <a:pt x="216" y="664"/>
                  </a:lnTo>
                  <a:lnTo>
                    <a:pt x="216" y="600"/>
                  </a:lnTo>
                  <a:lnTo>
                    <a:pt x="224" y="536"/>
                  </a:lnTo>
                  <a:lnTo>
                    <a:pt x="232" y="472"/>
                  </a:lnTo>
                  <a:lnTo>
                    <a:pt x="232" y="416"/>
                  </a:lnTo>
                  <a:lnTo>
                    <a:pt x="240" y="360"/>
                  </a:lnTo>
                  <a:lnTo>
                    <a:pt x="240" y="304"/>
                  </a:lnTo>
                  <a:lnTo>
                    <a:pt x="248" y="256"/>
                  </a:lnTo>
                  <a:lnTo>
                    <a:pt x="256" y="216"/>
                  </a:lnTo>
                  <a:lnTo>
                    <a:pt x="256" y="176"/>
                  </a:lnTo>
                  <a:lnTo>
                    <a:pt x="264" y="136"/>
                  </a:lnTo>
                  <a:lnTo>
                    <a:pt x="264" y="112"/>
                  </a:lnTo>
                  <a:lnTo>
                    <a:pt x="272" y="80"/>
                  </a:lnTo>
                  <a:lnTo>
                    <a:pt x="280" y="56"/>
                  </a:lnTo>
                  <a:lnTo>
                    <a:pt x="280" y="40"/>
                  </a:lnTo>
                  <a:lnTo>
                    <a:pt x="288" y="24"/>
                  </a:lnTo>
                  <a:lnTo>
                    <a:pt x="288" y="16"/>
                  </a:lnTo>
                  <a:lnTo>
                    <a:pt x="296" y="8"/>
                  </a:lnTo>
                  <a:lnTo>
                    <a:pt x="296" y="0"/>
                  </a:lnTo>
                  <a:lnTo>
                    <a:pt x="304" y="8"/>
                  </a:lnTo>
                  <a:lnTo>
                    <a:pt x="312" y="8"/>
                  </a:lnTo>
                  <a:lnTo>
                    <a:pt x="312" y="24"/>
                  </a:lnTo>
                  <a:lnTo>
                    <a:pt x="320" y="32"/>
                  </a:lnTo>
                  <a:lnTo>
                    <a:pt x="320" y="48"/>
                  </a:lnTo>
                  <a:lnTo>
                    <a:pt x="328" y="72"/>
                  </a:lnTo>
                  <a:lnTo>
                    <a:pt x="337" y="96"/>
                  </a:lnTo>
                  <a:lnTo>
                    <a:pt x="337" y="120"/>
                  </a:lnTo>
                  <a:lnTo>
                    <a:pt x="345" y="152"/>
                  </a:lnTo>
                  <a:lnTo>
                    <a:pt x="345" y="184"/>
                  </a:lnTo>
                  <a:lnTo>
                    <a:pt x="353" y="224"/>
                  </a:lnTo>
                  <a:lnTo>
                    <a:pt x="361" y="264"/>
                  </a:lnTo>
                  <a:lnTo>
                    <a:pt x="361" y="304"/>
                  </a:lnTo>
                  <a:lnTo>
                    <a:pt x="369" y="344"/>
                  </a:lnTo>
                  <a:lnTo>
                    <a:pt x="369" y="392"/>
                  </a:lnTo>
                  <a:lnTo>
                    <a:pt x="377" y="440"/>
                  </a:lnTo>
                  <a:lnTo>
                    <a:pt x="385" y="488"/>
                  </a:lnTo>
                  <a:lnTo>
                    <a:pt x="385" y="536"/>
                  </a:lnTo>
                  <a:lnTo>
                    <a:pt x="393" y="592"/>
                  </a:lnTo>
                  <a:lnTo>
                    <a:pt x="393" y="640"/>
                  </a:lnTo>
                  <a:lnTo>
                    <a:pt x="401" y="696"/>
                  </a:lnTo>
                  <a:lnTo>
                    <a:pt x="409" y="752"/>
                  </a:lnTo>
                  <a:lnTo>
                    <a:pt x="409" y="800"/>
                  </a:lnTo>
                  <a:lnTo>
                    <a:pt x="417" y="856"/>
                  </a:lnTo>
                  <a:lnTo>
                    <a:pt x="417" y="912"/>
                  </a:lnTo>
                  <a:lnTo>
                    <a:pt x="425" y="968"/>
                  </a:lnTo>
                  <a:lnTo>
                    <a:pt x="433" y="1024"/>
                  </a:lnTo>
                  <a:lnTo>
                    <a:pt x="433" y="1072"/>
                  </a:lnTo>
                  <a:lnTo>
                    <a:pt x="441" y="1127"/>
                  </a:lnTo>
                  <a:lnTo>
                    <a:pt x="441" y="1175"/>
                  </a:lnTo>
                  <a:lnTo>
                    <a:pt x="449" y="1231"/>
                  </a:lnTo>
                  <a:lnTo>
                    <a:pt x="457" y="1279"/>
                  </a:lnTo>
                  <a:lnTo>
                    <a:pt x="457" y="1327"/>
                  </a:lnTo>
                  <a:lnTo>
                    <a:pt x="465" y="1367"/>
                  </a:lnTo>
                  <a:lnTo>
                    <a:pt x="465" y="1415"/>
                  </a:lnTo>
                  <a:lnTo>
                    <a:pt x="473" y="1463"/>
                  </a:lnTo>
                  <a:lnTo>
                    <a:pt x="481" y="1503"/>
                  </a:lnTo>
                  <a:lnTo>
                    <a:pt x="481" y="1543"/>
                  </a:lnTo>
                  <a:lnTo>
                    <a:pt x="489" y="1575"/>
                  </a:lnTo>
                  <a:lnTo>
                    <a:pt x="489" y="1615"/>
                  </a:lnTo>
                  <a:lnTo>
                    <a:pt x="497" y="1647"/>
                  </a:lnTo>
                  <a:lnTo>
                    <a:pt x="497" y="1679"/>
                  </a:lnTo>
                  <a:lnTo>
                    <a:pt x="505" y="1711"/>
                  </a:lnTo>
                  <a:lnTo>
                    <a:pt x="513" y="1735"/>
                  </a:lnTo>
                  <a:lnTo>
                    <a:pt x="513" y="1759"/>
                  </a:lnTo>
                  <a:lnTo>
                    <a:pt x="521" y="1783"/>
                  </a:lnTo>
                  <a:lnTo>
                    <a:pt x="521" y="1807"/>
                  </a:lnTo>
                  <a:lnTo>
                    <a:pt x="529" y="1823"/>
                  </a:lnTo>
                  <a:lnTo>
                    <a:pt x="537" y="1839"/>
                  </a:lnTo>
                  <a:lnTo>
                    <a:pt x="537" y="1855"/>
                  </a:lnTo>
                  <a:lnTo>
                    <a:pt x="545" y="1871"/>
                  </a:lnTo>
                  <a:lnTo>
                    <a:pt x="545" y="1879"/>
                  </a:lnTo>
                  <a:lnTo>
                    <a:pt x="553" y="1887"/>
                  </a:lnTo>
                  <a:lnTo>
                    <a:pt x="569" y="1903"/>
                  </a:lnTo>
                  <a:lnTo>
                    <a:pt x="569" y="1911"/>
                  </a:lnTo>
                  <a:lnTo>
                    <a:pt x="577" y="1911"/>
                  </a:lnTo>
                  <a:lnTo>
                    <a:pt x="585" y="1911"/>
                  </a:lnTo>
                  <a:lnTo>
                    <a:pt x="593" y="1903"/>
                  </a:lnTo>
                  <a:lnTo>
                    <a:pt x="601" y="1895"/>
                  </a:lnTo>
                  <a:lnTo>
                    <a:pt x="609" y="1887"/>
                  </a:lnTo>
                  <a:lnTo>
                    <a:pt x="617" y="1879"/>
                  </a:lnTo>
                  <a:lnTo>
                    <a:pt x="617" y="1871"/>
                  </a:lnTo>
                  <a:lnTo>
                    <a:pt x="625" y="1863"/>
                  </a:lnTo>
                  <a:lnTo>
                    <a:pt x="633" y="1855"/>
                  </a:lnTo>
                  <a:lnTo>
                    <a:pt x="633" y="1847"/>
                  </a:lnTo>
                  <a:lnTo>
                    <a:pt x="641" y="183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18" name="Freeform 6"/>
            <p:cNvSpPr>
              <a:spLocks/>
            </p:cNvSpPr>
            <p:nvPr/>
          </p:nvSpPr>
          <p:spPr bwMode="auto">
            <a:xfrm>
              <a:off x="2663" y="1765"/>
              <a:ext cx="801" cy="528"/>
            </a:xfrm>
            <a:custGeom>
              <a:avLst/>
              <a:gdLst/>
              <a:ahLst/>
              <a:cxnLst>
                <a:cxn ang="0">
                  <a:pos x="16" y="512"/>
                </a:cxn>
                <a:cxn ang="0">
                  <a:pos x="24" y="488"/>
                </a:cxn>
                <a:cxn ang="0">
                  <a:pos x="40" y="472"/>
                </a:cxn>
                <a:cxn ang="0">
                  <a:pos x="64" y="448"/>
                </a:cxn>
                <a:cxn ang="0">
                  <a:pos x="88" y="448"/>
                </a:cxn>
                <a:cxn ang="0">
                  <a:pos x="112" y="456"/>
                </a:cxn>
                <a:cxn ang="0">
                  <a:pos x="136" y="464"/>
                </a:cxn>
                <a:cxn ang="0">
                  <a:pos x="160" y="480"/>
                </a:cxn>
                <a:cxn ang="0">
                  <a:pos x="184" y="488"/>
                </a:cxn>
                <a:cxn ang="0">
                  <a:pos x="208" y="488"/>
                </a:cxn>
                <a:cxn ang="0">
                  <a:pos x="232" y="464"/>
                </a:cxn>
                <a:cxn ang="0">
                  <a:pos x="248" y="440"/>
                </a:cxn>
                <a:cxn ang="0">
                  <a:pos x="264" y="416"/>
                </a:cxn>
                <a:cxn ang="0">
                  <a:pos x="280" y="384"/>
                </a:cxn>
                <a:cxn ang="0">
                  <a:pos x="296" y="352"/>
                </a:cxn>
                <a:cxn ang="0">
                  <a:pos x="304" y="312"/>
                </a:cxn>
                <a:cxn ang="0">
                  <a:pos x="320" y="272"/>
                </a:cxn>
                <a:cxn ang="0">
                  <a:pos x="336" y="240"/>
                </a:cxn>
                <a:cxn ang="0">
                  <a:pos x="352" y="208"/>
                </a:cxn>
                <a:cxn ang="0">
                  <a:pos x="368" y="176"/>
                </a:cxn>
                <a:cxn ang="0">
                  <a:pos x="376" y="152"/>
                </a:cxn>
                <a:cxn ang="0">
                  <a:pos x="400" y="120"/>
                </a:cxn>
                <a:cxn ang="0">
                  <a:pos x="424" y="112"/>
                </a:cxn>
                <a:cxn ang="0">
                  <a:pos x="448" y="112"/>
                </a:cxn>
                <a:cxn ang="0">
                  <a:pos x="472" y="120"/>
                </a:cxn>
                <a:cxn ang="0">
                  <a:pos x="496" y="136"/>
                </a:cxn>
                <a:cxn ang="0">
                  <a:pos x="520" y="152"/>
                </a:cxn>
                <a:cxn ang="0">
                  <a:pos x="544" y="152"/>
                </a:cxn>
                <a:cxn ang="0">
                  <a:pos x="568" y="144"/>
                </a:cxn>
                <a:cxn ang="0">
                  <a:pos x="592" y="120"/>
                </a:cxn>
                <a:cxn ang="0">
                  <a:pos x="608" y="96"/>
                </a:cxn>
                <a:cxn ang="0">
                  <a:pos x="624" y="72"/>
                </a:cxn>
                <a:cxn ang="0">
                  <a:pos x="640" y="48"/>
                </a:cxn>
                <a:cxn ang="0">
                  <a:pos x="664" y="16"/>
                </a:cxn>
                <a:cxn ang="0">
                  <a:pos x="672" y="8"/>
                </a:cxn>
                <a:cxn ang="0">
                  <a:pos x="696" y="8"/>
                </a:cxn>
                <a:cxn ang="0">
                  <a:pos x="721" y="32"/>
                </a:cxn>
                <a:cxn ang="0">
                  <a:pos x="729" y="72"/>
                </a:cxn>
                <a:cxn ang="0">
                  <a:pos x="745" y="128"/>
                </a:cxn>
                <a:cxn ang="0">
                  <a:pos x="761" y="200"/>
                </a:cxn>
                <a:cxn ang="0">
                  <a:pos x="777" y="296"/>
                </a:cxn>
                <a:cxn ang="0">
                  <a:pos x="793" y="408"/>
                </a:cxn>
              </a:cxnLst>
              <a:rect l="0" t="0" r="r" b="b"/>
              <a:pathLst>
                <a:path w="801" h="528">
                  <a:moveTo>
                    <a:pt x="0" y="528"/>
                  </a:moveTo>
                  <a:lnTo>
                    <a:pt x="8" y="520"/>
                  </a:lnTo>
                  <a:lnTo>
                    <a:pt x="16" y="512"/>
                  </a:lnTo>
                  <a:lnTo>
                    <a:pt x="16" y="504"/>
                  </a:lnTo>
                  <a:lnTo>
                    <a:pt x="24" y="496"/>
                  </a:lnTo>
                  <a:lnTo>
                    <a:pt x="24" y="488"/>
                  </a:lnTo>
                  <a:lnTo>
                    <a:pt x="40" y="472"/>
                  </a:lnTo>
                  <a:lnTo>
                    <a:pt x="32" y="472"/>
                  </a:lnTo>
                  <a:lnTo>
                    <a:pt x="40" y="472"/>
                  </a:lnTo>
                  <a:lnTo>
                    <a:pt x="48" y="464"/>
                  </a:lnTo>
                  <a:lnTo>
                    <a:pt x="56" y="456"/>
                  </a:lnTo>
                  <a:lnTo>
                    <a:pt x="64" y="448"/>
                  </a:lnTo>
                  <a:lnTo>
                    <a:pt x="72" y="448"/>
                  </a:lnTo>
                  <a:lnTo>
                    <a:pt x="80" y="448"/>
                  </a:lnTo>
                  <a:lnTo>
                    <a:pt x="88" y="448"/>
                  </a:lnTo>
                  <a:lnTo>
                    <a:pt x="96" y="448"/>
                  </a:lnTo>
                  <a:lnTo>
                    <a:pt x="104" y="448"/>
                  </a:lnTo>
                  <a:lnTo>
                    <a:pt x="112" y="456"/>
                  </a:lnTo>
                  <a:lnTo>
                    <a:pt x="120" y="456"/>
                  </a:lnTo>
                  <a:lnTo>
                    <a:pt x="128" y="464"/>
                  </a:lnTo>
                  <a:lnTo>
                    <a:pt x="136" y="464"/>
                  </a:lnTo>
                  <a:lnTo>
                    <a:pt x="144" y="472"/>
                  </a:lnTo>
                  <a:lnTo>
                    <a:pt x="152" y="480"/>
                  </a:lnTo>
                  <a:lnTo>
                    <a:pt x="160" y="480"/>
                  </a:lnTo>
                  <a:lnTo>
                    <a:pt x="168" y="488"/>
                  </a:lnTo>
                  <a:lnTo>
                    <a:pt x="176" y="488"/>
                  </a:lnTo>
                  <a:lnTo>
                    <a:pt x="184" y="488"/>
                  </a:lnTo>
                  <a:lnTo>
                    <a:pt x="192" y="488"/>
                  </a:lnTo>
                  <a:lnTo>
                    <a:pt x="200" y="488"/>
                  </a:lnTo>
                  <a:lnTo>
                    <a:pt x="208" y="488"/>
                  </a:lnTo>
                  <a:lnTo>
                    <a:pt x="216" y="480"/>
                  </a:lnTo>
                  <a:lnTo>
                    <a:pt x="224" y="472"/>
                  </a:lnTo>
                  <a:lnTo>
                    <a:pt x="232" y="464"/>
                  </a:lnTo>
                  <a:lnTo>
                    <a:pt x="240" y="456"/>
                  </a:lnTo>
                  <a:lnTo>
                    <a:pt x="248" y="448"/>
                  </a:lnTo>
                  <a:lnTo>
                    <a:pt x="248" y="440"/>
                  </a:lnTo>
                  <a:lnTo>
                    <a:pt x="256" y="432"/>
                  </a:lnTo>
                  <a:lnTo>
                    <a:pt x="256" y="424"/>
                  </a:lnTo>
                  <a:lnTo>
                    <a:pt x="264" y="416"/>
                  </a:lnTo>
                  <a:lnTo>
                    <a:pt x="272" y="408"/>
                  </a:lnTo>
                  <a:lnTo>
                    <a:pt x="272" y="392"/>
                  </a:lnTo>
                  <a:lnTo>
                    <a:pt x="280" y="384"/>
                  </a:lnTo>
                  <a:lnTo>
                    <a:pt x="280" y="376"/>
                  </a:lnTo>
                  <a:lnTo>
                    <a:pt x="288" y="360"/>
                  </a:lnTo>
                  <a:lnTo>
                    <a:pt x="296" y="352"/>
                  </a:lnTo>
                  <a:lnTo>
                    <a:pt x="296" y="336"/>
                  </a:lnTo>
                  <a:lnTo>
                    <a:pt x="304" y="328"/>
                  </a:lnTo>
                  <a:lnTo>
                    <a:pt x="304" y="312"/>
                  </a:lnTo>
                  <a:lnTo>
                    <a:pt x="312" y="304"/>
                  </a:lnTo>
                  <a:lnTo>
                    <a:pt x="320" y="288"/>
                  </a:lnTo>
                  <a:lnTo>
                    <a:pt x="320" y="272"/>
                  </a:lnTo>
                  <a:lnTo>
                    <a:pt x="328" y="264"/>
                  </a:lnTo>
                  <a:lnTo>
                    <a:pt x="328" y="248"/>
                  </a:lnTo>
                  <a:lnTo>
                    <a:pt x="336" y="240"/>
                  </a:lnTo>
                  <a:lnTo>
                    <a:pt x="344" y="224"/>
                  </a:lnTo>
                  <a:lnTo>
                    <a:pt x="344" y="216"/>
                  </a:lnTo>
                  <a:lnTo>
                    <a:pt x="352" y="208"/>
                  </a:lnTo>
                  <a:lnTo>
                    <a:pt x="352" y="192"/>
                  </a:lnTo>
                  <a:lnTo>
                    <a:pt x="360" y="184"/>
                  </a:lnTo>
                  <a:lnTo>
                    <a:pt x="368" y="176"/>
                  </a:lnTo>
                  <a:lnTo>
                    <a:pt x="368" y="168"/>
                  </a:lnTo>
                  <a:lnTo>
                    <a:pt x="376" y="160"/>
                  </a:lnTo>
                  <a:lnTo>
                    <a:pt x="376" y="152"/>
                  </a:lnTo>
                  <a:lnTo>
                    <a:pt x="384" y="144"/>
                  </a:lnTo>
                  <a:lnTo>
                    <a:pt x="400" y="128"/>
                  </a:lnTo>
                  <a:lnTo>
                    <a:pt x="400" y="120"/>
                  </a:lnTo>
                  <a:lnTo>
                    <a:pt x="408" y="112"/>
                  </a:lnTo>
                  <a:lnTo>
                    <a:pt x="416" y="112"/>
                  </a:lnTo>
                  <a:lnTo>
                    <a:pt x="424" y="112"/>
                  </a:lnTo>
                  <a:lnTo>
                    <a:pt x="432" y="112"/>
                  </a:lnTo>
                  <a:lnTo>
                    <a:pt x="440" y="112"/>
                  </a:lnTo>
                  <a:lnTo>
                    <a:pt x="448" y="112"/>
                  </a:lnTo>
                  <a:lnTo>
                    <a:pt x="456" y="112"/>
                  </a:lnTo>
                  <a:lnTo>
                    <a:pt x="464" y="120"/>
                  </a:lnTo>
                  <a:lnTo>
                    <a:pt x="472" y="120"/>
                  </a:lnTo>
                  <a:lnTo>
                    <a:pt x="480" y="128"/>
                  </a:lnTo>
                  <a:lnTo>
                    <a:pt x="488" y="136"/>
                  </a:lnTo>
                  <a:lnTo>
                    <a:pt x="496" y="136"/>
                  </a:lnTo>
                  <a:lnTo>
                    <a:pt x="504" y="144"/>
                  </a:lnTo>
                  <a:lnTo>
                    <a:pt x="512" y="144"/>
                  </a:lnTo>
                  <a:lnTo>
                    <a:pt x="520" y="152"/>
                  </a:lnTo>
                  <a:lnTo>
                    <a:pt x="528" y="152"/>
                  </a:lnTo>
                  <a:lnTo>
                    <a:pt x="536" y="152"/>
                  </a:lnTo>
                  <a:lnTo>
                    <a:pt x="544" y="152"/>
                  </a:lnTo>
                  <a:lnTo>
                    <a:pt x="552" y="152"/>
                  </a:lnTo>
                  <a:lnTo>
                    <a:pt x="560" y="152"/>
                  </a:lnTo>
                  <a:lnTo>
                    <a:pt x="568" y="144"/>
                  </a:lnTo>
                  <a:lnTo>
                    <a:pt x="576" y="136"/>
                  </a:lnTo>
                  <a:lnTo>
                    <a:pt x="584" y="128"/>
                  </a:lnTo>
                  <a:lnTo>
                    <a:pt x="592" y="120"/>
                  </a:lnTo>
                  <a:lnTo>
                    <a:pt x="600" y="112"/>
                  </a:lnTo>
                  <a:lnTo>
                    <a:pt x="600" y="104"/>
                  </a:lnTo>
                  <a:lnTo>
                    <a:pt x="608" y="96"/>
                  </a:lnTo>
                  <a:lnTo>
                    <a:pt x="608" y="88"/>
                  </a:lnTo>
                  <a:lnTo>
                    <a:pt x="616" y="80"/>
                  </a:lnTo>
                  <a:lnTo>
                    <a:pt x="624" y="72"/>
                  </a:lnTo>
                  <a:lnTo>
                    <a:pt x="632" y="64"/>
                  </a:lnTo>
                  <a:lnTo>
                    <a:pt x="632" y="56"/>
                  </a:lnTo>
                  <a:lnTo>
                    <a:pt x="640" y="48"/>
                  </a:lnTo>
                  <a:lnTo>
                    <a:pt x="648" y="40"/>
                  </a:lnTo>
                  <a:lnTo>
                    <a:pt x="648" y="32"/>
                  </a:lnTo>
                  <a:lnTo>
                    <a:pt x="664" y="16"/>
                  </a:lnTo>
                  <a:lnTo>
                    <a:pt x="656" y="16"/>
                  </a:lnTo>
                  <a:lnTo>
                    <a:pt x="664" y="16"/>
                  </a:lnTo>
                  <a:lnTo>
                    <a:pt x="672" y="8"/>
                  </a:lnTo>
                  <a:lnTo>
                    <a:pt x="680" y="0"/>
                  </a:lnTo>
                  <a:lnTo>
                    <a:pt x="688" y="0"/>
                  </a:lnTo>
                  <a:lnTo>
                    <a:pt x="696" y="8"/>
                  </a:lnTo>
                  <a:lnTo>
                    <a:pt x="704" y="16"/>
                  </a:lnTo>
                  <a:lnTo>
                    <a:pt x="712" y="24"/>
                  </a:lnTo>
                  <a:lnTo>
                    <a:pt x="721" y="32"/>
                  </a:lnTo>
                  <a:lnTo>
                    <a:pt x="721" y="40"/>
                  </a:lnTo>
                  <a:lnTo>
                    <a:pt x="729" y="56"/>
                  </a:lnTo>
                  <a:lnTo>
                    <a:pt x="729" y="72"/>
                  </a:lnTo>
                  <a:lnTo>
                    <a:pt x="737" y="88"/>
                  </a:lnTo>
                  <a:lnTo>
                    <a:pt x="745" y="104"/>
                  </a:lnTo>
                  <a:lnTo>
                    <a:pt x="745" y="128"/>
                  </a:lnTo>
                  <a:lnTo>
                    <a:pt x="753" y="152"/>
                  </a:lnTo>
                  <a:lnTo>
                    <a:pt x="753" y="176"/>
                  </a:lnTo>
                  <a:lnTo>
                    <a:pt x="761" y="200"/>
                  </a:lnTo>
                  <a:lnTo>
                    <a:pt x="769" y="232"/>
                  </a:lnTo>
                  <a:lnTo>
                    <a:pt x="769" y="264"/>
                  </a:lnTo>
                  <a:lnTo>
                    <a:pt x="777" y="296"/>
                  </a:lnTo>
                  <a:lnTo>
                    <a:pt x="777" y="336"/>
                  </a:lnTo>
                  <a:lnTo>
                    <a:pt x="785" y="368"/>
                  </a:lnTo>
                  <a:lnTo>
                    <a:pt x="793" y="408"/>
                  </a:lnTo>
                  <a:lnTo>
                    <a:pt x="793" y="448"/>
                  </a:lnTo>
                  <a:lnTo>
                    <a:pt x="801" y="496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19" name="Freeform 7"/>
            <p:cNvSpPr>
              <a:spLocks/>
            </p:cNvSpPr>
            <p:nvPr/>
          </p:nvSpPr>
          <p:spPr bwMode="auto">
            <a:xfrm>
              <a:off x="3464" y="462"/>
              <a:ext cx="608" cy="3214"/>
            </a:xfrm>
            <a:custGeom>
              <a:avLst/>
              <a:gdLst/>
              <a:ahLst/>
              <a:cxnLst>
                <a:cxn ang="0">
                  <a:pos x="8" y="1887"/>
                </a:cxn>
                <a:cxn ang="0">
                  <a:pos x="24" y="2039"/>
                </a:cxn>
                <a:cxn ang="0">
                  <a:pos x="32" y="2191"/>
                </a:cxn>
                <a:cxn ang="0">
                  <a:pos x="48" y="2358"/>
                </a:cxn>
                <a:cxn ang="0">
                  <a:pos x="64" y="2518"/>
                </a:cxn>
                <a:cxn ang="0">
                  <a:pos x="80" y="2678"/>
                </a:cxn>
                <a:cxn ang="0">
                  <a:pos x="96" y="2822"/>
                </a:cxn>
                <a:cxn ang="0">
                  <a:pos x="104" y="2950"/>
                </a:cxn>
                <a:cxn ang="0">
                  <a:pos x="120" y="3062"/>
                </a:cxn>
                <a:cxn ang="0">
                  <a:pos x="136" y="3142"/>
                </a:cxn>
                <a:cxn ang="0">
                  <a:pos x="152" y="3190"/>
                </a:cxn>
                <a:cxn ang="0">
                  <a:pos x="168" y="3214"/>
                </a:cxn>
                <a:cxn ang="0">
                  <a:pos x="176" y="3190"/>
                </a:cxn>
                <a:cxn ang="0">
                  <a:pos x="192" y="3134"/>
                </a:cxn>
                <a:cxn ang="0">
                  <a:pos x="208" y="3038"/>
                </a:cxn>
                <a:cxn ang="0">
                  <a:pos x="224" y="2910"/>
                </a:cxn>
                <a:cxn ang="0">
                  <a:pos x="232" y="2742"/>
                </a:cxn>
                <a:cxn ang="0">
                  <a:pos x="248" y="2550"/>
                </a:cxn>
                <a:cxn ang="0">
                  <a:pos x="264" y="2326"/>
                </a:cxn>
                <a:cxn ang="0">
                  <a:pos x="280" y="2087"/>
                </a:cxn>
                <a:cxn ang="0">
                  <a:pos x="296" y="1831"/>
                </a:cxn>
                <a:cxn ang="0">
                  <a:pos x="304" y="1575"/>
                </a:cxn>
                <a:cxn ang="0">
                  <a:pos x="320" y="1319"/>
                </a:cxn>
                <a:cxn ang="0">
                  <a:pos x="336" y="1064"/>
                </a:cxn>
                <a:cxn ang="0">
                  <a:pos x="352" y="832"/>
                </a:cxn>
                <a:cxn ang="0">
                  <a:pos x="368" y="616"/>
                </a:cxn>
                <a:cxn ang="0">
                  <a:pos x="376" y="424"/>
                </a:cxn>
                <a:cxn ang="0">
                  <a:pos x="392" y="264"/>
                </a:cxn>
                <a:cxn ang="0">
                  <a:pos x="408" y="144"/>
                </a:cxn>
                <a:cxn ang="0">
                  <a:pos x="424" y="56"/>
                </a:cxn>
                <a:cxn ang="0">
                  <a:pos x="432" y="8"/>
                </a:cxn>
                <a:cxn ang="0">
                  <a:pos x="456" y="8"/>
                </a:cxn>
                <a:cxn ang="0">
                  <a:pos x="472" y="56"/>
                </a:cxn>
                <a:cxn ang="0">
                  <a:pos x="488" y="136"/>
                </a:cxn>
                <a:cxn ang="0">
                  <a:pos x="504" y="240"/>
                </a:cxn>
                <a:cxn ang="0">
                  <a:pos x="520" y="368"/>
                </a:cxn>
                <a:cxn ang="0">
                  <a:pos x="528" y="512"/>
                </a:cxn>
                <a:cxn ang="0">
                  <a:pos x="544" y="672"/>
                </a:cxn>
                <a:cxn ang="0">
                  <a:pos x="560" y="832"/>
                </a:cxn>
                <a:cxn ang="0">
                  <a:pos x="576" y="992"/>
                </a:cxn>
                <a:cxn ang="0">
                  <a:pos x="584" y="1151"/>
                </a:cxn>
                <a:cxn ang="0">
                  <a:pos x="600" y="1303"/>
                </a:cxn>
              </a:cxnLst>
              <a:rect l="0" t="0" r="r" b="b"/>
              <a:pathLst>
                <a:path w="608" h="3214">
                  <a:moveTo>
                    <a:pt x="0" y="1799"/>
                  </a:moveTo>
                  <a:lnTo>
                    <a:pt x="0" y="1847"/>
                  </a:lnTo>
                  <a:lnTo>
                    <a:pt x="8" y="1887"/>
                  </a:lnTo>
                  <a:lnTo>
                    <a:pt x="8" y="1935"/>
                  </a:lnTo>
                  <a:lnTo>
                    <a:pt x="16" y="1983"/>
                  </a:lnTo>
                  <a:lnTo>
                    <a:pt x="24" y="2039"/>
                  </a:lnTo>
                  <a:lnTo>
                    <a:pt x="24" y="2087"/>
                  </a:lnTo>
                  <a:lnTo>
                    <a:pt x="32" y="2143"/>
                  </a:lnTo>
                  <a:lnTo>
                    <a:pt x="32" y="2191"/>
                  </a:lnTo>
                  <a:lnTo>
                    <a:pt x="40" y="2247"/>
                  </a:lnTo>
                  <a:lnTo>
                    <a:pt x="48" y="2302"/>
                  </a:lnTo>
                  <a:lnTo>
                    <a:pt x="48" y="2358"/>
                  </a:lnTo>
                  <a:lnTo>
                    <a:pt x="56" y="2414"/>
                  </a:lnTo>
                  <a:lnTo>
                    <a:pt x="56" y="2462"/>
                  </a:lnTo>
                  <a:lnTo>
                    <a:pt x="64" y="2518"/>
                  </a:lnTo>
                  <a:lnTo>
                    <a:pt x="72" y="2574"/>
                  </a:lnTo>
                  <a:lnTo>
                    <a:pt x="72" y="2622"/>
                  </a:lnTo>
                  <a:lnTo>
                    <a:pt x="80" y="2678"/>
                  </a:lnTo>
                  <a:lnTo>
                    <a:pt x="80" y="2726"/>
                  </a:lnTo>
                  <a:lnTo>
                    <a:pt x="88" y="2774"/>
                  </a:lnTo>
                  <a:lnTo>
                    <a:pt x="96" y="2822"/>
                  </a:lnTo>
                  <a:lnTo>
                    <a:pt x="96" y="2870"/>
                  </a:lnTo>
                  <a:lnTo>
                    <a:pt x="104" y="2910"/>
                  </a:lnTo>
                  <a:lnTo>
                    <a:pt x="104" y="2950"/>
                  </a:lnTo>
                  <a:lnTo>
                    <a:pt x="112" y="2990"/>
                  </a:lnTo>
                  <a:lnTo>
                    <a:pt x="120" y="3030"/>
                  </a:lnTo>
                  <a:lnTo>
                    <a:pt x="120" y="3062"/>
                  </a:lnTo>
                  <a:lnTo>
                    <a:pt x="128" y="3094"/>
                  </a:lnTo>
                  <a:lnTo>
                    <a:pt x="128" y="3118"/>
                  </a:lnTo>
                  <a:lnTo>
                    <a:pt x="136" y="3142"/>
                  </a:lnTo>
                  <a:lnTo>
                    <a:pt x="144" y="3166"/>
                  </a:lnTo>
                  <a:lnTo>
                    <a:pt x="144" y="3182"/>
                  </a:lnTo>
                  <a:lnTo>
                    <a:pt x="152" y="3190"/>
                  </a:lnTo>
                  <a:lnTo>
                    <a:pt x="152" y="3206"/>
                  </a:lnTo>
                  <a:lnTo>
                    <a:pt x="160" y="3206"/>
                  </a:lnTo>
                  <a:lnTo>
                    <a:pt x="168" y="3214"/>
                  </a:lnTo>
                  <a:lnTo>
                    <a:pt x="168" y="3206"/>
                  </a:lnTo>
                  <a:lnTo>
                    <a:pt x="176" y="3198"/>
                  </a:lnTo>
                  <a:lnTo>
                    <a:pt x="176" y="3190"/>
                  </a:lnTo>
                  <a:lnTo>
                    <a:pt x="184" y="3174"/>
                  </a:lnTo>
                  <a:lnTo>
                    <a:pt x="184" y="3158"/>
                  </a:lnTo>
                  <a:lnTo>
                    <a:pt x="192" y="3134"/>
                  </a:lnTo>
                  <a:lnTo>
                    <a:pt x="200" y="3102"/>
                  </a:lnTo>
                  <a:lnTo>
                    <a:pt x="200" y="3078"/>
                  </a:lnTo>
                  <a:lnTo>
                    <a:pt x="208" y="3038"/>
                  </a:lnTo>
                  <a:lnTo>
                    <a:pt x="208" y="2998"/>
                  </a:lnTo>
                  <a:lnTo>
                    <a:pt x="216" y="2958"/>
                  </a:lnTo>
                  <a:lnTo>
                    <a:pt x="224" y="2910"/>
                  </a:lnTo>
                  <a:lnTo>
                    <a:pt x="224" y="2854"/>
                  </a:lnTo>
                  <a:lnTo>
                    <a:pt x="232" y="2798"/>
                  </a:lnTo>
                  <a:lnTo>
                    <a:pt x="232" y="2742"/>
                  </a:lnTo>
                  <a:lnTo>
                    <a:pt x="240" y="2678"/>
                  </a:lnTo>
                  <a:lnTo>
                    <a:pt x="248" y="2614"/>
                  </a:lnTo>
                  <a:lnTo>
                    <a:pt x="248" y="2550"/>
                  </a:lnTo>
                  <a:lnTo>
                    <a:pt x="256" y="2478"/>
                  </a:lnTo>
                  <a:lnTo>
                    <a:pt x="256" y="2406"/>
                  </a:lnTo>
                  <a:lnTo>
                    <a:pt x="264" y="2326"/>
                  </a:lnTo>
                  <a:lnTo>
                    <a:pt x="272" y="2247"/>
                  </a:lnTo>
                  <a:lnTo>
                    <a:pt x="272" y="2167"/>
                  </a:lnTo>
                  <a:lnTo>
                    <a:pt x="280" y="2087"/>
                  </a:lnTo>
                  <a:lnTo>
                    <a:pt x="280" y="2007"/>
                  </a:lnTo>
                  <a:lnTo>
                    <a:pt x="288" y="1919"/>
                  </a:lnTo>
                  <a:lnTo>
                    <a:pt x="296" y="1831"/>
                  </a:lnTo>
                  <a:lnTo>
                    <a:pt x="296" y="1751"/>
                  </a:lnTo>
                  <a:lnTo>
                    <a:pt x="304" y="1663"/>
                  </a:lnTo>
                  <a:lnTo>
                    <a:pt x="304" y="1575"/>
                  </a:lnTo>
                  <a:lnTo>
                    <a:pt x="312" y="1487"/>
                  </a:lnTo>
                  <a:lnTo>
                    <a:pt x="320" y="1399"/>
                  </a:lnTo>
                  <a:lnTo>
                    <a:pt x="320" y="1319"/>
                  </a:lnTo>
                  <a:lnTo>
                    <a:pt x="328" y="1231"/>
                  </a:lnTo>
                  <a:lnTo>
                    <a:pt x="328" y="1143"/>
                  </a:lnTo>
                  <a:lnTo>
                    <a:pt x="336" y="1064"/>
                  </a:lnTo>
                  <a:lnTo>
                    <a:pt x="344" y="984"/>
                  </a:lnTo>
                  <a:lnTo>
                    <a:pt x="344" y="904"/>
                  </a:lnTo>
                  <a:lnTo>
                    <a:pt x="352" y="832"/>
                  </a:lnTo>
                  <a:lnTo>
                    <a:pt x="352" y="752"/>
                  </a:lnTo>
                  <a:lnTo>
                    <a:pt x="360" y="680"/>
                  </a:lnTo>
                  <a:lnTo>
                    <a:pt x="368" y="616"/>
                  </a:lnTo>
                  <a:lnTo>
                    <a:pt x="368" y="544"/>
                  </a:lnTo>
                  <a:lnTo>
                    <a:pt x="376" y="488"/>
                  </a:lnTo>
                  <a:lnTo>
                    <a:pt x="376" y="424"/>
                  </a:lnTo>
                  <a:lnTo>
                    <a:pt x="384" y="368"/>
                  </a:lnTo>
                  <a:lnTo>
                    <a:pt x="384" y="312"/>
                  </a:lnTo>
                  <a:lnTo>
                    <a:pt x="392" y="264"/>
                  </a:lnTo>
                  <a:lnTo>
                    <a:pt x="400" y="224"/>
                  </a:lnTo>
                  <a:lnTo>
                    <a:pt x="400" y="184"/>
                  </a:lnTo>
                  <a:lnTo>
                    <a:pt x="408" y="144"/>
                  </a:lnTo>
                  <a:lnTo>
                    <a:pt x="408" y="112"/>
                  </a:lnTo>
                  <a:lnTo>
                    <a:pt x="416" y="80"/>
                  </a:lnTo>
                  <a:lnTo>
                    <a:pt x="424" y="56"/>
                  </a:lnTo>
                  <a:lnTo>
                    <a:pt x="424" y="32"/>
                  </a:lnTo>
                  <a:lnTo>
                    <a:pt x="432" y="16"/>
                  </a:lnTo>
                  <a:lnTo>
                    <a:pt x="432" y="8"/>
                  </a:lnTo>
                  <a:lnTo>
                    <a:pt x="440" y="0"/>
                  </a:lnTo>
                  <a:lnTo>
                    <a:pt x="456" y="0"/>
                  </a:lnTo>
                  <a:lnTo>
                    <a:pt x="456" y="8"/>
                  </a:lnTo>
                  <a:lnTo>
                    <a:pt x="464" y="24"/>
                  </a:lnTo>
                  <a:lnTo>
                    <a:pt x="472" y="40"/>
                  </a:lnTo>
                  <a:lnTo>
                    <a:pt x="472" y="56"/>
                  </a:lnTo>
                  <a:lnTo>
                    <a:pt x="480" y="80"/>
                  </a:lnTo>
                  <a:lnTo>
                    <a:pt x="480" y="104"/>
                  </a:lnTo>
                  <a:lnTo>
                    <a:pt x="488" y="136"/>
                  </a:lnTo>
                  <a:lnTo>
                    <a:pt x="496" y="168"/>
                  </a:lnTo>
                  <a:lnTo>
                    <a:pt x="496" y="200"/>
                  </a:lnTo>
                  <a:lnTo>
                    <a:pt x="504" y="240"/>
                  </a:lnTo>
                  <a:lnTo>
                    <a:pt x="504" y="280"/>
                  </a:lnTo>
                  <a:lnTo>
                    <a:pt x="512" y="320"/>
                  </a:lnTo>
                  <a:lnTo>
                    <a:pt x="520" y="368"/>
                  </a:lnTo>
                  <a:lnTo>
                    <a:pt x="520" y="416"/>
                  </a:lnTo>
                  <a:lnTo>
                    <a:pt x="528" y="464"/>
                  </a:lnTo>
                  <a:lnTo>
                    <a:pt x="528" y="512"/>
                  </a:lnTo>
                  <a:lnTo>
                    <a:pt x="536" y="568"/>
                  </a:lnTo>
                  <a:lnTo>
                    <a:pt x="544" y="616"/>
                  </a:lnTo>
                  <a:lnTo>
                    <a:pt x="544" y="672"/>
                  </a:lnTo>
                  <a:lnTo>
                    <a:pt x="552" y="720"/>
                  </a:lnTo>
                  <a:lnTo>
                    <a:pt x="552" y="776"/>
                  </a:lnTo>
                  <a:lnTo>
                    <a:pt x="560" y="832"/>
                  </a:lnTo>
                  <a:lnTo>
                    <a:pt x="560" y="888"/>
                  </a:lnTo>
                  <a:lnTo>
                    <a:pt x="568" y="944"/>
                  </a:lnTo>
                  <a:lnTo>
                    <a:pt x="576" y="992"/>
                  </a:lnTo>
                  <a:lnTo>
                    <a:pt x="576" y="1048"/>
                  </a:lnTo>
                  <a:lnTo>
                    <a:pt x="584" y="1104"/>
                  </a:lnTo>
                  <a:lnTo>
                    <a:pt x="584" y="1151"/>
                  </a:lnTo>
                  <a:lnTo>
                    <a:pt x="592" y="1199"/>
                  </a:lnTo>
                  <a:lnTo>
                    <a:pt x="600" y="1255"/>
                  </a:lnTo>
                  <a:lnTo>
                    <a:pt x="600" y="1303"/>
                  </a:lnTo>
                  <a:lnTo>
                    <a:pt x="608" y="1351"/>
                  </a:lnTo>
                  <a:lnTo>
                    <a:pt x="608" y="1391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20" name="Freeform 8"/>
            <p:cNvSpPr>
              <a:spLocks/>
            </p:cNvSpPr>
            <p:nvPr/>
          </p:nvSpPr>
          <p:spPr bwMode="auto">
            <a:xfrm>
              <a:off x="4072" y="1837"/>
              <a:ext cx="801" cy="528"/>
            </a:xfrm>
            <a:custGeom>
              <a:avLst/>
              <a:gdLst/>
              <a:ahLst/>
              <a:cxnLst>
                <a:cxn ang="0">
                  <a:pos x="16" y="104"/>
                </a:cxn>
                <a:cxn ang="0">
                  <a:pos x="24" y="216"/>
                </a:cxn>
                <a:cxn ang="0">
                  <a:pos x="40" y="312"/>
                </a:cxn>
                <a:cxn ang="0">
                  <a:pos x="56" y="392"/>
                </a:cxn>
                <a:cxn ang="0">
                  <a:pos x="72" y="448"/>
                </a:cxn>
                <a:cxn ang="0">
                  <a:pos x="88" y="496"/>
                </a:cxn>
                <a:cxn ang="0">
                  <a:pos x="96" y="520"/>
                </a:cxn>
                <a:cxn ang="0">
                  <a:pos x="120" y="528"/>
                </a:cxn>
                <a:cxn ang="0">
                  <a:pos x="144" y="504"/>
                </a:cxn>
                <a:cxn ang="0">
                  <a:pos x="168" y="480"/>
                </a:cxn>
                <a:cxn ang="0">
                  <a:pos x="176" y="456"/>
                </a:cxn>
                <a:cxn ang="0">
                  <a:pos x="192" y="432"/>
                </a:cxn>
                <a:cxn ang="0">
                  <a:pos x="208" y="408"/>
                </a:cxn>
                <a:cxn ang="0">
                  <a:pos x="232" y="384"/>
                </a:cxn>
                <a:cxn ang="0">
                  <a:pos x="256" y="376"/>
                </a:cxn>
                <a:cxn ang="0">
                  <a:pos x="280" y="376"/>
                </a:cxn>
                <a:cxn ang="0">
                  <a:pos x="304" y="392"/>
                </a:cxn>
                <a:cxn ang="0">
                  <a:pos x="328" y="400"/>
                </a:cxn>
                <a:cxn ang="0">
                  <a:pos x="353" y="416"/>
                </a:cxn>
                <a:cxn ang="0">
                  <a:pos x="377" y="416"/>
                </a:cxn>
                <a:cxn ang="0">
                  <a:pos x="401" y="400"/>
                </a:cxn>
                <a:cxn ang="0">
                  <a:pos x="417" y="384"/>
                </a:cxn>
                <a:cxn ang="0">
                  <a:pos x="441" y="352"/>
                </a:cxn>
                <a:cxn ang="0">
                  <a:pos x="449" y="328"/>
                </a:cxn>
                <a:cxn ang="0">
                  <a:pos x="465" y="296"/>
                </a:cxn>
                <a:cxn ang="0">
                  <a:pos x="481" y="256"/>
                </a:cxn>
                <a:cxn ang="0">
                  <a:pos x="497" y="216"/>
                </a:cxn>
                <a:cxn ang="0">
                  <a:pos x="513" y="184"/>
                </a:cxn>
                <a:cxn ang="0">
                  <a:pos x="521" y="152"/>
                </a:cxn>
                <a:cxn ang="0">
                  <a:pos x="537" y="120"/>
                </a:cxn>
                <a:cxn ang="0">
                  <a:pos x="553" y="88"/>
                </a:cxn>
                <a:cxn ang="0">
                  <a:pos x="569" y="64"/>
                </a:cxn>
                <a:cxn ang="0">
                  <a:pos x="585" y="48"/>
                </a:cxn>
                <a:cxn ang="0">
                  <a:pos x="609" y="40"/>
                </a:cxn>
                <a:cxn ang="0">
                  <a:pos x="633" y="40"/>
                </a:cxn>
                <a:cxn ang="0">
                  <a:pos x="657" y="56"/>
                </a:cxn>
                <a:cxn ang="0">
                  <a:pos x="681" y="72"/>
                </a:cxn>
                <a:cxn ang="0">
                  <a:pos x="705" y="80"/>
                </a:cxn>
                <a:cxn ang="0">
                  <a:pos x="729" y="80"/>
                </a:cxn>
                <a:cxn ang="0">
                  <a:pos x="753" y="64"/>
                </a:cxn>
                <a:cxn ang="0">
                  <a:pos x="777" y="40"/>
                </a:cxn>
                <a:cxn ang="0">
                  <a:pos x="793" y="16"/>
                </a:cxn>
              </a:cxnLst>
              <a:rect l="0" t="0" r="r" b="b"/>
              <a:pathLst>
                <a:path w="801" h="528">
                  <a:moveTo>
                    <a:pt x="0" y="16"/>
                  </a:moveTo>
                  <a:lnTo>
                    <a:pt x="8" y="64"/>
                  </a:lnTo>
                  <a:lnTo>
                    <a:pt x="16" y="104"/>
                  </a:lnTo>
                  <a:lnTo>
                    <a:pt x="16" y="144"/>
                  </a:lnTo>
                  <a:lnTo>
                    <a:pt x="24" y="184"/>
                  </a:lnTo>
                  <a:lnTo>
                    <a:pt x="24" y="216"/>
                  </a:lnTo>
                  <a:lnTo>
                    <a:pt x="32" y="256"/>
                  </a:lnTo>
                  <a:lnTo>
                    <a:pt x="40" y="288"/>
                  </a:lnTo>
                  <a:lnTo>
                    <a:pt x="40" y="312"/>
                  </a:lnTo>
                  <a:lnTo>
                    <a:pt x="48" y="344"/>
                  </a:lnTo>
                  <a:lnTo>
                    <a:pt x="48" y="368"/>
                  </a:lnTo>
                  <a:lnTo>
                    <a:pt x="56" y="392"/>
                  </a:lnTo>
                  <a:lnTo>
                    <a:pt x="64" y="416"/>
                  </a:lnTo>
                  <a:lnTo>
                    <a:pt x="64" y="432"/>
                  </a:lnTo>
                  <a:lnTo>
                    <a:pt x="72" y="448"/>
                  </a:lnTo>
                  <a:lnTo>
                    <a:pt x="72" y="464"/>
                  </a:lnTo>
                  <a:lnTo>
                    <a:pt x="80" y="480"/>
                  </a:lnTo>
                  <a:lnTo>
                    <a:pt x="88" y="496"/>
                  </a:lnTo>
                  <a:lnTo>
                    <a:pt x="88" y="504"/>
                  </a:lnTo>
                  <a:lnTo>
                    <a:pt x="104" y="520"/>
                  </a:lnTo>
                  <a:lnTo>
                    <a:pt x="96" y="520"/>
                  </a:lnTo>
                  <a:lnTo>
                    <a:pt x="104" y="520"/>
                  </a:lnTo>
                  <a:lnTo>
                    <a:pt x="112" y="528"/>
                  </a:lnTo>
                  <a:lnTo>
                    <a:pt x="120" y="528"/>
                  </a:lnTo>
                  <a:lnTo>
                    <a:pt x="128" y="520"/>
                  </a:lnTo>
                  <a:lnTo>
                    <a:pt x="136" y="512"/>
                  </a:lnTo>
                  <a:lnTo>
                    <a:pt x="144" y="504"/>
                  </a:lnTo>
                  <a:lnTo>
                    <a:pt x="152" y="496"/>
                  </a:lnTo>
                  <a:lnTo>
                    <a:pt x="160" y="488"/>
                  </a:lnTo>
                  <a:lnTo>
                    <a:pt x="168" y="480"/>
                  </a:lnTo>
                  <a:lnTo>
                    <a:pt x="168" y="472"/>
                  </a:lnTo>
                  <a:lnTo>
                    <a:pt x="176" y="464"/>
                  </a:lnTo>
                  <a:lnTo>
                    <a:pt x="176" y="456"/>
                  </a:lnTo>
                  <a:lnTo>
                    <a:pt x="184" y="448"/>
                  </a:lnTo>
                  <a:lnTo>
                    <a:pt x="192" y="440"/>
                  </a:lnTo>
                  <a:lnTo>
                    <a:pt x="192" y="432"/>
                  </a:lnTo>
                  <a:lnTo>
                    <a:pt x="200" y="424"/>
                  </a:lnTo>
                  <a:lnTo>
                    <a:pt x="200" y="416"/>
                  </a:lnTo>
                  <a:lnTo>
                    <a:pt x="208" y="408"/>
                  </a:lnTo>
                  <a:lnTo>
                    <a:pt x="216" y="400"/>
                  </a:lnTo>
                  <a:lnTo>
                    <a:pt x="224" y="392"/>
                  </a:lnTo>
                  <a:lnTo>
                    <a:pt x="232" y="384"/>
                  </a:lnTo>
                  <a:lnTo>
                    <a:pt x="240" y="376"/>
                  </a:lnTo>
                  <a:lnTo>
                    <a:pt x="248" y="376"/>
                  </a:lnTo>
                  <a:lnTo>
                    <a:pt x="256" y="376"/>
                  </a:lnTo>
                  <a:lnTo>
                    <a:pt x="264" y="376"/>
                  </a:lnTo>
                  <a:lnTo>
                    <a:pt x="272" y="376"/>
                  </a:lnTo>
                  <a:lnTo>
                    <a:pt x="280" y="376"/>
                  </a:lnTo>
                  <a:lnTo>
                    <a:pt x="288" y="384"/>
                  </a:lnTo>
                  <a:lnTo>
                    <a:pt x="296" y="384"/>
                  </a:lnTo>
                  <a:lnTo>
                    <a:pt x="304" y="392"/>
                  </a:lnTo>
                  <a:lnTo>
                    <a:pt x="312" y="392"/>
                  </a:lnTo>
                  <a:lnTo>
                    <a:pt x="320" y="400"/>
                  </a:lnTo>
                  <a:lnTo>
                    <a:pt x="328" y="400"/>
                  </a:lnTo>
                  <a:lnTo>
                    <a:pt x="337" y="408"/>
                  </a:lnTo>
                  <a:lnTo>
                    <a:pt x="345" y="416"/>
                  </a:lnTo>
                  <a:lnTo>
                    <a:pt x="353" y="416"/>
                  </a:lnTo>
                  <a:lnTo>
                    <a:pt x="361" y="416"/>
                  </a:lnTo>
                  <a:lnTo>
                    <a:pt x="369" y="416"/>
                  </a:lnTo>
                  <a:lnTo>
                    <a:pt x="377" y="416"/>
                  </a:lnTo>
                  <a:lnTo>
                    <a:pt x="385" y="416"/>
                  </a:lnTo>
                  <a:lnTo>
                    <a:pt x="393" y="408"/>
                  </a:lnTo>
                  <a:lnTo>
                    <a:pt x="401" y="400"/>
                  </a:lnTo>
                  <a:lnTo>
                    <a:pt x="409" y="400"/>
                  </a:lnTo>
                  <a:lnTo>
                    <a:pt x="417" y="392"/>
                  </a:lnTo>
                  <a:lnTo>
                    <a:pt x="417" y="384"/>
                  </a:lnTo>
                  <a:lnTo>
                    <a:pt x="425" y="376"/>
                  </a:lnTo>
                  <a:lnTo>
                    <a:pt x="433" y="368"/>
                  </a:lnTo>
                  <a:lnTo>
                    <a:pt x="441" y="352"/>
                  </a:lnTo>
                  <a:lnTo>
                    <a:pt x="441" y="344"/>
                  </a:lnTo>
                  <a:lnTo>
                    <a:pt x="449" y="336"/>
                  </a:lnTo>
                  <a:lnTo>
                    <a:pt x="449" y="328"/>
                  </a:lnTo>
                  <a:lnTo>
                    <a:pt x="457" y="312"/>
                  </a:lnTo>
                  <a:lnTo>
                    <a:pt x="465" y="304"/>
                  </a:lnTo>
                  <a:lnTo>
                    <a:pt x="465" y="296"/>
                  </a:lnTo>
                  <a:lnTo>
                    <a:pt x="473" y="280"/>
                  </a:lnTo>
                  <a:lnTo>
                    <a:pt x="473" y="272"/>
                  </a:lnTo>
                  <a:lnTo>
                    <a:pt x="481" y="256"/>
                  </a:lnTo>
                  <a:lnTo>
                    <a:pt x="489" y="248"/>
                  </a:lnTo>
                  <a:lnTo>
                    <a:pt x="489" y="232"/>
                  </a:lnTo>
                  <a:lnTo>
                    <a:pt x="497" y="216"/>
                  </a:lnTo>
                  <a:lnTo>
                    <a:pt x="497" y="208"/>
                  </a:lnTo>
                  <a:lnTo>
                    <a:pt x="505" y="192"/>
                  </a:lnTo>
                  <a:lnTo>
                    <a:pt x="513" y="184"/>
                  </a:lnTo>
                  <a:lnTo>
                    <a:pt x="513" y="168"/>
                  </a:lnTo>
                  <a:lnTo>
                    <a:pt x="521" y="160"/>
                  </a:lnTo>
                  <a:lnTo>
                    <a:pt x="521" y="152"/>
                  </a:lnTo>
                  <a:lnTo>
                    <a:pt x="529" y="136"/>
                  </a:lnTo>
                  <a:lnTo>
                    <a:pt x="529" y="128"/>
                  </a:lnTo>
                  <a:lnTo>
                    <a:pt x="537" y="120"/>
                  </a:lnTo>
                  <a:lnTo>
                    <a:pt x="545" y="104"/>
                  </a:lnTo>
                  <a:lnTo>
                    <a:pt x="545" y="96"/>
                  </a:lnTo>
                  <a:lnTo>
                    <a:pt x="553" y="88"/>
                  </a:lnTo>
                  <a:lnTo>
                    <a:pt x="553" y="80"/>
                  </a:lnTo>
                  <a:lnTo>
                    <a:pt x="561" y="72"/>
                  </a:lnTo>
                  <a:lnTo>
                    <a:pt x="569" y="64"/>
                  </a:lnTo>
                  <a:lnTo>
                    <a:pt x="585" y="48"/>
                  </a:lnTo>
                  <a:lnTo>
                    <a:pt x="577" y="48"/>
                  </a:lnTo>
                  <a:lnTo>
                    <a:pt x="585" y="48"/>
                  </a:lnTo>
                  <a:lnTo>
                    <a:pt x="593" y="40"/>
                  </a:lnTo>
                  <a:lnTo>
                    <a:pt x="601" y="40"/>
                  </a:lnTo>
                  <a:lnTo>
                    <a:pt x="609" y="40"/>
                  </a:lnTo>
                  <a:lnTo>
                    <a:pt x="617" y="40"/>
                  </a:lnTo>
                  <a:lnTo>
                    <a:pt x="625" y="40"/>
                  </a:lnTo>
                  <a:lnTo>
                    <a:pt x="633" y="40"/>
                  </a:lnTo>
                  <a:lnTo>
                    <a:pt x="641" y="48"/>
                  </a:lnTo>
                  <a:lnTo>
                    <a:pt x="649" y="48"/>
                  </a:lnTo>
                  <a:lnTo>
                    <a:pt x="657" y="56"/>
                  </a:lnTo>
                  <a:lnTo>
                    <a:pt x="665" y="56"/>
                  </a:lnTo>
                  <a:lnTo>
                    <a:pt x="673" y="64"/>
                  </a:lnTo>
                  <a:lnTo>
                    <a:pt x="681" y="72"/>
                  </a:lnTo>
                  <a:lnTo>
                    <a:pt x="689" y="72"/>
                  </a:lnTo>
                  <a:lnTo>
                    <a:pt x="697" y="80"/>
                  </a:lnTo>
                  <a:lnTo>
                    <a:pt x="705" y="80"/>
                  </a:lnTo>
                  <a:lnTo>
                    <a:pt x="713" y="80"/>
                  </a:lnTo>
                  <a:lnTo>
                    <a:pt x="721" y="80"/>
                  </a:lnTo>
                  <a:lnTo>
                    <a:pt x="729" y="80"/>
                  </a:lnTo>
                  <a:lnTo>
                    <a:pt x="737" y="80"/>
                  </a:lnTo>
                  <a:lnTo>
                    <a:pt x="745" y="72"/>
                  </a:lnTo>
                  <a:lnTo>
                    <a:pt x="753" y="64"/>
                  </a:lnTo>
                  <a:lnTo>
                    <a:pt x="761" y="56"/>
                  </a:lnTo>
                  <a:lnTo>
                    <a:pt x="769" y="48"/>
                  </a:lnTo>
                  <a:lnTo>
                    <a:pt x="777" y="40"/>
                  </a:lnTo>
                  <a:lnTo>
                    <a:pt x="785" y="32"/>
                  </a:lnTo>
                  <a:lnTo>
                    <a:pt x="793" y="24"/>
                  </a:lnTo>
                  <a:lnTo>
                    <a:pt x="793" y="16"/>
                  </a:lnTo>
                  <a:lnTo>
                    <a:pt x="801" y="8"/>
                  </a:lnTo>
                  <a:lnTo>
                    <a:pt x="801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21" name="Freeform 9"/>
            <p:cNvSpPr>
              <a:spLocks/>
            </p:cNvSpPr>
            <p:nvPr/>
          </p:nvSpPr>
          <p:spPr bwMode="auto">
            <a:xfrm>
              <a:off x="4873" y="1765"/>
              <a:ext cx="488" cy="1903"/>
            </a:xfrm>
            <a:custGeom>
              <a:avLst/>
              <a:gdLst/>
              <a:ahLst/>
              <a:cxnLst>
                <a:cxn ang="0">
                  <a:pos x="8" y="64"/>
                </a:cxn>
                <a:cxn ang="0">
                  <a:pos x="16" y="48"/>
                </a:cxn>
                <a:cxn ang="0">
                  <a:pos x="24" y="32"/>
                </a:cxn>
                <a:cxn ang="0">
                  <a:pos x="40" y="16"/>
                </a:cxn>
                <a:cxn ang="0">
                  <a:pos x="56" y="8"/>
                </a:cxn>
                <a:cxn ang="0">
                  <a:pos x="72" y="8"/>
                </a:cxn>
                <a:cxn ang="0">
                  <a:pos x="88" y="16"/>
                </a:cxn>
                <a:cxn ang="0">
                  <a:pos x="96" y="32"/>
                </a:cxn>
                <a:cxn ang="0">
                  <a:pos x="104" y="48"/>
                </a:cxn>
                <a:cxn ang="0">
                  <a:pos x="112" y="80"/>
                </a:cxn>
                <a:cxn ang="0">
                  <a:pos x="120" y="120"/>
                </a:cxn>
                <a:cxn ang="0">
                  <a:pos x="128" y="168"/>
                </a:cxn>
                <a:cxn ang="0">
                  <a:pos x="144" y="224"/>
                </a:cxn>
                <a:cxn ang="0">
                  <a:pos x="152" y="288"/>
                </a:cxn>
                <a:cxn ang="0">
                  <a:pos x="160" y="360"/>
                </a:cxn>
                <a:cxn ang="0">
                  <a:pos x="168" y="440"/>
                </a:cxn>
                <a:cxn ang="0">
                  <a:pos x="176" y="528"/>
                </a:cxn>
                <a:cxn ang="0">
                  <a:pos x="192" y="616"/>
                </a:cxn>
                <a:cxn ang="0">
                  <a:pos x="200" y="720"/>
                </a:cxn>
                <a:cxn ang="0">
                  <a:pos x="208" y="824"/>
                </a:cxn>
                <a:cxn ang="0">
                  <a:pos x="216" y="928"/>
                </a:cxn>
                <a:cxn ang="0">
                  <a:pos x="224" y="1031"/>
                </a:cxn>
                <a:cxn ang="0">
                  <a:pos x="240" y="1143"/>
                </a:cxn>
                <a:cxn ang="0">
                  <a:pos x="248" y="1247"/>
                </a:cxn>
                <a:cxn ang="0">
                  <a:pos x="256" y="1359"/>
                </a:cxn>
                <a:cxn ang="0">
                  <a:pos x="264" y="1455"/>
                </a:cxn>
                <a:cxn ang="0">
                  <a:pos x="272" y="1551"/>
                </a:cxn>
                <a:cxn ang="0">
                  <a:pos x="288" y="1639"/>
                </a:cxn>
                <a:cxn ang="0">
                  <a:pos x="296" y="1711"/>
                </a:cxn>
                <a:cxn ang="0">
                  <a:pos x="304" y="1775"/>
                </a:cxn>
                <a:cxn ang="0">
                  <a:pos x="312" y="1831"/>
                </a:cxn>
                <a:cxn ang="0">
                  <a:pos x="320" y="1871"/>
                </a:cxn>
                <a:cxn ang="0">
                  <a:pos x="328" y="1895"/>
                </a:cxn>
                <a:cxn ang="0">
                  <a:pos x="352" y="1903"/>
                </a:cxn>
                <a:cxn ang="0">
                  <a:pos x="360" y="1879"/>
                </a:cxn>
                <a:cxn ang="0">
                  <a:pos x="368" y="1839"/>
                </a:cxn>
                <a:cxn ang="0">
                  <a:pos x="376" y="1783"/>
                </a:cxn>
                <a:cxn ang="0">
                  <a:pos x="392" y="1711"/>
                </a:cxn>
                <a:cxn ang="0">
                  <a:pos x="400" y="1623"/>
                </a:cxn>
                <a:cxn ang="0">
                  <a:pos x="408" y="1519"/>
                </a:cxn>
                <a:cxn ang="0">
                  <a:pos x="416" y="1399"/>
                </a:cxn>
                <a:cxn ang="0">
                  <a:pos x="424" y="1263"/>
                </a:cxn>
                <a:cxn ang="0">
                  <a:pos x="440" y="1127"/>
                </a:cxn>
                <a:cxn ang="0">
                  <a:pos x="448" y="975"/>
                </a:cxn>
                <a:cxn ang="0">
                  <a:pos x="456" y="808"/>
                </a:cxn>
                <a:cxn ang="0">
                  <a:pos x="464" y="648"/>
                </a:cxn>
                <a:cxn ang="0">
                  <a:pos x="472" y="472"/>
                </a:cxn>
                <a:cxn ang="0">
                  <a:pos x="488" y="304"/>
                </a:cxn>
              </a:cxnLst>
              <a:rect l="0" t="0" r="r" b="b"/>
              <a:pathLst>
                <a:path w="488" h="1903">
                  <a:moveTo>
                    <a:pt x="0" y="72"/>
                  </a:moveTo>
                  <a:lnTo>
                    <a:pt x="8" y="64"/>
                  </a:lnTo>
                  <a:lnTo>
                    <a:pt x="16" y="56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48" y="8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0" y="8"/>
                  </a:lnTo>
                  <a:lnTo>
                    <a:pt x="88" y="16"/>
                  </a:lnTo>
                  <a:lnTo>
                    <a:pt x="88" y="24"/>
                  </a:lnTo>
                  <a:lnTo>
                    <a:pt x="96" y="32"/>
                  </a:lnTo>
                  <a:lnTo>
                    <a:pt x="96" y="40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12" y="80"/>
                  </a:lnTo>
                  <a:lnTo>
                    <a:pt x="120" y="104"/>
                  </a:lnTo>
                  <a:lnTo>
                    <a:pt x="120" y="120"/>
                  </a:lnTo>
                  <a:lnTo>
                    <a:pt x="128" y="144"/>
                  </a:lnTo>
                  <a:lnTo>
                    <a:pt x="128" y="168"/>
                  </a:lnTo>
                  <a:lnTo>
                    <a:pt x="136" y="192"/>
                  </a:lnTo>
                  <a:lnTo>
                    <a:pt x="144" y="224"/>
                  </a:lnTo>
                  <a:lnTo>
                    <a:pt x="144" y="256"/>
                  </a:lnTo>
                  <a:lnTo>
                    <a:pt x="152" y="288"/>
                  </a:lnTo>
                  <a:lnTo>
                    <a:pt x="152" y="320"/>
                  </a:lnTo>
                  <a:lnTo>
                    <a:pt x="160" y="360"/>
                  </a:lnTo>
                  <a:lnTo>
                    <a:pt x="168" y="400"/>
                  </a:lnTo>
                  <a:lnTo>
                    <a:pt x="168" y="440"/>
                  </a:lnTo>
                  <a:lnTo>
                    <a:pt x="176" y="480"/>
                  </a:lnTo>
                  <a:lnTo>
                    <a:pt x="176" y="528"/>
                  </a:lnTo>
                  <a:lnTo>
                    <a:pt x="184" y="568"/>
                  </a:lnTo>
                  <a:lnTo>
                    <a:pt x="192" y="616"/>
                  </a:lnTo>
                  <a:lnTo>
                    <a:pt x="192" y="664"/>
                  </a:lnTo>
                  <a:lnTo>
                    <a:pt x="200" y="720"/>
                  </a:lnTo>
                  <a:lnTo>
                    <a:pt x="200" y="768"/>
                  </a:lnTo>
                  <a:lnTo>
                    <a:pt x="208" y="824"/>
                  </a:lnTo>
                  <a:lnTo>
                    <a:pt x="216" y="872"/>
                  </a:lnTo>
                  <a:lnTo>
                    <a:pt x="216" y="928"/>
                  </a:lnTo>
                  <a:lnTo>
                    <a:pt x="224" y="983"/>
                  </a:lnTo>
                  <a:lnTo>
                    <a:pt x="224" y="1031"/>
                  </a:lnTo>
                  <a:lnTo>
                    <a:pt x="232" y="1087"/>
                  </a:lnTo>
                  <a:lnTo>
                    <a:pt x="240" y="1143"/>
                  </a:lnTo>
                  <a:lnTo>
                    <a:pt x="240" y="1199"/>
                  </a:lnTo>
                  <a:lnTo>
                    <a:pt x="248" y="1247"/>
                  </a:lnTo>
                  <a:lnTo>
                    <a:pt x="248" y="1303"/>
                  </a:lnTo>
                  <a:lnTo>
                    <a:pt x="256" y="1359"/>
                  </a:lnTo>
                  <a:lnTo>
                    <a:pt x="264" y="1407"/>
                  </a:lnTo>
                  <a:lnTo>
                    <a:pt x="264" y="1455"/>
                  </a:lnTo>
                  <a:lnTo>
                    <a:pt x="272" y="1503"/>
                  </a:lnTo>
                  <a:lnTo>
                    <a:pt x="272" y="1551"/>
                  </a:lnTo>
                  <a:lnTo>
                    <a:pt x="280" y="1591"/>
                  </a:lnTo>
                  <a:lnTo>
                    <a:pt x="288" y="1639"/>
                  </a:lnTo>
                  <a:lnTo>
                    <a:pt x="288" y="1679"/>
                  </a:lnTo>
                  <a:lnTo>
                    <a:pt x="296" y="1711"/>
                  </a:lnTo>
                  <a:lnTo>
                    <a:pt x="296" y="1743"/>
                  </a:lnTo>
                  <a:lnTo>
                    <a:pt x="304" y="1775"/>
                  </a:lnTo>
                  <a:lnTo>
                    <a:pt x="304" y="1807"/>
                  </a:lnTo>
                  <a:lnTo>
                    <a:pt x="312" y="1831"/>
                  </a:lnTo>
                  <a:lnTo>
                    <a:pt x="320" y="1855"/>
                  </a:lnTo>
                  <a:lnTo>
                    <a:pt x="320" y="1871"/>
                  </a:lnTo>
                  <a:lnTo>
                    <a:pt x="328" y="1887"/>
                  </a:lnTo>
                  <a:lnTo>
                    <a:pt x="328" y="1895"/>
                  </a:lnTo>
                  <a:lnTo>
                    <a:pt x="336" y="1903"/>
                  </a:lnTo>
                  <a:lnTo>
                    <a:pt x="352" y="1903"/>
                  </a:lnTo>
                  <a:lnTo>
                    <a:pt x="352" y="1895"/>
                  </a:lnTo>
                  <a:lnTo>
                    <a:pt x="360" y="1879"/>
                  </a:lnTo>
                  <a:lnTo>
                    <a:pt x="368" y="1863"/>
                  </a:lnTo>
                  <a:lnTo>
                    <a:pt x="368" y="1839"/>
                  </a:lnTo>
                  <a:lnTo>
                    <a:pt x="376" y="1815"/>
                  </a:lnTo>
                  <a:lnTo>
                    <a:pt x="376" y="1783"/>
                  </a:lnTo>
                  <a:lnTo>
                    <a:pt x="384" y="1751"/>
                  </a:lnTo>
                  <a:lnTo>
                    <a:pt x="392" y="1711"/>
                  </a:lnTo>
                  <a:lnTo>
                    <a:pt x="392" y="1663"/>
                  </a:lnTo>
                  <a:lnTo>
                    <a:pt x="400" y="1623"/>
                  </a:lnTo>
                  <a:lnTo>
                    <a:pt x="400" y="1567"/>
                  </a:lnTo>
                  <a:lnTo>
                    <a:pt x="408" y="1519"/>
                  </a:lnTo>
                  <a:lnTo>
                    <a:pt x="416" y="1455"/>
                  </a:lnTo>
                  <a:lnTo>
                    <a:pt x="416" y="1399"/>
                  </a:lnTo>
                  <a:lnTo>
                    <a:pt x="424" y="1335"/>
                  </a:lnTo>
                  <a:lnTo>
                    <a:pt x="424" y="1263"/>
                  </a:lnTo>
                  <a:lnTo>
                    <a:pt x="432" y="1199"/>
                  </a:lnTo>
                  <a:lnTo>
                    <a:pt x="440" y="1127"/>
                  </a:lnTo>
                  <a:lnTo>
                    <a:pt x="440" y="1047"/>
                  </a:lnTo>
                  <a:lnTo>
                    <a:pt x="448" y="975"/>
                  </a:lnTo>
                  <a:lnTo>
                    <a:pt x="448" y="896"/>
                  </a:lnTo>
                  <a:lnTo>
                    <a:pt x="456" y="808"/>
                  </a:lnTo>
                  <a:lnTo>
                    <a:pt x="464" y="728"/>
                  </a:lnTo>
                  <a:lnTo>
                    <a:pt x="464" y="648"/>
                  </a:lnTo>
                  <a:lnTo>
                    <a:pt x="472" y="560"/>
                  </a:lnTo>
                  <a:lnTo>
                    <a:pt x="472" y="472"/>
                  </a:lnTo>
                  <a:lnTo>
                    <a:pt x="480" y="384"/>
                  </a:lnTo>
                  <a:lnTo>
                    <a:pt x="488" y="304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sp>
        <p:nvSpPr>
          <p:cNvPr id="13322" name="Oval 10"/>
          <p:cNvSpPr>
            <a:spLocks noChangeArrowheads="1"/>
          </p:cNvSpPr>
          <p:nvPr/>
        </p:nvSpPr>
        <p:spPr bwMode="auto">
          <a:xfrm>
            <a:off x="6448426" y="3224213"/>
            <a:ext cx="696913" cy="6016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s-CL" sz="2400"/>
              <a:t>+</a:t>
            </a:r>
            <a:endParaRPr lang="es-ES" sz="2400"/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5387976" y="1119189"/>
            <a:ext cx="1444625" cy="2117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 rot="5400000">
            <a:off x="5028407" y="4187032"/>
            <a:ext cx="2116138" cy="1406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5400676" y="2708276"/>
            <a:ext cx="1179513" cy="588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 flipV="1">
            <a:off x="5351463" y="3716339"/>
            <a:ext cx="1168400" cy="663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>
            <a:off x="7145339" y="3525838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367" name="Rectangle 55"/>
          <p:cNvSpPr>
            <a:spLocks noChangeArrowheads="1"/>
          </p:cNvSpPr>
          <p:nvPr/>
        </p:nvSpPr>
        <p:spPr bwMode="auto">
          <a:xfrm>
            <a:off x="2179639" y="946150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13368" name="Rectangle 56"/>
          <p:cNvSpPr>
            <a:spLocks noChangeArrowheads="1"/>
          </p:cNvSpPr>
          <p:nvPr/>
        </p:nvSpPr>
        <p:spPr bwMode="auto">
          <a:xfrm>
            <a:off x="2179639" y="2530475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13369" name="Rectangle 57"/>
          <p:cNvSpPr>
            <a:spLocks noChangeArrowheads="1"/>
          </p:cNvSpPr>
          <p:nvPr/>
        </p:nvSpPr>
        <p:spPr bwMode="auto">
          <a:xfrm>
            <a:off x="2179639" y="4187825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13370" name="Rectangle 58"/>
          <p:cNvSpPr>
            <a:spLocks noChangeArrowheads="1"/>
          </p:cNvSpPr>
          <p:nvPr/>
        </p:nvSpPr>
        <p:spPr bwMode="auto">
          <a:xfrm>
            <a:off x="2179639" y="5772150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13371" name="Line 59"/>
          <p:cNvSpPr>
            <a:spLocks noChangeShapeType="1"/>
          </p:cNvSpPr>
          <p:nvPr/>
        </p:nvSpPr>
        <p:spPr bwMode="auto">
          <a:xfrm>
            <a:off x="3403600" y="1090613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372" name="Line 60"/>
          <p:cNvSpPr>
            <a:spLocks noChangeShapeType="1"/>
          </p:cNvSpPr>
          <p:nvPr/>
        </p:nvSpPr>
        <p:spPr bwMode="auto">
          <a:xfrm>
            <a:off x="3403600" y="2674938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373" name="Line 61"/>
          <p:cNvSpPr>
            <a:spLocks noChangeShapeType="1"/>
          </p:cNvSpPr>
          <p:nvPr/>
        </p:nvSpPr>
        <p:spPr bwMode="auto">
          <a:xfrm>
            <a:off x="3403600" y="4330700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374" name="Line 62"/>
          <p:cNvSpPr>
            <a:spLocks noChangeShapeType="1"/>
          </p:cNvSpPr>
          <p:nvPr/>
        </p:nvSpPr>
        <p:spPr bwMode="auto">
          <a:xfrm>
            <a:off x="3403600" y="5915025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grpSp>
        <p:nvGrpSpPr>
          <p:cNvPr id="13375" name="Group 63"/>
          <p:cNvGrpSpPr>
            <a:grpSpLocks/>
          </p:cNvGrpSpPr>
          <p:nvPr/>
        </p:nvGrpSpPr>
        <p:grpSpPr bwMode="auto">
          <a:xfrm>
            <a:off x="2324100" y="5868988"/>
            <a:ext cx="863600" cy="215900"/>
            <a:chOff x="204" y="3838"/>
            <a:chExt cx="317" cy="136"/>
          </a:xfrm>
        </p:grpSpPr>
        <p:sp>
          <p:nvSpPr>
            <p:cNvPr id="13376" name="Rectangle 64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77" name="Rectangle 65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78" name="Rectangle 66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79" name="Rectangle 67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13380" name="Group 68"/>
          <p:cNvGrpSpPr>
            <a:grpSpLocks/>
          </p:cNvGrpSpPr>
          <p:nvPr/>
        </p:nvGrpSpPr>
        <p:grpSpPr bwMode="auto">
          <a:xfrm>
            <a:off x="2324100" y="4294188"/>
            <a:ext cx="863600" cy="215900"/>
            <a:chOff x="204" y="3838"/>
            <a:chExt cx="317" cy="136"/>
          </a:xfrm>
        </p:grpSpPr>
        <p:sp>
          <p:nvSpPr>
            <p:cNvPr id="13381" name="Rectangle 69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82" name="Rectangle 70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83" name="Rectangle 71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84" name="Rectangle 72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13385" name="Group 73"/>
          <p:cNvGrpSpPr>
            <a:grpSpLocks/>
          </p:cNvGrpSpPr>
          <p:nvPr/>
        </p:nvGrpSpPr>
        <p:grpSpPr bwMode="auto">
          <a:xfrm>
            <a:off x="2324100" y="2617788"/>
            <a:ext cx="863600" cy="215900"/>
            <a:chOff x="204" y="3838"/>
            <a:chExt cx="317" cy="136"/>
          </a:xfrm>
        </p:grpSpPr>
        <p:sp>
          <p:nvSpPr>
            <p:cNvPr id="13386" name="Rectangle 74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87" name="Rectangle 75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88" name="Rectangle 76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89" name="Rectangle 77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13390" name="Group 78"/>
          <p:cNvGrpSpPr>
            <a:grpSpLocks/>
          </p:cNvGrpSpPr>
          <p:nvPr/>
        </p:nvGrpSpPr>
        <p:grpSpPr bwMode="auto">
          <a:xfrm>
            <a:off x="2324100" y="1042988"/>
            <a:ext cx="863600" cy="215900"/>
            <a:chOff x="204" y="3838"/>
            <a:chExt cx="317" cy="136"/>
          </a:xfrm>
        </p:grpSpPr>
        <p:sp>
          <p:nvSpPr>
            <p:cNvPr id="13391" name="Rectangle 79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92" name="Rectangle 80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93" name="Rectangle 81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3394" name="Rectangle 82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sp>
        <p:nvSpPr>
          <p:cNvPr id="13395" name="Text Box 83"/>
          <p:cNvSpPr txBox="1">
            <a:spLocks noChangeArrowheads="1"/>
          </p:cNvSpPr>
          <p:nvPr/>
        </p:nvSpPr>
        <p:spPr bwMode="auto">
          <a:xfrm>
            <a:off x="2232025" y="13160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3396" name="Text Box 84"/>
          <p:cNvSpPr txBox="1">
            <a:spLocks noChangeArrowheads="1"/>
          </p:cNvSpPr>
          <p:nvPr/>
        </p:nvSpPr>
        <p:spPr bwMode="auto">
          <a:xfrm>
            <a:off x="2447925" y="29162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3397" name="Text Box 85"/>
          <p:cNvSpPr txBox="1">
            <a:spLocks noChangeArrowheads="1"/>
          </p:cNvSpPr>
          <p:nvPr/>
        </p:nvSpPr>
        <p:spPr bwMode="auto">
          <a:xfrm>
            <a:off x="2701925" y="45545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3398" name="Text Box 86"/>
          <p:cNvSpPr txBox="1">
            <a:spLocks noChangeArrowheads="1"/>
          </p:cNvSpPr>
          <p:nvPr/>
        </p:nvSpPr>
        <p:spPr bwMode="auto">
          <a:xfrm>
            <a:off x="2943225" y="61293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3399" name="Text Box 87"/>
          <p:cNvSpPr txBox="1">
            <a:spLocks noChangeArrowheads="1"/>
          </p:cNvSpPr>
          <p:nvPr/>
        </p:nvSpPr>
        <p:spPr bwMode="auto">
          <a:xfrm>
            <a:off x="1838325" y="6572250"/>
            <a:ext cx="170296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200" dirty="0">
                <a:latin typeface="Gill Sans MT" panose="020B0502020104020203" pitchFamily="34" charset="77"/>
              </a:rPr>
              <a:t>Osciladores sinusoidales</a:t>
            </a:r>
            <a:endParaRPr lang="es-ES" sz="1200" dirty="0">
              <a:latin typeface="Gill Sans MT" panose="020B0502020104020203" pitchFamily="34" charset="77"/>
            </a:endParaRPr>
          </a:p>
        </p:txBody>
      </p:sp>
      <p:sp>
        <p:nvSpPr>
          <p:cNvPr id="13400" name="Rectangle 88"/>
          <p:cNvSpPr>
            <a:spLocks noChangeArrowheads="1"/>
          </p:cNvSpPr>
          <p:nvPr/>
        </p:nvSpPr>
        <p:spPr bwMode="auto">
          <a:xfrm>
            <a:off x="4064001" y="887414"/>
            <a:ext cx="600075" cy="490537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/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3401" name="Rectangle 89"/>
          <p:cNvSpPr>
            <a:spLocks noChangeArrowheads="1"/>
          </p:cNvSpPr>
          <p:nvPr/>
        </p:nvSpPr>
        <p:spPr bwMode="auto">
          <a:xfrm>
            <a:off x="4051301" y="2462214"/>
            <a:ext cx="600075" cy="490537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/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3402" name="Rectangle 90"/>
          <p:cNvSpPr>
            <a:spLocks noChangeArrowheads="1"/>
          </p:cNvSpPr>
          <p:nvPr/>
        </p:nvSpPr>
        <p:spPr bwMode="auto">
          <a:xfrm>
            <a:off x="4102101" y="4125914"/>
            <a:ext cx="600075" cy="490537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/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3403" name="Rectangle 91"/>
          <p:cNvSpPr>
            <a:spLocks noChangeArrowheads="1"/>
          </p:cNvSpPr>
          <p:nvPr/>
        </p:nvSpPr>
        <p:spPr bwMode="auto">
          <a:xfrm>
            <a:off x="4102101" y="5713414"/>
            <a:ext cx="600075" cy="490537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pPr algn="ctr"/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3404" name="Line 92"/>
          <p:cNvSpPr>
            <a:spLocks noChangeShapeType="1"/>
          </p:cNvSpPr>
          <p:nvPr/>
        </p:nvSpPr>
        <p:spPr bwMode="auto">
          <a:xfrm>
            <a:off x="3395664" y="1092200"/>
            <a:ext cx="649287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405" name="Line 93"/>
          <p:cNvSpPr>
            <a:spLocks noChangeShapeType="1"/>
          </p:cNvSpPr>
          <p:nvPr/>
        </p:nvSpPr>
        <p:spPr bwMode="auto">
          <a:xfrm>
            <a:off x="3395664" y="2676525"/>
            <a:ext cx="649287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406" name="Line 94"/>
          <p:cNvSpPr>
            <a:spLocks noChangeShapeType="1"/>
          </p:cNvSpPr>
          <p:nvPr/>
        </p:nvSpPr>
        <p:spPr bwMode="auto">
          <a:xfrm>
            <a:off x="3395664" y="4332288"/>
            <a:ext cx="649287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407" name="Line 95"/>
          <p:cNvSpPr>
            <a:spLocks noChangeShapeType="1"/>
          </p:cNvSpPr>
          <p:nvPr/>
        </p:nvSpPr>
        <p:spPr bwMode="auto">
          <a:xfrm>
            <a:off x="3395664" y="5916613"/>
            <a:ext cx="649287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408" name="Line 96"/>
          <p:cNvSpPr>
            <a:spLocks noChangeShapeType="1"/>
          </p:cNvSpPr>
          <p:nvPr/>
        </p:nvSpPr>
        <p:spPr bwMode="auto">
          <a:xfrm>
            <a:off x="4754564" y="1104900"/>
            <a:ext cx="649287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409" name="Line 97"/>
          <p:cNvSpPr>
            <a:spLocks noChangeShapeType="1"/>
          </p:cNvSpPr>
          <p:nvPr/>
        </p:nvSpPr>
        <p:spPr bwMode="auto">
          <a:xfrm>
            <a:off x="4754564" y="2689225"/>
            <a:ext cx="649287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410" name="Line 98"/>
          <p:cNvSpPr>
            <a:spLocks noChangeShapeType="1"/>
          </p:cNvSpPr>
          <p:nvPr/>
        </p:nvSpPr>
        <p:spPr bwMode="auto">
          <a:xfrm>
            <a:off x="4754564" y="4344988"/>
            <a:ext cx="649287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411" name="Line 99"/>
          <p:cNvSpPr>
            <a:spLocks noChangeShapeType="1"/>
          </p:cNvSpPr>
          <p:nvPr/>
        </p:nvSpPr>
        <p:spPr bwMode="auto">
          <a:xfrm>
            <a:off x="4754564" y="5929313"/>
            <a:ext cx="649287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3412" name="Text Box 100"/>
          <p:cNvSpPr txBox="1">
            <a:spLocks noChangeArrowheads="1"/>
          </p:cNvSpPr>
          <p:nvPr/>
        </p:nvSpPr>
        <p:spPr bwMode="auto">
          <a:xfrm>
            <a:off x="3810001" y="6583364"/>
            <a:ext cx="110972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200" dirty="0">
                <a:latin typeface="Gill Sans MT" panose="020B0502020104020203" pitchFamily="34" charset="77"/>
              </a:rPr>
              <a:t>Amplificadores</a:t>
            </a:r>
            <a:endParaRPr lang="es-ES" sz="1200" dirty="0">
              <a:latin typeface="Gill Sans MT" panose="020B0502020104020203" pitchFamily="34" charset="77"/>
            </a:endParaRPr>
          </a:p>
        </p:txBody>
      </p:sp>
      <p:sp>
        <p:nvSpPr>
          <p:cNvPr id="13413" name="Text Box 101"/>
          <p:cNvSpPr txBox="1">
            <a:spLocks noChangeArrowheads="1"/>
          </p:cNvSpPr>
          <p:nvPr/>
        </p:nvSpPr>
        <p:spPr bwMode="auto">
          <a:xfrm>
            <a:off x="6602414" y="4200525"/>
            <a:ext cx="74090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200" dirty="0">
                <a:latin typeface="Gill Sans MT" panose="020B0502020104020203" pitchFamily="34" charset="77"/>
              </a:rPr>
              <a:t>Sumador</a:t>
            </a:r>
            <a:endParaRPr lang="es-ES" sz="1200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723852-8BEF-A09C-63C9-2725993F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E713C-8D18-8DDE-DCC6-631EE05C5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37</a:t>
            </a:fld>
            <a:endParaRPr lang="en-CL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2413000" y="1954213"/>
            <a:ext cx="2305050" cy="2813050"/>
            <a:chOff x="597" y="454"/>
            <a:chExt cx="4764" cy="3222"/>
          </a:xfrm>
        </p:grpSpPr>
        <p:sp>
          <p:nvSpPr>
            <p:cNvPr id="15363" name="Freeform 3"/>
            <p:cNvSpPr>
              <a:spLocks/>
            </p:cNvSpPr>
            <p:nvPr/>
          </p:nvSpPr>
          <p:spPr bwMode="auto">
            <a:xfrm>
              <a:off x="597" y="454"/>
              <a:ext cx="704" cy="1911"/>
            </a:xfrm>
            <a:custGeom>
              <a:avLst/>
              <a:gdLst/>
              <a:ahLst/>
              <a:cxnLst>
                <a:cxn ang="0">
                  <a:pos x="8" y="1351"/>
                </a:cxn>
                <a:cxn ang="0">
                  <a:pos x="24" y="1104"/>
                </a:cxn>
                <a:cxn ang="0">
                  <a:pos x="40" y="864"/>
                </a:cxn>
                <a:cxn ang="0">
                  <a:pos x="56" y="648"/>
                </a:cxn>
                <a:cxn ang="0">
                  <a:pos x="64" y="456"/>
                </a:cxn>
                <a:cxn ang="0">
                  <a:pos x="80" y="288"/>
                </a:cxn>
                <a:cxn ang="0">
                  <a:pos x="96" y="160"/>
                </a:cxn>
                <a:cxn ang="0">
                  <a:pos x="112" y="72"/>
                </a:cxn>
                <a:cxn ang="0">
                  <a:pos x="136" y="8"/>
                </a:cxn>
                <a:cxn ang="0">
                  <a:pos x="152" y="16"/>
                </a:cxn>
                <a:cxn ang="0">
                  <a:pos x="160" y="56"/>
                </a:cxn>
                <a:cxn ang="0">
                  <a:pos x="176" y="136"/>
                </a:cxn>
                <a:cxn ang="0">
                  <a:pos x="192" y="232"/>
                </a:cxn>
                <a:cxn ang="0">
                  <a:pos x="208" y="360"/>
                </a:cxn>
                <a:cxn ang="0">
                  <a:pos x="216" y="504"/>
                </a:cxn>
                <a:cxn ang="0">
                  <a:pos x="232" y="664"/>
                </a:cxn>
                <a:cxn ang="0">
                  <a:pos x="248" y="824"/>
                </a:cxn>
                <a:cxn ang="0">
                  <a:pos x="264" y="984"/>
                </a:cxn>
                <a:cxn ang="0">
                  <a:pos x="280" y="1143"/>
                </a:cxn>
                <a:cxn ang="0">
                  <a:pos x="288" y="1295"/>
                </a:cxn>
                <a:cxn ang="0">
                  <a:pos x="304" y="1431"/>
                </a:cxn>
                <a:cxn ang="0">
                  <a:pos x="320" y="1551"/>
                </a:cxn>
                <a:cxn ang="0">
                  <a:pos x="336" y="1655"/>
                </a:cxn>
                <a:cxn ang="0">
                  <a:pos x="352" y="1743"/>
                </a:cxn>
                <a:cxn ang="0">
                  <a:pos x="360" y="1807"/>
                </a:cxn>
                <a:cxn ang="0">
                  <a:pos x="376" y="1863"/>
                </a:cxn>
                <a:cxn ang="0">
                  <a:pos x="392" y="1887"/>
                </a:cxn>
                <a:cxn ang="0">
                  <a:pos x="408" y="1911"/>
                </a:cxn>
                <a:cxn ang="0">
                  <a:pos x="432" y="1903"/>
                </a:cxn>
                <a:cxn ang="0">
                  <a:pos x="448" y="1887"/>
                </a:cxn>
                <a:cxn ang="0">
                  <a:pos x="464" y="1863"/>
                </a:cxn>
                <a:cxn ang="0">
                  <a:pos x="480" y="1839"/>
                </a:cxn>
                <a:cxn ang="0">
                  <a:pos x="488" y="1815"/>
                </a:cxn>
                <a:cxn ang="0">
                  <a:pos x="520" y="1783"/>
                </a:cxn>
                <a:cxn ang="0">
                  <a:pos x="536" y="1767"/>
                </a:cxn>
                <a:cxn ang="0">
                  <a:pos x="544" y="1759"/>
                </a:cxn>
                <a:cxn ang="0">
                  <a:pos x="568" y="1759"/>
                </a:cxn>
                <a:cxn ang="0">
                  <a:pos x="592" y="1767"/>
                </a:cxn>
                <a:cxn ang="0">
                  <a:pos x="616" y="1783"/>
                </a:cxn>
                <a:cxn ang="0">
                  <a:pos x="640" y="1799"/>
                </a:cxn>
                <a:cxn ang="0">
                  <a:pos x="664" y="1799"/>
                </a:cxn>
                <a:cxn ang="0">
                  <a:pos x="688" y="1799"/>
                </a:cxn>
              </a:cxnLst>
              <a:rect l="0" t="0" r="r" b="b"/>
              <a:pathLst>
                <a:path w="704" h="1911">
                  <a:moveTo>
                    <a:pt x="0" y="1527"/>
                  </a:moveTo>
                  <a:lnTo>
                    <a:pt x="8" y="1439"/>
                  </a:lnTo>
                  <a:lnTo>
                    <a:pt x="8" y="1351"/>
                  </a:lnTo>
                  <a:lnTo>
                    <a:pt x="16" y="1263"/>
                  </a:lnTo>
                  <a:lnTo>
                    <a:pt x="16" y="1183"/>
                  </a:lnTo>
                  <a:lnTo>
                    <a:pt x="24" y="1104"/>
                  </a:lnTo>
                  <a:lnTo>
                    <a:pt x="32" y="1016"/>
                  </a:lnTo>
                  <a:lnTo>
                    <a:pt x="32" y="936"/>
                  </a:lnTo>
                  <a:lnTo>
                    <a:pt x="40" y="864"/>
                  </a:lnTo>
                  <a:lnTo>
                    <a:pt x="40" y="784"/>
                  </a:lnTo>
                  <a:lnTo>
                    <a:pt x="48" y="712"/>
                  </a:lnTo>
                  <a:lnTo>
                    <a:pt x="56" y="648"/>
                  </a:lnTo>
                  <a:lnTo>
                    <a:pt x="56" y="576"/>
                  </a:lnTo>
                  <a:lnTo>
                    <a:pt x="64" y="512"/>
                  </a:lnTo>
                  <a:lnTo>
                    <a:pt x="64" y="456"/>
                  </a:lnTo>
                  <a:lnTo>
                    <a:pt x="72" y="392"/>
                  </a:lnTo>
                  <a:lnTo>
                    <a:pt x="80" y="344"/>
                  </a:lnTo>
                  <a:lnTo>
                    <a:pt x="80" y="288"/>
                  </a:lnTo>
                  <a:lnTo>
                    <a:pt x="88" y="248"/>
                  </a:lnTo>
                  <a:lnTo>
                    <a:pt x="88" y="200"/>
                  </a:lnTo>
                  <a:lnTo>
                    <a:pt x="96" y="160"/>
                  </a:lnTo>
                  <a:lnTo>
                    <a:pt x="104" y="128"/>
                  </a:lnTo>
                  <a:lnTo>
                    <a:pt x="104" y="96"/>
                  </a:lnTo>
                  <a:lnTo>
                    <a:pt x="112" y="72"/>
                  </a:lnTo>
                  <a:lnTo>
                    <a:pt x="112" y="48"/>
                  </a:lnTo>
                  <a:lnTo>
                    <a:pt x="120" y="32"/>
                  </a:lnTo>
                  <a:lnTo>
                    <a:pt x="136" y="8"/>
                  </a:lnTo>
                  <a:lnTo>
                    <a:pt x="136" y="0"/>
                  </a:lnTo>
                  <a:lnTo>
                    <a:pt x="144" y="8"/>
                  </a:lnTo>
                  <a:lnTo>
                    <a:pt x="152" y="16"/>
                  </a:lnTo>
                  <a:lnTo>
                    <a:pt x="152" y="24"/>
                  </a:lnTo>
                  <a:lnTo>
                    <a:pt x="160" y="40"/>
                  </a:lnTo>
                  <a:lnTo>
                    <a:pt x="160" y="56"/>
                  </a:lnTo>
                  <a:lnTo>
                    <a:pt x="168" y="80"/>
                  </a:lnTo>
                  <a:lnTo>
                    <a:pt x="176" y="104"/>
                  </a:lnTo>
                  <a:lnTo>
                    <a:pt x="176" y="136"/>
                  </a:lnTo>
                  <a:lnTo>
                    <a:pt x="184" y="168"/>
                  </a:lnTo>
                  <a:lnTo>
                    <a:pt x="184" y="200"/>
                  </a:lnTo>
                  <a:lnTo>
                    <a:pt x="192" y="232"/>
                  </a:lnTo>
                  <a:lnTo>
                    <a:pt x="192" y="272"/>
                  </a:lnTo>
                  <a:lnTo>
                    <a:pt x="200" y="320"/>
                  </a:lnTo>
                  <a:lnTo>
                    <a:pt x="208" y="360"/>
                  </a:lnTo>
                  <a:lnTo>
                    <a:pt x="208" y="408"/>
                  </a:lnTo>
                  <a:lnTo>
                    <a:pt x="216" y="456"/>
                  </a:lnTo>
                  <a:lnTo>
                    <a:pt x="216" y="504"/>
                  </a:lnTo>
                  <a:lnTo>
                    <a:pt x="224" y="552"/>
                  </a:lnTo>
                  <a:lnTo>
                    <a:pt x="232" y="608"/>
                  </a:lnTo>
                  <a:lnTo>
                    <a:pt x="232" y="664"/>
                  </a:lnTo>
                  <a:lnTo>
                    <a:pt x="240" y="712"/>
                  </a:lnTo>
                  <a:lnTo>
                    <a:pt x="240" y="768"/>
                  </a:lnTo>
                  <a:lnTo>
                    <a:pt x="248" y="824"/>
                  </a:lnTo>
                  <a:lnTo>
                    <a:pt x="256" y="880"/>
                  </a:lnTo>
                  <a:lnTo>
                    <a:pt x="256" y="928"/>
                  </a:lnTo>
                  <a:lnTo>
                    <a:pt x="264" y="984"/>
                  </a:lnTo>
                  <a:lnTo>
                    <a:pt x="264" y="1040"/>
                  </a:lnTo>
                  <a:lnTo>
                    <a:pt x="272" y="1088"/>
                  </a:lnTo>
                  <a:lnTo>
                    <a:pt x="280" y="1143"/>
                  </a:lnTo>
                  <a:lnTo>
                    <a:pt x="280" y="1191"/>
                  </a:lnTo>
                  <a:lnTo>
                    <a:pt x="288" y="1247"/>
                  </a:lnTo>
                  <a:lnTo>
                    <a:pt x="288" y="1295"/>
                  </a:lnTo>
                  <a:lnTo>
                    <a:pt x="296" y="1343"/>
                  </a:lnTo>
                  <a:lnTo>
                    <a:pt x="304" y="1383"/>
                  </a:lnTo>
                  <a:lnTo>
                    <a:pt x="304" y="1431"/>
                  </a:lnTo>
                  <a:lnTo>
                    <a:pt x="312" y="1471"/>
                  </a:lnTo>
                  <a:lnTo>
                    <a:pt x="312" y="1511"/>
                  </a:lnTo>
                  <a:lnTo>
                    <a:pt x="320" y="1551"/>
                  </a:lnTo>
                  <a:lnTo>
                    <a:pt x="328" y="1591"/>
                  </a:lnTo>
                  <a:lnTo>
                    <a:pt x="328" y="1623"/>
                  </a:lnTo>
                  <a:lnTo>
                    <a:pt x="336" y="1655"/>
                  </a:lnTo>
                  <a:lnTo>
                    <a:pt x="336" y="1687"/>
                  </a:lnTo>
                  <a:lnTo>
                    <a:pt x="344" y="1719"/>
                  </a:lnTo>
                  <a:lnTo>
                    <a:pt x="352" y="1743"/>
                  </a:lnTo>
                  <a:lnTo>
                    <a:pt x="352" y="1767"/>
                  </a:lnTo>
                  <a:lnTo>
                    <a:pt x="360" y="1791"/>
                  </a:lnTo>
                  <a:lnTo>
                    <a:pt x="360" y="1807"/>
                  </a:lnTo>
                  <a:lnTo>
                    <a:pt x="368" y="1831"/>
                  </a:lnTo>
                  <a:lnTo>
                    <a:pt x="376" y="1847"/>
                  </a:lnTo>
                  <a:lnTo>
                    <a:pt x="376" y="1863"/>
                  </a:lnTo>
                  <a:lnTo>
                    <a:pt x="384" y="1871"/>
                  </a:lnTo>
                  <a:lnTo>
                    <a:pt x="384" y="1879"/>
                  </a:lnTo>
                  <a:lnTo>
                    <a:pt x="392" y="1887"/>
                  </a:lnTo>
                  <a:lnTo>
                    <a:pt x="392" y="1895"/>
                  </a:lnTo>
                  <a:lnTo>
                    <a:pt x="400" y="1903"/>
                  </a:lnTo>
                  <a:lnTo>
                    <a:pt x="408" y="1911"/>
                  </a:lnTo>
                  <a:lnTo>
                    <a:pt x="416" y="1911"/>
                  </a:lnTo>
                  <a:lnTo>
                    <a:pt x="424" y="1903"/>
                  </a:lnTo>
                  <a:lnTo>
                    <a:pt x="432" y="1903"/>
                  </a:lnTo>
                  <a:lnTo>
                    <a:pt x="448" y="1887"/>
                  </a:lnTo>
                  <a:lnTo>
                    <a:pt x="440" y="1887"/>
                  </a:lnTo>
                  <a:lnTo>
                    <a:pt x="448" y="1887"/>
                  </a:lnTo>
                  <a:lnTo>
                    <a:pt x="456" y="1879"/>
                  </a:lnTo>
                  <a:lnTo>
                    <a:pt x="456" y="1871"/>
                  </a:lnTo>
                  <a:lnTo>
                    <a:pt x="464" y="1863"/>
                  </a:lnTo>
                  <a:lnTo>
                    <a:pt x="464" y="1855"/>
                  </a:lnTo>
                  <a:lnTo>
                    <a:pt x="472" y="1847"/>
                  </a:lnTo>
                  <a:lnTo>
                    <a:pt x="480" y="1839"/>
                  </a:lnTo>
                  <a:lnTo>
                    <a:pt x="480" y="1831"/>
                  </a:lnTo>
                  <a:lnTo>
                    <a:pt x="488" y="1823"/>
                  </a:lnTo>
                  <a:lnTo>
                    <a:pt x="488" y="1815"/>
                  </a:lnTo>
                  <a:lnTo>
                    <a:pt x="496" y="1807"/>
                  </a:lnTo>
                  <a:lnTo>
                    <a:pt x="504" y="1799"/>
                  </a:lnTo>
                  <a:lnTo>
                    <a:pt x="520" y="1783"/>
                  </a:lnTo>
                  <a:lnTo>
                    <a:pt x="512" y="1783"/>
                  </a:lnTo>
                  <a:lnTo>
                    <a:pt x="520" y="1783"/>
                  </a:lnTo>
                  <a:lnTo>
                    <a:pt x="536" y="1767"/>
                  </a:lnTo>
                  <a:lnTo>
                    <a:pt x="528" y="1767"/>
                  </a:lnTo>
                  <a:lnTo>
                    <a:pt x="536" y="1767"/>
                  </a:lnTo>
                  <a:lnTo>
                    <a:pt x="544" y="1759"/>
                  </a:lnTo>
                  <a:lnTo>
                    <a:pt x="552" y="1759"/>
                  </a:lnTo>
                  <a:lnTo>
                    <a:pt x="560" y="1759"/>
                  </a:lnTo>
                  <a:lnTo>
                    <a:pt x="568" y="1759"/>
                  </a:lnTo>
                  <a:lnTo>
                    <a:pt x="576" y="1759"/>
                  </a:lnTo>
                  <a:lnTo>
                    <a:pt x="584" y="1759"/>
                  </a:lnTo>
                  <a:lnTo>
                    <a:pt x="592" y="1767"/>
                  </a:lnTo>
                  <a:lnTo>
                    <a:pt x="600" y="1767"/>
                  </a:lnTo>
                  <a:lnTo>
                    <a:pt x="608" y="1775"/>
                  </a:lnTo>
                  <a:lnTo>
                    <a:pt x="616" y="1783"/>
                  </a:lnTo>
                  <a:lnTo>
                    <a:pt x="624" y="1783"/>
                  </a:lnTo>
                  <a:lnTo>
                    <a:pt x="632" y="1791"/>
                  </a:lnTo>
                  <a:lnTo>
                    <a:pt x="640" y="1799"/>
                  </a:lnTo>
                  <a:lnTo>
                    <a:pt x="648" y="1799"/>
                  </a:lnTo>
                  <a:lnTo>
                    <a:pt x="656" y="1799"/>
                  </a:lnTo>
                  <a:lnTo>
                    <a:pt x="664" y="1799"/>
                  </a:lnTo>
                  <a:lnTo>
                    <a:pt x="672" y="1799"/>
                  </a:lnTo>
                  <a:lnTo>
                    <a:pt x="680" y="1799"/>
                  </a:lnTo>
                  <a:lnTo>
                    <a:pt x="688" y="1799"/>
                  </a:lnTo>
                  <a:lnTo>
                    <a:pt x="696" y="1791"/>
                  </a:lnTo>
                  <a:lnTo>
                    <a:pt x="704" y="1783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5364" name="Freeform 4"/>
            <p:cNvSpPr>
              <a:spLocks/>
            </p:cNvSpPr>
            <p:nvPr/>
          </p:nvSpPr>
          <p:spPr bwMode="auto">
            <a:xfrm>
              <a:off x="1301" y="1765"/>
              <a:ext cx="721" cy="1879"/>
            </a:xfrm>
            <a:custGeom>
              <a:avLst/>
              <a:gdLst/>
              <a:ahLst/>
              <a:cxnLst>
                <a:cxn ang="0">
                  <a:pos x="16" y="456"/>
                </a:cxn>
                <a:cxn ang="0">
                  <a:pos x="33" y="432"/>
                </a:cxn>
                <a:cxn ang="0">
                  <a:pos x="49" y="400"/>
                </a:cxn>
                <a:cxn ang="0">
                  <a:pos x="57" y="368"/>
                </a:cxn>
                <a:cxn ang="0">
                  <a:pos x="73" y="336"/>
                </a:cxn>
                <a:cxn ang="0">
                  <a:pos x="89" y="296"/>
                </a:cxn>
                <a:cxn ang="0">
                  <a:pos x="105" y="256"/>
                </a:cxn>
                <a:cxn ang="0">
                  <a:pos x="113" y="224"/>
                </a:cxn>
                <a:cxn ang="0">
                  <a:pos x="129" y="192"/>
                </a:cxn>
                <a:cxn ang="0">
                  <a:pos x="145" y="160"/>
                </a:cxn>
                <a:cxn ang="0">
                  <a:pos x="161" y="136"/>
                </a:cxn>
                <a:cxn ang="0">
                  <a:pos x="185" y="112"/>
                </a:cxn>
                <a:cxn ang="0">
                  <a:pos x="209" y="112"/>
                </a:cxn>
                <a:cxn ang="0">
                  <a:pos x="233" y="112"/>
                </a:cxn>
                <a:cxn ang="0">
                  <a:pos x="257" y="128"/>
                </a:cxn>
                <a:cxn ang="0">
                  <a:pos x="281" y="144"/>
                </a:cxn>
                <a:cxn ang="0">
                  <a:pos x="305" y="152"/>
                </a:cxn>
                <a:cxn ang="0">
                  <a:pos x="329" y="152"/>
                </a:cxn>
                <a:cxn ang="0">
                  <a:pos x="353" y="136"/>
                </a:cxn>
                <a:cxn ang="0">
                  <a:pos x="369" y="120"/>
                </a:cxn>
                <a:cxn ang="0">
                  <a:pos x="385" y="96"/>
                </a:cxn>
                <a:cxn ang="0">
                  <a:pos x="401" y="72"/>
                </a:cxn>
                <a:cxn ang="0">
                  <a:pos x="409" y="48"/>
                </a:cxn>
                <a:cxn ang="0">
                  <a:pos x="441" y="16"/>
                </a:cxn>
                <a:cxn ang="0">
                  <a:pos x="457" y="0"/>
                </a:cxn>
                <a:cxn ang="0">
                  <a:pos x="481" y="16"/>
                </a:cxn>
                <a:cxn ang="0">
                  <a:pos x="497" y="48"/>
                </a:cxn>
                <a:cxn ang="0">
                  <a:pos x="513" y="96"/>
                </a:cxn>
                <a:cxn ang="0">
                  <a:pos x="529" y="160"/>
                </a:cxn>
                <a:cxn ang="0">
                  <a:pos x="537" y="240"/>
                </a:cxn>
                <a:cxn ang="0">
                  <a:pos x="553" y="344"/>
                </a:cxn>
                <a:cxn ang="0">
                  <a:pos x="569" y="464"/>
                </a:cxn>
                <a:cxn ang="0">
                  <a:pos x="585" y="600"/>
                </a:cxn>
                <a:cxn ang="0">
                  <a:pos x="601" y="752"/>
                </a:cxn>
                <a:cxn ang="0">
                  <a:pos x="609" y="912"/>
                </a:cxn>
                <a:cxn ang="0">
                  <a:pos x="625" y="1071"/>
                </a:cxn>
                <a:cxn ang="0">
                  <a:pos x="641" y="1231"/>
                </a:cxn>
                <a:cxn ang="0">
                  <a:pos x="657" y="1391"/>
                </a:cxn>
                <a:cxn ang="0">
                  <a:pos x="665" y="1535"/>
                </a:cxn>
                <a:cxn ang="0">
                  <a:pos x="681" y="1663"/>
                </a:cxn>
                <a:cxn ang="0">
                  <a:pos x="697" y="1767"/>
                </a:cxn>
                <a:cxn ang="0">
                  <a:pos x="713" y="1847"/>
                </a:cxn>
              </a:cxnLst>
              <a:rect l="0" t="0" r="r" b="b"/>
              <a:pathLst>
                <a:path w="721" h="1879">
                  <a:moveTo>
                    <a:pt x="0" y="472"/>
                  </a:moveTo>
                  <a:lnTo>
                    <a:pt x="8" y="464"/>
                  </a:lnTo>
                  <a:lnTo>
                    <a:pt x="16" y="456"/>
                  </a:lnTo>
                  <a:lnTo>
                    <a:pt x="24" y="448"/>
                  </a:lnTo>
                  <a:lnTo>
                    <a:pt x="24" y="440"/>
                  </a:lnTo>
                  <a:lnTo>
                    <a:pt x="33" y="432"/>
                  </a:lnTo>
                  <a:lnTo>
                    <a:pt x="33" y="424"/>
                  </a:lnTo>
                  <a:lnTo>
                    <a:pt x="41" y="408"/>
                  </a:lnTo>
                  <a:lnTo>
                    <a:pt x="49" y="400"/>
                  </a:lnTo>
                  <a:lnTo>
                    <a:pt x="49" y="392"/>
                  </a:lnTo>
                  <a:lnTo>
                    <a:pt x="57" y="376"/>
                  </a:lnTo>
                  <a:lnTo>
                    <a:pt x="57" y="368"/>
                  </a:lnTo>
                  <a:lnTo>
                    <a:pt x="65" y="360"/>
                  </a:lnTo>
                  <a:lnTo>
                    <a:pt x="65" y="344"/>
                  </a:lnTo>
                  <a:lnTo>
                    <a:pt x="73" y="336"/>
                  </a:lnTo>
                  <a:lnTo>
                    <a:pt x="81" y="320"/>
                  </a:lnTo>
                  <a:lnTo>
                    <a:pt x="81" y="312"/>
                  </a:lnTo>
                  <a:lnTo>
                    <a:pt x="89" y="296"/>
                  </a:lnTo>
                  <a:lnTo>
                    <a:pt x="89" y="280"/>
                  </a:lnTo>
                  <a:lnTo>
                    <a:pt x="97" y="272"/>
                  </a:lnTo>
                  <a:lnTo>
                    <a:pt x="105" y="256"/>
                  </a:lnTo>
                  <a:lnTo>
                    <a:pt x="105" y="248"/>
                  </a:lnTo>
                  <a:lnTo>
                    <a:pt x="113" y="232"/>
                  </a:lnTo>
                  <a:lnTo>
                    <a:pt x="113" y="224"/>
                  </a:lnTo>
                  <a:lnTo>
                    <a:pt x="121" y="216"/>
                  </a:lnTo>
                  <a:lnTo>
                    <a:pt x="129" y="200"/>
                  </a:lnTo>
                  <a:lnTo>
                    <a:pt x="129" y="192"/>
                  </a:lnTo>
                  <a:lnTo>
                    <a:pt x="137" y="184"/>
                  </a:lnTo>
                  <a:lnTo>
                    <a:pt x="137" y="176"/>
                  </a:lnTo>
                  <a:lnTo>
                    <a:pt x="145" y="160"/>
                  </a:lnTo>
                  <a:lnTo>
                    <a:pt x="153" y="152"/>
                  </a:lnTo>
                  <a:lnTo>
                    <a:pt x="161" y="144"/>
                  </a:lnTo>
                  <a:lnTo>
                    <a:pt x="161" y="136"/>
                  </a:lnTo>
                  <a:lnTo>
                    <a:pt x="169" y="128"/>
                  </a:lnTo>
                  <a:lnTo>
                    <a:pt x="177" y="120"/>
                  </a:lnTo>
                  <a:lnTo>
                    <a:pt x="185" y="112"/>
                  </a:lnTo>
                  <a:lnTo>
                    <a:pt x="193" y="112"/>
                  </a:lnTo>
                  <a:lnTo>
                    <a:pt x="201" y="112"/>
                  </a:lnTo>
                  <a:lnTo>
                    <a:pt x="209" y="112"/>
                  </a:lnTo>
                  <a:lnTo>
                    <a:pt x="217" y="112"/>
                  </a:lnTo>
                  <a:lnTo>
                    <a:pt x="225" y="112"/>
                  </a:lnTo>
                  <a:lnTo>
                    <a:pt x="233" y="112"/>
                  </a:lnTo>
                  <a:lnTo>
                    <a:pt x="241" y="120"/>
                  </a:lnTo>
                  <a:lnTo>
                    <a:pt x="249" y="128"/>
                  </a:lnTo>
                  <a:lnTo>
                    <a:pt x="257" y="128"/>
                  </a:lnTo>
                  <a:lnTo>
                    <a:pt x="265" y="136"/>
                  </a:lnTo>
                  <a:lnTo>
                    <a:pt x="273" y="136"/>
                  </a:lnTo>
                  <a:lnTo>
                    <a:pt x="281" y="144"/>
                  </a:lnTo>
                  <a:lnTo>
                    <a:pt x="289" y="152"/>
                  </a:lnTo>
                  <a:lnTo>
                    <a:pt x="297" y="152"/>
                  </a:lnTo>
                  <a:lnTo>
                    <a:pt x="305" y="152"/>
                  </a:lnTo>
                  <a:lnTo>
                    <a:pt x="313" y="152"/>
                  </a:lnTo>
                  <a:lnTo>
                    <a:pt x="321" y="152"/>
                  </a:lnTo>
                  <a:lnTo>
                    <a:pt x="329" y="152"/>
                  </a:lnTo>
                  <a:lnTo>
                    <a:pt x="337" y="144"/>
                  </a:lnTo>
                  <a:lnTo>
                    <a:pt x="345" y="144"/>
                  </a:lnTo>
                  <a:lnTo>
                    <a:pt x="353" y="136"/>
                  </a:lnTo>
                  <a:lnTo>
                    <a:pt x="369" y="120"/>
                  </a:lnTo>
                  <a:lnTo>
                    <a:pt x="361" y="120"/>
                  </a:lnTo>
                  <a:lnTo>
                    <a:pt x="369" y="120"/>
                  </a:lnTo>
                  <a:lnTo>
                    <a:pt x="377" y="112"/>
                  </a:lnTo>
                  <a:lnTo>
                    <a:pt x="377" y="104"/>
                  </a:lnTo>
                  <a:lnTo>
                    <a:pt x="385" y="96"/>
                  </a:lnTo>
                  <a:lnTo>
                    <a:pt x="385" y="88"/>
                  </a:lnTo>
                  <a:lnTo>
                    <a:pt x="393" y="80"/>
                  </a:lnTo>
                  <a:lnTo>
                    <a:pt x="401" y="72"/>
                  </a:lnTo>
                  <a:lnTo>
                    <a:pt x="401" y="64"/>
                  </a:lnTo>
                  <a:lnTo>
                    <a:pt x="409" y="56"/>
                  </a:lnTo>
                  <a:lnTo>
                    <a:pt x="409" y="48"/>
                  </a:lnTo>
                  <a:lnTo>
                    <a:pt x="417" y="40"/>
                  </a:lnTo>
                  <a:lnTo>
                    <a:pt x="425" y="32"/>
                  </a:lnTo>
                  <a:lnTo>
                    <a:pt x="441" y="16"/>
                  </a:lnTo>
                  <a:lnTo>
                    <a:pt x="441" y="8"/>
                  </a:lnTo>
                  <a:lnTo>
                    <a:pt x="449" y="8"/>
                  </a:lnTo>
                  <a:lnTo>
                    <a:pt x="457" y="0"/>
                  </a:lnTo>
                  <a:lnTo>
                    <a:pt x="465" y="8"/>
                  </a:lnTo>
                  <a:lnTo>
                    <a:pt x="473" y="8"/>
                  </a:lnTo>
                  <a:lnTo>
                    <a:pt x="481" y="16"/>
                  </a:lnTo>
                  <a:lnTo>
                    <a:pt x="489" y="24"/>
                  </a:lnTo>
                  <a:lnTo>
                    <a:pt x="489" y="32"/>
                  </a:lnTo>
                  <a:lnTo>
                    <a:pt x="497" y="48"/>
                  </a:lnTo>
                  <a:lnTo>
                    <a:pt x="505" y="64"/>
                  </a:lnTo>
                  <a:lnTo>
                    <a:pt x="505" y="80"/>
                  </a:lnTo>
                  <a:lnTo>
                    <a:pt x="513" y="96"/>
                  </a:lnTo>
                  <a:lnTo>
                    <a:pt x="513" y="112"/>
                  </a:lnTo>
                  <a:lnTo>
                    <a:pt x="521" y="136"/>
                  </a:lnTo>
                  <a:lnTo>
                    <a:pt x="529" y="160"/>
                  </a:lnTo>
                  <a:lnTo>
                    <a:pt x="529" y="184"/>
                  </a:lnTo>
                  <a:lnTo>
                    <a:pt x="537" y="216"/>
                  </a:lnTo>
                  <a:lnTo>
                    <a:pt x="537" y="240"/>
                  </a:lnTo>
                  <a:lnTo>
                    <a:pt x="545" y="272"/>
                  </a:lnTo>
                  <a:lnTo>
                    <a:pt x="553" y="312"/>
                  </a:lnTo>
                  <a:lnTo>
                    <a:pt x="553" y="344"/>
                  </a:lnTo>
                  <a:lnTo>
                    <a:pt x="561" y="384"/>
                  </a:lnTo>
                  <a:lnTo>
                    <a:pt x="561" y="424"/>
                  </a:lnTo>
                  <a:lnTo>
                    <a:pt x="569" y="464"/>
                  </a:lnTo>
                  <a:lnTo>
                    <a:pt x="577" y="512"/>
                  </a:lnTo>
                  <a:lnTo>
                    <a:pt x="577" y="552"/>
                  </a:lnTo>
                  <a:lnTo>
                    <a:pt x="585" y="600"/>
                  </a:lnTo>
                  <a:lnTo>
                    <a:pt x="585" y="648"/>
                  </a:lnTo>
                  <a:lnTo>
                    <a:pt x="593" y="704"/>
                  </a:lnTo>
                  <a:lnTo>
                    <a:pt x="601" y="752"/>
                  </a:lnTo>
                  <a:lnTo>
                    <a:pt x="601" y="800"/>
                  </a:lnTo>
                  <a:lnTo>
                    <a:pt x="609" y="856"/>
                  </a:lnTo>
                  <a:lnTo>
                    <a:pt x="609" y="912"/>
                  </a:lnTo>
                  <a:lnTo>
                    <a:pt x="617" y="960"/>
                  </a:lnTo>
                  <a:lnTo>
                    <a:pt x="625" y="1015"/>
                  </a:lnTo>
                  <a:lnTo>
                    <a:pt x="625" y="1071"/>
                  </a:lnTo>
                  <a:lnTo>
                    <a:pt x="633" y="1127"/>
                  </a:lnTo>
                  <a:lnTo>
                    <a:pt x="633" y="1183"/>
                  </a:lnTo>
                  <a:lnTo>
                    <a:pt x="641" y="1231"/>
                  </a:lnTo>
                  <a:lnTo>
                    <a:pt x="641" y="1287"/>
                  </a:lnTo>
                  <a:lnTo>
                    <a:pt x="649" y="1335"/>
                  </a:lnTo>
                  <a:lnTo>
                    <a:pt x="657" y="1391"/>
                  </a:lnTo>
                  <a:lnTo>
                    <a:pt x="657" y="1439"/>
                  </a:lnTo>
                  <a:lnTo>
                    <a:pt x="665" y="1487"/>
                  </a:lnTo>
                  <a:lnTo>
                    <a:pt x="665" y="1535"/>
                  </a:lnTo>
                  <a:lnTo>
                    <a:pt x="673" y="1583"/>
                  </a:lnTo>
                  <a:lnTo>
                    <a:pt x="681" y="1623"/>
                  </a:lnTo>
                  <a:lnTo>
                    <a:pt x="681" y="1663"/>
                  </a:lnTo>
                  <a:lnTo>
                    <a:pt x="689" y="1703"/>
                  </a:lnTo>
                  <a:lnTo>
                    <a:pt x="689" y="1735"/>
                  </a:lnTo>
                  <a:lnTo>
                    <a:pt x="697" y="1767"/>
                  </a:lnTo>
                  <a:lnTo>
                    <a:pt x="705" y="1799"/>
                  </a:lnTo>
                  <a:lnTo>
                    <a:pt x="705" y="1823"/>
                  </a:lnTo>
                  <a:lnTo>
                    <a:pt x="713" y="1847"/>
                  </a:lnTo>
                  <a:lnTo>
                    <a:pt x="713" y="1863"/>
                  </a:lnTo>
                  <a:lnTo>
                    <a:pt x="721" y="187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5365" name="Freeform 5"/>
            <p:cNvSpPr>
              <a:spLocks/>
            </p:cNvSpPr>
            <p:nvPr/>
          </p:nvSpPr>
          <p:spPr bwMode="auto">
            <a:xfrm>
              <a:off x="2022" y="454"/>
              <a:ext cx="641" cy="3222"/>
            </a:xfrm>
            <a:custGeom>
              <a:avLst/>
              <a:gdLst/>
              <a:ahLst/>
              <a:cxnLst>
                <a:cxn ang="0">
                  <a:pos x="16" y="3222"/>
                </a:cxn>
                <a:cxn ang="0">
                  <a:pos x="32" y="3198"/>
                </a:cxn>
                <a:cxn ang="0">
                  <a:pos x="48" y="3134"/>
                </a:cxn>
                <a:cxn ang="0">
                  <a:pos x="64" y="3030"/>
                </a:cxn>
                <a:cxn ang="0">
                  <a:pos x="80" y="2902"/>
                </a:cxn>
                <a:cxn ang="0">
                  <a:pos x="88" y="2726"/>
                </a:cxn>
                <a:cxn ang="0">
                  <a:pos x="104" y="2534"/>
                </a:cxn>
                <a:cxn ang="0">
                  <a:pos x="120" y="2310"/>
                </a:cxn>
                <a:cxn ang="0">
                  <a:pos x="136" y="2071"/>
                </a:cxn>
                <a:cxn ang="0">
                  <a:pos x="144" y="1815"/>
                </a:cxn>
                <a:cxn ang="0">
                  <a:pos x="160" y="1551"/>
                </a:cxn>
                <a:cxn ang="0">
                  <a:pos x="176" y="1295"/>
                </a:cxn>
                <a:cxn ang="0">
                  <a:pos x="192" y="1048"/>
                </a:cxn>
                <a:cxn ang="0">
                  <a:pos x="208" y="808"/>
                </a:cxn>
                <a:cxn ang="0">
                  <a:pos x="216" y="600"/>
                </a:cxn>
                <a:cxn ang="0">
                  <a:pos x="232" y="416"/>
                </a:cxn>
                <a:cxn ang="0">
                  <a:pos x="248" y="256"/>
                </a:cxn>
                <a:cxn ang="0">
                  <a:pos x="264" y="136"/>
                </a:cxn>
                <a:cxn ang="0">
                  <a:pos x="280" y="56"/>
                </a:cxn>
                <a:cxn ang="0">
                  <a:pos x="288" y="16"/>
                </a:cxn>
                <a:cxn ang="0">
                  <a:pos x="304" y="8"/>
                </a:cxn>
                <a:cxn ang="0">
                  <a:pos x="320" y="32"/>
                </a:cxn>
                <a:cxn ang="0">
                  <a:pos x="337" y="96"/>
                </a:cxn>
                <a:cxn ang="0">
                  <a:pos x="345" y="184"/>
                </a:cxn>
                <a:cxn ang="0">
                  <a:pos x="361" y="304"/>
                </a:cxn>
                <a:cxn ang="0">
                  <a:pos x="377" y="440"/>
                </a:cxn>
                <a:cxn ang="0">
                  <a:pos x="393" y="592"/>
                </a:cxn>
                <a:cxn ang="0">
                  <a:pos x="409" y="752"/>
                </a:cxn>
                <a:cxn ang="0">
                  <a:pos x="417" y="912"/>
                </a:cxn>
                <a:cxn ang="0">
                  <a:pos x="433" y="1072"/>
                </a:cxn>
                <a:cxn ang="0">
                  <a:pos x="449" y="1231"/>
                </a:cxn>
                <a:cxn ang="0">
                  <a:pos x="465" y="1367"/>
                </a:cxn>
                <a:cxn ang="0">
                  <a:pos x="481" y="1503"/>
                </a:cxn>
                <a:cxn ang="0">
                  <a:pos x="489" y="1615"/>
                </a:cxn>
                <a:cxn ang="0">
                  <a:pos x="505" y="1711"/>
                </a:cxn>
                <a:cxn ang="0">
                  <a:pos x="521" y="1783"/>
                </a:cxn>
                <a:cxn ang="0">
                  <a:pos x="537" y="1839"/>
                </a:cxn>
                <a:cxn ang="0">
                  <a:pos x="545" y="1879"/>
                </a:cxn>
                <a:cxn ang="0">
                  <a:pos x="569" y="1911"/>
                </a:cxn>
                <a:cxn ang="0">
                  <a:pos x="593" y="1903"/>
                </a:cxn>
                <a:cxn ang="0">
                  <a:pos x="617" y="1879"/>
                </a:cxn>
                <a:cxn ang="0">
                  <a:pos x="633" y="1855"/>
                </a:cxn>
              </a:cxnLst>
              <a:rect l="0" t="0" r="r" b="b"/>
              <a:pathLst>
                <a:path w="641" h="3222">
                  <a:moveTo>
                    <a:pt x="0" y="3190"/>
                  </a:moveTo>
                  <a:lnTo>
                    <a:pt x="16" y="3214"/>
                  </a:lnTo>
                  <a:lnTo>
                    <a:pt x="16" y="3222"/>
                  </a:lnTo>
                  <a:lnTo>
                    <a:pt x="24" y="3214"/>
                  </a:lnTo>
                  <a:lnTo>
                    <a:pt x="32" y="3206"/>
                  </a:lnTo>
                  <a:lnTo>
                    <a:pt x="32" y="3198"/>
                  </a:lnTo>
                  <a:lnTo>
                    <a:pt x="40" y="3182"/>
                  </a:lnTo>
                  <a:lnTo>
                    <a:pt x="40" y="3158"/>
                  </a:lnTo>
                  <a:lnTo>
                    <a:pt x="48" y="3134"/>
                  </a:lnTo>
                  <a:lnTo>
                    <a:pt x="56" y="3102"/>
                  </a:lnTo>
                  <a:lnTo>
                    <a:pt x="56" y="3070"/>
                  </a:lnTo>
                  <a:lnTo>
                    <a:pt x="64" y="3030"/>
                  </a:lnTo>
                  <a:lnTo>
                    <a:pt x="64" y="2990"/>
                  </a:lnTo>
                  <a:lnTo>
                    <a:pt x="72" y="2950"/>
                  </a:lnTo>
                  <a:lnTo>
                    <a:pt x="80" y="2902"/>
                  </a:lnTo>
                  <a:lnTo>
                    <a:pt x="80" y="2846"/>
                  </a:lnTo>
                  <a:lnTo>
                    <a:pt x="88" y="2790"/>
                  </a:lnTo>
                  <a:lnTo>
                    <a:pt x="88" y="2726"/>
                  </a:lnTo>
                  <a:lnTo>
                    <a:pt x="96" y="2670"/>
                  </a:lnTo>
                  <a:lnTo>
                    <a:pt x="96" y="2598"/>
                  </a:lnTo>
                  <a:lnTo>
                    <a:pt x="104" y="2534"/>
                  </a:lnTo>
                  <a:lnTo>
                    <a:pt x="112" y="2462"/>
                  </a:lnTo>
                  <a:lnTo>
                    <a:pt x="112" y="2382"/>
                  </a:lnTo>
                  <a:lnTo>
                    <a:pt x="120" y="2310"/>
                  </a:lnTo>
                  <a:lnTo>
                    <a:pt x="120" y="2231"/>
                  </a:lnTo>
                  <a:lnTo>
                    <a:pt x="128" y="2151"/>
                  </a:lnTo>
                  <a:lnTo>
                    <a:pt x="136" y="2071"/>
                  </a:lnTo>
                  <a:lnTo>
                    <a:pt x="136" y="1983"/>
                  </a:lnTo>
                  <a:lnTo>
                    <a:pt x="144" y="1895"/>
                  </a:lnTo>
                  <a:lnTo>
                    <a:pt x="144" y="1815"/>
                  </a:lnTo>
                  <a:lnTo>
                    <a:pt x="152" y="1727"/>
                  </a:lnTo>
                  <a:lnTo>
                    <a:pt x="160" y="1639"/>
                  </a:lnTo>
                  <a:lnTo>
                    <a:pt x="160" y="1551"/>
                  </a:lnTo>
                  <a:lnTo>
                    <a:pt x="168" y="1463"/>
                  </a:lnTo>
                  <a:lnTo>
                    <a:pt x="168" y="1383"/>
                  </a:lnTo>
                  <a:lnTo>
                    <a:pt x="176" y="1295"/>
                  </a:lnTo>
                  <a:lnTo>
                    <a:pt x="184" y="1207"/>
                  </a:lnTo>
                  <a:lnTo>
                    <a:pt x="184" y="1127"/>
                  </a:lnTo>
                  <a:lnTo>
                    <a:pt x="192" y="1048"/>
                  </a:lnTo>
                  <a:lnTo>
                    <a:pt x="192" y="968"/>
                  </a:lnTo>
                  <a:lnTo>
                    <a:pt x="200" y="888"/>
                  </a:lnTo>
                  <a:lnTo>
                    <a:pt x="208" y="808"/>
                  </a:lnTo>
                  <a:lnTo>
                    <a:pt x="208" y="736"/>
                  </a:lnTo>
                  <a:lnTo>
                    <a:pt x="216" y="664"/>
                  </a:lnTo>
                  <a:lnTo>
                    <a:pt x="216" y="600"/>
                  </a:lnTo>
                  <a:lnTo>
                    <a:pt x="224" y="536"/>
                  </a:lnTo>
                  <a:lnTo>
                    <a:pt x="232" y="472"/>
                  </a:lnTo>
                  <a:lnTo>
                    <a:pt x="232" y="416"/>
                  </a:lnTo>
                  <a:lnTo>
                    <a:pt x="240" y="360"/>
                  </a:lnTo>
                  <a:lnTo>
                    <a:pt x="240" y="304"/>
                  </a:lnTo>
                  <a:lnTo>
                    <a:pt x="248" y="256"/>
                  </a:lnTo>
                  <a:lnTo>
                    <a:pt x="256" y="216"/>
                  </a:lnTo>
                  <a:lnTo>
                    <a:pt x="256" y="176"/>
                  </a:lnTo>
                  <a:lnTo>
                    <a:pt x="264" y="136"/>
                  </a:lnTo>
                  <a:lnTo>
                    <a:pt x="264" y="112"/>
                  </a:lnTo>
                  <a:lnTo>
                    <a:pt x="272" y="80"/>
                  </a:lnTo>
                  <a:lnTo>
                    <a:pt x="280" y="56"/>
                  </a:lnTo>
                  <a:lnTo>
                    <a:pt x="280" y="40"/>
                  </a:lnTo>
                  <a:lnTo>
                    <a:pt x="288" y="24"/>
                  </a:lnTo>
                  <a:lnTo>
                    <a:pt x="288" y="16"/>
                  </a:lnTo>
                  <a:lnTo>
                    <a:pt x="296" y="8"/>
                  </a:lnTo>
                  <a:lnTo>
                    <a:pt x="296" y="0"/>
                  </a:lnTo>
                  <a:lnTo>
                    <a:pt x="304" y="8"/>
                  </a:lnTo>
                  <a:lnTo>
                    <a:pt x="312" y="8"/>
                  </a:lnTo>
                  <a:lnTo>
                    <a:pt x="312" y="24"/>
                  </a:lnTo>
                  <a:lnTo>
                    <a:pt x="320" y="32"/>
                  </a:lnTo>
                  <a:lnTo>
                    <a:pt x="320" y="48"/>
                  </a:lnTo>
                  <a:lnTo>
                    <a:pt x="328" y="72"/>
                  </a:lnTo>
                  <a:lnTo>
                    <a:pt x="337" y="96"/>
                  </a:lnTo>
                  <a:lnTo>
                    <a:pt x="337" y="120"/>
                  </a:lnTo>
                  <a:lnTo>
                    <a:pt x="345" y="152"/>
                  </a:lnTo>
                  <a:lnTo>
                    <a:pt x="345" y="184"/>
                  </a:lnTo>
                  <a:lnTo>
                    <a:pt x="353" y="224"/>
                  </a:lnTo>
                  <a:lnTo>
                    <a:pt x="361" y="264"/>
                  </a:lnTo>
                  <a:lnTo>
                    <a:pt x="361" y="304"/>
                  </a:lnTo>
                  <a:lnTo>
                    <a:pt x="369" y="344"/>
                  </a:lnTo>
                  <a:lnTo>
                    <a:pt x="369" y="392"/>
                  </a:lnTo>
                  <a:lnTo>
                    <a:pt x="377" y="440"/>
                  </a:lnTo>
                  <a:lnTo>
                    <a:pt x="385" y="488"/>
                  </a:lnTo>
                  <a:lnTo>
                    <a:pt x="385" y="536"/>
                  </a:lnTo>
                  <a:lnTo>
                    <a:pt x="393" y="592"/>
                  </a:lnTo>
                  <a:lnTo>
                    <a:pt x="393" y="640"/>
                  </a:lnTo>
                  <a:lnTo>
                    <a:pt x="401" y="696"/>
                  </a:lnTo>
                  <a:lnTo>
                    <a:pt x="409" y="752"/>
                  </a:lnTo>
                  <a:lnTo>
                    <a:pt x="409" y="800"/>
                  </a:lnTo>
                  <a:lnTo>
                    <a:pt x="417" y="856"/>
                  </a:lnTo>
                  <a:lnTo>
                    <a:pt x="417" y="912"/>
                  </a:lnTo>
                  <a:lnTo>
                    <a:pt x="425" y="968"/>
                  </a:lnTo>
                  <a:lnTo>
                    <a:pt x="433" y="1024"/>
                  </a:lnTo>
                  <a:lnTo>
                    <a:pt x="433" y="1072"/>
                  </a:lnTo>
                  <a:lnTo>
                    <a:pt x="441" y="1127"/>
                  </a:lnTo>
                  <a:lnTo>
                    <a:pt x="441" y="1175"/>
                  </a:lnTo>
                  <a:lnTo>
                    <a:pt x="449" y="1231"/>
                  </a:lnTo>
                  <a:lnTo>
                    <a:pt x="457" y="1279"/>
                  </a:lnTo>
                  <a:lnTo>
                    <a:pt x="457" y="1327"/>
                  </a:lnTo>
                  <a:lnTo>
                    <a:pt x="465" y="1367"/>
                  </a:lnTo>
                  <a:lnTo>
                    <a:pt x="465" y="1415"/>
                  </a:lnTo>
                  <a:lnTo>
                    <a:pt x="473" y="1463"/>
                  </a:lnTo>
                  <a:lnTo>
                    <a:pt x="481" y="1503"/>
                  </a:lnTo>
                  <a:lnTo>
                    <a:pt x="481" y="1543"/>
                  </a:lnTo>
                  <a:lnTo>
                    <a:pt x="489" y="1575"/>
                  </a:lnTo>
                  <a:lnTo>
                    <a:pt x="489" y="1615"/>
                  </a:lnTo>
                  <a:lnTo>
                    <a:pt x="497" y="1647"/>
                  </a:lnTo>
                  <a:lnTo>
                    <a:pt x="497" y="1679"/>
                  </a:lnTo>
                  <a:lnTo>
                    <a:pt x="505" y="1711"/>
                  </a:lnTo>
                  <a:lnTo>
                    <a:pt x="513" y="1735"/>
                  </a:lnTo>
                  <a:lnTo>
                    <a:pt x="513" y="1759"/>
                  </a:lnTo>
                  <a:lnTo>
                    <a:pt x="521" y="1783"/>
                  </a:lnTo>
                  <a:lnTo>
                    <a:pt x="521" y="1807"/>
                  </a:lnTo>
                  <a:lnTo>
                    <a:pt x="529" y="1823"/>
                  </a:lnTo>
                  <a:lnTo>
                    <a:pt x="537" y="1839"/>
                  </a:lnTo>
                  <a:lnTo>
                    <a:pt x="537" y="1855"/>
                  </a:lnTo>
                  <a:lnTo>
                    <a:pt x="545" y="1871"/>
                  </a:lnTo>
                  <a:lnTo>
                    <a:pt x="545" y="1879"/>
                  </a:lnTo>
                  <a:lnTo>
                    <a:pt x="553" y="1887"/>
                  </a:lnTo>
                  <a:lnTo>
                    <a:pt x="569" y="1903"/>
                  </a:lnTo>
                  <a:lnTo>
                    <a:pt x="569" y="1911"/>
                  </a:lnTo>
                  <a:lnTo>
                    <a:pt x="577" y="1911"/>
                  </a:lnTo>
                  <a:lnTo>
                    <a:pt x="585" y="1911"/>
                  </a:lnTo>
                  <a:lnTo>
                    <a:pt x="593" y="1903"/>
                  </a:lnTo>
                  <a:lnTo>
                    <a:pt x="601" y="1895"/>
                  </a:lnTo>
                  <a:lnTo>
                    <a:pt x="609" y="1887"/>
                  </a:lnTo>
                  <a:lnTo>
                    <a:pt x="617" y="1879"/>
                  </a:lnTo>
                  <a:lnTo>
                    <a:pt x="617" y="1871"/>
                  </a:lnTo>
                  <a:lnTo>
                    <a:pt x="625" y="1863"/>
                  </a:lnTo>
                  <a:lnTo>
                    <a:pt x="633" y="1855"/>
                  </a:lnTo>
                  <a:lnTo>
                    <a:pt x="633" y="1847"/>
                  </a:lnTo>
                  <a:lnTo>
                    <a:pt x="641" y="183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5366" name="Freeform 6"/>
            <p:cNvSpPr>
              <a:spLocks/>
            </p:cNvSpPr>
            <p:nvPr/>
          </p:nvSpPr>
          <p:spPr bwMode="auto">
            <a:xfrm>
              <a:off x="2663" y="1765"/>
              <a:ext cx="801" cy="528"/>
            </a:xfrm>
            <a:custGeom>
              <a:avLst/>
              <a:gdLst/>
              <a:ahLst/>
              <a:cxnLst>
                <a:cxn ang="0">
                  <a:pos x="16" y="512"/>
                </a:cxn>
                <a:cxn ang="0">
                  <a:pos x="24" y="488"/>
                </a:cxn>
                <a:cxn ang="0">
                  <a:pos x="40" y="472"/>
                </a:cxn>
                <a:cxn ang="0">
                  <a:pos x="64" y="448"/>
                </a:cxn>
                <a:cxn ang="0">
                  <a:pos x="88" y="448"/>
                </a:cxn>
                <a:cxn ang="0">
                  <a:pos x="112" y="456"/>
                </a:cxn>
                <a:cxn ang="0">
                  <a:pos x="136" y="464"/>
                </a:cxn>
                <a:cxn ang="0">
                  <a:pos x="160" y="480"/>
                </a:cxn>
                <a:cxn ang="0">
                  <a:pos x="184" y="488"/>
                </a:cxn>
                <a:cxn ang="0">
                  <a:pos x="208" y="488"/>
                </a:cxn>
                <a:cxn ang="0">
                  <a:pos x="232" y="464"/>
                </a:cxn>
                <a:cxn ang="0">
                  <a:pos x="248" y="440"/>
                </a:cxn>
                <a:cxn ang="0">
                  <a:pos x="264" y="416"/>
                </a:cxn>
                <a:cxn ang="0">
                  <a:pos x="280" y="384"/>
                </a:cxn>
                <a:cxn ang="0">
                  <a:pos x="296" y="352"/>
                </a:cxn>
                <a:cxn ang="0">
                  <a:pos x="304" y="312"/>
                </a:cxn>
                <a:cxn ang="0">
                  <a:pos x="320" y="272"/>
                </a:cxn>
                <a:cxn ang="0">
                  <a:pos x="336" y="240"/>
                </a:cxn>
                <a:cxn ang="0">
                  <a:pos x="352" y="208"/>
                </a:cxn>
                <a:cxn ang="0">
                  <a:pos x="368" y="176"/>
                </a:cxn>
                <a:cxn ang="0">
                  <a:pos x="376" y="152"/>
                </a:cxn>
                <a:cxn ang="0">
                  <a:pos x="400" y="120"/>
                </a:cxn>
                <a:cxn ang="0">
                  <a:pos x="424" y="112"/>
                </a:cxn>
                <a:cxn ang="0">
                  <a:pos x="448" y="112"/>
                </a:cxn>
                <a:cxn ang="0">
                  <a:pos x="472" y="120"/>
                </a:cxn>
                <a:cxn ang="0">
                  <a:pos x="496" y="136"/>
                </a:cxn>
                <a:cxn ang="0">
                  <a:pos x="520" y="152"/>
                </a:cxn>
                <a:cxn ang="0">
                  <a:pos x="544" y="152"/>
                </a:cxn>
                <a:cxn ang="0">
                  <a:pos x="568" y="144"/>
                </a:cxn>
                <a:cxn ang="0">
                  <a:pos x="592" y="120"/>
                </a:cxn>
                <a:cxn ang="0">
                  <a:pos x="608" y="96"/>
                </a:cxn>
                <a:cxn ang="0">
                  <a:pos x="624" y="72"/>
                </a:cxn>
                <a:cxn ang="0">
                  <a:pos x="640" y="48"/>
                </a:cxn>
                <a:cxn ang="0">
                  <a:pos x="664" y="16"/>
                </a:cxn>
                <a:cxn ang="0">
                  <a:pos x="672" y="8"/>
                </a:cxn>
                <a:cxn ang="0">
                  <a:pos x="696" y="8"/>
                </a:cxn>
                <a:cxn ang="0">
                  <a:pos x="721" y="32"/>
                </a:cxn>
                <a:cxn ang="0">
                  <a:pos x="729" y="72"/>
                </a:cxn>
                <a:cxn ang="0">
                  <a:pos x="745" y="128"/>
                </a:cxn>
                <a:cxn ang="0">
                  <a:pos x="761" y="200"/>
                </a:cxn>
                <a:cxn ang="0">
                  <a:pos x="777" y="296"/>
                </a:cxn>
                <a:cxn ang="0">
                  <a:pos x="793" y="408"/>
                </a:cxn>
              </a:cxnLst>
              <a:rect l="0" t="0" r="r" b="b"/>
              <a:pathLst>
                <a:path w="801" h="528">
                  <a:moveTo>
                    <a:pt x="0" y="528"/>
                  </a:moveTo>
                  <a:lnTo>
                    <a:pt x="8" y="520"/>
                  </a:lnTo>
                  <a:lnTo>
                    <a:pt x="16" y="512"/>
                  </a:lnTo>
                  <a:lnTo>
                    <a:pt x="16" y="504"/>
                  </a:lnTo>
                  <a:lnTo>
                    <a:pt x="24" y="496"/>
                  </a:lnTo>
                  <a:lnTo>
                    <a:pt x="24" y="488"/>
                  </a:lnTo>
                  <a:lnTo>
                    <a:pt x="40" y="472"/>
                  </a:lnTo>
                  <a:lnTo>
                    <a:pt x="32" y="472"/>
                  </a:lnTo>
                  <a:lnTo>
                    <a:pt x="40" y="472"/>
                  </a:lnTo>
                  <a:lnTo>
                    <a:pt x="48" y="464"/>
                  </a:lnTo>
                  <a:lnTo>
                    <a:pt x="56" y="456"/>
                  </a:lnTo>
                  <a:lnTo>
                    <a:pt x="64" y="448"/>
                  </a:lnTo>
                  <a:lnTo>
                    <a:pt x="72" y="448"/>
                  </a:lnTo>
                  <a:lnTo>
                    <a:pt x="80" y="448"/>
                  </a:lnTo>
                  <a:lnTo>
                    <a:pt x="88" y="448"/>
                  </a:lnTo>
                  <a:lnTo>
                    <a:pt x="96" y="448"/>
                  </a:lnTo>
                  <a:lnTo>
                    <a:pt x="104" y="448"/>
                  </a:lnTo>
                  <a:lnTo>
                    <a:pt x="112" y="456"/>
                  </a:lnTo>
                  <a:lnTo>
                    <a:pt x="120" y="456"/>
                  </a:lnTo>
                  <a:lnTo>
                    <a:pt x="128" y="464"/>
                  </a:lnTo>
                  <a:lnTo>
                    <a:pt x="136" y="464"/>
                  </a:lnTo>
                  <a:lnTo>
                    <a:pt x="144" y="472"/>
                  </a:lnTo>
                  <a:lnTo>
                    <a:pt x="152" y="480"/>
                  </a:lnTo>
                  <a:lnTo>
                    <a:pt x="160" y="480"/>
                  </a:lnTo>
                  <a:lnTo>
                    <a:pt x="168" y="488"/>
                  </a:lnTo>
                  <a:lnTo>
                    <a:pt x="176" y="488"/>
                  </a:lnTo>
                  <a:lnTo>
                    <a:pt x="184" y="488"/>
                  </a:lnTo>
                  <a:lnTo>
                    <a:pt x="192" y="488"/>
                  </a:lnTo>
                  <a:lnTo>
                    <a:pt x="200" y="488"/>
                  </a:lnTo>
                  <a:lnTo>
                    <a:pt x="208" y="488"/>
                  </a:lnTo>
                  <a:lnTo>
                    <a:pt x="216" y="480"/>
                  </a:lnTo>
                  <a:lnTo>
                    <a:pt x="224" y="472"/>
                  </a:lnTo>
                  <a:lnTo>
                    <a:pt x="232" y="464"/>
                  </a:lnTo>
                  <a:lnTo>
                    <a:pt x="240" y="456"/>
                  </a:lnTo>
                  <a:lnTo>
                    <a:pt x="248" y="448"/>
                  </a:lnTo>
                  <a:lnTo>
                    <a:pt x="248" y="440"/>
                  </a:lnTo>
                  <a:lnTo>
                    <a:pt x="256" y="432"/>
                  </a:lnTo>
                  <a:lnTo>
                    <a:pt x="256" y="424"/>
                  </a:lnTo>
                  <a:lnTo>
                    <a:pt x="264" y="416"/>
                  </a:lnTo>
                  <a:lnTo>
                    <a:pt x="272" y="408"/>
                  </a:lnTo>
                  <a:lnTo>
                    <a:pt x="272" y="392"/>
                  </a:lnTo>
                  <a:lnTo>
                    <a:pt x="280" y="384"/>
                  </a:lnTo>
                  <a:lnTo>
                    <a:pt x="280" y="376"/>
                  </a:lnTo>
                  <a:lnTo>
                    <a:pt x="288" y="360"/>
                  </a:lnTo>
                  <a:lnTo>
                    <a:pt x="296" y="352"/>
                  </a:lnTo>
                  <a:lnTo>
                    <a:pt x="296" y="336"/>
                  </a:lnTo>
                  <a:lnTo>
                    <a:pt x="304" y="328"/>
                  </a:lnTo>
                  <a:lnTo>
                    <a:pt x="304" y="312"/>
                  </a:lnTo>
                  <a:lnTo>
                    <a:pt x="312" y="304"/>
                  </a:lnTo>
                  <a:lnTo>
                    <a:pt x="320" y="288"/>
                  </a:lnTo>
                  <a:lnTo>
                    <a:pt x="320" y="272"/>
                  </a:lnTo>
                  <a:lnTo>
                    <a:pt x="328" y="264"/>
                  </a:lnTo>
                  <a:lnTo>
                    <a:pt x="328" y="248"/>
                  </a:lnTo>
                  <a:lnTo>
                    <a:pt x="336" y="240"/>
                  </a:lnTo>
                  <a:lnTo>
                    <a:pt x="344" y="224"/>
                  </a:lnTo>
                  <a:lnTo>
                    <a:pt x="344" y="216"/>
                  </a:lnTo>
                  <a:lnTo>
                    <a:pt x="352" y="208"/>
                  </a:lnTo>
                  <a:lnTo>
                    <a:pt x="352" y="192"/>
                  </a:lnTo>
                  <a:lnTo>
                    <a:pt x="360" y="184"/>
                  </a:lnTo>
                  <a:lnTo>
                    <a:pt x="368" y="176"/>
                  </a:lnTo>
                  <a:lnTo>
                    <a:pt x="368" y="168"/>
                  </a:lnTo>
                  <a:lnTo>
                    <a:pt x="376" y="160"/>
                  </a:lnTo>
                  <a:lnTo>
                    <a:pt x="376" y="152"/>
                  </a:lnTo>
                  <a:lnTo>
                    <a:pt x="384" y="144"/>
                  </a:lnTo>
                  <a:lnTo>
                    <a:pt x="400" y="128"/>
                  </a:lnTo>
                  <a:lnTo>
                    <a:pt x="400" y="120"/>
                  </a:lnTo>
                  <a:lnTo>
                    <a:pt x="408" y="112"/>
                  </a:lnTo>
                  <a:lnTo>
                    <a:pt x="416" y="112"/>
                  </a:lnTo>
                  <a:lnTo>
                    <a:pt x="424" y="112"/>
                  </a:lnTo>
                  <a:lnTo>
                    <a:pt x="432" y="112"/>
                  </a:lnTo>
                  <a:lnTo>
                    <a:pt x="440" y="112"/>
                  </a:lnTo>
                  <a:lnTo>
                    <a:pt x="448" y="112"/>
                  </a:lnTo>
                  <a:lnTo>
                    <a:pt x="456" y="112"/>
                  </a:lnTo>
                  <a:lnTo>
                    <a:pt x="464" y="120"/>
                  </a:lnTo>
                  <a:lnTo>
                    <a:pt x="472" y="120"/>
                  </a:lnTo>
                  <a:lnTo>
                    <a:pt x="480" y="128"/>
                  </a:lnTo>
                  <a:lnTo>
                    <a:pt x="488" y="136"/>
                  </a:lnTo>
                  <a:lnTo>
                    <a:pt x="496" y="136"/>
                  </a:lnTo>
                  <a:lnTo>
                    <a:pt x="504" y="144"/>
                  </a:lnTo>
                  <a:lnTo>
                    <a:pt x="512" y="144"/>
                  </a:lnTo>
                  <a:lnTo>
                    <a:pt x="520" y="152"/>
                  </a:lnTo>
                  <a:lnTo>
                    <a:pt x="528" y="152"/>
                  </a:lnTo>
                  <a:lnTo>
                    <a:pt x="536" y="152"/>
                  </a:lnTo>
                  <a:lnTo>
                    <a:pt x="544" y="152"/>
                  </a:lnTo>
                  <a:lnTo>
                    <a:pt x="552" y="152"/>
                  </a:lnTo>
                  <a:lnTo>
                    <a:pt x="560" y="152"/>
                  </a:lnTo>
                  <a:lnTo>
                    <a:pt x="568" y="144"/>
                  </a:lnTo>
                  <a:lnTo>
                    <a:pt x="576" y="136"/>
                  </a:lnTo>
                  <a:lnTo>
                    <a:pt x="584" y="128"/>
                  </a:lnTo>
                  <a:lnTo>
                    <a:pt x="592" y="120"/>
                  </a:lnTo>
                  <a:lnTo>
                    <a:pt x="600" y="112"/>
                  </a:lnTo>
                  <a:lnTo>
                    <a:pt x="600" y="104"/>
                  </a:lnTo>
                  <a:lnTo>
                    <a:pt x="608" y="96"/>
                  </a:lnTo>
                  <a:lnTo>
                    <a:pt x="608" y="88"/>
                  </a:lnTo>
                  <a:lnTo>
                    <a:pt x="616" y="80"/>
                  </a:lnTo>
                  <a:lnTo>
                    <a:pt x="624" y="72"/>
                  </a:lnTo>
                  <a:lnTo>
                    <a:pt x="632" y="64"/>
                  </a:lnTo>
                  <a:lnTo>
                    <a:pt x="632" y="56"/>
                  </a:lnTo>
                  <a:lnTo>
                    <a:pt x="640" y="48"/>
                  </a:lnTo>
                  <a:lnTo>
                    <a:pt x="648" y="40"/>
                  </a:lnTo>
                  <a:lnTo>
                    <a:pt x="648" y="32"/>
                  </a:lnTo>
                  <a:lnTo>
                    <a:pt x="664" y="16"/>
                  </a:lnTo>
                  <a:lnTo>
                    <a:pt x="656" y="16"/>
                  </a:lnTo>
                  <a:lnTo>
                    <a:pt x="664" y="16"/>
                  </a:lnTo>
                  <a:lnTo>
                    <a:pt x="672" y="8"/>
                  </a:lnTo>
                  <a:lnTo>
                    <a:pt x="680" y="0"/>
                  </a:lnTo>
                  <a:lnTo>
                    <a:pt x="688" y="0"/>
                  </a:lnTo>
                  <a:lnTo>
                    <a:pt x="696" y="8"/>
                  </a:lnTo>
                  <a:lnTo>
                    <a:pt x="704" y="16"/>
                  </a:lnTo>
                  <a:lnTo>
                    <a:pt x="712" y="24"/>
                  </a:lnTo>
                  <a:lnTo>
                    <a:pt x="721" y="32"/>
                  </a:lnTo>
                  <a:lnTo>
                    <a:pt x="721" y="40"/>
                  </a:lnTo>
                  <a:lnTo>
                    <a:pt x="729" y="56"/>
                  </a:lnTo>
                  <a:lnTo>
                    <a:pt x="729" y="72"/>
                  </a:lnTo>
                  <a:lnTo>
                    <a:pt x="737" y="88"/>
                  </a:lnTo>
                  <a:lnTo>
                    <a:pt x="745" y="104"/>
                  </a:lnTo>
                  <a:lnTo>
                    <a:pt x="745" y="128"/>
                  </a:lnTo>
                  <a:lnTo>
                    <a:pt x="753" y="152"/>
                  </a:lnTo>
                  <a:lnTo>
                    <a:pt x="753" y="176"/>
                  </a:lnTo>
                  <a:lnTo>
                    <a:pt x="761" y="200"/>
                  </a:lnTo>
                  <a:lnTo>
                    <a:pt x="769" y="232"/>
                  </a:lnTo>
                  <a:lnTo>
                    <a:pt x="769" y="264"/>
                  </a:lnTo>
                  <a:lnTo>
                    <a:pt x="777" y="296"/>
                  </a:lnTo>
                  <a:lnTo>
                    <a:pt x="777" y="336"/>
                  </a:lnTo>
                  <a:lnTo>
                    <a:pt x="785" y="368"/>
                  </a:lnTo>
                  <a:lnTo>
                    <a:pt x="793" y="408"/>
                  </a:lnTo>
                  <a:lnTo>
                    <a:pt x="793" y="448"/>
                  </a:lnTo>
                  <a:lnTo>
                    <a:pt x="801" y="496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5367" name="Freeform 7"/>
            <p:cNvSpPr>
              <a:spLocks/>
            </p:cNvSpPr>
            <p:nvPr/>
          </p:nvSpPr>
          <p:spPr bwMode="auto">
            <a:xfrm>
              <a:off x="3464" y="462"/>
              <a:ext cx="608" cy="3214"/>
            </a:xfrm>
            <a:custGeom>
              <a:avLst/>
              <a:gdLst/>
              <a:ahLst/>
              <a:cxnLst>
                <a:cxn ang="0">
                  <a:pos x="8" y="1887"/>
                </a:cxn>
                <a:cxn ang="0">
                  <a:pos x="24" y="2039"/>
                </a:cxn>
                <a:cxn ang="0">
                  <a:pos x="32" y="2191"/>
                </a:cxn>
                <a:cxn ang="0">
                  <a:pos x="48" y="2358"/>
                </a:cxn>
                <a:cxn ang="0">
                  <a:pos x="64" y="2518"/>
                </a:cxn>
                <a:cxn ang="0">
                  <a:pos x="80" y="2678"/>
                </a:cxn>
                <a:cxn ang="0">
                  <a:pos x="96" y="2822"/>
                </a:cxn>
                <a:cxn ang="0">
                  <a:pos x="104" y="2950"/>
                </a:cxn>
                <a:cxn ang="0">
                  <a:pos x="120" y="3062"/>
                </a:cxn>
                <a:cxn ang="0">
                  <a:pos x="136" y="3142"/>
                </a:cxn>
                <a:cxn ang="0">
                  <a:pos x="152" y="3190"/>
                </a:cxn>
                <a:cxn ang="0">
                  <a:pos x="168" y="3214"/>
                </a:cxn>
                <a:cxn ang="0">
                  <a:pos x="176" y="3190"/>
                </a:cxn>
                <a:cxn ang="0">
                  <a:pos x="192" y="3134"/>
                </a:cxn>
                <a:cxn ang="0">
                  <a:pos x="208" y="3038"/>
                </a:cxn>
                <a:cxn ang="0">
                  <a:pos x="224" y="2910"/>
                </a:cxn>
                <a:cxn ang="0">
                  <a:pos x="232" y="2742"/>
                </a:cxn>
                <a:cxn ang="0">
                  <a:pos x="248" y="2550"/>
                </a:cxn>
                <a:cxn ang="0">
                  <a:pos x="264" y="2326"/>
                </a:cxn>
                <a:cxn ang="0">
                  <a:pos x="280" y="2087"/>
                </a:cxn>
                <a:cxn ang="0">
                  <a:pos x="296" y="1831"/>
                </a:cxn>
                <a:cxn ang="0">
                  <a:pos x="304" y="1575"/>
                </a:cxn>
                <a:cxn ang="0">
                  <a:pos x="320" y="1319"/>
                </a:cxn>
                <a:cxn ang="0">
                  <a:pos x="336" y="1064"/>
                </a:cxn>
                <a:cxn ang="0">
                  <a:pos x="352" y="832"/>
                </a:cxn>
                <a:cxn ang="0">
                  <a:pos x="368" y="616"/>
                </a:cxn>
                <a:cxn ang="0">
                  <a:pos x="376" y="424"/>
                </a:cxn>
                <a:cxn ang="0">
                  <a:pos x="392" y="264"/>
                </a:cxn>
                <a:cxn ang="0">
                  <a:pos x="408" y="144"/>
                </a:cxn>
                <a:cxn ang="0">
                  <a:pos x="424" y="56"/>
                </a:cxn>
                <a:cxn ang="0">
                  <a:pos x="432" y="8"/>
                </a:cxn>
                <a:cxn ang="0">
                  <a:pos x="456" y="8"/>
                </a:cxn>
                <a:cxn ang="0">
                  <a:pos x="472" y="56"/>
                </a:cxn>
                <a:cxn ang="0">
                  <a:pos x="488" y="136"/>
                </a:cxn>
                <a:cxn ang="0">
                  <a:pos x="504" y="240"/>
                </a:cxn>
                <a:cxn ang="0">
                  <a:pos x="520" y="368"/>
                </a:cxn>
                <a:cxn ang="0">
                  <a:pos x="528" y="512"/>
                </a:cxn>
                <a:cxn ang="0">
                  <a:pos x="544" y="672"/>
                </a:cxn>
                <a:cxn ang="0">
                  <a:pos x="560" y="832"/>
                </a:cxn>
                <a:cxn ang="0">
                  <a:pos x="576" y="992"/>
                </a:cxn>
                <a:cxn ang="0">
                  <a:pos x="584" y="1151"/>
                </a:cxn>
                <a:cxn ang="0">
                  <a:pos x="600" y="1303"/>
                </a:cxn>
              </a:cxnLst>
              <a:rect l="0" t="0" r="r" b="b"/>
              <a:pathLst>
                <a:path w="608" h="3214">
                  <a:moveTo>
                    <a:pt x="0" y="1799"/>
                  </a:moveTo>
                  <a:lnTo>
                    <a:pt x="0" y="1847"/>
                  </a:lnTo>
                  <a:lnTo>
                    <a:pt x="8" y="1887"/>
                  </a:lnTo>
                  <a:lnTo>
                    <a:pt x="8" y="1935"/>
                  </a:lnTo>
                  <a:lnTo>
                    <a:pt x="16" y="1983"/>
                  </a:lnTo>
                  <a:lnTo>
                    <a:pt x="24" y="2039"/>
                  </a:lnTo>
                  <a:lnTo>
                    <a:pt x="24" y="2087"/>
                  </a:lnTo>
                  <a:lnTo>
                    <a:pt x="32" y="2143"/>
                  </a:lnTo>
                  <a:lnTo>
                    <a:pt x="32" y="2191"/>
                  </a:lnTo>
                  <a:lnTo>
                    <a:pt x="40" y="2247"/>
                  </a:lnTo>
                  <a:lnTo>
                    <a:pt x="48" y="2302"/>
                  </a:lnTo>
                  <a:lnTo>
                    <a:pt x="48" y="2358"/>
                  </a:lnTo>
                  <a:lnTo>
                    <a:pt x="56" y="2414"/>
                  </a:lnTo>
                  <a:lnTo>
                    <a:pt x="56" y="2462"/>
                  </a:lnTo>
                  <a:lnTo>
                    <a:pt x="64" y="2518"/>
                  </a:lnTo>
                  <a:lnTo>
                    <a:pt x="72" y="2574"/>
                  </a:lnTo>
                  <a:lnTo>
                    <a:pt x="72" y="2622"/>
                  </a:lnTo>
                  <a:lnTo>
                    <a:pt x="80" y="2678"/>
                  </a:lnTo>
                  <a:lnTo>
                    <a:pt x="80" y="2726"/>
                  </a:lnTo>
                  <a:lnTo>
                    <a:pt x="88" y="2774"/>
                  </a:lnTo>
                  <a:lnTo>
                    <a:pt x="96" y="2822"/>
                  </a:lnTo>
                  <a:lnTo>
                    <a:pt x="96" y="2870"/>
                  </a:lnTo>
                  <a:lnTo>
                    <a:pt x="104" y="2910"/>
                  </a:lnTo>
                  <a:lnTo>
                    <a:pt x="104" y="2950"/>
                  </a:lnTo>
                  <a:lnTo>
                    <a:pt x="112" y="2990"/>
                  </a:lnTo>
                  <a:lnTo>
                    <a:pt x="120" y="3030"/>
                  </a:lnTo>
                  <a:lnTo>
                    <a:pt x="120" y="3062"/>
                  </a:lnTo>
                  <a:lnTo>
                    <a:pt x="128" y="3094"/>
                  </a:lnTo>
                  <a:lnTo>
                    <a:pt x="128" y="3118"/>
                  </a:lnTo>
                  <a:lnTo>
                    <a:pt x="136" y="3142"/>
                  </a:lnTo>
                  <a:lnTo>
                    <a:pt x="144" y="3166"/>
                  </a:lnTo>
                  <a:lnTo>
                    <a:pt x="144" y="3182"/>
                  </a:lnTo>
                  <a:lnTo>
                    <a:pt x="152" y="3190"/>
                  </a:lnTo>
                  <a:lnTo>
                    <a:pt x="152" y="3206"/>
                  </a:lnTo>
                  <a:lnTo>
                    <a:pt x="160" y="3206"/>
                  </a:lnTo>
                  <a:lnTo>
                    <a:pt x="168" y="3214"/>
                  </a:lnTo>
                  <a:lnTo>
                    <a:pt x="168" y="3206"/>
                  </a:lnTo>
                  <a:lnTo>
                    <a:pt x="176" y="3198"/>
                  </a:lnTo>
                  <a:lnTo>
                    <a:pt x="176" y="3190"/>
                  </a:lnTo>
                  <a:lnTo>
                    <a:pt x="184" y="3174"/>
                  </a:lnTo>
                  <a:lnTo>
                    <a:pt x="184" y="3158"/>
                  </a:lnTo>
                  <a:lnTo>
                    <a:pt x="192" y="3134"/>
                  </a:lnTo>
                  <a:lnTo>
                    <a:pt x="200" y="3102"/>
                  </a:lnTo>
                  <a:lnTo>
                    <a:pt x="200" y="3078"/>
                  </a:lnTo>
                  <a:lnTo>
                    <a:pt x="208" y="3038"/>
                  </a:lnTo>
                  <a:lnTo>
                    <a:pt x="208" y="2998"/>
                  </a:lnTo>
                  <a:lnTo>
                    <a:pt x="216" y="2958"/>
                  </a:lnTo>
                  <a:lnTo>
                    <a:pt x="224" y="2910"/>
                  </a:lnTo>
                  <a:lnTo>
                    <a:pt x="224" y="2854"/>
                  </a:lnTo>
                  <a:lnTo>
                    <a:pt x="232" y="2798"/>
                  </a:lnTo>
                  <a:lnTo>
                    <a:pt x="232" y="2742"/>
                  </a:lnTo>
                  <a:lnTo>
                    <a:pt x="240" y="2678"/>
                  </a:lnTo>
                  <a:lnTo>
                    <a:pt x="248" y="2614"/>
                  </a:lnTo>
                  <a:lnTo>
                    <a:pt x="248" y="2550"/>
                  </a:lnTo>
                  <a:lnTo>
                    <a:pt x="256" y="2478"/>
                  </a:lnTo>
                  <a:lnTo>
                    <a:pt x="256" y="2406"/>
                  </a:lnTo>
                  <a:lnTo>
                    <a:pt x="264" y="2326"/>
                  </a:lnTo>
                  <a:lnTo>
                    <a:pt x="272" y="2247"/>
                  </a:lnTo>
                  <a:lnTo>
                    <a:pt x="272" y="2167"/>
                  </a:lnTo>
                  <a:lnTo>
                    <a:pt x="280" y="2087"/>
                  </a:lnTo>
                  <a:lnTo>
                    <a:pt x="280" y="2007"/>
                  </a:lnTo>
                  <a:lnTo>
                    <a:pt x="288" y="1919"/>
                  </a:lnTo>
                  <a:lnTo>
                    <a:pt x="296" y="1831"/>
                  </a:lnTo>
                  <a:lnTo>
                    <a:pt x="296" y="1751"/>
                  </a:lnTo>
                  <a:lnTo>
                    <a:pt x="304" y="1663"/>
                  </a:lnTo>
                  <a:lnTo>
                    <a:pt x="304" y="1575"/>
                  </a:lnTo>
                  <a:lnTo>
                    <a:pt x="312" y="1487"/>
                  </a:lnTo>
                  <a:lnTo>
                    <a:pt x="320" y="1399"/>
                  </a:lnTo>
                  <a:lnTo>
                    <a:pt x="320" y="1319"/>
                  </a:lnTo>
                  <a:lnTo>
                    <a:pt x="328" y="1231"/>
                  </a:lnTo>
                  <a:lnTo>
                    <a:pt x="328" y="1143"/>
                  </a:lnTo>
                  <a:lnTo>
                    <a:pt x="336" y="1064"/>
                  </a:lnTo>
                  <a:lnTo>
                    <a:pt x="344" y="984"/>
                  </a:lnTo>
                  <a:lnTo>
                    <a:pt x="344" y="904"/>
                  </a:lnTo>
                  <a:lnTo>
                    <a:pt x="352" y="832"/>
                  </a:lnTo>
                  <a:lnTo>
                    <a:pt x="352" y="752"/>
                  </a:lnTo>
                  <a:lnTo>
                    <a:pt x="360" y="680"/>
                  </a:lnTo>
                  <a:lnTo>
                    <a:pt x="368" y="616"/>
                  </a:lnTo>
                  <a:lnTo>
                    <a:pt x="368" y="544"/>
                  </a:lnTo>
                  <a:lnTo>
                    <a:pt x="376" y="488"/>
                  </a:lnTo>
                  <a:lnTo>
                    <a:pt x="376" y="424"/>
                  </a:lnTo>
                  <a:lnTo>
                    <a:pt x="384" y="368"/>
                  </a:lnTo>
                  <a:lnTo>
                    <a:pt x="384" y="312"/>
                  </a:lnTo>
                  <a:lnTo>
                    <a:pt x="392" y="264"/>
                  </a:lnTo>
                  <a:lnTo>
                    <a:pt x="400" y="224"/>
                  </a:lnTo>
                  <a:lnTo>
                    <a:pt x="400" y="184"/>
                  </a:lnTo>
                  <a:lnTo>
                    <a:pt x="408" y="144"/>
                  </a:lnTo>
                  <a:lnTo>
                    <a:pt x="408" y="112"/>
                  </a:lnTo>
                  <a:lnTo>
                    <a:pt x="416" y="80"/>
                  </a:lnTo>
                  <a:lnTo>
                    <a:pt x="424" y="56"/>
                  </a:lnTo>
                  <a:lnTo>
                    <a:pt x="424" y="32"/>
                  </a:lnTo>
                  <a:lnTo>
                    <a:pt x="432" y="16"/>
                  </a:lnTo>
                  <a:lnTo>
                    <a:pt x="432" y="8"/>
                  </a:lnTo>
                  <a:lnTo>
                    <a:pt x="440" y="0"/>
                  </a:lnTo>
                  <a:lnTo>
                    <a:pt x="456" y="0"/>
                  </a:lnTo>
                  <a:lnTo>
                    <a:pt x="456" y="8"/>
                  </a:lnTo>
                  <a:lnTo>
                    <a:pt x="464" y="24"/>
                  </a:lnTo>
                  <a:lnTo>
                    <a:pt x="472" y="40"/>
                  </a:lnTo>
                  <a:lnTo>
                    <a:pt x="472" y="56"/>
                  </a:lnTo>
                  <a:lnTo>
                    <a:pt x="480" y="80"/>
                  </a:lnTo>
                  <a:lnTo>
                    <a:pt x="480" y="104"/>
                  </a:lnTo>
                  <a:lnTo>
                    <a:pt x="488" y="136"/>
                  </a:lnTo>
                  <a:lnTo>
                    <a:pt x="496" y="168"/>
                  </a:lnTo>
                  <a:lnTo>
                    <a:pt x="496" y="200"/>
                  </a:lnTo>
                  <a:lnTo>
                    <a:pt x="504" y="240"/>
                  </a:lnTo>
                  <a:lnTo>
                    <a:pt x="504" y="280"/>
                  </a:lnTo>
                  <a:lnTo>
                    <a:pt x="512" y="320"/>
                  </a:lnTo>
                  <a:lnTo>
                    <a:pt x="520" y="368"/>
                  </a:lnTo>
                  <a:lnTo>
                    <a:pt x="520" y="416"/>
                  </a:lnTo>
                  <a:lnTo>
                    <a:pt x="528" y="464"/>
                  </a:lnTo>
                  <a:lnTo>
                    <a:pt x="528" y="512"/>
                  </a:lnTo>
                  <a:lnTo>
                    <a:pt x="536" y="568"/>
                  </a:lnTo>
                  <a:lnTo>
                    <a:pt x="544" y="616"/>
                  </a:lnTo>
                  <a:lnTo>
                    <a:pt x="544" y="672"/>
                  </a:lnTo>
                  <a:lnTo>
                    <a:pt x="552" y="720"/>
                  </a:lnTo>
                  <a:lnTo>
                    <a:pt x="552" y="776"/>
                  </a:lnTo>
                  <a:lnTo>
                    <a:pt x="560" y="832"/>
                  </a:lnTo>
                  <a:lnTo>
                    <a:pt x="560" y="888"/>
                  </a:lnTo>
                  <a:lnTo>
                    <a:pt x="568" y="944"/>
                  </a:lnTo>
                  <a:lnTo>
                    <a:pt x="576" y="992"/>
                  </a:lnTo>
                  <a:lnTo>
                    <a:pt x="576" y="1048"/>
                  </a:lnTo>
                  <a:lnTo>
                    <a:pt x="584" y="1104"/>
                  </a:lnTo>
                  <a:lnTo>
                    <a:pt x="584" y="1151"/>
                  </a:lnTo>
                  <a:lnTo>
                    <a:pt x="592" y="1199"/>
                  </a:lnTo>
                  <a:lnTo>
                    <a:pt x="600" y="1255"/>
                  </a:lnTo>
                  <a:lnTo>
                    <a:pt x="600" y="1303"/>
                  </a:lnTo>
                  <a:lnTo>
                    <a:pt x="608" y="1351"/>
                  </a:lnTo>
                  <a:lnTo>
                    <a:pt x="608" y="1391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5368" name="Freeform 8"/>
            <p:cNvSpPr>
              <a:spLocks/>
            </p:cNvSpPr>
            <p:nvPr/>
          </p:nvSpPr>
          <p:spPr bwMode="auto">
            <a:xfrm>
              <a:off x="4072" y="1837"/>
              <a:ext cx="801" cy="528"/>
            </a:xfrm>
            <a:custGeom>
              <a:avLst/>
              <a:gdLst/>
              <a:ahLst/>
              <a:cxnLst>
                <a:cxn ang="0">
                  <a:pos x="16" y="104"/>
                </a:cxn>
                <a:cxn ang="0">
                  <a:pos x="24" y="216"/>
                </a:cxn>
                <a:cxn ang="0">
                  <a:pos x="40" y="312"/>
                </a:cxn>
                <a:cxn ang="0">
                  <a:pos x="56" y="392"/>
                </a:cxn>
                <a:cxn ang="0">
                  <a:pos x="72" y="448"/>
                </a:cxn>
                <a:cxn ang="0">
                  <a:pos x="88" y="496"/>
                </a:cxn>
                <a:cxn ang="0">
                  <a:pos x="96" y="520"/>
                </a:cxn>
                <a:cxn ang="0">
                  <a:pos x="120" y="528"/>
                </a:cxn>
                <a:cxn ang="0">
                  <a:pos x="144" y="504"/>
                </a:cxn>
                <a:cxn ang="0">
                  <a:pos x="168" y="480"/>
                </a:cxn>
                <a:cxn ang="0">
                  <a:pos x="176" y="456"/>
                </a:cxn>
                <a:cxn ang="0">
                  <a:pos x="192" y="432"/>
                </a:cxn>
                <a:cxn ang="0">
                  <a:pos x="208" y="408"/>
                </a:cxn>
                <a:cxn ang="0">
                  <a:pos x="232" y="384"/>
                </a:cxn>
                <a:cxn ang="0">
                  <a:pos x="256" y="376"/>
                </a:cxn>
                <a:cxn ang="0">
                  <a:pos x="280" y="376"/>
                </a:cxn>
                <a:cxn ang="0">
                  <a:pos x="304" y="392"/>
                </a:cxn>
                <a:cxn ang="0">
                  <a:pos x="328" y="400"/>
                </a:cxn>
                <a:cxn ang="0">
                  <a:pos x="353" y="416"/>
                </a:cxn>
                <a:cxn ang="0">
                  <a:pos x="377" y="416"/>
                </a:cxn>
                <a:cxn ang="0">
                  <a:pos x="401" y="400"/>
                </a:cxn>
                <a:cxn ang="0">
                  <a:pos x="417" y="384"/>
                </a:cxn>
                <a:cxn ang="0">
                  <a:pos x="441" y="352"/>
                </a:cxn>
                <a:cxn ang="0">
                  <a:pos x="449" y="328"/>
                </a:cxn>
                <a:cxn ang="0">
                  <a:pos x="465" y="296"/>
                </a:cxn>
                <a:cxn ang="0">
                  <a:pos x="481" y="256"/>
                </a:cxn>
                <a:cxn ang="0">
                  <a:pos x="497" y="216"/>
                </a:cxn>
                <a:cxn ang="0">
                  <a:pos x="513" y="184"/>
                </a:cxn>
                <a:cxn ang="0">
                  <a:pos x="521" y="152"/>
                </a:cxn>
                <a:cxn ang="0">
                  <a:pos x="537" y="120"/>
                </a:cxn>
                <a:cxn ang="0">
                  <a:pos x="553" y="88"/>
                </a:cxn>
                <a:cxn ang="0">
                  <a:pos x="569" y="64"/>
                </a:cxn>
                <a:cxn ang="0">
                  <a:pos x="585" y="48"/>
                </a:cxn>
                <a:cxn ang="0">
                  <a:pos x="609" y="40"/>
                </a:cxn>
                <a:cxn ang="0">
                  <a:pos x="633" y="40"/>
                </a:cxn>
                <a:cxn ang="0">
                  <a:pos x="657" y="56"/>
                </a:cxn>
                <a:cxn ang="0">
                  <a:pos x="681" y="72"/>
                </a:cxn>
                <a:cxn ang="0">
                  <a:pos x="705" y="80"/>
                </a:cxn>
                <a:cxn ang="0">
                  <a:pos x="729" y="80"/>
                </a:cxn>
                <a:cxn ang="0">
                  <a:pos x="753" y="64"/>
                </a:cxn>
                <a:cxn ang="0">
                  <a:pos x="777" y="40"/>
                </a:cxn>
                <a:cxn ang="0">
                  <a:pos x="793" y="16"/>
                </a:cxn>
              </a:cxnLst>
              <a:rect l="0" t="0" r="r" b="b"/>
              <a:pathLst>
                <a:path w="801" h="528">
                  <a:moveTo>
                    <a:pt x="0" y="16"/>
                  </a:moveTo>
                  <a:lnTo>
                    <a:pt x="8" y="64"/>
                  </a:lnTo>
                  <a:lnTo>
                    <a:pt x="16" y="104"/>
                  </a:lnTo>
                  <a:lnTo>
                    <a:pt x="16" y="144"/>
                  </a:lnTo>
                  <a:lnTo>
                    <a:pt x="24" y="184"/>
                  </a:lnTo>
                  <a:lnTo>
                    <a:pt x="24" y="216"/>
                  </a:lnTo>
                  <a:lnTo>
                    <a:pt x="32" y="256"/>
                  </a:lnTo>
                  <a:lnTo>
                    <a:pt x="40" y="288"/>
                  </a:lnTo>
                  <a:lnTo>
                    <a:pt x="40" y="312"/>
                  </a:lnTo>
                  <a:lnTo>
                    <a:pt x="48" y="344"/>
                  </a:lnTo>
                  <a:lnTo>
                    <a:pt x="48" y="368"/>
                  </a:lnTo>
                  <a:lnTo>
                    <a:pt x="56" y="392"/>
                  </a:lnTo>
                  <a:lnTo>
                    <a:pt x="64" y="416"/>
                  </a:lnTo>
                  <a:lnTo>
                    <a:pt x="64" y="432"/>
                  </a:lnTo>
                  <a:lnTo>
                    <a:pt x="72" y="448"/>
                  </a:lnTo>
                  <a:lnTo>
                    <a:pt x="72" y="464"/>
                  </a:lnTo>
                  <a:lnTo>
                    <a:pt x="80" y="480"/>
                  </a:lnTo>
                  <a:lnTo>
                    <a:pt x="88" y="496"/>
                  </a:lnTo>
                  <a:lnTo>
                    <a:pt x="88" y="504"/>
                  </a:lnTo>
                  <a:lnTo>
                    <a:pt x="104" y="520"/>
                  </a:lnTo>
                  <a:lnTo>
                    <a:pt x="96" y="520"/>
                  </a:lnTo>
                  <a:lnTo>
                    <a:pt x="104" y="520"/>
                  </a:lnTo>
                  <a:lnTo>
                    <a:pt x="112" y="528"/>
                  </a:lnTo>
                  <a:lnTo>
                    <a:pt x="120" y="528"/>
                  </a:lnTo>
                  <a:lnTo>
                    <a:pt x="128" y="520"/>
                  </a:lnTo>
                  <a:lnTo>
                    <a:pt x="136" y="512"/>
                  </a:lnTo>
                  <a:lnTo>
                    <a:pt x="144" y="504"/>
                  </a:lnTo>
                  <a:lnTo>
                    <a:pt x="152" y="496"/>
                  </a:lnTo>
                  <a:lnTo>
                    <a:pt x="160" y="488"/>
                  </a:lnTo>
                  <a:lnTo>
                    <a:pt x="168" y="480"/>
                  </a:lnTo>
                  <a:lnTo>
                    <a:pt x="168" y="472"/>
                  </a:lnTo>
                  <a:lnTo>
                    <a:pt x="176" y="464"/>
                  </a:lnTo>
                  <a:lnTo>
                    <a:pt x="176" y="456"/>
                  </a:lnTo>
                  <a:lnTo>
                    <a:pt x="184" y="448"/>
                  </a:lnTo>
                  <a:lnTo>
                    <a:pt x="192" y="440"/>
                  </a:lnTo>
                  <a:lnTo>
                    <a:pt x="192" y="432"/>
                  </a:lnTo>
                  <a:lnTo>
                    <a:pt x="200" y="424"/>
                  </a:lnTo>
                  <a:lnTo>
                    <a:pt x="200" y="416"/>
                  </a:lnTo>
                  <a:lnTo>
                    <a:pt x="208" y="408"/>
                  </a:lnTo>
                  <a:lnTo>
                    <a:pt x="216" y="400"/>
                  </a:lnTo>
                  <a:lnTo>
                    <a:pt x="224" y="392"/>
                  </a:lnTo>
                  <a:lnTo>
                    <a:pt x="232" y="384"/>
                  </a:lnTo>
                  <a:lnTo>
                    <a:pt x="240" y="376"/>
                  </a:lnTo>
                  <a:lnTo>
                    <a:pt x="248" y="376"/>
                  </a:lnTo>
                  <a:lnTo>
                    <a:pt x="256" y="376"/>
                  </a:lnTo>
                  <a:lnTo>
                    <a:pt x="264" y="376"/>
                  </a:lnTo>
                  <a:lnTo>
                    <a:pt x="272" y="376"/>
                  </a:lnTo>
                  <a:lnTo>
                    <a:pt x="280" y="376"/>
                  </a:lnTo>
                  <a:lnTo>
                    <a:pt x="288" y="384"/>
                  </a:lnTo>
                  <a:lnTo>
                    <a:pt x="296" y="384"/>
                  </a:lnTo>
                  <a:lnTo>
                    <a:pt x="304" y="392"/>
                  </a:lnTo>
                  <a:lnTo>
                    <a:pt x="312" y="392"/>
                  </a:lnTo>
                  <a:lnTo>
                    <a:pt x="320" y="400"/>
                  </a:lnTo>
                  <a:lnTo>
                    <a:pt x="328" y="400"/>
                  </a:lnTo>
                  <a:lnTo>
                    <a:pt x="337" y="408"/>
                  </a:lnTo>
                  <a:lnTo>
                    <a:pt x="345" y="416"/>
                  </a:lnTo>
                  <a:lnTo>
                    <a:pt x="353" y="416"/>
                  </a:lnTo>
                  <a:lnTo>
                    <a:pt x="361" y="416"/>
                  </a:lnTo>
                  <a:lnTo>
                    <a:pt x="369" y="416"/>
                  </a:lnTo>
                  <a:lnTo>
                    <a:pt x="377" y="416"/>
                  </a:lnTo>
                  <a:lnTo>
                    <a:pt x="385" y="416"/>
                  </a:lnTo>
                  <a:lnTo>
                    <a:pt x="393" y="408"/>
                  </a:lnTo>
                  <a:lnTo>
                    <a:pt x="401" y="400"/>
                  </a:lnTo>
                  <a:lnTo>
                    <a:pt x="409" y="400"/>
                  </a:lnTo>
                  <a:lnTo>
                    <a:pt x="417" y="392"/>
                  </a:lnTo>
                  <a:lnTo>
                    <a:pt x="417" y="384"/>
                  </a:lnTo>
                  <a:lnTo>
                    <a:pt x="425" y="376"/>
                  </a:lnTo>
                  <a:lnTo>
                    <a:pt x="433" y="368"/>
                  </a:lnTo>
                  <a:lnTo>
                    <a:pt x="441" y="352"/>
                  </a:lnTo>
                  <a:lnTo>
                    <a:pt x="441" y="344"/>
                  </a:lnTo>
                  <a:lnTo>
                    <a:pt x="449" y="336"/>
                  </a:lnTo>
                  <a:lnTo>
                    <a:pt x="449" y="328"/>
                  </a:lnTo>
                  <a:lnTo>
                    <a:pt x="457" y="312"/>
                  </a:lnTo>
                  <a:lnTo>
                    <a:pt x="465" y="304"/>
                  </a:lnTo>
                  <a:lnTo>
                    <a:pt x="465" y="296"/>
                  </a:lnTo>
                  <a:lnTo>
                    <a:pt x="473" y="280"/>
                  </a:lnTo>
                  <a:lnTo>
                    <a:pt x="473" y="272"/>
                  </a:lnTo>
                  <a:lnTo>
                    <a:pt x="481" y="256"/>
                  </a:lnTo>
                  <a:lnTo>
                    <a:pt x="489" y="248"/>
                  </a:lnTo>
                  <a:lnTo>
                    <a:pt x="489" y="232"/>
                  </a:lnTo>
                  <a:lnTo>
                    <a:pt x="497" y="216"/>
                  </a:lnTo>
                  <a:lnTo>
                    <a:pt x="497" y="208"/>
                  </a:lnTo>
                  <a:lnTo>
                    <a:pt x="505" y="192"/>
                  </a:lnTo>
                  <a:lnTo>
                    <a:pt x="513" y="184"/>
                  </a:lnTo>
                  <a:lnTo>
                    <a:pt x="513" y="168"/>
                  </a:lnTo>
                  <a:lnTo>
                    <a:pt x="521" y="160"/>
                  </a:lnTo>
                  <a:lnTo>
                    <a:pt x="521" y="152"/>
                  </a:lnTo>
                  <a:lnTo>
                    <a:pt x="529" y="136"/>
                  </a:lnTo>
                  <a:lnTo>
                    <a:pt x="529" y="128"/>
                  </a:lnTo>
                  <a:lnTo>
                    <a:pt x="537" y="120"/>
                  </a:lnTo>
                  <a:lnTo>
                    <a:pt x="545" y="104"/>
                  </a:lnTo>
                  <a:lnTo>
                    <a:pt x="545" y="96"/>
                  </a:lnTo>
                  <a:lnTo>
                    <a:pt x="553" y="88"/>
                  </a:lnTo>
                  <a:lnTo>
                    <a:pt x="553" y="80"/>
                  </a:lnTo>
                  <a:lnTo>
                    <a:pt x="561" y="72"/>
                  </a:lnTo>
                  <a:lnTo>
                    <a:pt x="569" y="64"/>
                  </a:lnTo>
                  <a:lnTo>
                    <a:pt x="585" y="48"/>
                  </a:lnTo>
                  <a:lnTo>
                    <a:pt x="577" y="48"/>
                  </a:lnTo>
                  <a:lnTo>
                    <a:pt x="585" y="48"/>
                  </a:lnTo>
                  <a:lnTo>
                    <a:pt x="593" y="40"/>
                  </a:lnTo>
                  <a:lnTo>
                    <a:pt x="601" y="40"/>
                  </a:lnTo>
                  <a:lnTo>
                    <a:pt x="609" y="40"/>
                  </a:lnTo>
                  <a:lnTo>
                    <a:pt x="617" y="40"/>
                  </a:lnTo>
                  <a:lnTo>
                    <a:pt x="625" y="40"/>
                  </a:lnTo>
                  <a:lnTo>
                    <a:pt x="633" y="40"/>
                  </a:lnTo>
                  <a:lnTo>
                    <a:pt x="641" y="48"/>
                  </a:lnTo>
                  <a:lnTo>
                    <a:pt x="649" y="48"/>
                  </a:lnTo>
                  <a:lnTo>
                    <a:pt x="657" y="56"/>
                  </a:lnTo>
                  <a:lnTo>
                    <a:pt x="665" y="56"/>
                  </a:lnTo>
                  <a:lnTo>
                    <a:pt x="673" y="64"/>
                  </a:lnTo>
                  <a:lnTo>
                    <a:pt x="681" y="72"/>
                  </a:lnTo>
                  <a:lnTo>
                    <a:pt x="689" y="72"/>
                  </a:lnTo>
                  <a:lnTo>
                    <a:pt x="697" y="80"/>
                  </a:lnTo>
                  <a:lnTo>
                    <a:pt x="705" y="80"/>
                  </a:lnTo>
                  <a:lnTo>
                    <a:pt x="713" y="80"/>
                  </a:lnTo>
                  <a:lnTo>
                    <a:pt x="721" y="80"/>
                  </a:lnTo>
                  <a:lnTo>
                    <a:pt x="729" y="80"/>
                  </a:lnTo>
                  <a:lnTo>
                    <a:pt x="737" y="80"/>
                  </a:lnTo>
                  <a:lnTo>
                    <a:pt x="745" y="72"/>
                  </a:lnTo>
                  <a:lnTo>
                    <a:pt x="753" y="64"/>
                  </a:lnTo>
                  <a:lnTo>
                    <a:pt x="761" y="56"/>
                  </a:lnTo>
                  <a:lnTo>
                    <a:pt x="769" y="48"/>
                  </a:lnTo>
                  <a:lnTo>
                    <a:pt x="777" y="40"/>
                  </a:lnTo>
                  <a:lnTo>
                    <a:pt x="785" y="32"/>
                  </a:lnTo>
                  <a:lnTo>
                    <a:pt x="793" y="24"/>
                  </a:lnTo>
                  <a:lnTo>
                    <a:pt x="793" y="16"/>
                  </a:lnTo>
                  <a:lnTo>
                    <a:pt x="801" y="8"/>
                  </a:lnTo>
                  <a:lnTo>
                    <a:pt x="801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5369" name="Freeform 9"/>
            <p:cNvSpPr>
              <a:spLocks/>
            </p:cNvSpPr>
            <p:nvPr/>
          </p:nvSpPr>
          <p:spPr bwMode="auto">
            <a:xfrm>
              <a:off x="4873" y="1765"/>
              <a:ext cx="488" cy="1903"/>
            </a:xfrm>
            <a:custGeom>
              <a:avLst/>
              <a:gdLst/>
              <a:ahLst/>
              <a:cxnLst>
                <a:cxn ang="0">
                  <a:pos x="8" y="64"/>
                </a:cxn>
                <a:cxn ang="0">
                  <a:pos x="16" y="48"/>
                </a:cxn>
                <a:cxn ang="0">
                  <a:pos x="24" y="32"/>
                </a:cxn>
                <a:cxn ang="0">
                  <a:pos x="40" y="16"/>
                </a:cxn>
                <a:cxn ang="0">
                  <a:pos x="56" y="8"/>
                </a:cxn>
                <a:cxn ang="0">
                  <a:pos x="72" y="8"/>
                </a:cxn>
                <a:cxn ang="0">
                  <a:pos x="88" y="16"/>
                </a:cxn>
                <a:cxn ang="0">
                  <a:pos x="96" y="32"/>
                </a:cxn>
                <a:cxn ang="0">
                  <a:pos x="104" y="48"/>
                </a:cxn>
                <a:cxn ang="0">
                  <a:pos x="112" y="80"/>
                </a:cxn>
                <a:cxn ang="0">
                  <a:pos x="120" y="120"/>
                </a:cxn>
                <a:cxn ang="0">
                  <a:pos x="128" y="168"/>
                </a:cxn>
                <a:cxn ang="0">
                  <a:pos x="144" y="224"/>
                </a:cxn>
                <a:cxn ang="0">
                  <a:pos x="152" y="288"/>
                </a:cxn>
                <a:cxn ang="0">
                  <a:pos x="160" y="360"/>
                </a:cxn>
                <a:cxn ang="0">
                  <a:pos x="168" y="440"/>
                </a:cxn>
                <a:cxn ang="0">
                  <a:pos x="176" y="528"/>
                </a:cxn>
                <a:cxn ang="0">
                  <a:pos x="192" y="616"/>
                </a:cxn>
                <a:cxn ang="0">
                  <a:pos x="200" y="720"/>
                </a:cxn>
                <a:cxn ang="0">
                  <a:pos x="208" y="824"/>
                </a:cxn>
                <a:cxn ang="0">
                  <a:pos x="216" y="928"/>
                </a:cxn>
                <a:cxn ang="0">
                  <a:pos x="224" y="1031"/>
                </a:cxn>
                <a:cxn ang="0">
                  <a:pos x="240" y="1143"/>
                </a:cxn>
                <a:cxn ang="0">
                  <a:pos x="248" y="1247"/>
                </a:cxn>
                <a:cxn ang="0">
                  <a:pos x="256" y="1359"/>
                </a:cxn>
                <a:cxn ang="0">
                  <a:pos x="264" y="1455"/>
                </a:cxn>
                <a:cxn ang="0">
                  <a:pos x="272" y="1551"/>
                </a:cxn>
                <a:cxn ang="0">
                  <a:pos x="288" y="1639"/>
                </a:cxn>
                <a:cxn ang="0">
                  <a:pos x="296" y="1711"/>
                </a:cxn>
                <a:cxn ang="0">
                  <a:pos x="304" y="1775"/>
                </a:cxn>
                <a:cxn ang="0">
                  <a:pos x="312" y="1831"/>
                </a:cxn>
                <a:cxn ang="0">
                  <a:pos x="320" y="1871"/>
                </a:cxn>
                <a:cxn ang="0">
                  <a:pos x="328" y="1895"/>
                </a:cxn>
                <a:cxn ang="0">
                  <a:pos x="352" y="1903"/>
                </a:cxn>
                <a:cxn ang="0">
                  <a:pos x="360" y="1879"/>
                </a:cxn>
                <a:cxn ang="0">
                  <a:pos x="368" y="1839"/>
                </a:cxn>
                <a:cxn ang="0">
                  <a:pos x="376" y="1783"/>
                </a:cxn>
                <a:cxn ang="0">
                  <a:pos x="392" y="1711"/>
                </a:cxn>
                <a:cxn ang="0">
                  <a:pos x="400" y="1623"/>
                </a:cxn>
                <a:cxn ang="0">
                  <a:pos x="408" y="1519"/>
                </a:cxn>
                <a:cxn ang="0">
                  <a:pos x="416" y="1399"/>
                </a:cxn>
                <a:cxn ang="0">
                  <a:pos x="424" y="1263"/>
                </a:cxn>
                <a:cxn ang="0">
                  <a:pos x="440" y="1127"/>
                </a:cxn>
                <a:cxn ang="0">
                  <a:pos x="448" y="975"/>
                </a:cxn>
                <a:cxn ang="0">
                  <a:pos x="456" y="808"/>
                </a:cxn>
                <a:cxn ang="0">
                  <a:pos x="464" y="648"/>
                </a:cxn>
                <a:cxn ang="0">
                  <a:pos x="472" y="472"/>
                </a:cxn>
                <a:cxn ang="0">
                  <a:pos x="488" y="304"/>
                </a:cxn>
              </a:cxnLst>
              <a:rect l="0" t="0" r="r" b="b"/>
              <a:pathLst>
                <a:path w="488" h="1903">
                  <a:moveTo>
                    <a:pt x="0" y="72"/>
                  </a:moveTo>
                  <a:lnTo>
                    <a:pt x="8" y="64"/>
                  </a:lnTo>
                  <a:lnTo>
                    <a:pt x="16" y="56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48" y="8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0" y="8"/>
                  </a:lnTo>
                  <a:lnTo>
                    <a:pt x="88" y="16"/>
                  </a:lnTo>
                  <a:lnTo>
                    <a:pt x="88" y="24"/>
                  </a:lnTo>
                  <a:lnTo>
                    <a:pt x="96" y="32"/>
                  </a:lnTo>
                  <a:lnTo>
                    <a:pt x="96" y="40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12" y="80"/>
                  </a:lnTo>
                  <a:lnTo>
                    <a:pt x="120" y="104"/>
                  </a:lnTo>
                  <a:lnTo>
                    <a:pt x="120" y="120"/>
                  </a:lnTo>
                  <a:lnTo>
                    <a:pt x="128" y="144"/>
                  </a:lnTo>
                  <a:lnTo>
                    <a:pt x="128" y="168"/>
                  </a:lnTo>
                  <a:lnTo>
                    <a:pt x="136" y="192"/>
                  </a:lnTo>
                  <a:lnTo>
                    <a:pt x="144" y="224"/>
                  </a:lnTo>
                  <a:lnTo>
                    <a:pt x="144" y="256"/>
                  </a:lnTo>
                  <a:lnTo>
                    <a:pt x="152" y="288"/>
                  </a:lnTo>
                  <a:lnTo>
                    <a:pt x="152" y="320"/>
                  </a:lnTo>
                  <a:lnTo>
                    <a:pt x="160" y="360"/>
                  </a:lnTo>
                  <a:lnTo>
                    <a:pt x="168" y="400"/>
                  </a:lnTo>
                  <a:lnTo>
                    <a:pt x="168" y="440"/>
                  </a:lnTo>
                  <a:lnTo>
                    <a:pt x="176" y="480"/>
                  </a:lnTo>
                  <a:lnTo>
                    <a:pt x="176" y="528"/>
                  </a:lnTo>
                  <a:lnTo>
                    <a:pt x="184" y="568"/>
                  </a:lnTo>
                  <a:lnTo>
                    <a:pt x="192" y="616"/>
                  </a:lnTo>
                  <a:lnTo>
                    <a:pt x="192" y="664"/>
                  </a:lnTo>
                  <a:lnTo>
                    <a:pt x="200" y="720"/>
                  </a:lnTo>
                  <a:lnTo>
                    <a:pt x="200" y="768"/>
                  </a:lnTo>
                  <a:lnTo>
                    <a:pt x="208" y="824"/>
                  </a:lnTo>
                  <a:lnTo>
                    <a:pt x="216" y="872"/>
                  </a:lnTo>
                  <a:lnTo>
                    <a:pt x="216" y="928"/>
                  </a:lnTo>
                  <a:lnTo>
                    <a:pt x="224" y="983"/>
                  </a:lnTo>
                  <a:lnTo>
                    <a:pt x="224" y="1031"/>
                  </a:lnTo>
                  <a:lnTo>
                    <a:pt x="232" y="1087"/>
                  </a:lnTo>
                  <a:lnTo>
                    <a:pt x="240" y="1143"/>
                  </a:lnTo>
                  <a:lnTo>
                    <a:pt x="240" y="1199"/>
                  </a:lnTo>
                  <a:lnTo>
                    <a:pt x="248" y="1247"/>
                  </a:lnTo>
                  <a:lnTo>
                    <a:pt x="248" y="1303"/>
                  </a:lnTo>
                  <a:lnTo>
                    <a:pt x="256" y="1359"/>
                  </a:lnTo>
                  <a:lnTo>
                    <a:pt x="264" y="1407"/>
                  </a:lnTo>
                  <a:lnTo>
                    <a:pt x="264" y="1455"/>
                  </a:lnTo>
                  <a:lnTo>
                    <a:pt x="272" y="1503"/>
                  </a:lnTo>
                  <a:lnTo>
                    <a:pt x="272" y="1551"/>
                  </a:lnTo>
                  <a:lnTo>
                    <a:pt x="280" y="1591"/>
                  </a:lnTo>
                  <a:lnTo>
                    <a:pt x="288" y="1639"/>
                  </a:lnTo>
                  <a:lnTo>
                    <a:pt x="288" y="1679"/>
                  </a:lnTo>
                  <a:lnTo>
                    <a:pt x="296" y="1711"/>
                  </a:lnTo>
                  <a:lnTo>
                    <a:pt x="296" y="1743"/>
                  </a:lnTo>
                  <a:lnTo>
                    <a:pt x="304" y="1775"/>
                  </a:lnTo>
                  <a:lnTo>
                    <a:pt x="304" y="1807"/>
                  </a:lnTo>
                  <a:lnTo>
                    <a:pt x="312" y="1831"/>
                  </a:lnTo>
                  <a:lnTo>
                    <a:pt x="320" y="1855"/>
                  </a:lnTo>
                  <a:lnTo>
                    <a:pt x="320" y="1871"/>
                  </a:lnTo>
                  <a:lnTo>
                    <a:pt x="328" y="1887"/>
                  </a:lnTo>
                  <a:lnTo>
                    <a:pt x="328" y="1895"/>
                  </a:lnTo>
                  <a:lnTo>
                    <a:pt x="336" y="1903"/>
                  </a:lnTo>
                  <a:lnTo>
                    <a:pt x="352" y="1903"/>
                  </a:lnTo>
                  <a:lnTo>
                    <a:pt x="352" y="1895"/>
                  </a:lnTo>
                  <a:lnTo>
                    <a:pt x="360" y="1879"/>
                  </a:lnTo>
                  <a:lnTo>
                    <a:pt x="368" y="1863"/>
                  </a:lnTo>
                  <a:lnTo>
                    <a:pt x="368" y="1839"/>
                  </a:lnTo>
                  <a:lnTo>
                    <a:pt x="376" y="1815"/>
                  </a:lnTo>
                  <a:lnTo>
                    <a:pt x="376" y="1783"/>
                  </a:lnTo>
                  <a:lnTo>
                    <a:pt x="384" y="1751"/>
                  </a:lnTo>
                  <a:lnTo>
                    <a:pt x="392" y="1711"/>
                  </a:lnTo>
                  <a:lnTo>
                    <a:pt x="392" y="1663"/>
                  </a:lnTo>
                  <a:lnTo>
                    <a:pt x="400" y="1623"/>
                  </a:lnTo>
                  <a:lnTo>
                    <a:pt x="400" y="1567"/>
                  </a:lnTo>
                  <a:lnTo>
                    <a:pt x="408" y="1519"/>
                  </a:lnTo>
                  <a:lnTo>
                    <a:pt x="416" y="1455"/>
                  </a:lnTo>
                  <a:lnTo>
                    <a:pt x="416" y="1399"/>
                  </a:lnTo>
                  <a:lnTo>
                    <a:pt x="424" y="1335"/>
                  </a:lnTo>
                  <a:lnTo>
                    <a:pt x="424" y="1263"/>
                  </a:lnTo>
                  <a:lnTo>
                    <a:pt x="432" y="1199"/>
                  </a:lnTo>
                  <a:lnTo>
                    <a:pt x="440" y="1127"/>
                  </a:lnTo>
                  <a:lnTo>
                    <a:pt x="440" y="1047"/>
                  </a:lnTo>
                  <a:lnTo>
                    <a:pt x="448" y="975"/>
                  </a:lnTo>
                  <a:lnTo>
                    <a:pt x="448" y="896"/>
                  </a:lnTo>
                  <a:lnTo>
                    <a:pt x="456" y="808"/>
                  </a:lnTo>
                  <a:lnTo>
                    <a:pt x="464" y="728"/>
                  </a:lnTo>
                  <a:lnTo>
                    <a:pt x="464" y="648"/>
                  </a:lnTo>
                  <a:lnTo>
                    <a:pt x="472" y="560"/>
                  </a:lnTo>
                  <a:lnTo>
                    <a:pt x="472" y="472"/>
                  </a:lnTo>
                  <a:lnTo>
                    <a:pt x="480" y="384"/>
                  </a:lnTo>
                  <a:lnTo>
                    <a:pt x="488" y="304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aphicFrame>
        <p:nvGraphicFramePr>
          <p:cNvPr id="15447" name="Group 87"/>
          <p:cNvGraphicFramePr>
            <a:graphicFrameLocks noGrp="1"/>
          </p:cNvGraphicFramePr>
          <p:nvPr/>
        </p:nvGraphicFramePr>
        <p:xfrm>
          <a:off x="6086475" y="1789113"/>
          <a:ext cx="4267200" cy="2992440"/>
        </p:xfrm>
        <a:graphic>
          <a:graphicData uri="http://schemas.openxmlformats.org/drawingml/2006/table">
            <a:tbl>
              <a:tblPr/>
              <a:tblGrid>
                <a:gridCol w="213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2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Frecuencia</a:t>
                      </a:r>
                      <a:endParaRPr kumimoji="0" lang="es-E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Amplitud</a:t>
                      </a:r>
                      <a:endParaRPr kumimoji="0" lang="es-E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  <a:sym typeface="Symbol" charset="2"/>
                        </a:rPr>
                        <a:t></a:t>
                      </a:r>
                      <a:r>
                        <a:rPr kumimoji="0" lang="es-CL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1</a:t>
                      </a:r>
                      <a:endParaRPr kumimoji="0" lang="es-E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F</a:t>
                      </a:r>
                      <a:r>
                        <a:rPr kumimoji="0" lang="es-CL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1</a:t>
                      </a:r>
                      <a:endParaRPr kumimoji="0" lang="es-E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charset="2"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  <a:sym typeface="Symbol" charset="2"/>
                        </a:rPr>
                        <a:t></a:t>
                      </a:r>
                      <a:r>
                        <a:rPr kumimoji="0" lang="es-CL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 2</a:t>
                      </a:r>
                      <a:endParaRPr kumimoji="0" lang="es-E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F</a:t>
                      </a:r>
                      <a:r>
                        <a:rPr kumimoji="0" lang="es-CL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2</a:t>
                      </a:r>
                      <a:endParaRPr kumimoji="0" lang="es-E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  <a:sym typeface="Symbol" charset="2"/>
                        </a:rPr>
                        <a:t></a:t>
                      </a:r>
                      <a:r>
                        <a:rPr kumimoji="0" lang="es-CL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3</a:t>
                      </a:r>
                      <a:endParaRPr kumimoji="0" lang="es-E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F</a:t>
                      </a:r>
                      <a:r>
                        <a:rPr kumimoji="0" lang="es-CL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3</a:t>
                      </a:r>
                      <a:endParaRPr kumimoji="0" lang="es-E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  <a:sym typeface="Symbol" charset="2"/>
                        </a:rPr>
                        <a:t></a:t>
                      </a:r>
                      <a:r>
                        <a:rPr kumimoji="0" lang="es-CL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4</a:t>
                      </a:r>
                      <a:endParaRPr kumimoji="0" lang="es-E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F</a:t>
                      </a:r>
                      <a:r>
                        <a:rPr kumimoji="0" lang="es-CL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4</a:t>
                      </a:r>
                      <a:endParaRPr kumimoji="0" lang="es-E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448" name="Line 88"/>
          <p:cNvSpPr>
            <a:spLocks noChangeShapeType="1"/>
          </p:cNvSpPr>
          <p:nvPr/>
        </p:nvSpPr>
        <p:spPr bwMode="auto">
          <a:xfrm>
            <a:off x="5205413" y="3297238"/>
            <a:ext cx="6143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F4A07-9BB9-88DA-92F4-9FBB30A72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C9796-7262-9BB3-B12E-7C10EE432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38</a:t>
            </a:fld>
            <a:endParaRPr lang="en-CL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8" name="Line 30"/>
          <p:cNvSpPr>
            <a:spLocks noChangeShapeType="1"/>
          </p:cNvSpPr>
          <p:nvPr/>
        </p:nvSpPr>
        <p:spPr bwMode="auto">
          <a:xfrm>
            <a:off x="5172076" y="3309938"/>
            <a:ext cx="61436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7441" name="Line 33"/>
          <p:cNvSpPr>
            <a:spLocks noChangeShapeType="1"/>
          </p:cNvSpPr>
          <p:nvPr/>
        </p:nvSpPr>
        <p:spPr bwMode="auto">
          <a:xfrm>
            <a:off x="6256339" y="4337050"/>
            <a:ext cx="340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7443" name="Line 35"/>
          <p:cNvSpPr>
            <a:spLocks noChangeShapeType="1"/>
          </p:cNvSpPr>
          <p:nvPr/>
        </p:nvSpPr>
        <p:spPr bwMode="auto">
          <a:xfrm flipV="1">
            <a:off x="6413500" y="1665289"/>
            <a:ext cx="0" cy="282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7454" name="Text Box 46"/>
          <p:cNvSpPr txBox="1">
            <a:spLocks noChangeArrowheads="1"/>
          </p:cNvSpPr>
          <p:nvPr/>
        </p:nvSpPr>
        <p:spPr bwMode="auto">
          <a:xfrm>
            <a:off x="9317038" y="4381500"/>
            <a:ext cx="10718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600" dirty="0">
                <a:latin typeface="Gill Sans MT" panose="020B0502020104020203" pitchFamily="34" charset="77"/>
              </a:rPr>
              <a:t>Frecuencia</a:t>
            </a:r>
            <a:endParaRPr lang="es-ES" sz="1600" dirty="0">
              <a:latin typeface="Gill Sans MT" panose="020B0502020104020203" pitchFamily="34" charset="77"/>
            </a:endParaRPr>
          </a:p>
        </p:txBody>
      </p:sp>
      <p:sp>
        <p:nvSpPr>
          <p:cNvPr id="17455" name="Text Box 47"/>
          <p:cNvSpPr txBox="1">
            <a:spLocks noChangeArrowheads="1"/>
          </p:cNvSpPr>
          <p:nvPr/>
        </p:nvSpPr>
        <p:spPr bwMode="auto">
          <a:xfrm>
            <a:off x="5840413" y="1193800"/>
            <a:ext cx="9476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600" dirty="0">
                <a:latin typeface="Gill Sans MT" panose="020B0502020104020203" pitchFamily="34" charset="77"/>
              </a:rPr>
              <a:t>Amplitud</a:t>
            </a:r>
            <a:endParaRPr lang="es-ES" sz="1600" dirty="0">
              <a:latin typeface="Gill Sans MT" panose="020B0502020104020203" pitchFamily="34" charset="77"/>
            </a:endParaRPr>
          </a:p>
        </p:txBody>
      </p:sp>
      <p:sp>
        <p:nvSpPr>
          <p:cNvPr id="17456" name="Text Box 48"/>
          <p:cNvSpPr txBox="1">
            <a:spLocks noChangeArrowheads="1"/>
          </p:cNvSpPr>
          <p:nvPr/>
        </p:nvSpPr>
        <p:spPr bwMode="auto">
          <a:xfrm>
            <a:off x="6794501" y="2614613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7457" name="Text Box 49"/>
          <p:cNvSpPr txBox="1">
            <a:spLocks noChangeArrowheads="1"/>
          </p:cNvSpPr>
          <p:nvPr/>
        </p:nvSpPr>
        <p:spPr bwMode="auto">
          <a:xfrm>
            <a:off x="7353301" y="1852613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7458" name="Text Box 50"/>
          <p:cNvSpPr txBox="1">
            <a:spLocks noChangeArrowheads="1"/>
          </p:cNvSpPr>
          <p:nvPr/>
        </p:nvSpPr>
        <p:spPr bwMode="auto">
          <a:xfrm>
            <a:off x="7950201" y="2068513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7459" name="Text Box 51"/>
          <p:cNvSpPr txBox="1">
            <a:spLocks noChangeArrowheads="1"/>
          </p:cNvSpPr>
          <p:nvPr/>
        </p:nvSpPr>
        <p:spPr bwMode="auto">
          <a:xfrm>
            <a:off x="8523289" y="2817813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7460" name="Line 52"/>
          <p:cNvSpPr>
            <a:spLocks noChangeShapeType="1"/>
          </p:cNvSpPr>
          <p:nvPr/>
        </p:nvSpPr>
        <p:spPr bwMode="auto">
          <a:xfrm flipV="1">
            <a:off x="6950075" y="3040063"/>
            <a:ext cx="0" cy="128270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7461" name="Line 53"/>
          <p:cNvSpPr>
            <a:spLocks noChangeShapeType="1"/>
          </p:cNvSpPr>
          <p:nvPr/>
        </p:nvSpPr>
        <p:spPr bwMode="auto">
          <a:xfrm flipH="1" flipV="1">
            <a:off x="7510463" y="2359026"/>
            <a:ext cx="11112" cy="197326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7462" name="Line 54"/>
          <p:cNvSpPr>
            <a:spLocks noChangeShapeType="1"/>
          </p:cNvSpPr>
          <p:nvPr/>
        </p:nvSpPr>
        <p:spPr bwMode="auto">
          <a:xfrm flipH="1" flipV="1">
            <a:off x="8094663" y="2563813"/>
            <a:ext cx="11112" cy="177165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7463" name="Line 55"/>
          <p:cNvSpPr>
            <a:spLocks noChangeShapeType="1"/>
          </p:cNvSpPr>
          <p:nvPr/>
        </p:nvSpPr>
        <p:spPr bwMode="auto">
          <a:xfrm flipV="1">
            <a:off x="8682039" y="3206751"/>
            <a:ext cx="1587" cy="1122363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7465" name="Text Box 57"/>
          <p:cNvSpPr txBox="1">
            <a:spLocks noChangeArrowheads="1"/>
          </p:cNvSpPr>
          <p:nvPr/>
        </p:nvSpPr>
        <p:spPr bwMode="auto">
          <a:xfrm>
            <a:off x="6794500" y="43894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7466" name="Text Box 58"/>
          <p:cNvSpPr txBox="1">
            <a:spLocks noChangeArrowheads="1"/>
          </p:cNvSpPr>
          <p:nvPr/>
        </p:nvSpPr>
        <p:spPr bwMode="auto">
          <a:xfrm>
            <a:off x="7353300" y="4389438"/>
            <a:ext cx="484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7467" name="Text Box 59"/>
          <p:cNvSpPr txBox="1">
            <a:spLocks noChangeArrowheads="1"/>
          </p:cNvSpPr>
          <p:nvPr/>
        </p:nvSpPr>
        <p:spPr bwMode="auto">
          <a:xfrm>
            <a:off x="7950200" y="4389438"/>
            <a:ext cx="484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7468" name="Text Box 60"/>
          <p:cNvSpPr txBox="1">
            <a:spLocks noChangeArrowheads="1"/>
          </p:cNvSpPr>
          <p:nvPr/>
        </p:nvSpPr>
        <p:spPr bwMode="auto">
          <a:xfrm>
            <a:off x="8523289" y="4389438"/>
            <a:ext cx="484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graphicFrame>
        <p:nvGraphicFramePr>
          <p:cNvPr id="17469" name="Group 61"/>
          <p:cNvGraphicFramePr>
            <a:graphicFrameLocks noGrp="1"/>
          </p:cNvGraphicFramePr>
          <p:nvPr/>
        </p:nvGraphicFramePr>
        <p:xfrm>
          <a:off x="2176464" y="2282826"/>
          <a:ext cx="2740025" cy="212566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Frecuencia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Amplitud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  <a:sym typeface="Symbol" charset="2"/>
                        </a:rPr>
                        <a:t></a:t>
                      </a:r>
                      <a:r>
                        <a:rPr kumimoji="0" lang="es-CL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1</a:t>
                      </a: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F</a:t>
                      </a:r>
                      <a:r>
                        <a:rPr kumimoji="0" lang="es-CL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1</a:t>
                      </a: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charset="2"/>
                        <a:buNone/>
                        <a:tabLst/>
                      </a:pPr>
                      <a:r>
                        <a:rPr kumimoji="0" lang="es-C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  <a:sym typeface="Symbol" charset="2"/>
                        </a:rPr>
                        <a:t></a:t>
                      </a:r>
                      <a:r>
                        <a:rPr kumimoji="0" lang="es-CL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 2</a:t>
                      </a: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F</a:t>
                      </a:r>
                      <a:r>
                        <a:rPr kumimoji="0" lang="es-CL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2</a:t>
                      </a: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  <a:sym typeface="Symbol" charset="2"/>
                        </a:rPr>
                        <a:t></a:t>
                      </a:r>
                      <a:r>
                        <a:rPr kumimoji="0" lang="es-CL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3</a:t>
                      </a: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F</a:t>
                      </a:r>
                      <a:r>
                        <a:rPr kumimoji="0" lang="es-CL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3</a:t>
                      </a: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  <a:sym typeface="Symbol" charset="2"/>
                        </a:rPr>
                        <a:t></a:t>
                      </a:r>
                      <a:r>
                        <a:rPr kumimoji="0" lang="es-CL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4</a:t>
                      </a: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F</a:t>
                      </a:r>
                      <a:r>
                        <a:rPr kumimoji="0" lang="es-CL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  <a:ea typeface="Arial" charset="0"/>
                          <a:cs typeface="Arial" charset="0"/>
                        </a:rPr>
                        <a:t>4</a:t>
                      </a:r>
                      <a:endParaRPr kumimoji="0" lang="es-E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  <a:ea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F4A9D-70B5-0BFD-2CCE-8D72065A4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9B4CDA-0471-7AC1-B211-F89944F3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39</a:t>
            </a:fld>
            <a:endParaRPr lang="en-CL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9" name="Line 23"/>
          <p:cNvSpPr>
            <a:spLocks noChangeShapeType="1"/>
          </p:cNvSpPr>
          <p:nvPr/>
        </p:nvSpPr>
        <p:spPr bwMode="auto">
          <a:xfrm>
            <a:off x="6256339" y="4337050"/>
            <a:ext cx="340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9480" name="Line 24"/>
          <p:cNvSpPr>
            <a:spLocks noChangeShapeType="1"/>
          </p:cNvSpPr>
          <p:nvPr/>
        </p:nvSpPr>
        <p:spPr bwMode="auto">
          <a:xfrm flipV="1">
            <a:off x="6413500" y="1665289"/>
            <a:ext cx="0" cy="282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9482" name="Line 26"/>
          <p:cNvSpPr>
            <a:spLocks noChangeShapeType="1"/>
          </p:cNvSpPr>
          <p:nvPr/>
        </p:nvSpPr>
        <p:spPr bwMode="auto">
          <a:xfrm>
            <a:off x="6959600" y="42767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9484" name="Line 28"/>
          <p:cNvSpPr>
            <a:spLocks noChangeShapeType="1"/>
          </p:cNvSpPr>
          <p:nvPr/>
        </p:nvSpPr>
        <p:spPr bwMode="auto">
          <a:xfrm>
            <a:off x="7537450" y="42767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9486" name="Line 30"/>
          <p:cNvSpPr>
            <a:spLocks noChangeShapeType="1"/>
          </p:cNvSpPr>
          <p:nvPr/>
        </p:nvSpPr>
        <p:spPr bwMode="auto">
          <a:xfrm>
            <a:off x="8115300" y="42767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9488" name="Line 32"/>
          <p:cNvSpPr>
            <a:spLocks noChangeShapeType="1"/>
          </p:cNvSpPr>
          <p:nvPr/>
        </p:nvSpPr>
        <p:spPr bwMode="auto">
          <a:xfrm>
            <a:off x="8693150" y="42767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9489" name="Text Box 33"/>
          <p:cNvSpPr txBox="1">
            <a:spLocks noChangeArrowheads="1"/>
          </p:cNvSpPr>
          <p:nvPr/>
        </p:nvSpPr>
        <p:spPr bwMode="auto">
          <a:xfrm>
            <a:off x="9317038" y="4381500"/>
            <a:ext cx="10718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600" dirty="0">
                <a:latin typeface="Gill Sans MT" panose="020B0502020104020203" pitchFamily="34" charset="77"/>
              </a:rPr>
              <a:t>Frecuencia</a:t>
            </a:r>
            <a:endParaRPr lang="es-ES" sz="1600" dirty="0">
              <a:latin typeface="Gill Sans MT" panose="020B0502020104020203" pitchFamily="34" charset="77"/>
            </a:endParaRPr>
          </a:p>
        </p:txBody>
      </p:sp>
      <p:sp>
        <p:nvSpPr>
          <p:cNvPr id="19490" name="Text Box 34"/>
          <p:cNvSpPr txBox="1">
            <a:spLocks noChangeArrowheads="1"/>
          </p:cNvSpPr>
          <p:nvPr/>
        </p:nvSpPr>
        <p:spPr bwMode="auto">
          <a:xfrm>
            <a:off x="5840413" y="1193800"/>
            <a:ext cx="9476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600" dirty="0">
                <a:latin typeface="Gill Sans MT" panose="020B0502020104020203" pitchFamily="34" charset="77"/>
              </a:rPr>
              <a:t>Amplitud</a:t>
            </a:r>
            <a:endParaRPr lang="es-ES" sz="1600" dirty="0">
              <a:latin typeface="Gill Sans MT" panose="020B0502020104020203" pitchFamily="34" charset="77"/>
            </a:endParaRPr>
          </a:p>
        </p:txBody>
      </p:sp>
      <p:sp>
        <p:nvSpPr>
          <p:cNvPr id="19491" name="Text Box 35"/>
          <p:cNvSpPr txBox="1">
            <a:spLocks noChangeArrowheads="1"/>
          </p:cNvSpPr>
          <p:nvPr/>
        </p:nvSpPr>
        <p:spPr bwMode="auto">
          <a:xfrm>
            <a:off x="6794501" y="2614613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9492" name="Text Box 36"/>
          <p:cNvSpPr txBox="1">
            <a:spLocks noChangeArrowheads="1"/>
          </p:cNvSpPr>
          <p:nvPr/>
        </p:nvSpPr>
        <p:spPr bwMode="auto">
          <a:xfrm>
            <a:off x="7353301" y="1852613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9493" name="Text Box 37"/>
          <p:cNvSpPr txBox="1">
            <a:spLocks noChangeArrowheads="1"/>
          </p:cNvSpPr>
          <p:nvPr/>
        </p:nvSpPr>
        <p:spPr bwMode="auto">
          <a:xfrm>
            <a:off x="7950201" y="2068513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9494" name="Text Box 38"/>
          <p:cNvSpPr txBox="1">
            <a:spLocks noChangeArrowheads="1"/>
          </p:cNvSpPr>
          <p:nvPr/>
        </p:nvSpPr>
        <p:spPr bwMode="auto">
          <a:xfrm>
            <a:off x="8523289" y="2817813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9495" name="Line 39"/>
          <p:cNvSpPr>
            <a:spLocks noChangeShapeType="1"/>
          </p:cNvSpPr>
          <p:nvPr/>
        </p:nvSpPr>
        <p:spPr bwMode="auto">
          <a:xfrm flipV="1">
            <a:off x="6950075" y="3040063"/>
            <a:ext cx="0" cy="128270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9496" name="Line 40"/>
          <p:cNvSpPr>
            <a:spLocks noChangeShapeType="1"/>
          </p:cNvSpPr>
          <p:nvPr/>
        </p:nvSpPr>
        <p:spPr bwMode="auto">
          <a:xfrm flipH="1" flipV="1">
            <a:off x="7510463" y="2359026"/>
            <a:ext cx="11112" cy="197326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9497" name="Line 41"/>
          <p:cNvSpPr>
            <a:spLocks noChangeShapeType="1"/>
          </p:cNvSpPr>
          <p:nvPr/>
        </p:nvSpPr>
        <p:spPr bwMode="auto">
          <a:xfrm flipH="1" flipV="1">
            <a:off x="8094663" y="2563813"/>
            <a:ext cx="11112" cy="177165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9498" name="Line 42"/>
          <p:cNvSpPr>
            <a:spLocks noChangeShapeType="1"/>
          </p:cNvSpPr>
          <p:nvPr/>
        </p:nvSpPr>
        <p:spPr bwMode="auto">
          <a:xfrm flipV="1">
            <a:off x="8682039" y="3206751"/>
            <a:ext cx="1587" cy="1122363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grpSp>
        <p:nvGrpSpPr>
          <p:cNvPr id="19499" name="Group 43"/>
          <p:cNvGrpSpPr>
            <a:grpSpLocks/>
          </p:cNvGrpSpPr>
          <p:nvPr/>
        </p:nvGrpSpPr>
        <p:grpSpPr bwMode="auto">
          <a:xfrm>
            <a:off x="2255838" y="5797550"/>
            <a:ext cx="2305050" cy="431800"/>
            <a:chOff x="612" y="1358"/>
            <a:chExt cx="4764" cy="1414"/>
          </a:xfrm>
        </p:grpSpPr>
        <p:sp>
          <p:nvSpPr>
            <p:cNvPr id="19500" name="Freeform 44"/>
            <p:cNvSpPr>
              <a:spLocks/>
            </p:cNvSpPr>
            <p:nvPr/>
          </p:nvSpPr>
          <p:spPr bwMode="auto">
            <a:xfrm>
              <a:off x="612" y="1358"/>
              <a:ext cx="616" cy="1414"/>
            </a:xfrm>
            <a:custGeom>
              <a:avLst/>
              <a:gdLst/>
              <a:ahLst/>
              <a:cxnLst>
                <a:cxn ang="0">
                  <a:pos x="8" y="551"/>
                </a:cxn>
                <a:cxn ang="0">
                  <a:pos x="24" y="399"/>
                </a:cxn>
                <a:cxn ang="0">
                  <a:pos x="40" y="263"/>
                </a:cxn>
                <a:cxn ang="0">
                  <a:pos x="56" y="152"/>
                </a:cxn>
                <a:cxn ang="0">
                  <a:pos x="64" y="72"/>
                </a:cxn>
                <a:cxn ang="0">
                  <a:pos x="80" y="16"/>
                </a:cxn>
                <a:cxn ang="0">
                  <a:pos x="104" y="8"/>
                </a:cxn>
                <a:cxn ang="0">
                  <a:pos x="112" y="40"/>
                </a:cxn>
                <a:cxn ang="0">
                  <a:pos x="128" y="104"/>
                </a:cxn>
                <a:cxn ang="0">
                  <a:pos x="144" y="200"/>
                </a:cxn>
                <a:cxn ang="0">
                  <a:pos x="160" y="319"/>
                </a:cxn>
                <a:cxn ang="0">
                  <a:pos x="176" y="463"/>
                </a:cxn>
                <a:cxn ang="0">
                  <a:pos x="184" y="615"/>
                </a:cxn>
                <a:cxn ang="0">
                  <a:pos x="200" y="775"/>
                </a:cxn>
                <a:cxn ang="0">
                  <a:pos x="216" y="935"/>
                </a:cxn>
                <a:cxn ang="0">
                  <a:pos x="232" y="1079"/>
                </a:cxn>
                <a:cxn ang="0">
                  <a:pos x="240" y="1199"/>
                </a:cxn>
                <a:cxn ang="0">
                  <a:pos x="256" y="1303"/>
                </a:cxn>
                <a:cxn ang="0">
                  <a:pos x="272" y="1374"/>
                </a:cxn>
                <a:cxn ang="0">
                  <a:pos x="296" y="1414"/>
                </a:cxn>
                <a:cxn ang="0">
                  <a:pos x="304" y="1398"/>
                </a:cxn>
                <a:cxn ang="0">
                  <a:pos x="320" y="1351"/>
                </a:cxn>
                <a:cxn ang="0">
                  <a:pos x="336" y="1271"/>
                </a:cxn>
                <a:cxn ang="0">
                  <a:pos x="352" y="1167"/>
                </a:cxn>
                <a:cxn ang="0">
                  <a:pos x="360" y="1031"/>
                </a:cxn>
                <a:cxn ang="0">
                  <a:pos x="376" y="879"/>
                </a:cxn>
                <a:cxn ang="0">
                  <a:pos x="392" y="727"/>
                </a:cxn>
                <a:cxn ang="0">
                  <a:pos x="408" y="567"/>
                </a:cxn>
                <a:cxn ang="0">
                  <a:pos x="416" y="415"/>
                </a:cxn>
                <a:cxn ang="0">
                  <a:pos x="432" y="279"/>
                </a:cxn>
                <a:cxn ang="0">
                  <a:pos x="448" y="168"/>
                </a:cxn>
                <a:cxn ang="0">
                  <a:pos x="464" y="80"/>
                </a:cxn>
                <a:cxn ang="0">
                  <a:pos x="480" y="24"/>
                </a:cxn>
                <a:cxn ang="0">
                  <a:pos x="488" y="0"/>
                </a:cxn>
                <a:cxn ang="0">
                  <a:pos x="512" y="32"/>
                </a:cxn>
                <a:cxn ang="0">
                  <a:pos x="528" y="96"/>
                </a:cxn>
                <a:cxn ang="0">
                  <a:pos x="536" y="192"/>
                </a:cxn>
                <a:cxn ang="0">
                  <a:pos x="552" y="311"/>
                </a:cxn>
                <a:cxn ang="0">
                  <a:pos x="568" y="447"/>
                </a:cxn>
                <a:cxn ang="0">
                  <a:pos x="584" y="599"/>
                </a:cxn>
                <a:cxn ang="0">
                  <a:pos x="592" y="759"/>
                </a:cxn>
                <a:cxn ang="0">
                  <a:pos x="608" y="919"/>
                </a:cxn>
              </a:cxnLst>
              <a:rect l="0" t="0" r="r" b="b"/>
              <a:pathLst>
                <a:path w="616" h="1414">
                  <a:moveTo>
                    <a:pt x="0" y="655"/>
                  </a:moveTo>
                  <a:lnTo>
                    <a:pt x="8" y="599"/>
                  </a:lnTo>
                  <a:lnTo>
                    <a:pt x="8" y="551"/>
                  </a:lnTo>
                  <a:lnTo>
                    <a:pt x="16" y="495"/>
                  </a:lnTo>
                  <a:lnTo>
                    <a:pt x="16" y="447"/>
                  </a:lnTo>
                  <a:lnTo>
                    <a:pt x="24" y="399"/>
                  </a:lnTo>
                  <a:lnTo>
                    <a:pt x="32" y="351"/>
                  </a:lnTo>
                  <a:lnTo>
                    <a:pt x="32" y="311"/>
                  </a:lnTo>
                  <a:lnTo>
                    <a:pt x="40" y="263"/>
                  </a:lnTo>
                  <a:lnTo>
                    <a:pt x="40" y="223"/>
                  </a:lnTo>
                  <a:lnTo>
                    <a:pt x="48" y="192"/>
                  </a:lnTo>
                  <a:lnTo>
                    <a:pt x="56" y="152"/>
                  </a:lnTo>
                  <a:lnTo>
                    <a:pt x="56" y="120"/>
                  </a:lnTo>
                  <a:lnTo>
                    <a:pt x="64" y="96"/>
                  </a:lnTo>
                  <a:lnTo>
                    <a:pt x="64" y="72"/>
                  </a:lnTo>
                  <a:lnTo>
                    <a:pt x="72" y="48"/>
                  </a:lnTo>
                  <a:lnTo>
                    <a:pt x="80" y="32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96" y="0"/>
                  </a:lnTo>
                  <a:lnTo>
                    <a:pt x="104" y="8"/>
                  </a:lnTo>
                  <a:lnTo>
                    <a:pt x="104" y="16"/>
                  </a:lnTo>
                  <a:lnTo>
                    <a:pt x="112" y="24"/>
                  </a:lnTo>
                  <a:lnTo>
                    <a:pt x="112" y="40"/>
                  </a:lnTo>
                  <a:lnTo>
                    <a:pt x="120" y="56"/>
                  </a:lnTo>
                  <a:lnTo>
                    <a:pt x="128" y="80"/>
                  </a:lnTo>
                  <a:lnTo>
                    <a:pt x="128" y="104"/>
                  </a:lnTo>
                  <a:lnTo>
                    <a:pt x="136" y="136"/>
                  </a:lnTo>
                  <a:lnTo>
                    <a:pt x="136" y="168"/>
                  </a:lnTo>
                  <a:lnTo>
                    <a:pt x="144" y="200"/>
                  </a:lnTo>
                  <a:lnTo>
                    <a:pt x="152" y="239"/>
                  </a:lnTo>
                  <a:lnTo>
                    <a:pt x="152" y="279"/>
                  </a:lnTo>
                  <a:lnTo>
                    <a:pt x="160" y="319"/>
                  </a:lnTo>
                  <a:lnTo>
                    <a:pt x="160" y="367"/>
                  </a:lnTo>
                  <a:lnTo>
                    <a:pt x="168" y="415"/>
                  </a:lnTo>
                  <a:lnTo>
                    <a:pt x="176" y="463"/>
                  </a:lnTo>
                  <a:lnTo>
                    <a:pt x="176" y="511"/>
                  </a:lnTo>
                  <a:lnTo>
                    <a:pt x="184" y="567"/>
                  </a:lnTo>
                  <a:lnTo>
                    <a:pt x="184" y="615"/>
                  </a:lnTo>
                  <a:lnTo>
                    <a:pt x="192" y="671"/>
                  </a:lnTo>
                  <a:lnTo>
                    <a:pt x="192" y="727"/>
                  </a:lnTo>
                  <a:lnTo>
                    <a:pt x="200" y="775"/>
                  </a:lnTo>
                  <a:lnTo>
                    <a:pt x="208" y="831"/>
                  </a:lnTo>
                  <a:lnTo>
                    <a:pt x="208" y="879"/>
                  </a:lnTo>
                  <a:lnTo>
                    <a:pt x="216" y="935"/>
                  </a:lnTo>
                  <a:lnTo>
                    <a:pt x="216" y="983"/>
                  </a:lnTo>
                  <a:lnTo>
                    <a:pt x="224" y="1031"/>
                  </a:lnTo>
                  <a:lnTo>
                    <a:pt x="232" y="1079"/>
                  </a:lnTo>
                  <a:lnTo>
                    <a:pt x="232" y="1119"/>
                  </a:lnTo>
                  <a:lnTo>
                    <a:pt x="240" y="1167"/>
                  </a:lnTo>
                  <a:lnTo>
                    <a:pt x="240" y="1199"/>
                  </a:lnTo>
                  <a:lnTo>
                    <a:pt x="248" y="1239"/>
                  </a:lnTo>
                  <a:lnTo>
                    <a:pt x="256" y="1271"/>
                  </a:lnTo>
                  <a:lnTo>
                    <a:pt x="256" y="1303"/>
                  </a:lnTo>
                  <a:lnTo>
                    <a:pt x="264" y="1327"/>
                  </a:lnTo>
                  <a:lnTo>
                    <a:pt x="264" y="1351"/>
                  </a:lnTo>
                  <a:lnTo>
                    <a:pt x="272" y="1374"/>
                  </a:lnTo>
                  <a:lnTo>
                    <a:pt x="280" y="1390"/>
                  </a:lnTo>
                  <a:lnTo>
                    <a:pt x="280" y="1398"/>
                  </a:lnTo>
                  <a:lnTo>
                    <a:pt x="296" y="1414"/>
                  </a:lnTo>
                  <a:lnTo>
                    <a:pt x="296" y="1414"/>
                  </a:lnTo>
                  <a:lnTo>
                    <a:pt x="304" y="1406"/>
                  </a:lnTo>
                  <a:lnTo>
                    <a:pt x="304" y="1398"/>
                  </a:lnTo>
                  <a:lnTo>
                    <a:pt x="312" y="1390"/>
                  </a:lnTo>
                  <a:lnTo>
                    <a:pt x="312" y="1374"/>
                  </a:lnTo>
                  <a:lnTo>
                    <a:pt x="320" y="1351"/>
                  </a:lnTo>
                  <a:lnTo>
                    <a:pt x="328" y="1327"/>
                  </a:lnTo>
                  <a:lnTo>
                    <a:pt x="328" y="1303"/>
                  </a:lnTo>
                  <a:lnTo>
                    <a:pt x="336" y="1271"/>
                  </a:lnTo>
                  <a:lnTo>
                    <a:pt x="336" y="1239"/>
                  </a:lnTo>
                  <a:lnTo>
                    <a:pt x="344" y="1199"/>
                  </a:lnTo>
                  <a:lnTo>
                    <a:pt x="352" y="1167"/>
                  </a:lnTo>
                  <a:lnTo>
                    <a:pt x="352" y="1119"/>
                  </a:lnTo>
                  <a:lnTo>
                    <a:pt x="360" y="1079"/>
                  </a:lnTo>
                  <a:lnTo>
                    <a:pt x="360" y="1031"/>
                  </a:lnTo>
                  <a:lnTo>
                    <a:pt x="368" y="983"/>
                  </a:lnTo>
                  <a:lnTo>
                    <a:pt x="376" y="935"/>
                  </a:lnTo>
                  <a:lnTo>
                    <a:pt x="376" y="879"/>
                  </a:lnTo>
                  <a:lnTo>
                    <a:pt x="384" y="831"/>
                  </a:lnTo>
                  <a:lnTo>
                    <a:pt x="384" y="775"/>
                  </a:lnTo>
                  <a:lnTo>
                    <a:pt x="392" y="727"/>
                  </a:lnTo>
                  <a:lnTo>
                    <a:pt x="392" y="671"/>
                  </a:lnTo>
                  <a:lnTo>
                    <a:pt x="400" y="615"/>
                  </a:lnTo>
                  <a:lnTo>
                    <a:pt x="408" y="567"/>
                  </a:lnTo>
                  <a:lnTo>
                    <a:pt x="408" y="511"/>
                  </a:lnTo>
                  <a:lnTo>
                    <a:pt x="416" y="463"/>
                  </a:lnTo>
                  <a:lnTo>
                    <a:pt x="416" y="415"/>
                  </a:lnTo>
                  <a:lnTo>
                    <a:pt x="424" y="367"/>
                  </a:lnTo>
                  <a:lnTo>
                    <a:pt x="432" y="319"/>
                  </a:lnTo>
                  <a:lnTo>
                    <a:pt x="432" y="279"/>
                  </a:lnTo>
                  <a:lnTo>
                    <a:pt x="440" y="239"/>
                  </a:lnTo>
                  <a:lnTo>
                    <a:pt x="440" y="200"/>
                  </a:lnTo>
                  <a:lnTo>
                    <a:pt x="448" y="168"/>
                  </a:lnTo>
                  <a:lnTo>
                    <a:pt x="456" y="136"/>
                  </a:lnTo>
                  <a:lnTo>
                    <a:pt x="456" y="104"/>
                  </a:lnTo>
                  <a:lnTo>
                    <a:pt x="464" y="80"/>
                  </a:lnTo>
                  <a:lnTo>
                    <a:pt x="464" y="56"/>
                  </a:lnTo>
                  <a:lnTo>
                    <a:pt x="472" y="40"/>
                  </a:lnTo>
                  <a:lnTo>
                    <a:pt x="480" y="24"/>
                  </a:lnTo>
                  <a:lnTo>
                    <a:pt x="480" y="16"/>
                  </a:lnTo>
                  <a:lnTo>
                    <a:pt x="488" y="8"/>
                  </a:lnTo>
                  <a:lnTo>
                    <a:pt x="488" y="0"/>
                  </a:lnTo>
                  <a:lnTo>
                    <a:pt x="496" y="8"/>
                  </a:lnTo>
                  <a:lnTo>
                    <a:pt x="504" y="16"/>
                  </a:lnTo>
                  <a:lnTo>
                    <a:pt x="512" y="32"/>
                  </a:lnTo>
                  <a:lnTo>
                    <a:pt x="512" y="48"/>
                  </a:lnTo>
                  <a:lnTo>
                    <a:pt x="520" y="72"/>
                  </a:lnTo>
                  <a:lnTo>
                    <a:pt x="528" y="96"/>
                  </a:lnTo>
                  <a:lnTo>
                    <a:pt x="528" y="120"/>
                  </a:lnTo>
                  <a:lnTo>
                    <a:pt x="536" y="152"/>
                  </a:lnTo>
                  <a:lnTo>
                    <a:pt x="536" y="192"/>
                  </a:lnTo>
                  <a:lnTo>
                    <a:pt x="544" y="223"/>
                  </a:lnTo>
                  <a:lnTo>
                    <a:pt x="552" y="263"/>
                  </a:lnTo>
                  <a:lnTo>
                    <a:pt x="552" y="311"/>
                  </a:lnTo>
                  <a:lnTo>
                    <a:pt x="560" y="351"/>
                  </a:lnTo>
                  <a:lnTo>
                    <a:pt x="560" y="399"/>
                  </a:lnTo>
                  <a:lnTo>
                    <a:pt x="568" y="447"/>
                  </a:lnTo>
                  <a:lnTo>
                    <a:pt x="568" y="495"/>
                  </a:lnTo>
                  <a:lnTo>
                    <a:pt x="576" y="551"/>
                  </a:lnTo>
                  <a:lnTo>
                    <a:pt x="584" y="599"/>
                  </a:lnTo>
                  <a:lnTo>
                    <a:pt x="584" y="655"/>
                  </a:lnTo>
                  <a:lnTo>
                    <a:pt x="592" y="703"/>
                  </a:lnTo>
                  <a:lnTo>
                    <a:pt x="592" y="759"/>
                  </a:lnTo>
                  <a:lnTo>
                    <a:pt x="600" y="815"/>
                  </a:lnTo>
                  <a:lnTo>
                    <a:pt x="608" y="863"/>
                  </a:lnTo>
                  <a:lnTo>
                    <a:pt x="608" y="919"/>
                  </a:lnTo>
                  <a:lnTo>
                    <a:pt x="616" y="967"/>
                  </a:lnTo>
                  <a:lnTo>
                    <a:pt x="616" y="1015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01" name="Freeform 45"/>
            <p:cNvSpPr>
              <a:spLocks/>
            </p:cNvSpPr>
            <p:nvPr/>
          </p:nvSpPr>
          <p:spPr bwMode="auto">
            <a:xfrm>
              <a:off x="1228" y="1358"/>
              <a:ext cx="625" cy="1414"/>
            </a:xfrm>
            <a:custGeom>
              <a:avLst/>
              <a:gdLst/>
              <a:ahLst/>
              <a:cxnLst>
                <a:cxn ang="0">
                  <a:pos x="16" y="1103"/>
                </a:cxn>
                <a:cxn ang="0">
                  <a:pos x="24" y="1223"/>
                </a:cxn>
                <a:cxn ang="0">
                  <a:pos x="40" y="1319"/>
                </a:cxn>
                <a:cxn ang="0">
                  <a:pos x="56" y="1382"/>
                </a:cxn>
                <a:cxn ang="0">
                  <a:pos x="80" y="1406"/>
                </a:cxn>
                <a:cxn ang="0">
                  <a:pos x="96" y="1374"/>
                </a:cxn>
                <a:cxn ang="0">
                  <a:pos x="112" y="1311"/>
                </a:cxn>
                <a:cxn ang="0">
                  <a:pos x="121" y="1215"/>
                </a:cxn>
                <a:cxn ang="0">
                  <a:pos x="137" y="1095"/>
                </a:cxn>
                <a:cxn ang="0">
                  <a:pos x="153" y="951"/>
                </a:cxn>
                <a:cxn ang="0">
                  <a:pos x="169" y="799"/>
                </a:cxn>
                <a:cxn ang="0">
                  <a:pos x="177" y="639"/>
                </a:cxn>
                <a:cxn ang="0">
                  <a:pos x="193" y="479"/>
                </a:cxn>
                <a:cxn ang="0">
                  <a:pos x="209" y="335"/>
                </a:cxn>
                <a:cxn ang="0">
                  <a:pos x="225" y="216"/>
                </a:cxn>
                <a:cxn ang="0">
                  <a:pos x="241" y="112"/>
                </a:cxn>
                <a:cxn ang="0">
                  <a:pos x="249" y="40"/>
                </a:cxn>
                <a:cxn ang="0">
                  <a:pos x="265" y="8"/>
                </a:cxn>
                <a:cxn ang="0">
                  <a:pos x="289" y="16"/>
                </a:cxn>
                <a:cxn ang="0">
                  <a:pos x="297" y="64"/>
                </a:cxn>
                <a:cxn ang="0">
                  <a:pos x="313" y="144"/>
                </a:cxn>
                <a:cxn ang="0">
                  <a:pos x="329" y="247"/>
                </a:cxn>
                <a:cxn ang="0">
                  <a:pos x="345" y="383"/>
                </a:cxn>
                <a:cxn ang="0">
                  <a:pos x="353" y="535"/>
                </a:cxn>
                <a:cxn ang="0">
                  <a:pos x="369" y="687"/>
                </a:cxn>
                <a:cxn ang="0">
                  <a:pos x="385" y="847"/>
                </a:cxn>
                <a:cxn ang="0">
                  <a:pos x="401" y="999"/>
                </a:cxn>
                <a:cxn ang="0">
                  <a:pos x="417" y="1135"/>
                </a:cxn>
                <a:cxn ang="0">
                  <a:pos x="425" y="1247"/>
                </a:cxn>
                <a:cxn ang="0">
                  <a:pos x="441" y="1335"/>
                </a:cxn>
                <a:cxn ang="0">
                  <a:pos x="457" y="1390"/>
                </a:cxn>
                <a:cxn ang="0">
                  <a:pos x="481" y="1406"/>
                </a:cxn>
                <a:cxn ang="0">
                  <a:pos x="489" y="1398"/>
                </a:cxn>
                <a:cxn ang="0">
                  <a:pos x="497" y="1343"/>
                </a:cxn>
                <a:cxn ang="0">
                  <a:pos x="513" y="1263"/>
                </a:cxn>
                <a:cxn ang="0">
                  <a:pos x="529" y="1151"/>
                </a:cxn>
                <a:cxn ang="0">
                  <a:pos x="545" y="1015"/>
                </a:cxn>
                <a:cxn ang="0">
                  <a:pos x="553" y="863"/>
                </a:cxn>
                <a:cxn ang="0">
                  <a:pos x="569" y="711"/>
                </a:cxn>
                <a:cxn ang="0">
                  <a:pos x="585" y="551"/>
                </a:cxn>
                <a:cxn ang="0">
                  <a:pos x="601" y="399"/>
                </a:cxn>
                <a:cxn ang="0">
                  <a:pos x="617" y="263"/>
                </a:cxn>
              </a:cxnLst>
              <a:rect l="0" t="0" r="r" b="b"/>
              <a:pathLst>
                <a:path w="625" h="1414">
                  <a:moveTo>
                    <a:pt x="0" y="1015"/>
                  </a:moveTo>
                  <a:lnTo>
                    <a:pt x="8" y="1063"/>
                  </a:lnTo>
                  <a:lnTo>
                    <a:pt x="16" y="1103"/>
                  </a:lnTo>
                  <a:lnTo>
                    <a:pt x="16" y="1151"/>
                  </a:lnTo>
                  <a:lnTo>
                    <a:pt x="24" y="1191"/>
                  </a:lnTo>
                  <a:lnTo>
                    <a:pt x="24" y="1223"/>
                  </a:lnTo>
                  <a:lnTo>
                    <a:pt x="32" y="1263"/>
                  </a:lnTo>
                  <a:lnTo>
                    <a:pt x="40" y="1295"/>
                  </a:lnTo>
                  <a:lnTo>
                    <a:pt x="40" y="1319"/>
                  </a:lnTo>
                  <a:lnTo>
                    <a:pt x="48" y="1343"/>
                  </a:lnTo>
                  <a:lnTo>
                    <a:pt x="48" y="1367"/>
                  </a:lnTo>
                  <a:lnTo>
                    <a:pt x="56" y="1382"/>
                  </a:lnTo>
                  <a:lnTo>
                    <a:pt x="72" y="1406"/>
                  </a:lnTo>
                  <a:lnTo>
                    <a:pt x="72" y="1414"/>
                  </a:lnTo>
                  <a:lnTo>
                    <a:pt x="80" y="1406"/>
                  </a:lnTo>
                  <a:lnTo>
                    <a:pt x="88" y="1398"/>
                  </a:lnTo>
                  <a:lnTo>
                    <a:pt x="88" y="1390"/>
                  </a:lnTo>
                  <a:lnTo>
                    <a:pt x="96" y="1374"/>
                  </a:lnTo>
                  <a:lnTo>
                    <a:pt x="96" y="1359"/>
                  </a:lnTo>
                  <a:lnTo>
                    <a:pt x="104" y="1335"/>
                  </a:lnTo>
                  <a:lnTo>
                    <a:pt x="112" y="1311"/>
                  </a:lnTo>
                  <a:lnTo>
                    <a:pt x="112" y="1279"/>
                  </a:lnTo>
                  <a:lnTo>
                    <a:pt x="121" y="1247"/>
                  </a:lnTo>
                  <a:lnTo>
                    <a:pt x="121" y="1215"/>
                  </a:lnTo>
                  <a:lnTo>
                    <a:pt x="129" y="1175"/>
                  </a:lnTo>
                  <a:lnTo>
                    <a:pt x="137" y="1135"/>
                  </a:lnTo>
                  <a:lnTo>
                    <a:pt x="137" y="1095"/>
                  </a:lnTo>
                  <a:lnTo>
                    <a:pt x="145" y="1047"/>
                  </a:lnTo>
                  <a:lnTo>
                    <a:pt x="145" y="999"/>
                  </a:lnTo>
                  <a:lnTo>
                    <a:pt x="153" y="951"/>
                  </a:lnTo>
                  <a:lnTo>
                    <a:pt x="153" y="903"/>
                  </a:lnTo>
                  <a:lnTo>
                    <a:pt x="161" y="847"/>
                  </a:lnTo>
                  <a:lnTo>
                    <a:pt x="169" y="799"/>
                  </a:lnTo>
                  <a:lnTo>
                    <a:pt x="169" y="743"/>
                  </a:lnTo>
                  <a:lnTo>
                    <a:pt x="177" y="687"/>
                  </a:lnTo>
                  <a:lnTo>
                    <a:pt x="177" y="639"/>
                  </a:lnTo>
                  <a:lnTo>
                    <a:pt x="185" y="583"/>
                  </a:lnTo>
                  <a:lnTo>
                    <a:pt x="193" y="535"/>
                  </a:lnTo>
                  <a:lnTo>
                    <a:pt x="193" y="479"/>
                  </a:lnTo>
                  <a:lnTo>
                    <a:pt x="201" y="431"/>
                  </a:lnTo>
                  <a:lnTo>
                    <a:pt x="201" y="383"/>
                  </a:lnTo>
                  <a:lnTo>
                    <a:pt x="209" y="335"/>
                  </a:lnTo>
                  <a:lnTo>
                    <a:pt x="217" y="295"/>
                  </a:lnTo>
                  <a:lnTo>
                    <a:pt x="217" y="247"/>
                  </a:lnTo>
                  <a:lnTo>
                    <a:pt x="225" y="216"/>
                  </a:lnTo>
                  <a:lnTo>
                    <a:pt x="225" y="176"/>
                  </a:lnTo>
                  <a:lnTo>
                    <a:pt x="233" y="144"/>
                  </a:lnTo>
                  <a:lnTo>
                    <a:pt x="241" y="112"/>
                  </a:lnTo>
                  <a:lnTo>
                    <a:pt x="241" y="88"/>
                  </a:lnTo>
                  <a:lnTo>
                    <a:pt x="249" y="64"/>
                  </a:lnTo>
                  <a:lnTo>
                    <a:pt x="249" y="40"/>
                  </a:lnTo>
                  <a:lnTo>
                    <a:pt x="257" y="24"/>
                  </a:lnTo>
                  <a:lnTo>
                    <a:pt x="265" y="16"/>
                  </a:lnTo>
                  <a:lnTo>
                    <a:pt x="265" y="8"/>
                  </a:lnTo>
                  <a:lnTo>
                    <a:pt x="273" y="0"/>
                  </a:lnTo>
                  <a:lnTo>
                    <a:pt x="281" y="8"/>
                  </a:lnTo>
                  <a:lnTo>
                    <a:pt x="289" y="16"/>
                  </a:lnTo>
                  <a:lnTo>
                    <a:pt x="289" y="24"/>
                  </a:lnTo>
                  <a:lnTo>
                    <a:pt x="297" y="40"/>
                  </a:lnTo>
                  <a:lnTo>
                    <a:pt x="297" y="64"/>
                  </a:lnTo>
                  <a:lnTo>
                    <a:pt x="305" y="88"/>
                  </a:lnTo>
                  <a:lnTo>
                    <a:pt x="313" y="112"/>
                  </a:lnTo>
                  <a:lnTo>
                    <a:pt x="313" y="144"/>
                  </a:lnTo>
                  <a:lnTo>
                    <a:pt x="321" y="176"/>
                  </a:lnTo>
                  <a:lnTo>
                    <a:pt x="321" y="216"/>
                  </a:lnTo>
                  <a:lnTo>
                    <a:pt x="329" y="247"/>
                  </a:lnTo>
                  <a:lnTo>
                    <a:pt x="337" y="295"/>
                  </a:lnTo>
                  <a:lnTo>
                    <a:pt x="337" y="335"/>
                  </a:lnTo>
                  <a:lnTo>
                    <a:pt x="345" y="383"/>
                  </a:lnTo>
                  <a:lnTo>
                    <a:pt x="345" y="431"/>
                  </a:lnTo>
                  <a:lnTo>
                    <a:pt x="353" y="479"/>
                  </a:lnTo>
                  <a:lnTo>
                    <a:pt x="353" y="535"/>
                  </a:lnTo>
                  <a:lnTo>
                    <a:pt x="361" y="583"/>
                  </a:lnTo>
                  <a:lnTo>
                    <a:pt x="369" y="639"/>
                  </a:lnTo>
                  <a:lnTo>
                    <a:pt x="369" y="687"/>
                  </a:lnTo>
                  <a:lnTo>
                    <a:pt x="377" y="743"/>
                  </a:lnTo>
                  <a:lnTo>
                    <a:pt x="377" y="799"/>
                  </a:lnTo>
                  <a:lnTo>
                    <a:pt x="385" y="847"/>
                  </a:lnTo>
                  <a:lnTo>
                    <a:pt x="393" y="903"/>
                  </a:lnTo>
                  <a:lnTo>
                    <a:pt x="393" y="951"/>
                  </a:lnTo>
                  <a:lnTo>
                    <a:pt x="401" y="999"/>
                  </a:lnTo>
                  <a:lnTo>
                    <a:pt x="401" y="1047"/>
                  </a:lnTo>
                  <a:lnTo>
                    <a:pt x="409" y="1095"/>
                  </a:lnTo>
                  <a:lnTo>
                    <a:pt x="417" y="1135"/>
                  </a:lnTo>
                  <a:lnTo>
                    <a:pt x="417" y="1175"/>
                  </a:lnTo>
                  <a:lnTo>
                    <a:pt x="425" y="1215"/>
                  </a:lnTo>
                  <a:lnTo>
                    <a:pt x="425" y="1247"/>
                  </a:lnTo>
                  <a:lnTo>
                    <a:pt x="433" y="1279"/>
                  </a:lnTo>
                  <a:lnTo>
                    <a:pt x="441" y="1311"/>
                  </a:lnTo>
                  <a:lnTo>
                    <a:pt x="441" y="1335"/>
                  </a:lnTo>
                  <a:lnTo>
                    <a:pt x="449" y="1359"/>
                  </a:lnTo>
                  <a:lnTo>
                    <a:pt x="449" y="1374"/>
                  </a:lnTo>
                  <a:lnTo>
                    <a:pt x="457" y="1390"/>
                  </a:lnTo>
                  <a:lnTo>
                    <a:pt x="465" y="1398"/>
                  </a:lnTo>
                  <a:lnTo>
                    <a:pt x="465" y="1406"/>
                  </a:lnTo>
                  <a:lnTo>
                    <a:pt x="481" y="1406"/>
                  </a:lnTo>
                  <a:lnTo>
                    <a:pt x="473" y="1406"/>
                  </a:lnTo>
                  <a:lnTo>
                    <a:pt x="481" y="1406"/>
                  </a:lnTo>
                  <a:lnTo>
                    <a:pt x="489" y="1398"/>
                  </a:lnTo>
                  <a:lnTo>
                    <a:pt x="489" y="1382"/>
                  </a:lnTo>
                  <a:lnTo>
                    <a:pt x="497" y="1367"/>
                  </a:lnTo>
                  <a:lnTo>
                    <a:pt x="497" y="1343"/>
                  </a:lnTo>
                  <a:lnTo>
                    <a:pt x="505" y="1319"/>
                  </a:lnTo>
                  <a:lnTo>
                    <a:pt x="513" y="1295"/>
                  </a:lnTo>
                  <a:lnTo>
                    <a:pt x="513" y="1263"/>
                  </a:lnTo>
                  <a:lnTo>
                    <a:pt x="521" y="1223"/>
                  </a:lnTo>
                  <a:lnTo>
                    <a:pt x="521" y="1191"/>
                  </a:lnTo>
                  <a:lnTo>
                    <a:pt x="529" y="1151"/>
                  </a:lnTo>
                  <a:lnTo>
                    <a:pt x="529" y="1103"/>
                  </a:lnTo>
                  <a:lnTo>
                    <a:pt x="537" y="1063"/>
                  </a:lnTo>
                  <a:lnTo>
                    <a:pt x="545" y="1015"/>
                  </a:lnTo>
                  <a:lnTo>
                    <a:pt x="545" y="967"/>
                  </a:lnTo>
                  <a:lnTo>
                    <a:pt x="553" y="919"/>
                  </a:lnTo>
                  <a:lnTo>
                    <a:pt x="553" y="863"/>
                  </a:lnTo>
                  <a:lnTo>
                    <a:pt x="561" y="815"/>
                  </a:lnTo>
                  <a:lnTo>
                    <a:pt x="569" y="759"/>
                  </a:lnTo>
                  <a:lnTo>
                    <a:pt x="569" y="711"/>
                  </a:lnTo>
                  <a:lnTo>
                    <a:pt x="577" y="655"/>
                  </a:lnTo>
                  <a:lnTo>
                    <a:pt x="577" y="599"/>
                  </a:lnTo>
                  <a:lnTo>
                    <a:pt x="585" y="551"/>
                  </a:lnTo>
                  <a:lnTo>
                    <a:pt x="593" y="495"/>
                  </a:lnTo>
                  <a:lnTo>
                    <a:pt x="593" y="447"/>
                  </a:lnTo>
                  <a:lnTo>
                    <a:pt x="601" y="399"/>
                  </a:lnTo>
                  <a:lnTo>
                    <a:pt x="601" y="351"/>
                  </a:lnTo>
                  <a:lnTo>
                    <a:pt x="609" y="311"/>
                  </a:lnTo>
                  <a:lnTo>
                    <a:pt x="617" y="263"/>
                  </a:lnTo>
                  <a:lnTo>
                    <a:pt x="617" y="223"/>
                  </a:lnTo>
                  <a:lnTo>
                    <a:pt x="625" y="192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02" name="Freeform 46"/>
            <p:cNvSpPr>
              <a:spLocks/>
            </p:cNvSpPr>
            <p:nvPr/>
          </p:nvSpPr>
          <p:spPr bwMode="auto">
            <a:xfrm>
              <a:off x="1853" y="1358"/>
              <a:ext cx="617" cy="1414"/>
            </a:xfrm>
            <a:custGeom>
              <a:avLst/>
              <a:gdLst/>
              <a:ahLst/>
              <a:cxnLst>
                <a:cxn ang="0">
                  <a:pos x="8" y="120"/>
                </a:cxn>
                <a:cxn ang="0">
                  <a:pos x="24" y="48"/>
                </a:cxn>
                <a:cxn ang="0">
                  <a:pos x="40" y="8"/>
                </a:cxn>
                <a:cxn ang="0">
                  <a:pos x="56" y="16"/>
                </a:cxn>
                <a:cxn ang="0">
                  <a:pos x="72" y="56"/>
                </a:cxn>
                <a:cxn ang="0">
                  <a:pos x="88" y="136"/>
                </a:cxn>
                <a:cxn ang="0">
                  <a:pos x="96" y="239"/>
                </a:cxn>
                <a:cxn ang="0">
                  <a:pos x="112" y="367"/>
                </a:cxn>
                <a:cxn ang="0">
                  <a:pos x="128" y="511"/>
                </a:cxn>
                <a:cxn ang="0">
                  <a:pos x="144" y="671"/>
                </a:cxn>
                <a:cxn ang="0">
                  <a:pos x="152" y="831"/>
                </a:cxn>
                <a:cxn ang="0">
                  <a:pos x="168" y="983"/>
                </a:cxn>
                <a:cxn ang="0">
                  <a:pos x="184" y="1119"/>
                </a:cxn>
                <a:cxn ang="0">
                  <a:pos x="200" y="1239"/>
                </a:cxn>
                <a:cxn ang="0">
                  <a:pos x="216" y="1327"/>
                </a:cxn>
                <a:cxn ang="0">
                  <a:pos x="224" y="1390"/>
                </a:cxn>
                <a:cxn ang="0">
                  <a:pos x="240" y="1414"/>
                </a:cxn>
                <a:cxn ang="0">
                  <a:pos x="264" y="1390"/>
                </a:cxn>
                <a:cxn ang="0">
                  <a:pos x="272" y="1327"/>
                </a:cxn>
                <a:cxn ang="0">
                  <a:pos x="288" y="1239"/>
                </a:cxn>
                <a:cxn ang="0">
                  <a:pos x="304" y="1119"/>
                </a:cxn>
                <a:cxn ang="0">
                  <a:pos x="320" y="983"/>
                </a:cxn>
                <a:cxn ang="0">
                  <a:pos x="328" y="831"/>
                </a:cxn>
                <a:cxn ang="0">
                  <a:pos x="344" y="671"/>
                </a:cxn>
                <a:cxn ang="0">
                  <a:pos x="360" y="511"/>
                </a:cxn>
                <a:cxn ang="0">
                  <a:pos x="376" y="367"/>
                </a:cxn>
                <a:cxn ang="0">
                  <a:pos x="392" y="239"/>
                </a:cxn>
                <a:cxn ang="0">
                  <a:pos x="400" y="136"/>
                </a:cxn>
                <a:cxn ang="0">
                  <a:pos x="416" y="56"/>
                </a:cxn>
                <a:cxn ang="0">
                  <a:pos x="432" y="16"/>
                </a:cxn>
                <a:cxn ang="0">
                  <a:pos x="448" y="8"/>
                </a:cxn>
                <a:cxn ang="0">
                  <a:pos x="464" y="48"/>
                </a:cxn>
                <a:cxn ang="0">
                  <a:pos x="480" y="120"/>
                </a:cxn>
                <a:cxn ang="0">
                  <a:pos x="496" y="223"/>
                </a:cxn>
                <a:cxn ang="0">
                  <a:pos x="504" y="351"/>
                </a:cxn>
                <a:cxn ang="0">
                  <a:pos x="521" y="495"/>
                </a:cxn>
                <a:cxn ang="0">
                  <a:pos x="537" y="655"/>
                </a:cxn>
                <a:cxn ang="0">
                  <a:pos x="553" y="815"/>
                </a:cxn>
                <a:cxn ang="0">
                  <a:pos x="569" y="967"/>
                </a:cxn>
                <a:cxn ang="0">
                  <a:pos x="577" y="1103"/>
                </a:cxn>
                <a:cxn ang="0">
                  <a:pos x="593" y="1223"/>
                </a:cxn>
                <a:cxn ang="0">
                  <a:pos x="609" y="1319"/>
                </a:cxn>
              </a:cxnLst>
              <a:rect l="0" t="0" r="r" b="b"/>
              <a:pathLst>
                <a:path w="617" h="1414">
                  <a:moveTo>
                    <a:pt x="0" y="192"/>
                  </a:moveTo>
                  <a:lnTo>
                    <a:pt x="0" y="152"/>
                  </a:lnTo>
                  <a:lnTo>
                    <a:pt x="8" y="120"/>
                  </a:lnTo>
                  <a:lnTo>
                    <a:pt x="16" y="96"/>
                  </a:lnTo>
                  <a:lnTo>
                    <a:pt x="16" y="72"/>
                  </a:lnTo>
                  <a:lnTo>
                    <a:pt x="24" y="48"/>
                  </a:lnTo>
                  <a:lnTo>
                    <a:pt x="24" y="32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48" y="0"/>
                  </a:lnTo>
                  <a:lnTo>
                    <a:pt x="48" y="8"/>
                  </a:lnTo>
                  <a:lnTo>
                    <a:pt x="56" y="16"/>
                  </a:lnTo>
                  <a:lnTo>
                    <a:pt x="64" y="24"/>
                  </a:lnTo>
                  <a:lnTo>
                    <a:pt x="64" y="40"/>
                  </a:lnTo>
                  <a:lnTo>
                    <a:pt x="72" y="56"/>
                  </a:lnTo>
                  <a:lnTo>
                    <a:pt x="72" y="80"/>
                  </a:lnTo>
                  <a:lnTo>
                    <a:pt x="80" y="104"/>
                  </a:lnTo>
                  <a:lnTo>
                    <a:pt x="88" y="136"/>
                  </a:lnTo>
                  <a:lnTo>
                    <a:pt x="88" y="168"/>
                  </a:lnTo>
                  <a:lnTo>
                    <a:pt x="96" y="200"/>
                  </a:lnTo>
                  <a:lnTo>
                    <a:pt x="96" y="239"/>
                  </a:lnTo>
                  <a:lnTo>
                    <a:pt x="104" y="279"/>
                  </a:lnTo>
                  <a:lnTo>
                    <a:pt x="104" y="319"/>
                  </a:lnTo>
                  <a:lnTo>
                    <a:pt x="112" y="367"/>
                  </a:lnTo>
                  <a:lnTo>
                    <a:pt x="120" y="415"/>
                  </a:lnTo>
                  <a:lnTo>
                    <a:pt x="120" y="463"/>
                  </a:lnTo>
                  <a:lnTo>
                    <a:pt x="128" y="511"/>
                  </a:lnTo>
                  <a:lnTo>
                    <a:pt x="128" y="567"/>
                  </a:lnTo>
                  <a:lnTo>
                    <a:pt x="136" y="615"/>
                  </a:lnTo>
                  <a:lnTo>
                    <a:pt x="144" y="671"/>
                  </a:lnTo>
                  <a:lnTo>
                    <a:pt x="144" y="727"/>
                  </a:lnTo>
                  <a:lnTo>
                    <a:pt x="152" y="775"/>
                  </a:lnTo>
                  <a:lnTo>
                    <a:pt x="152" y="831"/>
                  </a:lnTo>
                  <a:lnTo>
                    <a:pt x="160" y="879"/>
                  </a:lnTo>
                  <a:lnTo>
                    <a:pt x="168" y="935"/>
                  </a:lnTo>
                  <a:lnTo>
                    <a:pt x="168" y="983"/>
                  </a:lnTo>
                  <a:lnTo>
                    <a:pt x="176" y="1031"/>
                  </a:lnTo>
                  <a:lnTo>
                    <a:pt x="176" y="1079"/>
                  </a:lnTo>
                  <a:lnTo>
                    <a:pt x="184" y="1119"/>
                  </a:lnTo>
                  <a:lnTo>
                    <a:pt x="192" y="1167"/>
                  </a:lnTo>
                  <a:lnTo>
                    <a:pt x="192" y="1199"/>
                  </a:lnTo>
                  <a:lnTo>
                    <a:pt x="200" y="1239"/>
                  </a:lnTo>
                  <a:lnTo>
                    <a:pt x="200" y="1271"/>
                  </a:lnTo>
                  <a:lnTo>
                    <a:pt x="208" y="1303"/>
                  </a:lnTo>
                  <a:lnTo>
                    <a:pt x="216" y="1327"/>
                  </a:lnTo>
                  <a:lnTo>
                    <a:pt x="216" y="1351"/>
                  </a:lnTo>
                  <a:lnTo>
                    <a:pt x="224" y="1374"/>
                  </a:lnTo>
                  <a:lnTo>
                    <a:pt x="224" y="1390"/>
                  </a:lnTo>
                  <a:lnTo>
                    <a:pt x="232" y="1398"/>
                  </a:lnTo>
                  <a:lnTo>
                    <a:pt x="248" y="1414"/>
                  </a:lnTo>
                  <a:lnTo>
                    <a:pt x="240" y="1414"/>
                  </a:lnTo>
                  <a:lnTo>
                    <a:pt x="248" y="1406"/>
                  </a:lnTo>
                  <a:lnTo>
                    <a:pt x="256" y="1398"/>
                  </a:lnTo>
                  <a:lnTo>
                    <a:pt x="264" y="1390"/>
                  </a:lnTo>
                  <a:lnTo>
                    <a:pt x="264" y="1374"/>
                  </a:lnTo>
                  <a:lnTo>
                    <a:pt x="272" y="1351"/>
                  </a:lnTo>
                  <a:lnTo>
                    <a:pt x="272" y="1327"/>
                  </a:lnTo>
                  <a:lnTo>
                    <a:pt x="280" y="1303"/>
                  </a:lnTo>
                  <a:lnTo>
                    <a:pt x="280" y="1271"/>
                  </a:lnTo>
                  <a:lnTo>
                    <a:pt x="288" y="1239"/>
                  </a:lnTo>
                  <a:lnTo>
                    <a:pt x="296" y="1199"/>
                  </a:lnTo>
                  <a:lnTo>
                    <a:pt x="296" y="1167"/>
                  </a:lnTo>
                  <a:lnTo>
                    <a:pt x="304" y="1119"/>
                  </a:lnTo>
                  <a:lnTo>
                    <a:pt x="304" y="1079"/>
                  </a:lnTo>
                  <a:lnTo>
                    <a:pt x="312" y="1031"/>
                  </a:lnTo>
                  <a:lnTo>
                    <a:pt x="320" y="983"/>
                  </a:lnTo>
                  <a:lnTo>
                    <a:pt x="320" y="935"/>
                  </a:lnTo>
                  <a:lnTo>
                    <a:pt x="328" y="879"/>
                  </a:lnTo>
                  <a:lnTo>
                    <a:pt x="328" y="831"/>
                  </a:lnTo>
                  <a:lnTo>
                    <a:pt x="336" y="775"/>
                  </a:lnTo>
                  <a:lnTo>
                    <a:pt x="344" y="727"/>
                  </a:lnTo>
                  <a:lnTo>
                    <a:pt x="344" y="671"/>
                  </a:lnTo>
                  <a:lnTo>
                    <a:pt x="352" y="615"/>
                  </a:lnTo>
                  <a:lnTo>
                    <a:pt x="352" y="567"/>
                  </a:lnTo>
                  <a:lnTo>
                    <a:pt x="360" y="511"/>
                  </a:lnTo>
                  <a:lnTo>
                    <a:pt x="368" y="463"/>
                  </a:lnTo>
                  <a:lnTo>
                    <a:pt x="368" y="415"/>
                  </a:lnTo>
                  <a:lnTo>
                    <a:pt x="376" y="367"/>
                  </a:lnTo>
                  <a:lnTo>
                    <a:pt x="376" y="319"/>
                  </a:lnTo>
                  <a:lnTo>
                    <a:pt x="384" y="279"/>
                  </a:lnTo>
                  <a:lnTo>
                    <a:pt x="392" y="239"/>
                  </a:lnTo>
                  <a:lnTo>
                    <a:pt x="392" y="200"/>
                  </a:lnTo>
                  <a:lnTo>
                    <a:pt x="400" y="168"/>
                  </a:lnTo>
                  <a:lnTo>
                    <a:pt x="400" y="136"/>
                  </a:lnTo>
                  <a:lnTo>
                    <a:pt x="408" y="104"/>
                  </a:lnTo>
                  <a:lnTo>
                    <a:pt x="416" y="80"/>
                  </a:lnTo>
                  <a:lnTo>
                    <a:pt x="416" y="56"/>
                  </a:lnTo>
                  <a:lnTo>
                    <a:pt x="424" y="40"/>
                  </a:lnTo>
                  <a:lnTo>
                    <a:pt x="424" y="24"/>
                  </a:lnTo>
                  <a:lnTo>
                    <a:pt x="432" y="16"/>
                  </a:lnTo>
                  <a:lnTo>
                    <a:pt x="440" y="8"/>
                  </a:lnTo>
                  <a:lnTo>
                    <a:pt x="440" y="0"/>
                  </a:lnTo>
                  <a:lnTo>
                    <a:pt x="448" y="8"/>
                  </a:lnTo>
                  <a:lnTo>
                    <a:pt x="456" y="16"/>
                  </a:lnTo>
                  <a:lnTo>
                    <a:pt x="464" y="32"/>
                  </a:lnTo>
                  <a:lnTo>
                    <a:pt x="464" y="48"/>
                  </a:lnTo>
                  <a:lnTo>
                    <a:pt x="472" y="72"/>
                  </a:lnTo>
                  <a:lnTo>
                    <a:pt x="472" y="96"/>
                  </a:lnTo>
                  <a:lnTo>
                    <a:pt x="480" y="120"/>
                  </a:lnTo>
                  <a:lnTo>
                    <a:pt x="480" y="152"/>
                  </a:lnTo>
                  <a:lnTo>
                    <a:pt x="488" y="192"/>
                  </a:lnTo>
                  <a:lnTo>
                    <a:pt x="496" y="223"/>
                  </a:lnTo>
                  <a:lnTo>
                    <a:pt x="496" y="263"/>
                  </a:lnTo>
                  <a:lnTo>
                    <a:pt x="504" y="311"/>
                  </a:lnTo>
                  <a:lnTo>
                    <a:pt x="504" y="351"/>
                  </a:lnTo>
                  <a:lnTo>
                    <a:pt x="512" y="399"/>
                  </a:lnTo>
                  <a:lnTo>
                    <a:pt x="521" y="447"/>
                  </a:lnTo>
                  <a:lnTo>
                    <a:pt x="521" y="495"/>
                  </a:lnTo>
                  <a:lnTo>
                    <a:pt x="529" y="551"/>
                  </a:lnTo>
                  <a:lnTo>
                    <a:pt x="529" y="599"/>
                  </a:lnTo>
                  <a:lnTo>
                    <a:pt x="537" y="655"/>
                  </a:lnTo>
                  <a:lnTo>
                    <a:pt x="545" y="703"/>
                  </a:lnTo>
                  <a:lnTo>
                    <a:pt x="545" y="759"/>
                  </a:lnTo>
                  <a:lnTo>
                    <a:pt x="553" y="815"/>
                  </a:lnTo>
                  <a:lnTo>
                    <a:pt x="553" y="863"/>
                  </a:lnTo>
                  <a:lnTo>
                    <a:pt x="561" y="919"/>
                  </a:lnTo>
                  <a:lnTo>
                    <a:pt x="569" y="967"/>
                  </a:lnTo>
                  <a:lnTo>
                    <a:pt x="569" y="1015"/>
                  </a:lnTo>
                  <a:lnTo>
                    <a:pt x="577" y="1063"/>
                  </a:lnTo>
                  <a:lnTo>
                    <a:pt x="577" y="1103"/>
                  </a:lnTo>
                  <a:lnTo>
                    <a:pt x="585" y="1151"/>
                  </a:lnTo>
                  <a:lnTo>
                    <a:pt x="593" y="1191"/>
                  </a:lnTo>
                  <a:lnTo>
                    <a:pt x="593" y="1223"/>
                  </a:lnTo>
                  <a:lnTo>
                    <a:pt x="601" y="1263"/>
                  </a:lnTo>
                  <a:lnTo>
                    <a:pt x="601" y="1295"/>
                  </a:lnTo>
                  <a:lnTo>
                    <a:pt x="609" y="1319"/>
                  </a:lnTo>
                  <a:lnTo>
                    <a:pt x="617" y="1343"/>
                  </a:lnTo>
                  <a:lnTo>
                    <a:pt x="617" y="1367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03" name="Freeform 47"/>
            <p:cNvSpPr>
              <a:spLocks/>
            </p:cNvSpPr>
            <p:nvPr/>
          </p:nvSpPr>
          <p:spPr bwMode="auto">
            <a:xfrm>
              <a:off x="2470" y="1358"/>
              <a:ext cx="632" cy="1414"/>
            </a:xfrm>
            <a:custGeom>
              <a:avLst/>
              <a:gdLst/>
              <a:ahLst/>
              <a:cxnLst>
                <a:cxn ang="0">
                  <a:pos x="8" y="1398"/>
                </a:cxn>
                <a:cxn ang="0">
                  <a:pos x="32" y="1406"/>
                </a:cxn>
                <a:cxn ang="0">
                  <a:pos x="48" y="1374"/>
                </a:cxn>
                <a:cxn ang="0">
                  <a:pos x="56" y="1311"/>
                </a:cxn>
                <a:cxn ang="0">
                  <a:pos x="72" y="1215"/>
                </a:cxn>
                <a:cxn ang="0">
                  <a:pos x="88" y="1095"/>
                </a:cxn>
                <a:cxn ang="0">
                  <a:pos x="104" y="951"/>
                </a:cxn>
                <a:cxn ang="0">
                  <a:pos x="112" y="799"/>
                </a:cxn>
                <a:cxn ang="0">
                  <a:pos x="128" y="639"/>
                </a:cxn>
                <a:cxn ang="0">
                  <a:pos x="144" y="479"/>
                </a:cxn>
                <a:cxn ang="0">
                  <a:pos x="160" y="335"/>
                </a:cxn>
                <a:cxn ang="0">
                  <a:pos x="176" y="216"/>
                </a:cxn>
                <a:cxn ang="0">
                  <a:pos x="184" y="112"/>
                </a:cxn>
                <a:cxn ang="0">
                  <a:pos x="200" y="40"/>
                </a:cxn>
                <a:cxn ang="0">
                  <a:pos x="216" y="8"/>
                </a:cxn>
                <a:cxn ang="0">
                  <a:pos x="232" y="16"/>
                </a:cxn>
                <a:cxn ang="0">
                  <a:pos x="248" y="64"/>
                </a:cxn>
                <a:cxn ang="0">
                  <a:pos x="264" y="144"/>
                </a:cxn>
                <a:cxn ang="0">
                  <a:pos x="280" y="247"/>
                </a:cxn>
                <a:cxn ang="0">
                  <a:pos x="288" y="383"/>
                </a:cxn>
                <a:cxn ang="0">
                  <a:pos x="304" y="535"/>
                </a:cxn>
                <a:cxn ang="0">
                  <a:pos x="320" y="687"/>
                </a:cxn>
                <a:cxn ang="0">
                  <a:pos x="336" y="847"/>
                </a:cxn>
                <a:cxn ang="0">
                  <a:pos x="352" y="999"/>
                </a:cxn>
                <a:cxn ang="0">
                  <a:pos x="360" y="1135"/>
                </a:cxn>
                <a:cxn ang="0">
                  <a:pos x="376" y="1247"/>
                </a:cxn>
                <a:cxn ang="0">
                  <a:pos x="392" y="1335"/>
                </a:cxn>
                <a:cxn ang="0">
                  <a:pos x="408" y="1390"/>
                </a:cxn>
                <a:cxn ang="0">
                  <a:pos x="432" y="1406"/>
                </a:cxn>
                <a:cxn ang="0">
                  <a:pos x="440" y="1367"/>
                </a:cxn>
                <a:cxn ang="0">
                  <a:pos x="456" y="1295"/>
                </a:cxn>
                <a:cxn ang="0">
                  <a:pos x="472" y="1191"/>
                </a:cxn>
                <a:cxn ang="0">
                  <a:pos x="488" y="1063"/>
                </a:cxn>
                <a:cxn ang="0">
                  <a:pos x="504" y="919"/>
                </a:cxn>
                <a:cxn ang="0">
                  <a:pos x="512" y="759"/>
                </a:cxn>
                <a:cxn ang="0">
                  <a:pos x="528" y="599"/>
                </a:cxn>
                <a:cxn ang="0">
                  <a:pos x="544" y="447"/>
                </a:cxn>
                <a:cxn ang="0">
                  <a:pos x="560" y="311"/>
                </a:cxn>
                <a:cxn ang="0">
                  <a:pos x="576" y="192"/>
                </a:cxn>
                <a:cxn ang="0">
                  <a:pos x="584" y="96"/>
                </a:cxn>
                <a:cxn ang="0">
                  <a:pos x="600" y="32"/>
                </a:cxn>
                <a:cxn ang="0">
                  <a:pos x="624" y="8"/>
                </a:cxn>
              </a:cxnLst>
              <a:rect l="0" t="0" r="r" b="b"/>
              <a:pathLst>
                <a:path w="632" h="1414">
                  <a:moveTo>
                    <a:pt x="0" y="1367"/>
                  </a:moveTo>
                  <a:lnTo>
                    <a:pt x="8" y="1382"/>
                  </a:lnTo>
                  <a:lnTo>
                    <a:pt x="8" y="1398"/>
                  </a:lnTo>
                  <a:lnTo>
                    <a:pt x="16" y="1406"/>
                  </a:lnTo>
                  <a:lnTo>
                    <a:pt x="24" y="1414"/>
                  </a:lnTo>
                  <a:lnTo>
                    <a:pt x="32" y="1406"/>
                  </a:lnTo>
                  <a:lnTo>
                    <a:pt x="32" y="1398"/>
                  </a:lnTo>
                  <a:lnTo>
                    <a:pt x="40" y="1390"/>
                  </a:lnTo>
                  <a:lnTo>
                    <a:pt x="48" y="1374"/>
                  </a:lnTo>
                  <a:lnTo>
                    <a:pt x="48" y="1359"/>
                  </a:lnTo>
                  <a:lnTo>
                    <a:pt x="56" y="1335"/>
                  </a:lnTo>
                  <a:lnTo>
                    <a:pt x="56" y="1311"/>
                  </a:lnTo>
                  <a:lnTo>
                    <a:pt x="64" y="1279"/>
                  </a:lnTo>
                  <a:lnTo>
                    <a:pt x="64" y="1247"/>
                  </a:lnTo>
                  <a:lnTo>
                    <a:pt x="72" y="1215"/>
                  </a:lnTo>
                  <a:lnTo>
                    <a:pt x="80" y="1175"/>
                  </a:lnTo>
                  <a:lnTo>
                    <a:pt x="80" y="1135"/>
                  </a:lnTo>
                  <a:lnTo>
                    <a:pt x="88" y="1095"/>
                  </a:lnTo>
                  <a:lnTo>
                    <a:pt x="88" y="1047"/>
                  </a:lnTo>
                  <a:lnTo>
                    <a:pt x="96" y="999"/>
                  </a:lnTo>
                  <a:lnTo>
                    <a:pt x="104" y="951"/>
                  </a:lnTo>
                  <a:lnTo>
                    <a:pt x="104" y="903"/>
                  </a:lnTo>
                  <a:lnTo>
                    <a:pt x="112" y="847"/>
                  </a:lnTo>
                  <a:lnTo>
                    <a:pt x="112" y="799"/>
                  </a:lnTo>
                  <a:lnTo>
                    <a:pt x="120" y="743"/>
                  </a:lnTo>
                  <a:lnTo>
                    <a:pt x="128" y="687"/>
                  </a:lnTo>
                  <a:lnTo>
                    <a:pt x="128" y="639"/>
                  </a:lnTo>
                  <a:lnTo>
                    <a:pt x="136" y="583"/>
                  </a:lnTo>
                  <a:lnTo>
                    <a:pt x="136" y="535"/>
                  </a:lnTo>
                  <a:lnTo>
                    <a:pt x="144" y="479"/>
                  </a:lnTo>
                  <a:lnTo>
                    <a:pt x="152" y="431"/>
                  </a:lnTo>
                  <a:lnTo>
                    <a:pt x="152" y="383"/>
                  </a:lnTo>
                  <a:lnTo>
                    <a:pt x="160" y="335"/>
                  </a:lnTo>
                  <a:lnTo>
                    <a:pt x="160" y="295"/>
                  </a:lnTo>
                  <a:lnTo>
                    <a:pt x="168" y="247"/>
                  </a:lnTo>
                  <a:lnTo>
                    <a:pt x="176" y="216"/>
                  </a:lnTo>
                  <a:lnTo>
                    <a:pt x="176" y="176"/>
                  </a:lnTo>
                  <a:lnTo>
                    <a:pt x="184" y="144"/>
                  </a:lnTo>
                  <a:lnTo>
                    <a:pt x="184" y="112"/>
                  </a:lnTo>
                  <a:lnTo>
                    <a:pt x="192" y="88"/>
                  </a:lnTo>
                  <a:lnTo>
                    <a:pt x="200" y="64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08" y="16"/>
                  </a:lnTo>
                  <a:lnTo>
                    <a:pt x="216" y="8"/>
                  </a:lnTo>
                  <a:lnTo>
                    <a:pt x="224" y="0"/>
                  </a:lnTo>
                  <a:lnTo>
                    <a:pt x="232" y="8"/>
                  </a:lnTo>
                  <a:lnTo>
                    <a:pt x="232" y="16"/>
                  </a:lnTo>
                  <a:lnTo>
                    <a:pt x="240" y="24"/>
                  </a:lnTo>
                  <a:lnTo>
                    <a:pt x="240" y="40"/>
                  </a:lnTo>
                  <a:lnTo>
                    <a:pt x="248" y="64"/>
                  </a:lnTo>
                  <a:lnTo>
                    <a:pt x="256" y="88"/>
                  </a:lnTo>
                  <a:lnTo>
                    <a:pt x="256" y="112"/>
                  </a:lnTo>
                  <a:lnTo>
                    <a:pt x="264" y="144"/>
                  </a:lnTo>
                  <a:lnTo>
                    <a:pt x="264" y="176"/>
                  </a:lnTo>
                  <a:lnTo>
                    <a:pt x="272" y="216"/>
                  </a:lnTo>
                  <a:lnTo>
                    <a:pt x="280" y="247"/>
                  </a:lnTo>
                  <a:lnTo>
                    <a:pt x="280" y="295"/>
                  </a:lnTo>
                  <a:lnTo>
                    <a:pt x="288" y="335"/>
                  </a:lnTo>
                  <a:lnTo>
                    <a:pt x="288" y="383"/>
                  </a:lnTo>
                  <a:lnTo>
                    <a:pt x="296" y="431"/>
                  </a:lnTo>
                  <a:lnTo>
                    <a:pt x="304" y="479"/>
                  </a:lnTo>
                  <a:lnTo>
                    <a:pt x="304" y="535"/>
                  </a:lnTo>
                  <a:lnTo>
                    <a:pt x="312" y="583"/>
                  </a:lnTo>
                  <a:lnTo>
                    <a:pt x="312" y="639"/>
                  </a:lnTo>
                  <a:lnTo>
                    <a:pt x="320" y="687"/>
                  </a:lnTo>
                  <a:lnTo>
                    <a:pt x="328" y="743"/>
                  </a:lnTo>
                  <a:lnTo>
                    <a:pt x="328" y="799"/>
                  </a:lnTo>
                  <a:lnTo>
                    <a:pt x="336" y="847"/>
                  </a:lnTo>
                  <a:lnTo>
                    <a:pt x="336" y="903"/>
                  </a:lnTo>
                  <a:lnTo>
                    <a:pt x="344" y="951"/>
                  </a:lnTo>
                  <a:lnTo>
                    <a:pt x="352" y="999"/>
                  </a:lnTo>
                  <a:lnTo>
                    <a:pt x="352" y="1047"/>
                  </a:lnTo>
                  <a:lnTo>
                    <a:pt x="360" y="1095"/>
                  </a:lnTo>
                  <a:lnTo>
                    <a:pt x="360" y="1135"/>
                  </a:lnTo>
                  <a:lnTo>
                    <a:pt x="368" y="1175"/>
                  </a:lnTo>
                  <a:lnTo>
                    <a:pt x="376" y="1215"/>
                  </a:lnTo>
                  <a:lnTo>
                    <a:pt x="376" y="1247"/>
                  </a:lnTo>
                  <a:lnTo>
                    <a:pt x="384" y="1279"/>
                  </a:lnTo>
                  <a:lnTo>
                    <a:pt x="384" y="1311"/>
                  </a:lnTo>
                  <a:lnTo>
                    <a:pt x="392" y="1335"/>
                  </a:lnTo>
                  <a:lnTo>
                    <a:pt x="400" y="1359"/>
                  </a:lnTo>
                  <a:lnTo>
                    <a:pt x="400" y="1374"/>
                  </a:lnTo>
                  <a:lnTo>
                    <a:pt x="408" y="1390"/>
                  </a:lnTo>
                  <a:lnTo>
                    <a:pt x="408" y="1398"/>
                  </a:lnTo>
                  <a:lnTo>
                    <a:pt x="416" y="1406"/>
                  </a:lnTo>
                  <a:lnTo>
                    <a:pt x="432" y="1406"/>
                  </a:lnTo>
                  <a:lnTo>
                    <a:pt x="432" y="1398"/>
                  </a:lnTo>
                  <a:lnTo>
                    <a:pt x="440" y="1382"/>
                  </a:lnTo>
                  <a:lnTo>
                    <a:pt x="440" y="1367"/>
                  </a:lnTo>
                  <a:lnTo>
                    <a:pt x="448" y="1343"/>
                  </a:lnTo>
                  <a:lnTo>
                    <a:pt x="456" y="1319"/>
                  </a:lnTo>
                  <a:lnTo>
                    <a:pt x="456" y="1295"/>
                  </a:lnTo>
                  <a:lnTo>
                    <a:pt x="464" y="1263"/>
                  </a:lnTo>
                  <a:lnTo>
                    <a:pt x="464" y="1223"/>
                  </a:lnTo>
                  <a:lnTo>
                    <a:pt x="472" y="1191"/>
                  </a:lnTo>
                  <a:lnTo>
                    <a:pt x="480" y="1151"/>
                  </a:lnTo>
                  <a:lnTo>
                    <a:pt x="480" y="1103"/>
                  </a:lnTo>
                  <a:lnTo>
                    <a:pt x="488" y="1063"/>
                  </a:lnTo>
                  <a:lnTo>
                    <a:pt x="488" y="1015"/>
                  </a:lnTo>
                  <a:lnTo>
                    <a:pt x="496" y="967"/>
                  </a:lnTo>
                  <a:lnTo>
                    <a:pt x="504" y="919"/>
                  </a:lnTo>
                  <a:lnTo>
                    <a:pt x="504" y="863"/>
                  </a:lnTo>
                  <a:lnTo>
                    <a:pt x="512" y="815"/>
                  </a:lnTo>
                  <a:lnTo>
                    <a:pt x="512" y="759"/>
                  </a:lnTo>
                  <a:lnTo>
                    <a:pt x="520" y="711"/>
                  </a:lnTo>
                  <a:lnTo>
                    <a:pt x="528" y="655"/>
                  </a:lnTo>
                  <a:lnTo>
                    <a:pt x="528" y="599"/>
                  </a:lnTo>
                  <a:lnTo>
                    <a:pt x="536" y="551"/>
                  </a:lnTo>
                  <a:lnTo>
                    <a:pt x="536" y="495"/>
                  </a:lnTo>
                  <a:lnTo>
                    <a:pt x="544" y="447"/>
                  </a:lnTo>
                  <a:lnTo>
                    <a:pt x="552" y="399"/>
                  </a:lnTo>
                  <a:lnTo>
                    <a:pt x="552" y="351"/>
                  </a:lnTo>
                  <a:lnTo>
                    <a:pt x="560" y="311"/>
                  </a:lnTo>
                  <a:lnTo>
                    <a:pt x="560" y="263"/>
                  </a:lnTo>
                  <a:lnTo>
                    <a:pt x="568" y="223"/>
                  </a:lnTo>
                  <a:lnTo>
                    <a:pt x="576" y="192"/>
                  </a:lnTo>
                  <a:lnTo>
                    <a:pt x="576" y="152"/>
                  </a:lnTo>
                  <a:lnTo>
                    <a:pt x="584" y="120"/>
                  </a:lnTo>
                  <a:lnTo>
                    <a:pt x="584" y="96"/>
                  </a:lnTo>
                  <a:lnTo>
                    <a:pt x="592" y="72"/>
                  </a:lnTo>
                  <a:lnTo>
                    <a:pt x="600" y="48"/>
                  </a:lnTo>
                  <a:lnTo>
                    <a:pt x="600" y="32"/>
                  </a:lnTo>
                  <a:lnTo>
                    <a:pt x="616" y="8"/>
                  </a:lnTo>
                  <a:lnTo>
                    <a:pt x="616" y="0"/>
                  </a:lnTo>
                  <a:lnTo>
                    <a:pt x="624" y="8"/>
                  </a:lnTo>
                  <a:lnTo>
                    <a:pt x="632" y="16"/>
                  </a:lnTo>
                  <a:lnTo>
                    <a:pt x="632" y="24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04" name="Freeform 48"/>
            <p:cNvSpPr>
              <a:spLocks/>
            </p:cNvSpPr>
            <p:nvPr/>
          </p:nvSpPr>
          <p:spPr bwMode="auto">
            <a:xfrm>
              <a:off x="3102" y="1366"/>
              <a:ext cx="617" cy="1406"/>
            </a:xfrm>
            <a:custGeom>
              <a:avLst/>
              <a:gdLst/>
              <a:ahLst/>
              <a:cxnLst>
                <a:cxn ang="0">
                  <a:pos x="8" y="48"/>
                </a:cxn>
                <a:cxn ang="0">
                  <a:pos x="24" y="128"/>
                </a:cxn>
                <a:cxn ang="0">
                  <a:pos x="40" y="231"/>
                </a:cxn>
                <a:cxn ang="0">
                  <a:pos x="56" y="359"/>
                </a:cxn>
                <a:cxn ang="0">
                  <a:pos x="72" y="503"/>
                </a:cxn>
                <a:cxn ang="0">
                  <a:pos x="80" y="663"/>
                </a:cxn>
                <a:cxn ang="0">
                  <a:pos x="96" y="823"/>
                </a:cxn>
                <a:cxn ang="0">
                  <a:pos x="112" y="975"/>
                </a:cxn>
                <a:cxn ang="0">
                  <a:pos x="128" y="1111"/>
                </a:cxn>
                <a:cxn ang="0">
                  <a:pos x="144" y="1231"/>
                </a:cxn>
                <a:cxn ang="0">
                  <a:pos x="152" y="1319"/>
                </a:cxn>
                <a:cxn ang="0">
                  <a:pos x="168" y="1382"/>
                </a:cxn>
                <a:cxn ang="0">
                  <a:pos x="184" y="1406"/>
                </a:cxn>
                <a:cxn ang="0">
                  <a:pos x="200" y="1382"/>
                </a:cxn>
                <a:cxn ang="0">
                  <a:pos x="216" y="1319"/>
                </a:cxn>
                <a:cxn ang="0">
                  <a:pos x="232" y="1231"/>
                </a:cxn>
                <a:cxn ang="0">
                  <a:pos x="248" y="1111"/>
                </a:cxn>
                <a:cxn ang="0">
                  <a:pos x="256" y="975"/>
                </a:cxn>
                <a:cxn ang="0">
                  <a:pos x="272" y="823"/>
                </a:cxn>
                <a:cxn ang="0">
                  <a:pos x="288" y="663"/>
                </a:cxn>
                <a:cxn ang="0">
                  <a:pos x="305" y="503"/>
                </a:cxn>
                <a:cxn ang="0">
                  <a:pos x="321" y="359"/>
                </a:cxn>
                <a:cxn ang="0">
                  <a:pos x="329" y="231"/>
                </a:cxn>
                <a:cxn ang="0">
                  <a:pos x="345" y="128"/>
                </a:cxn>
                <a:cxn ang="0">
                  <a:pos x="361" y="48"/>
                </a:cxn>
                <a:cxn ang="0">
                  <a:pos x="377" y="8"/>
                </a:cxn>
                <a:cxn ang="0">
                  <a:pos x="385" y="0"/>
                </a:cxn>
                <a:cxn ang="0">
                  <a:pos x="401" y="24"/>
                </a:cxn>
                <a:cxn ang="0">
                  <a:pos x="417" y="88"/>
                </a:cxn>
                <a:cxn ang="0">
                  <a:pos x="433" y="184"/>
                </a:cxn>
                <a:cxn ang="0">
                  <a:pos x="449" y="303"/>
                </a:cxn>
                <a:cxn ang="0">
                  <a:pos x="457" y="439"/>
                </a:cxn>
                <a:cxn ang="0">
                  <a:pos x="473" y="591"/>
                </a:cxn>
                <a:cxn ang="0">
                  <a:pos x="489" y="751"/>
                </a:cxn>
                <a:cxn ang="0">
                  <a:pos x="505" y="911"/>
                </a:cxn>
                <a:cxn ang="0">
                  <a:pos x="521" y="1055"/>
                </a:cxn>
                <a:cxn ang="0">
                  <a:pos x="529" y="1183"/>
                </a:cxn>
                <a:cxn ang="0">
                  <a:pos x="545" y="1287"/>
                </a:cxn>
                <a:cxn ang="0">
                  <a:pos x="561" y="1359"/>
                </a:cxn>
                <a:cxn ang="0">
                  <a:pos x="577" y="1398"/>
                </a:cxn>
                <a:cxn ang="0">
                  <a:pos x="593" y="1390"/>
                </a:cxn>
                <a:cxn ang="0">
                  <a:pos x="609" y="1351"/>
                </a:cxn>
              </a:cxnLst>
              <a:rect l="0" t="0" r="r" b="b"/>
              <a:pathLst>
                <a:path w="617" h="1406">
                  <a:moveTo>
                    <a:pt x="0" y="16"/>
                  </a:moveTo>
                  <a:lnTo>
                    <a:pt x="8" y="32"/>
                  </a:lnTo>
                  <a:lnTo>
                    <a:pt x="8" y="48"/>
                  </a:lnTo>
                  <a:lnTo>
                    <a:pt x="16" y="72"/>
                  </a:lnTo>
                  <a:lnTo>
                    <a:pt x="24" y="96"/>
                  </a:lnTo>
                  <a:lnTo>
                    <a:pt x="24" y="128"/>
                  </a:lnTo>
                  <a:lnTo>
                    <a:pt x="32" y="160"/>
                  </a:lnTo>
                  <a:lnTo>
                    <a:pt x="32" y="192"/>
                  </a:lnTo>
                  <a:lnTo>
                    <a:pt x="40" y="231"/>
                  </a:lnTo>
                  <a:lnTo>
                    <a:pt x="48" y="271"/>
                  </a:lnTo>
                  <a:lnTo>
                    <a:pt x="48" y="311"/>
                  </a:lnTo>
                  <a:lnTo>
                    <a:pt x="56" y="359"/>
                  </a:lnTo>
                  <a:lnTo>
                    <a:pt x="56" y="407"/>
                  </a:lnTo>
                  <a:lnTo>
                    <a:pt x="64" y="455"/>
                  </a:lnTo>
                  <a:lnTo>
                    <a:pt x="72" y="503"/>
                  </a:lnTo>
                  <a:lnTo>
                    <a:pt x="72" y="559"/>
                  </a:lnTo>
                  <a:lnTo>
                    <a:pt x="80" y="607"/>
                  </a:lnTo>
                  <a:lnTo>
                    <a:pt x="80" y="663"/>
                  </a:lnTo>
                  <a:lnTo>
                    <a:pt x="88" y="719"/>
                  </a:lnTo>
                  <a:lnTo>
                    <a:pt x="96" y="767"/>
                  </a:lnTo>
                  <a:lnTo>
                    <a:pt x="96" y="823"/>
                  </a:lnTo>
                  <a:lnTo>
                    <a:pt x="104" y="871"/>
                  </a:lnTo>
                  <a:lnTo>
                    <a:pt x="104" y="927"/>
                  </a:lnTo>
                  <a:lnTo>
                    <a:pt x="112" y="975"/>
                  </a:lnTo>
                  <a:lnTo>
                    <a:pt x="120" y="1023"/>
                  </a:lnTo>
                  <a:lnTo>
                    <a:pt x="120" y="1071"/>
                  </a:lnTo>
                  <a:lnTo>
                    <a:pt x="128" y="1111"/>
                  </a:lnTo>
                  <a:lnTo>
                    <a:pt x="128" y="1159"/>
                  </a:lnTo>
                  <a:lnTo>
                    <a:pt x="136" y="1191"/>
                  </a:lnTo>
                  <a:lnTo>
                    <a:pt x="144" y="1231"/>
                  </a:lnTo>
                  <a:lnTo>
                    <a:pt x="144" y="1263"/>
                  </a:lnTo>
                  <a:lnTo>
                    <a:pt x="152" y="1295"/>
                  </a:lnTo>
                  <a:lnTo>
                    <a:pt x="152" y="1319"/>
                  </a:lnTo>
                  <a:lnTo>
                    <a:pt x="160" y="1343"/>
                  </a:lnTo>
                  <a:lnTo>
                    <a:pt x="168" y="1366"/>
                  </a:lnTo>
                  <a:lnTo>
                    <a:pt x="168" y="1382"/>
                  </a:lnTo>
                  <a:lnTo>
                    <a:pt x="176" y="1390"/>
                  </a:lnTo>
                  <a:lnTo>
                    <a:pt x="176" y="1398"/>
                  </a:lnTo>
                  <a:lnTo>
                    <a:pt x="184" y="1406"/>
                  </a:lnTo>
                  <a:lnTo>
                    <a:pt x="192" y="1398"/>
                  </a:lnTo>
                  <a:lnTo>
                    <a:pt x="200" y="1390"/>
                  </a:lnTo>
                  <a:lnTo>
                    <a:pt x="200" y="1382"/>
                  </a:lnTo>
                  <a:lnTo>
                    <a:pt x="208" y="1366"/>
                  </a:lnTo>
                  <a:lnTo>
                    <a:pt x="208" y="1343"/>
                  </a:lnTo>
                  <a:lnTo>
                    <a:pt x="216" y="1319"/>
                  </a:lnTo>
                  <a:lnTo>
                    <a:pt x="224" y="1295"/>
                  </a:lnTo>
                  <a:lnTo>
                    <a:pt x="224" y="1263"/>
                  </a:lnTo>
                  <a:lnTo>
                    <a:pt x="232" y="1231"/>
                  </a:lnTo>
                  <a:lnTo>
                    <a:pt x="232" y="1191"/>
                  </a:lnTo>
                  <a:lnTo>
                    <a:pt x="240" y="1159"/>
                  </a:lnTo>
                  <a:lnTo>
                    <a:pt x="248" y="1111"/>
                  </a:lnTo>
                  <a:lnTo>
                    <a:pt x="248" y="1071"/>
                  </a:lnTo>
                  <a:lnTo>
                    <a:pt x="256" y="1023"/>
                  </a:lnTo>
                  <a:lnTo>
                    <a:pt x="256" y="975"/>
                  </a:lnTo>
                  <a:lnTo>
                    <a:pt x="264" y="927"/>
                  </a:lnTo>
                  <a:lnTo>
                    <a:pt x="272" y="871"/>
                  </a:lnTo>
                  <a:lnTo>
                    <a:pt x="272" y="823"/>
                  </a:lnTo>
                  <a:lnTo>
                    <a:pt x="280" y="767"/>
                  </a:lnTo>
                  <a:lnTo>
                    <a:pt x="280" y="719"/>
                  </a:lnTo>
                  <a:lnTo>
                    <a:pt x="288" y="663"/>
                  </a:lnTo>
                  <a:lnTo>
                    <a:pt x="297" y="607"/>
                  </a:lnTo>
                  <a:lnTo>
                    <a:pt x="297" y="559"/>
                  </a:lnTo>
                  <a:lnTo>
                    <a:pt x="305" y="503"/>
                  </a:lnTo>
                  <a:lnTo>
                    <a:pt x="305" y="455"/>
                  </a:lnTo>
                  <a:lnTo>
                    <a:pt x="313" y="407"/>
                  </a:lnTo>
                  <a:lnTo>
                    <a:pt x="321" y="359"/>
                  </a:lnTo>
                  <a:lnTo>
                    <a:pt x="321" y="311"/>
                  </a:lnTo>
                  <a:lnTo>
                    <a:pt x="329" y="271"/>
                  </a:lnTo>
                  <a:lnTo>
                    <a:pt x="329" y="231"/>
                  </a:lnTo>
                  <a:lnTo>
                    <a:pt x="337" y="192"/>
                  </a:lnTo>
                  <a:lnTo>
                    <a:pt x="345" y="160"/>
                  </a:lnTo>
                  <a:lnTo>
                    <a:pt x="345" y="128"/>
                  </a:lnTo>
                  <a:lnTo>
                    <a:pt x="353" y="96"/>
                  </a:lnTo>
                  <a:lnTo>
                    <a:pt x="353" y="72"/>
                  </a:lnTo>
                  <a:lnTo>
                    <a:pt x="361" y="48"/>
                  </a:lnTo>
                  <a:lnTo>
                    <a:pt x="369" y="32"/>
                  </a:lnTo>
                  <a:lnTo>
                    <a:pt x="369" y="16"/>
                  </a:lnTo>
                  <a:lnTo>
                    <a:pt x="377" y="8"/>
                  </a:lnTo>
                  <a:lnTo>
                    <a:pt x="377" y="0"/>
                  </a:lnTo>
                  <a:lnTo>
                    <a:pt x="393" y="0"/>
                  </a:lnTo>
                  <a:lnTo>
                    <a:pt x="385" y="0"/>
                  </a:lnTo>
                  <a:lnTo>
                    <a:pt x="393" y="0"/>
                  </a:lnTo>
                  <a:lnTo>
                    <a:pt x="401" y="8"/>
                  </a:lnTo>
                  <a:lnTo>
                    <a:pt x="401" y="24"/>
                  </a:lnTo>
                  <a:lnTo>
                    <a:pt x="409" y="40"/>
                  </a:lnTo>
                  <a:lnTo>
                    <a:pt x="409" y="64"/>
                  </a:lnTo>
                  <a:lnTo>
                    <a:pt x="417" y="88"/>
                  </a:lnTo>
                  <a:lnTo>
                    <a:pt x="425" y="112"/>
                  </a:lnTo>
                  <a:lnTo>
                    <a:pt x="425" y="144"/>
                  </a:lnTo>
                  <a:lnTo>
                    <a:pt x="433" y="184"/>
                  </a:lnTo>
                  <a:lnTo>
                    <a:pt x="433" y="215"/>
                  </a:lnTo>
                  <a:lnTo>
                    <a:pt x="441" y="255"/>
                  </a:lnTo>
                  <a:lnTo>
                    <a:pt x="449" y="303"/>
                  </a:lnTo>
                  <a:lnTo>
                    <a:pt x="449" y="343"/>
                  </a:lnTo>
                  <a:lnTo>
                    <a:pt x="457" y="391"/>
                  </a:lnTo>
                  <a:lnTo>
                    <a:pt x="457" y="439"/>
                  </a:lnTo>
                  <a:lnTo>
                    <a:pt x="465" y="487"/>
                  </a:lnTo>
                  <a:lnTo>
                    <a:pt x="473" y="543"/>
                  </a:lnTo>
                  <a:lnTo>
                    <a:pt x="473" y="591"/>
                  </a:lnTo>
                  <a:lnTo>
                    <a:pt x="481" y="647"/>
                  </a:lnTo>
                  <a:lnTo>
                    <a:pt x="481" y="695"/>
                  </a:lnTo>
                  <a:lnTo>
                    <a:pt x="489" y="751"/>
                  </a:lnTo>
                  <a:lnTo>
                    <a:pt x="497" y="807"/>
                  </a:lnTo>
                  <a:lnTo>
                    <a:pt x="497" y="855"/>
                  </a:lnTo>
                  <a:lnTo>
                    <a:pt x="505" y="911"/>
                  </a:lnTo>
                  <a:lnTo>
                    <a:pt x="505" y="959"/>
                  </a:lnTo>
                  <a:lnTo>
                    <a:pt x="513" y="1007"/>
                  </a:lnTo>
                  <a:lnTo>
                    <a:pt x="521" y="1055"/>
                  </a:lnTo>
                  <a:lnTo>
                    <a:pt x="521" y="1095"/>
                  </a:lnTo>
                  <a:lnTo>
                    <a:pt x="529" y="1143"/>
                  </a:lnTo>
                  <a:lnTo>
                    <a:pt x="529" y="1183"/>
                  </a:lnTo>
                  <a:lnTo>
                    <a:pt x="537" y="1215"/>
                  </a:lnTo>
                  <a:lnTo>
                    <a:pt x="545" y="1255"/>
                  </a:lnTo>
                  <a:lnTo>
                    <a:pt x="545" y="1287"/>
                  </a:lnTo>
                  <a:lnTo>
                    <a:pt x="553" y="1311"/>
                  </a:lnTo>
                  <a:lnTo>
                    <a:pt x="553" y="1335"/>
                  </a:lnTo>
                  <a:lnTo>
                    <a:pt x="561" y="1359"/>
                  </a:lnTo>
                  <a:lnTo>
                    <a:pt x="561" y="1374"/>
                  </a:lnTo>
                  <a:lnTo>
                    <a:pt x="569" y="1390"/>
                  </a:lnTo>
                  <a:lnTo>
                    <a:pt x="577" y="1398"/>
                  </a:lnTo>
                  <a:lnTo>
                    <a:pt x="585" y="1406"/>
                  </a:lnTo>
                  <a:lnTo>
                    <a:pt x="585" y="1398"/>
                  </a:lnTo>
                  <a:lnTo>
                    <a:pt x="593" y="1390"/>
                  </a:lnTo>
                  <a:lnTo>
                    <a:pt x="601" y="1382"/>
                  </a:lnTo>
                  <a:lnTo>
                    <a:pt x="601" y="1366"/>
                  </a:lnTo>
                  <a:lnTo>
                    <a:pt x="609" y="1351"/>
                  </a:lnTo>
                  <a:lnTo>
                    <a:pt x="609" y="1327"/>
                  </a:lnTo>
                  <a:lnTo>
                    <a:pt x="617" y="1303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05" name="Freeform 49"/>
            <p:cNvSpPr>
              <a:spLocks/>
            </p:cNvSpPr>
            <p:nvPr/>
          </p:nvSpPr>
          <p:spPr bwMode="auto">
            <a:xfrm>
              <a:off x="3719" y="1358"/>
              <a:ext cx="616" cy="1414"/>
            </a:xfrm>
            <a:custGeom>
              <a:avLst/>
              <a:gdLst/>
              <a:ahLst/>
              <a:cxnLst>
                <a:cxn ang="0">
                  <a:pos x="8" y="1247"/>
                </a:cxn>
                <a:cxn ang="0">
                  <a:pos x="24" y="1135"/>
                </a:cxn>
                <a:cxn ang="0">
                  <a:pos x="40" y="999"/>
                </a:cxn>
                <a:cxn ang="0">
                  <a:pos x="56" y="847"/>
                </a:cxn>
                <a:cxn ang="0">
                  <a:pos x="64" y="687"/>
                </a:cxn>
                <a:cxn ang="0">
                  <a:pos x="80" y="535"/>
                </a:cxn>
                <a:cxn ang="0">
                  <a:pos x="96" y="383"/>
                </a:cxn>
                <a:cxn ang="0">
                  <a:pos x="112" y="247"/>
                </a:cxn>
                <a:cxn ang="0">
                  <a:pos x="128" y="144"/>
                </a:cxn>
                <a:cxn ang="0">
                  <a:pos x="136" y="64"/>
                </a:cxn>
                <a:cxn ang="0">
                  <a:pos x="152" y="16"/>
                </a:cxn>
                <a:cxn ang="0">
                  <a:pos x="168" y="8"/>
                </a:cxn>
                <a:cxn ang="0">
                  <a:pos x="184" y="40"/>
                </a:cxn>
                <a:cxn ang="0">
                  <a:pos x="200" y="112"/>
                </a:cxn>
                <a:cxn ang="0">
                  <a:pos x="216" y="216"/>
                </a:cxn>
                <a:cxn ang="0">
                  <a:pos x="232" y="335"/>
                </a:cxn>
                <a:cxn ang="0">
                  <a:pos x="240" y="479"/>
                </a:cxn>
                <a:cxn ang="0">
                  <a:pos x="256" y="639"/>
                </a:cxn>
                <a:cxn ang="0">
                  <a:pos x="272" y="799"/>
                </a:cxn>
                <a:cxn ang="0">
                  <a:pos x="288" y="951"/>
                </a:cxn>
                <a:cxn ang="0">
                  <a:pos x="304" y="1095"/>
                </a:cxn>
                <a:cxn ang="0">
                  <a:pos x="312" y="1215"/>
                </a:cxn>
                <a:cxn ang="0">
                  <a:pos x="328" y="1311"/>
                </a:cxn>
                <a:cxn ang="0">
                  <a:pos x="344" y="1374"/>
                </a:cxn>
                <a:cxn ang="0">
                  <a:pos x="360" y="1406"/>
                </a:cxn>
                <a:cxn ang="0">
                  <a:pos x="376" y="1398"/>
                </a:cxn>
                <a:cxn ang="0">
                  <a:pos x="392" y="1343"/>
                </a:cxn>
                <a:cxn ang="0">
                  <a:pos x="408" y="1263"/>
                </a:cxn>
                <a:cxn ang="0">
                  <a:pos x="416" y="1151"/>
                </a:cxn>
                <a:cxn ang="0">
                  <a:pos x="432" y="1015"/>
                </a:cxn>
                <a:cxn ang="0">
                  <a:pos x="448" y="863"/>
                </a:cxn>
                <a:cxn ang="0">
                  <a:pos x="464" y="711"/>
                </a:cxn>
                <a:cxn ang="0">
                  <a:pos x="480" y="551"/>
                </a:cxn>
                <a:cxn ang="0">
                  <a:pos x="488" y="399"/>
                </a:cxn>
                <a:cxn ang="0">
                  <a:pos x="504" y="263"/>
                </a:cxn>
                <a:cxn ang="0">
                  <a:pos x="520" y="152"/>
                </a:cxn>
                <a:cxn ang="0">
                  <a:pos x="536" y="72"/>
                </a:cxn>
                <a:cxn ang="0">
                  <a:pos x="544" y="16"/>
                </a:cxn>
                <a:cxn ang="0">
                  <a:pos x="568" y="8"/>
                </a:cxn>
                <a:cxn ang="0">
                  <a:pos x="584" y="40"/>
                </a:cxn>
                <a:cxn ang="0">
                  <a:pos x="592" y="104"/>
                </a:cxn>
                <a:cxn ang="0">
                  <a:pos x="608" y="200"/>
                </a:cxn>
              </a:cxnLst>
              <a:rect l="0" t="0" r="r" b="b"/>
              <a:pathLst>
                <a:path w="616" h="1414">
                  <a:moveTo>
                    <a:pt x="0" y="1311"/>
                  </a:moveTo>
                  <a:lnTo>
                    <a:pt x="8" y="1279"/>
                  </a:lnTo>
                  <a:lnTo>
                    <a:pt x="8" y="1247"/>
                  </a:lnTo>
                  <a:lnTo>
                    <a:pt x="16" y="1215"/>
                  </a:lnTo>
                  <a:lnTo>
                    <a:pt x="16" y="1175"/>
                  </a:lnTo>
                  <a:lnTo>
                    <a:pt x="24" y="1135"/>
                  </a:lnTo>
                  <a:lnTo>
                    <a:pt x="32" y="1095"/>
                  </a:lnTo>
                  <a:lnTo>
                    <a:pt x="32" y="1047"/>
                  </a:lnTo>
                  <a:lnTo>
                    <a:pt x="40" y="999"/>
                  </a:lnTo>
                  <a:lnTo>
                    <a:pt x="40" y="951"/>
                  </a:lnTo>
                  <a:lnTo>
                    <a:pt x="48" y="903"/>
                  </a:lnTo>
                  <a:lnTo>
                    <a:pt x="56" y="847"/>
                  </a:lnTo>
                  <a:lnTo>
                    <a:pt x="56" y="799"/>
                  </a:lnTo>
                  <a:lnTo>
                    <a:pt x="64" y="743"/>
                  </a:lnTo>
                  <a:lnTo>
                    <a:pt x="64" y="687"/>
                  </a:lnTo>
                  <a:lnTo>
                    <a:pt x="72" y="639"/>
                  </a:lnTo>
                  <a:lnTo>
                    <a:pt x="80" y="583"/>
                  </a:lnTo>
                  <a:lnTo>
                    <a:pt x="80" y="535"/>
                  </a:lnTo>
                  <a:lnTo>
                    <a:pt x="88" y="479"/>
                  </a:lnTo>
                  <a:lnTo>
                    <a:pt x="88" y="431"/>
                  </a:lnTo>
                  <a:lnTo>
                    <a:pt x="96" y="383"/>
                  </a:lnTo>
                  <a:lnTo>
                    <a:pt x="104" y="335"/>
                  </a:lnTo>
                  <a:lnTo>
                    <a:pt x="104" y="295"/>
                  </a:lnTo>
                  <a:lnTo>
                    <a:pt x="112" y="247"/>
                  </a:lnTo>
                  <a:lnTo>
                    <a:pt x="112" y="216"/>
                  </a:lnTo>
                  <a:lnTo>
                    <a:pt x="120" y="176"/>
                  </a:lnTo>
                  <a:lnTo>
                    <a:pt x="128" y="144"/>
                  </a:lnTo>
                  <a:lnTo>
                    <a:pt x="128" y="112"/>
                  </a:lnTo>
                  <a:lnTo>
                    <a:pt x="136" y="88"/>
                  </a:lnTo>
                  <a:lnTo>
                    <a:pt x="136" y="64"/>
                  </a:lnTo>
                  <a:lnTo>
                    <a:pt x="144" y="40"/>
                  </a:lnTo>
                  <a:lnTo>
                    <a:pt x="144" y="24"/>
                  </a:lnTo>
                  <a:lnTo>
                    <a:pt x="152" y="16"/>
                  </a:lnTo>
                  <a:lnTo>
                    <a:pt x="168" y="0"/>
                  </a:lnTo>
                  <a:lnTo>
                    <a:pt x="160" y="0"/>
                  </a:lnTo>
                  <a:lnTo>
                    <a:pt x="168" y="8"/>
                  </a:lnTo>
                  <a:lnTo>
                    <a:pt x="176" y="16"/>
                  </a:lnTo>
                  <a:lnTo>
                    <a:pt x="184" y="24"/>
                  </a:lnTo>
                  <a:lnTo>
                    <a:pt x="184" y="40"/>
                  </a:lnTo>
                  <a:lnTo>
                    <a:pt x="192" y="64"/>
                  </a:lnTo>
                  <a:lnTo>
                    <a:pt x="192" y="88"/>
                  </a:lnTo>
                  <a:lnTo>
                    <a:pt x="200" y="112"/>
                  </a:lnTo>
                  <a:lnTo>
                    <a:pt x="208" y="144"/>
                  </a:lnTo>
                  <a:lnTo>
                    <a:pt x="208" y="176"/>
                  </a:lnTo>
                  <a:lnTo>
                    <a:pt x="216" y="216"/>
                  </a:lnTo>
                  <a:lnTo>
                    <a:pt x="216" y="247"/>
                  </a:lnTo>
                  <a:lnTo>
                    <a:pt x="224" y="295"/>
                  </a:lnTo>
                  <a:lnTo>
                    <a:pt x="232" y="335"/>
                  </a:lnTo>
                  <a:lnTo>
                    <a:pt x="232" y="383"/>
                  </a:lnTo>
                  <a:lnTo>
                    <a:pt x="240" y="431"/>
                  </a:lnTo>
                  <a:lnTo>
                    <a:pt x="240" y="479"/>
                  </a:lnTo>
                  <a:lnTo>
                    <a:pt x="248" y="535"/>
                  </a:lnTo>
                  <a:lnTo>
                    <a:pt x="256" y="583"/>
                  </a:lnTo>
                  <a:lnTo>
                    <a:pt x="256" y="639"/>
                  </a:lnTo>
                  <a:lnTo>
                    <a:pt x="264" y="687"/>
                  </a:lnTo>
                  <a:lnTo>
                    <a:pt x="264" y="743"/>
                  </a:lnTo>
                  <a:lnTo>
                    <a:pt x="272" y="799"/>
                  </a:lnTo>
                  <a:lnTo>
                    <a:pt x="280" y="847"/>
                  </a:lnTo>
                  <a:lnTo>
                    <a:pt x="280" y="903"/>
                  </a:lnTo>
                  <a:lnTo>
                    <a:pt x="288" y="951"/>
                  </a:lnTo>
                  <a:lnTo>
                    <a:pt x="288" y="999"/>
                  </a:lnTo>
                  <a:lnTo>
                    <a:pt x="296" y="1047"/>
                  </a:lnTo>
                  <a:lnTo>
                    <a:pt x="304" y="1095"/>
                  </a:lnTo>
                  <a:lnTo>
                    <a:pt x="304" y="1135"/>
                  </a:lnTo>
                  <a:lnTo>
                    <a:pt x="312" y="1175"/>
                  </a:lnTo>
                  <a:lnTo>
                    <a:pt x="312" y="1215"/>
                  </a:lnTo>
                  <a:lnTo>
                    <a:pt x="320" y="1247"/>
                  </a:lnTo>
                  <a:lnTo>
                    <a:pt x="320" y="1279"/>
                  </a:lnTo>
                  <a:lnTo>
                    <a:pt x="328" y="1311"/>
                  </a:lnTo>
                  <a:lnTo>
                    <a:pt x="336" y="1335"/>
                  </a:lnTo>
                  <a:lnTo>
                    <a:pt x="336" y="1359"/>
                  </a:lnTo>
                  <a:lnTo>
                    <a:pt x="344" y="1374"/>
                  </a:lnTo>
                  <a:lnTo>
                    <a:pt x="344" y="1390"/>
                  </a:lnTo>
                  <a:lnTo>
                    <a:pt x="352" y="1398"/>
                  </a:lnTo>
                  <a:lnTo>
                    <a:pt x="360" y="1406"/>
                  </a:lnTo>
                  <a:lnTo>
                    <a:pt x="360" y="1414"/>
                  </a:lnTo>
                  <a:lnTo>
                    <a:pt x="368" y="1406"/>
                  </a:lnTo>
                  <a:lnTo>
                    <a:pt x="376" y="1398"/>
                  </a:lnTo>
                  <a:lnTo>
                    <a:pt x="384" y="1382"/>
                  </a:lnTo>
                  <a:lnTo>
                    <a:pt x="384" y="1367"/>
                  </a:lnTo>
                  <a:lnTo>
                    <a:pt x="392" y="1343"/>
                  </a:lnTo>
                  <a:lnTo>
                    <a:pt x="392" y="1319"/>
                  </a:lnTo>
                  <a:lnTo>
                    <a:pt x="400" y="1295"/>
                  </a:lnTo>
                  <a:lnTo>
                    <a:pt x="408" y="1263"/>
                  </a:lnTo>
                  <a:lnTo>
                    <a:pt x="408" y="1223"/>
                  </a:lnTo>
                  <a:lnTo>
                    <a:pt x="416" y="1191"/>
                  </a:lnTo>
                  <a:lnTo>
                    <a:pt x="416" y="1151"/>
                  </a:lnTo>
                  <a:lnTo>
                    <a:pt x="424" y="1103"/>
                  </a:lnTo>
                  <a:lnTo>
                    <a:pt x="432" y="1063"/>
                  </a:lnTo>
                  <a:lnTo>
                    <a:pt x="432" y="1015"/>
                  </a:lnTo>
                  <a:lnTo>
                    <a:pt x="440" y="967"/>
                  </a:lnTo>
                  <a:lnTo>
                    <a:pt x="440" y="919"/>
                  </a:lnTo>
                  <a:lnTo>
                    <a:pt x="448" y="863"/>
                  </a:lnTo>
                  <a:lnTo>
                    <a:pt x="456" y="815"/>
                  </a:lnTo>
                  <a:lnTo>
                    <a:pt x="456" y="759"/>
                  </a:lnTo>
                  <a:lnTo>
                    <a:pt x="464" y="711"/>
                  </a:lnTo>
                  <a:lnTo>
                    <a:pt x="464" y="655"/>
                  </a:lnTo>
                  <a:lnTo>
                    <a:pt x="472" y="599"/>
                  </a:lnTo>
                  <a:lnTo>
                    <a:pt x="480" y="551"/>
                  </a:lnTo>
                  <a:lnTo>
                    <a:pt x="480" y="495"/>
                  </a:lnTo>
                  <a:lnTo>
                    <a:pt x="488" y="447"/>
                  </a:lnTo>
                  <a:lnTo>
                    <a:pt x="488" y="399"/>
                  </a:lnTo>
                  <a:lnTo>
                    <a:pt x="496" y="351"/>
                  </a:lnTo>
                  <a:lnTo>
                    <a:pt x="504" y="311"/>
                  </a:lnTo>
                  <a:lnTo>
                    <a:pt x="504" y="263"/>
                  </a:lnTo>
                  <a:lnTo>
                    <a:pt x="512" y="223"/>
                  </a:lnTo>
                  <a:lnTo>
                    <a:pt x="512" y="192"/>
                  </a:lnTo>
                  <a:lnTo>
                    <a:pt x="520" y="152"/>
                  </a:lnTo>
                  <a:lnTo>
                    <a:pt x="520" y="120"/>
                  </a:lnTo>
                  <a:lnTo>
                    <a:pt x="528" y="96"/>
                  </a:lnTo>
                  <a:lnTo>
                    <a:pt x="536" y="72"/>
                  </a:lnTo>
                  <a:lnTo>
                    <a:pt x="536" y="48"/>
                  </a:lnTo>
                  <a:lnTo>
                    <a:pt x="544" y="32"/>
                  </a:lnTo>
                  <a:lnTo>
                    <a:pt x="544" y="16"/>
                  </a:lnTo>
                  <a:lnTo>
                    <a:pt x="552" y="8"/>
                  </a:lnTo>
                  <a:lnTo>
                    <a:pt x="560" y="0"/>
                  </a:lnTo>
                  <a:lnTo>
                    <a:pt x="568" y="8"/>
                  </a:lnTo>
                  <a:lnTo>
                    <a:pt x="568" y="16"/>
                  </a:lnTo>
                  <a:lnTo>
                    <a:pt x="576" y="24"/>
                  </a:lnTo>
                  <a:lnTo>
                    <a:pt x="584" y="40"/>
                  </a:lnTo>
                  <a:lnTo>
                    <a:pt x="584" y="56"/>
                  </a:lnTo>
                  <a:lnTo>
                    <a:pt x="592" y="80"/>
                  </a:lnTo>
                  <a:lnTo>
                    <a:pt x="592" y="104"/>
                  </a:lnTo>
                  <a:lnTo>
                    <a:pt x="600" y="136"/>
                  </a:lnTo>
                  <a:lnTo>
                    <a:pt x="608" y="168"/>
                  </a:lnTo>
                  <a:lnTo>
                    <a:pt x="608" y="200"/>
                  </a:lnTo>
                  <a:lnTo>
                    <a:pt x="616" y="239"/>
                  </a:lnTo>
                  <a:lnTo>
                    <a:pt x="616" y="27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06" name="Freeform 50"/>
            <p:cNvSpPr>
              <a:spLocks/>
            </p:cNvSpPr>
            <p:nvPr/>
          </p:nvSpPr>
          <p:spPr bwMode="auto">
            <a:xfrm>
              <a:off x="4335" y="1366"/>
              <a:ext cx="625" cy="1406"/>
            </a:xfrm>
            <a:custGeom>
              <a:avLst/>
              <a:gdLst/>
              <a:ahLst/>
              <a:cxnLst>
                <a:cxn ang="0">
                  <a:pos x="16" y="359"/>
                </a:cxn>
                <a:cxn ang="0">
                  <a:pos x="24" y="503"/>
                </a:cxn>
                <a:cxn ang="0">
                  <a:pos x="40" y="663"/>
                </a:cxn>
                <a:cxn ang="0">
                  <a:pos x="56" y="823"/>
                </a:cxn>
                <a:cxn ang="0">
                  <a:pos x="72" y="975"/>
                </a:cxn>
                <a:cxn ang="0">
                  <a:pos x="89" y="1111"/>
                </a:cxn>
                <a:cxn ang="0">
                  <a:pos x="97" y="1231"/>
                </a:cxn>
                <a:cxn ang="0">
                  <a:pos x="113" y="1319"/>
                </a:cxn>
                <a:cxn ang="0">
                  <a:pos x="129" y="1382"/>
                </a:cxn>
                <a:cxn ang="0">
                  <a:pos x="145" y="1406"/>
                </a:cxn>
                <a:cxn ang="0">
                  <a:pos x="161" y="1382"/>
                </a:cxn>
                <a:cxn ang="0">
                  <a:pos x="177" y="1319"/>
                </a:cxn>
                <a:cxn ang="0">
                  <a:pos x="193" y="1231"/>
                </a:cxn>
                <a:cxn ang="0">
                  <a:pos x="201" y="1111"/>
                </a:cxn>
                <a:cxn ang="0">
                  <a:pos x="217" y="975"/>
                </a:cxn>
                <a:cxn ang="0">
                  <a:pos x="233" y="823"/>
                </a:cxn>
                <a:cxn ang="0">
                  <a:pos x="249" y="663"/>
                </a:cxn>
                <a:cxn ang="0">
                  <a:pos x="265" y="503"/>
                </a:cxn>
                <a:cxn ang="0">
                  <a:pos x="273" y="359"/>
                </a:cxn>
                <a:cxn ang="0">
                  <a:pos x="289" y="231"/>
                </a:cxn>
                <a:cxn ang="0">
                  <a:pos x="305" y="128"/>
                </a:cxn>
                <a:cxn ang="0">
                  <a:pos x="321" y="48"/>
                </a:cxn>
                <a:cxn ang="0">
                  <a:pos x="329" y="8"/>
                </a:cxn>
                <a:cxn ang="0">
                  <a:pos x="353" y="8"/>
                </a:cxn>
                <a:cxn ang="0">
                  <a:pos x="369" y="64"/>
                </a:cxn>
                <a:cxn ang="0">
                  <a:pos x="385" y="144"/>
                </a:cxn>
                <a:cxn ang="0">
                  <a:pos x="401" y="255"/>
                </a:cxn>
                <a:cxn ang="0">
                  <a:pos x="417" y="391"/>
                </a:cxn>
                <a:cxn ang="0">
                  <a:pos x="425" y="543"/>
                </a:cxn>
                <a:cxn ang="0">
                  <a:pos x="441" y="703"/>
                </a:cxn>
                <a:cxn ang="0">
                  <a:pos x="457" y="855"/>
                </a:cxn>
                <a:cxn ang="0">
                  <a:pos x="473" y="1007"/>
                </a:cxn>
                <a:cxn ang="0">
                  <a:pos x="481" y="1143"/>
                </a:cxn>
                <a:cxn ang="0">
                  <a:pos x="497" y="1255"/>
                </a:cxn>
                <a:cxn ang="0">
                  <a:pos x="513" y="1335"/>
                </a:cxn>
                <a:cxn ang="0">
                  <a:pos x="537" y="1398"/>
                </a:cxn>
                <a:cxn ang="0">
                  <a:pos x="545" y="1406"/>
                </a:cxn>
                <a:cxn ang="0">
                  <a:pos x="553" y="1382"/>
                </a:cxn>
                <a:cxn ang="0">
                  <a:pos x="569" y="1327"/>
                </a:cxn>
                <a:cxn ang="0">
                  <a:pos x="585" y="1239"/>
                </a:cxn>
                <a:cxn ang="0">
                  <a:pos x="601" y="1127"/>
                </a:cxn>
                <a:cxn ang="0">
                  <a:pos x="617" y="991"/>
                </a:cxn>
              </a:cxnLst>
              <a:rect l="0" t="0" r="r" b="b"/>
              <a:pathLst>
                <a:path w="625" h="1406">
                  <a:moveTo>
                    <a:pt x="0" y="271"/>
                  </a:moveTo>
                  <a:lnTo>
                    <a:pt x="8" y="311"/>
                  </a:lnTo>
                  <a:lnTo>
                    <a:pt x="16" y="359"/>
                  </a:lnTo>
                  <a:lnTo>
                    <a:pt x="16" y="407"/>
                  </a:lnTo>
                  <a:lnTo>
                    <a:pt x="24" y="455"/>
                  </a:lnTo>
                  <a:lnTo>
                    <a:pt x="24" y="503"/>
                  </a:lnTo>
                  <a:lnTo>
                    <a:pt x="32" y="559"/>
                  </a:lnTo>
                  <a:lnTo>
                    <a:pt x="40" y="607"/>
                  </a:lnTo>
                  <a:lnTo>
                    <a:pt x="40" y="663"/>
                  </a:lnTo>
                  <a:lnTo>
                    <a:pt x="48" y="719"/>
                  </a:lnTo>
                  <a:lnTo>
                    <a:pt x="48" y="767"/>
                  </a:lnTo>
                  <a:lnTo>
                    <a:pt x="56" y="823"/>
                  </a:lnTo>
                  <a:lnTo>
                    <a:pt x="64" y="871"/>
                  </a:lnTo>
                  <a:lnTo>
                    <a:pt x="64" y="927"/>
                  </a:lnTo>
                  <a:lnTo>
                    <a:pt x="72" y="975"/>
                  </a:lnTo>
                  <a:lnTo>
                    <a:pt x="72" y="1023"/>
                  </a:lnTo>
                  <a:lnTo>
                    <a:pt x="80" y="1071"/>
                  </a:lnTo>
                  <a:lnTo>
                    <a:pt x="89" y="1111"/>
                  </a:lnTo>
                  <a:lnTo>
                    <a:pt x="89" y="1159"/>
                  </a:lnTo>
                  <a:lnTo>
                    <a:pt x="97" y="1191"/>
                  </a:lnTo>
                  <a:lnTo>
                    <a:pt x="97" y="1231"/>
                  </a:lnTo>
                  <a:lnTo>
                    <a:pt x="105" y="1263"/>
                  </a:lnTo>
                  <a:lnTo>
                    <a:pt x="105" y="1295"/>
                  </a:lnTo>
                  <a:lnTo>
                    <a:pt x="113" y="1319"/>
                  </a:lnTo>
                  <a:lnTo>
                    <a:pt x="121" y="1343"/>
                  </a:lnTo>
                  <a:lnTo>
                    <a:pt x="121" y="1366"/>
                  </a:lnTo>
                  <a:lnTo>
                    <a:pt x="129" y="1382"/>
                  </a:lnTo>
                  <a:lnTo>
                    <a:pt x="129" y="1390"/>
                  </a:lnTo>
                  <a:lnTo>
                    <a:pt x="137" y="1398"/>
                  </a:lnTo>
                  <a:lnTo>
                    <a:pt x="145" y="1406"/>
                  </a:lnTo>
                  <a:lnTo>
                    <a:pt x="153" y="1398"/>
                  </a:lnTo>
                  <a:lnTo>
                    <a:pt x="153" y="1390"/>
                  </a:lnTo>
                  <a:lnTo>
                    <a:pt x="161" y="1382"/>
                  </a:lnTo>
                  <a:lnTo>
                    <a:pt x="169" y="1366"/>
                  </a:lnTo>
                  <a:lnTo>
                    <a:pt x="169" y="1343"/>
                  </a:lnTo>
                  <a:lnTo>
                    <a:pt x="177" y="1319"/>
                  </a:lnTo>
                  <a:lnTo>
                    <a:pt x="177" y="1295"/>
                  </a:lnTo>
                  <a:lnTo>
                    <a:pt x="185" y="1263"/>
                  </a:lnTo>
                  <a:lnTo>
                    <a:pt x="193" y="1231"/>
                  </a:lnTo>
                  <a:lnTo>
                    <a:pt x="193" y="1191"/>
                  </a:lnTo>
                  <a:lnTo>
                    <a:pt x="201" y="1159"/>
                  </a:lnTo>
                  <a:lnTo>
                    <a:pt x="201" y="1111"/>
                  </a:lnTo>
                  <a:lnTo>
                    <a:pt x="209" y="1071"/>
                  </a:lnTo>
                  <a:lnTo>
                    <a:pt x="217" y="1023"/>
                  </a:lnTo>
                  <a:lnTo>
                    <a:pt x="217" y="975"/>
                  </a:lnTo>
                  <a:lnTo>
                    <a:pt x="225" y="927"/>
                  </a:lnTo>
                  <a:lnTo>
                    <a:pt x="225" y="871"/>
                  </a:lnTo>
                  <a:lnTo>
                    <a:pt x="233" y="823"/>
                  </a:lnTo>
                  <a:lnTo>
                    <a:pt x="241" y="767"/>
                  </a:lnTo>
                  <a:lnTo>
                    <a:pt x="241" y="719"/>
                  </a:lnTo>
                  <a:lnTo>
                    <a:pt x="249" y="663"/>
                  </a:lnTo>
                  <a:lnTo>
                    <a:pt x="249" y="607"/>
                  </a:lnTo>
                  <a:lnTo>
                    <a:pt x="257" y="559"/>
                  </a:lnTo>
                  <a:lnTo>
                    <a:pt x="265" y="503"/>
                  </a:lnTo>
                  <a:lnTo>
                    <a:pt x="265" y="455"/>
                  </a:lnTo>
                  <a:lnTo>
                    <a:pt x="273" y="407"/>
                  </a:lnTo>
                  <a:lnTo>
                    <a:pt x="273" y="359"/>
                  </a:lnTo>
                  <a:lnTo>
                    <a:pt x="281" y="311"/>
                  </a:lnTo>
                  <a:lnTo>
                    <a:pt x="281" y="271"/>
                  </a:lnTo>
                  <a:lnTo>
                    <a:pt x="289" y="231"/>
                  </a:lnTo>
                  <a:lnTo>
                    <a:pt x="297" y="192"/>
                  </a:lnTo>
                  <a:lnTo>
                    <a:pt x="297" y="160"/>
                  </a:lnTo>
                  <a:lnTo>
                    <a:pt x="305" y="128"/>
                  </a:lnTo>
                  <a:lnTo>
                    <a:pt x="305" y="96"/>
                  </a:lnTo>
                  <a:lnTo>
                    <a:pt x="313" y="72"/>
                  </a:lnTo>
                  <a:lnTo>
                    <a:pt x="321" y="48"/>
                  </a:lnTo>
                  <a:lnTo>
                    <a:pt x="321" y="32"/>
                  </a:lnTo>
                  <a:lnTo>
                    <a:pt x="329" y="16"/>
                  </a:lnTo>
                  <a:lnTo>
                    <a:pt x="329" y="8"/>
                  </a:lnTo>
                  <a:lnTo>
                    <a:pt x="337" y="0"/>
                  </a:lnTo>
                  <a:lnTo>
                    <a:pt x="353" y="0"/>
                  </a:lnTo>
                  <a:lnTo>
                    <a:pt x="353" y="8"/>
                  </a:lnTo>
                  <a:lnTo>
                    <a:pt x="361" y="24"/>
                  </a:lnTo>
                  <a:lnTo>
                    <a:pt x="369" y="40"/>
                  </a:lnTo>
                  <a:lnTo>
                    <a:pt x="369" y="64"/>
                  </a:lnTo>
                  <a:lnTo>
                    <a:pt x="377" y="88"/>
                  </a:lnTo>
                  <a:lnTo>
                    <a:pt x="377" y="112"/>
                  </a:lnTo>
                  <a:lnTo>
                    <a:pt x="385" y="144"/>
                  </a:lnTo>
                  <a:lnTo>
                    <a:pt x="393" y="184"/>
                  </a:lnTo>
                  <a:lnTo>
                    <a:pt x="393" y="215"/>
                  </a:lnTo>
                  <a:lnTo>
                    <a:pt x="401" y="255"/>
                  </a:lnTo>
                  <a:lnTo>
                    <a:pt x="401" y="303"/>
                  </a:lnTo>
                  <a:lnTo>
                    <a:pt x="409" y="343"/>
                  </a:lnTo>
                  <a:lnTo>
                    <a:pt x="417" y="391"/>
                  </a:lnTo>
                  <a:lnTo>
                    <a:pt x="417" y="439"/>
                  </a:lnTo>
                  <a:lnTo>
                    <a:pt x="425" y="487"/>
                  </a:lnTo>
                  <a:lnTo>
                    <a:pt x="425" y="543"/>
                  </a:lnTo>
                  <a:lnTo>
                    <a:pt x="433" y="591"/>
                  </a:lnTo>
                  <a:lnTo>
                    <a:pt x="441" y="647"/>
                  </a:lnTo>
                  <a:lnTo>
                    <a:pt x="441" y="703"/>
                  </a:lnTo>
                  <a:lnTo>
                    <a:pt x="449" y="751"/>
                  </a:lnTo>
                  <a:lnTo>
                    <a:pt x="449" y="807"/>
                  </a:lnTo>
                  <a:lnTo>
                    <a:pt x="457" y="855"/>
                  </a:lnTo>
                  <a:lnTo>
                    <a:pt x="465" y="911"/>
                  </a:lnTo>
                  <a:lnTo>
                    <a:pt x="465" y="959"/>
                  </a:lnTo>
                  <a:lnTo>
                    <a:pt x="473" y="1007"/>
                  </a:lnTo>
                  <a:lnTo>
                    <a:pt x="473" y="1055"/>
                  </a:lnTo>
                  <a:lnTo>
                    <a:pt x="481" y="1095"/>
                  </a:lnTo>
                  <a:lnTo>
                    <a:pt x="481" y="1143"/>
                  </a:lnTo>
                  <a:lnTo>
                    <a:pt x="489" y="1183"/>
                  </a:lnTo>
                  <a:lnTo>
                    <a:pt x="497" y="1215"/>
                  </a:lnTo>
                  <a:lnTo>
                    <a:pt x="497" y="1255"/>
                  </a:lnTo>
                  <a:lnTo>
                    <a:pt x="505" y="1287"/>
                  </a:lnTo>
                  <a:lnTo>
                    <a:pt x="505" y="1311"/>
                  </a:lnTo>
                  <a:lnTo>
                    <a:pt x="513" y="1335"/>
                  </a:lnTo>
                  <a:lnTo>
                    <a:pt x="521" y="1359"/>
                  </a:lnTo>
                  <a:lnTo>
                    <a:pt x="521" y="1374"/>
                  </a:lnTo>
                  <a:lnTo>
                    <a:pt x="537" y="1398"/>
                  </a:lnTo>
                  <a:lnTo>
                    <a:pt x="529" y="1398"/>
                  </a:lnTo>
                  <a:lnTo>
                    <a:pt x="537" y="1398"/>
                  </a:lnTo>
                  <a:lnTo>
                    <a:pt x="545" y="1406"/>
                  </a:lnTo>
                  <a:lnTo>
                    <a:pt x="545" y="1398"/>
                  </a:lnTo>
                  <a:lnTo>
                    <a:pt x="553" y="1390"/>
                  </a:lnTo>
                  <a:lnTo>
                    <a:pt x="553" y="1382"/>
                  </a:lnTo>
                  <a:lnTo>
                    <a:pt x="561" y="1366"/>
                  </a:lnTo>
                  <a:lnTo>
                    <a:pt x="569" y="1351"/>
                  </a:lnTo>
                  <a:lnTo>
                    <a:pt x="569" y="1327"/>
                  </a:lnTo>
                  <a:lnTo>
                    <a:pt x="577" y="1303"/>
                  </a:lnTo>
                  <a:lnTo>
                    <a:pt x="577" y="1271"/>
                  </a:lnTo>
                  <a:lnTo>
                    <a:pt x="585" y="1239"/>
                  </a:lnTo>
                  <a:lnTo>
                    <a:pt x="593" y="1207"/>
                  </a:lnTo>
                  <a:lnTo>
                    <a:pt x="593" y="1167"/>
                  </a:lnTo>
                  <a:lnTo>
                    <a:pt x="601" y="1127"/>
                  </a:lnTo>
                  <a:lnTo>
                    <a:pt x="601" y="1087"/>
                  </a:lnTo>
                  <a:lnTo>
                    <a:pt x="609" y="1039"/>
                  </a:lnTo>
                  <a:lnTo>
                    <a:pt x="617" y="991"/>
                  </a:lnTo>
                  <a:lnTo>
                    <a:pt x="617" y="943"/>
                  </a:lnTo>
                  <a:lnTo>
                    <a:pt x="625" y="895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07" name="Freeform 51"/>
            <p:cNvSpPr>
              <a:spLocks/>
            </p:cNvSpPr>
            <p:nvPr/>
          </p:nvSpPr>
          <p:spPr bwMode="auto">
            <a:xfrm>
              <a:off x="4960" y="1358"/>
              <a:ext cx="416" cy="1414"/>
            </a:xfrm>
            <a:custGeom>
              <a:avLst/>
              <a:gdLst/>
              <a:ahLst/>
              <a:cxnLst>
                <a:cxn ang="0">
                  <a:pos x="0" y="847"/>
                </a:cxn>
                <a:cxn ang="0">
                  <a:pos x="16" y="743"/>
                </a:cxn>
                <a:cxn ang="0">
                  <a:pos x="24" y="639"/>
                </a:cxn>
                <a:cxn ang="0">
                  <a:pos x="32" y="535"/>
                </a:cxn>
                <a:cxn ang="0">
                  <a:pos x="40" y="431"/>
                </a:cxn>
                <a:cxn ang="0">
                  <a:pos x="48" y="335"/>
                </a:cxn>
                <a:cxn ang="0">
                  <a:pos x="56" y="247"/>
                </a:cxn>
                <a:cxn ang="0">
                  <a:pos x="72" y="176"/>
                </a:cxn>
                <a:cxn ang="0">
                  <a:pos x="80" y="112"/>
                </a:cxn>
                <a:cxn ang="0">
                  <a:pos x="88" y="64"/>
                </a:cxn>
                <a:cxn ang="0">
                  <a:pos x="96" y="24"/>
                </a:cxn>
                <a:cxn ang="0">
                  <a:pos x="104" y="8"/>
                </a:cxn>
                <a:cxn ang="0">
                  <a:pos x="120" y="8"/>
                </a:cxn>
                <a:cxn ang="0">
                  <a:pos x="128" y="24"/>
                </a:cxn>
                <a:cxn ang="0">
                  <a:pos x="144" y="64"/>
                </a:cxn>
                <a:cxn ang="0">
                  <a:pos x="152" y="112"/>
                </a:cxn>
                <a:cxn ang="0">
                  <a:pos x="160" y="176"/>
                </a:cxn>
                <a:cxn ang="0">
                  <a:pos x="168" y="247"/>
                </a:cxn>
                <a:cxn ang="0">
                  <a:pos x="176" y="335"/>
                </a:cxn>
                <a:cxn ang="0">
                  <a:pos x="192" y="431"/>
                </a:cxn>
                <a:cxn ang="0">
                  <a:pos x="200" y="535"/>
                </a:cxn>
                <a:cxn ang="0">
                  <a:pos x="208" y="639"/>
                </a:cxn>
                <a:cxn ang="0">
                  <a:pos x="216" y="743"/>
                </a:cxn>
                <a:cxn ang="0">
                  <a:pos x="224" y="847"/>
                </a:cxn>
                <a:cxn ang="0">
                  <a:pos x="232" y="951"/>
                </a:cxn>
                <a:cxn ang="0">
                  <a:pos x="248" y="1047"/>
                </a:cxn>
                <a:cxn ang="0">
                  <a:pos x="256" y="1135"/>
                </a:cxn>
                <a:cxn ang="0">
                  <a:pos x="264" y="1215"/>
                </a:cxn>
                <a:cxn ang="0">
                  <a:pos x="272" y="1279"/>
                </a:cxn>
                <a:cxn ang="0">
                  <a:pos x="280" y="1335"/>
                </a:cxn>
                <a:cxn ang="0">
                  <a:pos x="296" y="1374"/>
                </a:cxn>
                <a:cxn ang="0">
                  <a:pos x="304" y="1398"/>
                </a:cxn>
                <a:cxn ang="0">
                  <a:pos x="312" y="1414"/>
                </a:cxn>
                <a:cxn ang="0">
                  <a:pos x="328" y="1398"/>
                </a:cxn>
                <a:cxn ang="0">
                  <a:pos x="336" y="1367"/>
                </a:cxn>
                <a:cxn ang="0">
                  <a:pos x="344" y="1319"/>
                </a:cxn>
                <a:cxn ang="0">
                  <a:pos x="352" y="1263"/>
                </a:cxn>
                <a:cxn ang="0">
                  <a:pos x="368" y="1191"/>
                </a:cxn>
                <a:cxn ang="0">
                  <a:pos x="376" y="1103"/>
                </a:cxn>
                <a:cxn ang="0">
                  <a:pos x="384" y="1015"/>
                </a:cxn>
                <a:cxn ang="0">
                  <a:pos x="392" y="919"/>
                </a:cxn>
                <a:cxn ang="0">
                  <a:pos x="400" y="815"/>
                </a:cxn>
                <a:cxn ang="0">
                  <a:pos x="416" y="711"/>
                </a:cxn>
              </a:cxnLst>
              <a:rect l="0" t="0" r="r" b="b"/>
              <a:pathLst>
                <a:path w="416" h="1414">
                  <a:moveTo>
                    <a:pt x="0" y="903"/>
                  </a:moveTo>
                  <a:lnTo>
                    <a:pt x="0" y="847"/>
                  </a:lnTo>
                  <a:lnTo>
                    <a:pt x="8" y="799"/>
                  </a:lnTo>
                  <a:lnTo>
                    <a:pt x="16" y="743"/>
                  </a:lnTo>
                  <a:lnTo>
                    <a:pt x="16" y="687"/>
                  </a:lnTo>
                  <a:lnTo>
                    <a:pt x="24" y="639"/>
                  </a:lnTo>
                  <a:lnTo>
                    <a:pt x="24" y="583"/>
                  </a:lnTo>
                  <a:lnTo>
                    <a:pt x="32" y="535"/>
                  </a:lnTo>
                  <a:lnTo>
                    <a:pt x="32" y="479"/>
                  </a:lnTo>
                  <a:lnTo>
                    <a:pt x="40" y="431"/>
                  </a:lnTo>
                  <a:lnTo>
                    <a:pt x="48" y="383"/>
                  </a:lnTo>
                  <a:lnTo>
                    <a:pt x="48" y="335"/>
                  </a:lnTo>
                  <a:lnTo>
                    <a:pt x="56" y="295"/>
                  </a:lnTo>
                  <a:lnTo>
                    <a:pt x="56" y="247"/>
                  </a:lnTo>
                  <a:lnTo>
                    <a:pt x="64" y="216"/>
                  </a:lnTo>
                  <a:lnTo>
                    <a:pt x="72" y="176"/>
                  </a:lnTo>
                  <a:lnTo>
                    <a:pt x="72" y="144"/>
                  </a:lnTo>
                  <a:lnTo>
                    <a:pt x="80" y="112"/>
                  </a:lnTo>
                  <a:lnTo>
                    <a:pt x="80" y="88"/>
                  </a:lnTo>
                  <a:lnTo>
                    <a:pt x="88" y="64"/>
                  </a:lnTo>
                  <a:lnTo>
                    <a:pt x="96" y="40"/>
                  </a:lnTo>
                  <a:lnTo>
                    <a:pt x="96" y="24"/>
                  </a:lnTo>
                  <a:lnTo>
                    <a:pt x="104" y="16"/>
                  </a:lnTo>
                  <a:lnTo>
                    <a:pt x="104" y="8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128" y="16"/>
                  </a:lnTo>
                  <a:lnTo>
                    <a:pt x="128" y="24"/>
                  </a:lnTo>
                  <a:lnTo>
                    <a:pt x="136" y="40"/>
                  </a:lnTo>
                  <a:lnTo>
                    <a:pt x="144" y="64"/>
                  </a:lnTo>
                  <a:lnTo>
                    <a:pt x="144" y="88"/>
                  </a:lnTo>
                  <a:lnTo>
                    <a:pt x="152" y="112"/>
                  </a:lnTo>
                  <a:lnTo>
                    <a:pt x="152" y="144"/>
                  </a:lnTo>
                  <a:lnTo>
                    <a:pt x="160" y="176"/>
                  </a:lnTo>
                  <a:lnTo>
                    <a:pt x="168" y="216"/>
                  </a:lnTo>
                  <a:lnTo>
                    <a:pt x="168" y="247"/>
                  </a:lnTo>
                  <a:lnTo>
                    <a:pt x="176" y="295"/>
                  </a:lnTo>
                  <a:lnTo>
                    <a:pt x="176" y="335"/>
                  </a:lnTo>
                  <a:lnTo>
                    <a:pt x="184" y="383"/>
                  </a:lnTo>
                  <a:lnTo>
                    <a:pt x="192" y="431"/>
                  </a:lnTo>
                  <a:lnTo>
                    <a:pt x="192" y="479"/>
                  </a:lnTo>
                  <a:lnTo>
                    <a:pt x="200" y="535"/>
                  </a:lnTo>
                  <a:lnTo>
                    <a:pt x="200" y="583"/>
                  </a:lnTo>
                  <a:lnTo>
                    <a:pt x="208" y="639"/>
                  </a:lnTo>
                  <a:lnTo>
                    <a:pt x="216" y="687"/>
                  </a:lnTo>
                  <a:lnTo>
                    <a:pt x="216" y="743"/>
                  </a:lnTo>
                  <a:lnTo>
                    <a:pt x="224" y="799"/>
                  </a:lnTo>
                  <a:lnTo>
                    <a:pt x="224" y="847"/>
                  </a:lnTo>
                  <a:lnTo>
                    <a:pt x="232" y="903"/>
                  </a:lnTo>
                  <a:lnTo>
                    <a:pt x="232" y="951"/>
                  </a:lnTo>
                  <a:lnTo>
                    <a:pt x="240" y="999"/>
                  </a:lnTo>
                  <a:lnTo>
                    <a:pt x="248" y="1047"/>
                  </a:lnTo>
                  <a:lnTo>
                    <a:pt x="248" y="1095"/>
                  </a:lnTo>
                  <a:lnTo>
                    <a:pt x="256" y="1135"/>
                  </a:lnTo>
                  <a:lnTo>
                    <a:pt x="256" y="1175"/>
                  </a:lnTo>
                  <a:lnTo>
                    <a:pt x="264" y="1215"/>
                  </a:lnTo>
                  <a:lnTo>
                    <a:pt x="272" y="1247"/>
                  </a:lnTo>
                  <a:lnTo>
                    <a:pt x="272" y="1279"/>
                  </a:lnTo>
                  <a:lnTo>
                    <a:pt x="280" y="1311"/>
                  </a:lnTo>
                  <a:lnTo>
                    <a:pt x="280" y="1335"/>
                  </a:lnTo>
                  <a:lnTo>
                    <a:pt x="288" y="1359"/>
                  </a:lnTo>
                  <a:lnTo>
                    <a:pt x="296" y="1374"/>
                  </a:lnTo>
                  <a:lnTo>
                    <a:pt x="296" y="1390"/>
                  </a:lnTo>
                  <a:lnTo>
                    <a:pt x="304" y="1398"/>
                  </a:lnTo>
                  <a:lnTo>
                    <a:pt x="304" y="1406"/>
                  </a:lnTo>
                  <a:lnTo>
                    <a:pt x="312" y="1414"/>
                  </a:lnTo>
                  <a:lnTo>
                    <a:pt x="320" y="1406"/>
                  </a:lnTo>
                  <a:lnTo>
                    <a:pt x="328" y="1398"/>
                  </a:lnTo>
                  <a:lnTo>
                    <a:pt x="328" y="1382"/>
                  </a:lnTo>
                  <a:lnTo>
                    <a:pt x="336" y="1367"/>
                  </a:lnTo>
                  <a:lnTo>
                    <a:pt x="344" y="1343"/>
                  </a:lnTo>
                  <a:lnTo>
                    <a:pt x="344" y="1319"/>
                  </a:lnTo>
                  <a:lnTo>
                    <a:pt x="352" y="1295"/>
                  </a:lnTo>
                  <a:lnTo>
                    <a:pt x="352" y="1263"/>
                  </a:lnTo>
                  <a:lnTo>
                    <a:pt x="360" y="1223"/>
                  </a:lnTo>
                  <a:lnTo>
                    <a:pt x="368" y="1191"/>
                  </a:lnTo>
                  <a:lnTo>
                    <a:pt x="368" y="1151"/>
                  </a:lnTo>
                  <a:lnTo>
                    <a:pt x="376" y="1103"/>
                  </a:lnTo>
                  <a:lnTo>
                    <a:pt x="376" y="1063"/>
                  </a:lnTo>
                  <a:lnTo>
                    <a:pt x="384" y="1015"/>
                  </a:lnTo>
                  <a:lnTo>
                    <a:pt x="392" y="967"/>
                  </a:lnTo>
                  <a:lnTo>
                    <a:pt x="392" y="919"/>
                  </a:lnTo>
                  <a:lnTo>
                    <a:pt x="400" y="863"/>
                  </a:lnTo>
                  <a:lnTo>
                    <a:pt x="400" y="815"/>
                  </a:lnTo>
                  <a:lnTo>
                    <a:pt x="408" y="759"/>
                  </a:lnTo>
                  <a:lnTo>
                    <a:pt x="416" y="711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19508" name="Group 52"/>
          <p:cNvGrpSpPr>
            <a:grpSpLocks/>
          </p:cNvGrpSpPr>
          <p:nvPr/>
        </p:nvGrpSpPr>
        <p:grpSpPr bwMode="auto">
          <a:xfrm>
            <a:off x="2254250" y="865188"/>
            <a:ext cx="2306638" cy="539750"/>
            <a:chOff x="612" y="1344"/>
            <a:chExt cx="4764" cy="1428"/>
          </a:xfrm>
        </p:grpSpPr>
        <p:sp>
          <p:nvSpPr>
            <p:cNvPr id="19509" name="Freeform 53"/>
            <p:cNvSpPr>
              <a:spLocks/>
            </p:cNvSpPr>
            <p:nvPr/>
          </p:nvSpPr>
          <p:spPr bwMode="auto">
            <a:xfrm>
              <a:off x="612" y="1344"/>
              <a:ext cx="704" cy="695"/>
            </a:xfrm>
            <a:custGeom>
              <a:avLst/>
              <a:gdLst/>
              <a:ahLst/>
              <a:cxnLst>
                <a:cxn ang="0">
                  <a:pos x="8" y="671"/>
                </a:cxn>
                <a:cxn ang="0">
                  <a:pos x="24" y="631"/>
                </a:cxn>
                <a:cxn ang="0">
                  <a:pos x="40" y="591"/>
                </a:cxn>
                <a:cxn ang="0">
                  <a:pos x="56" y="551"/>
                </a:cxn>
                <a:cxn ang="0">
                  <a:pos x="64" y="511"/>
                </a:cxn>
                <a:cxn ang="0">
                  <a:pos x="80" y="471"/>
                </a:cxn>
                <a:cxn ang="0">
                  <a:pos x="96" y="439"/>
                </a:cxn>
                <a:cxn ang="0">
                  <a:pos x="112" y="399"/>
                </a:cxn>
                <a:cxn ang="0">
                  <a:pos x="128" y="367"/>
                </a:cxn>
                <a:cxn ang="0">
                  <a:pos x="136" y="327"/>
                </a:cxn>
                <a:cxn ang="0">
                  <a:pos x="152" y="295"/>
                </a:cxn>
                <a:cxn ang="0">
                  <a:pos x="168" y="263"/>
                </a:cxn>
                <a:cxn ang="0">
                  <a:pos x="184" y="231"/>
                </a:cxn>
                <a:cxn ang="0">
                  <a:pos x="192" y="208"/>
                </a:cxn>
                <a:cxn ang="0">
                  <a:pos x="208" y="176"/>
                </a:cxn>
                <a:cxn ang="0">
                  <a:pos x="224" y="152"/>
                </a:cxn>
                <a:cxn ang="0">
                  <a:pos x="240" y="128"/>
                </a:cxn>
                <a:cxn ang="0">
                  <a:pos x="256" y="104"/>
                </a:cxn>
                <a:cxn ang="0">
                  <a:pos x="272" y="80"/>
                </a:cxn>
                <a:cxn ang="0">
                  <a:pos x="288" y="56"/>
                </a:cxn>
                <a:cxn ang="0">
                  <a:pos x="312" y="40"/>
                </a:cxn>
                <a:cxn ang="0">
                  <a:pos x="336" y="16"/>
                </a:cxn>
                <a:cxn ang="0">
                  <a:pos x="360" y="8"/>
                </a:cxn>
                <a:cxn ang="0">
                  <a:pos x="384" y="0"/>
                </a:cxn>
                <a:cxn ang="0">
                  <a:pos x="408" y="8"/>
                </a:cxn>
                <a:cxn ang="0">
                  <a:pos x="432" y="16"/>
                </a:cxn>
                <a:cxn ang="0">
                  <a:pos x="456" y="24"/>
                </a:cxn>
                <a:cxn ang="0">
                  <a:pos x="480" y="48"/>
                </a:cxn>
                <a:cxn ang="0">
                  <a:pos x="504" y="72"/>
                </a:cxn>
                <a:cxn ang="0">
                  <a:pos x="528" y="96"/>
                </a:cxn>
                <a:cxn ang="0">
                  <a:pos x="536" y="120"/>
                </a:cxn>
                <a:cxn ang="0">
                  <a:pos x="552" y="144"/>
                </a:cxn>
                <a:cxn ang="0">
                  <a:pos x="568" y="168"/>
                </a:cxn>
                <a:cxn ang="0">
                  <a:pos x="584" y="192"/>
                </a:cxn>
                <a:cxn ang="0">
                  <a:pos x="592" y="216"/>
                </a:cxn>
                <a:cxn ang="0">
                  <a:pos x="608" y="247"/>
                </a:cxn>
                <a:cxn ang="0">
                  <a:pos x="624" y="279"/>
                </a:cxn>
                <a:cxn ang="0">
                  <a:pos x="640" y="311"/>
                </a:cxn>
                <a:cxn ang="0">
                  <a:pos x="656" y="343"/>
                </a:cxn>
                <a:cxn ang="0">
                  <a:pos x="664" y="383"/>
                </a:cxn>
                <a:cxn ang="0">
                  <a:pos x="680" y="415"/>
                </a:cxn>
                <a:cxn ang="0">
                  <a:pos x="696" y="455"/>
                </a:cxn>
              </a:cxnLst>
              <a:rect l="0" t="0" r="r" b="b"/>
              <a:pathLst>
                <a:path w="704" h="695">
                  <a:moveTo>
                    <a:pt x="0" y="695"/>
                  </a:moveTo>
                  <a:lnTo>
                    <a:pt x="8" y="679"/>
                  </a:lnTo>
                  <a:lnTo>
                    <a:pt x="8" y="671"/>
                  </a:lnTo>
                  <a:lnTo>
                    <a:pt x="16" y="655"/>
                  </a:lnTo>
                  <a:lnTo>
                    <a:pt x="16" y="639"/>
                  </a:lnTo>
                  <a:lnTo>
                    <a:pt x="24" y="631"/>
                  </a:lnTo>
                  <a:lnTo>
                    <a:pt x="32" y="615"/>
                  </a:lnTo>
                  <a:lnTo>
                    <a:pt x="32" y="599"/>
                  </a:lnTo>
                  <a:lnTo>
                    <a:pt x="40" y="591"/>
                  </a:lnTo>
                  <a:lnTo>
                    <a:pt x="40" y="575"/>
                  </a:lnTo>
                  <a:lnTo>
                    <a:pt x="48" y="559"/>
                  </a:lnTo>
                  <a:lnTo>
                    <a:pt x="56" y="551"/>
                  </a:lnTo>
                  <a:lnTo>
                    <a:pt x="56" y="535"/>
                  </a:lnTo>
                  <a:lnTo>
                    <a:pt x="64" y="527"/>
                  </a:lnTo>
                  <a:lnTo>
                    <a:pt x="64" y="511"/>
                  </a:lnTo>
                  <a:lnTo>
                    <a:pt x="72" y="495"/>
                  </a:lnTo>
                  <a:lnTo>
                    <a:pt x="80" y="487"/>
                  </a:lnTo>
                  <a:lnTo>
                    <a:pt x="80" y="471"/>
                  </a:lnTo>
                  <a:lnTo>
                    <a:pt x="88" y="463"/>
                  </a:lnTo>
                  <a:lnTo>
                    <a:pt x="88" y="447"/>
                  </a:lnTo>
                  <a:lnTo>
                    <a:pt x="96" y="439"/>
                  </a:lnTo>
                  <a:lnTo>
                    <a:pt x="104" y="423"/>
                  </a:lnTo>
                  <a:lnTo>
                    <a:pt x="104" y="407"/>
                  </a:lnTo>
                  <a:lnTo>
                    <a:pt x="112" y="399"/>
                  </a:lnTo>
                  <a:lnTo>
                    <a:pt x="112" y="383"/>
                  </a:lnTo>
                  <a:lnTo>
                    <a:pt x="120" y="375"/>
                  </a:lnTo>
                  <a:lnTo>
                    <a:pt x="128" y="367"/>
                  </a:lnTo>
                  <a:lnTo>
                    <a:pt x="128" y="351"/>
                  </a:lnTo>
                  <a:lnTo>
                    <a:pt x="136" y="343"/>
                  </a:lnTo>
                  <a:lnTo>
                    <a:pt x="136" y="327"/>
                  </a:lnTo>
                  <a:lnTo>
                    <a:pt x="144" y="319"/>
                  </a:lnTo>
                  <a:lnTo>
                    <a:pt x="152" y="311"/>
                  </a:lnTo>
                  <a:lnTo>
                    <a:pt x="152" y="295"/>
                  </a:lnTo>
                  <a:lnTo>
                    <a:pt x="160" y="287"/>
                  </a:lnTo>
                  <a:lnTo>
                    <a:pt x="160" y="271"/>
                  </a:lnTo>
                  <a:lnTo>
                    <a:pt x="168" y="263"/>
                  </a:lnTo>
                  <a:lnTo>
                    <a:pt x="176" y="255"/>
                  </a:lnTo>
                  <a:lnTo>
                    <a:pt x="176" y="247"/>
                  </a:lnTo>
                  <a:lnTo>
                    <a:pt x="184" y="231"/>
                  </a:lnTo>
                  <a:lnTo>
                    <a:pt x="184" y="223"/>
                  </a:lnTo>
                  <a:lnTo>
                    <a:pt x="192" y="216"/>
                  </a:lnTo>
                  <a:lnTo>
                    <a:pt x="192" y="208"/>
                  </a:lnTo>
                  <a:lnTo>
                    <a:pt x="200" y="200"/>
                  </a:lnTo>
                  <a:lnTo>
                    <a:pt x="208" y="192"/>
                  </a:lnTo>
                  <a:lnTo>
                    <a:pt x="208" y="176"/>
                  </a:lnTo>
                  <a:lnTo>
                    <a:pt x="216" y="168"/>
                  </a:lnTo>
                  <a:lnTo>
                    <a:pt x="216" y="160"/>
                  </a:lnTo>
                  <a:lnTo>
                    <a:pt x="224" y="152"/>
                  </a:lnTo>
                  <a:lnTo>
                    <a:pt x="232" y="144"/>
                  </a:lnTo>
                  <a:lnTo>
                    <a:pt x="232" y="136"/>
                  </a:lnTo>
                  <a:lnTo>
                    <a:pt x="240" y="128"/>
                  </a:lnTo>
                  <a:lnTo>
                    <a:pt x="240" y="120"/>
                  </a:lnTo>
                  <a:lnTo>
                    <a:pt x="248" y="112"/>
                  </a:lnTo>
                  <a:lnTo>
                    <a:pt x="256" y="104"/>
                  </a:lnTo>
                  <a:lnTo>
                    <a:pt x="264" y="96"/>
                  </a:lnTo>
                  <a:lnTo>
                    <a:pt x="264" y="88"/>
                  </a:lnTo>
                  <a:lnTo>
                    <a:pt x="272" y="80"/>
                  </a:lnTo>
                  <a:lnTo>
                    <a:pt x="280" y="72"/>
                  </a:lnTo>
                  <a:lnTo>
                    <a:pt x="296" y="56"/>
                  </a:lnTo>
                  <a:lnTo>
                    <a:pt x="288" y="56"/>
                  </a:lnTo>
                  <a:lnTo>
                    <a:pt x="296" y="56"/>
                  </a:lnTo>
                  <a:lnTo>
                    <a:pt x="304" y="48"/>
                  </a:lnTo>
                  <a:lnTo>
                    <a:pt x="312" y="40"/>
                  </a:lnTo>
                  <a:lnTo>
                    <a:pt x="320" y="32"/>
                  </a:lnTo>
                  <a:lnTo>
                    <a:pt x="328" y="24"/>
                  </a:lnTo>
                  <a:lnTo>
                    <a:pt x="336" y="16"/>
                  </a:lnTo>
                  <a:lnTo>
                    <a:pt x="344" y="16"/>
                  </a:lnTo>
                  <a:lnTo>
                    <a:pt x="352" y="8"/>
                  </a:lnTo>
                  <a:lnTo>
                    <a:pt x="360" y="8"/>
                  </a:lnTo>
                  <a:lnTo>
                    <a:pt x="368" y="8"/>
                  </a:lnTo>
                  <a:lnTo>
                    <a:pt x="376" y="8"/>
                  </a:lnTo>
                  <a:lnTo>
                    <a:pt x="384" y="0"/>
                  </a:lnTo>
                  <a:lnTo>
                    <a:pt x="392" y="0"/>
                  </a:lnTo>
                  <a:lnTo>
                    <a:pt x="400" y="0"/>
                  </a:lnTo>
                  <a:lnTo>
                    <a:pt x="408" y="8"/>
                  </a:lnTo>
                  <a:lnTo>
                    <a:pt x="416" y="8"/>
                  </a:lnTo>
                  <a:lnTo>
                    <a:pt x="424" y="8"/>
                  </a:lnTo>
                  <a:lnTo>
                    <a:pt x="432" y="16"/>
                  </a:lnTo>
                  <a:lnTo>
                    <a:pt x="440" y="16"/>
                  </a:lnTo>
                  <a:lnTo>
                    <a:pt x="448" y="16"/>
                  </a:lnTo>
                  <a:lnTo>
                    <a:pt x="456" y="24"/>
                  </a:lnTo>
                  <a:lnTo>
                    <a:pt x="464" y="32"/>
                  </a:lnTo>
                  <a:lnTo>
                    <a:pt x="472" y="40"/>
                  </a:lnTo>
                  <a:lnTo>
                    <a:pt x="480" y="48"/>
                  </a:lnTo>
                  <a:lnTo>
                    <a:pt x="488" y="56"/>
                  </a:lnTo>
                  <a:lnTo>
                    <a:pt x="496" y="64"/>
                  </a:lnTo>
                  <a:lnTo>
                    <a:pt x="504" y="72"/>
                  </a:lnTo>
                  <a:lnTo>
                    <a:pt x="512" y="80"/>
                  </a:lnTo>
                  <a:lnTo>
                    <a:pt x="520" y="88"/>
                  </a:lnTo>
                  <a:lnTo>
                    <a:pt x="528" y="96"/>
                  </a:lnTo>
                  <a:lnTo>
                    <a:pt x="528" y="104"/>
                  </a:lnTo>
                  <a:lnTo>
                    <a:pt x="536" y="112"/>
                  </a:lnTo>
                  <a:lnTo>
                    <a:pt x="536" y="120"/>
                  </a:lnTo>
                  <a:lnTo>
                    <a:pt x="544" y="128"/>
                  </a:lnTo>
                  <a:lnTo>
                    <a:pt x="552" y="136"/>
                  </a:lnTo>
                  <a:lnTo>
                    <a:pt x="552" y="144"/>
                  </a:lnTo>
                  <a:lnTo>
                    <a:pt x="560" y="152"/>
                  </a:lnTo>
                  <a:lnTo>
                    <a:pt x="560" y="160"/>
                  </a:lnTo>
                  <a:lnTo>
                    <a:pt x="568" y="168"/>
                  </a:lnTo>
                  <a:lnTo>
                    <a:pt x="568" y="176"/>
                  </a:lnTo>
                  <a:lnTo>
                    <a:pt x="576" y="184"/>
                  </a:lnTo>
                  <a:lnTo>
                    <a:pt x="584" y="192"/>
                  </a:lnTo>
                  <a:lnTo>
                    <a:pt x="584" y="200"/>
                  </a:lnTo>
                  <a:lnTo>
                    <a:pt x="592" y="208"/>
                  </a:lnTo>
                  <a:lnTo>
                    <a:pt x="592" y="216"/>
                  </a:lnTo>
                  <a:lnTo>
                    <a:pt x="600" y="231"/>
                  </a:lnTo>
                  <a:lnTo>
                    <a:pt x="608" y="239"/>
                  </a:lnTo>
                  <a:lnTo>
                    <a:pt x="608" y="247"/>
                  </a:lnTo>
                  <a:lnTo>
                    <a:pt x="616" y="255"/>
                  </a:lnTo>
                  <a:lnTo>
                    <a:pt x="616" y="271"/>
                  </a:lnTo>
                  <a:lnTo>
                    <a:pt x="624" y="279"/>
                  </a:lnTo>
                  <a:lnTo>
                    <a:pt x="632" y="287"/>
                  </a:lnTo>
                  <a:lnTo>
                    <a:pt x="632" y="303"/>
                  </a:lnTo>
                  <a:lnTo>
                    <a:pt x="640" y="311"/>
                  </a:lnTo>
                  <a:lnTo>
                    <a:pt x="640" y="319"/>
                  </a:lnTo>
                  <a:lnTo>
                    <a:pt x="648" y="335"/>
                  </a:lnTo>
                  <a:lnTo>
                    <a:pt x="656" y="343"/>
                  </a:lnTo>
                  <a:lnTo>
                    <a:pt x="656" y="359"/>
                  </a:lnTo>
                  <a:lnTo>
                    <a:pt x="664" y="367"/>
                  </a:lnTo>
                  <a:lnTo>
                    <a:pt x="664" y="383"/>
                  </a:lnTo>
                  <a:lnTo>
                    <a:pt x="672" y="391"/>
                  </a:lnTo>
                  <a:lnTo>
                    <a:pt x="680" y="399"/>
                  </a:lnTo>
                  <a:lnTo>
                    <a:pt x="680" y="415"/>
                  </a:lnTo>
                  <a:lnTo>
                    <a:pt x="688" y="431"/>
                  </a:lnTo>
                  <a:lnTo>
                    <a:pt x="688" y="439"/>
                  </a:lnTo>
                  <a:lnTo>
                    <a:pt x="696" y="455"/>
                  </a:lnTo>
                  <a:lnTo>
                    <a:pt x="704" y="463"/>
                  </a:lnTo>
                  <a:lnTo>
                    <a:pt x="704" y="479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10" name="Freeform 54"/>
            <p:cNvSpPr>
              <a:spLocks/>
            </p:cNvSpPr>
            <p:nvPr/>
          </p:nvSpPr>
          <p:spPr bwMode="auto">
            <a:xfrm>
              <a:off x="1316" y="1837"/>
              <a:ext cx="705" cy="935"/>
            </a:xfrm>
            <a:custGeom>
              <a:avLst/>
              <a:gdLst/>
              <a:ahLst/>
              <a:cxnLst>
                <a:cxn ang="0">
                  <a:pos x="8" y="24"/>
                </a:cxn>
                <a:cxn ang="0">
                  <a:pos x="24" y="64"/>
                </a:cxn>
                <a:cxn ang="0">
                  <a:pos x="41" y="104"/>
                </a:cxn>
                <a:cxn ang="0">
                  <a:pos x="57" y="136"/>
                </a:cxn>
                <a:cxn ang="0">
                  <a:pos x="65" y="176"/>
                </a:cxn>
                <a:cxn ang="0">
                  <a:pos x="81" y="216"/>
                </a:cxn>
                <a:cxn ang="0">
                  <a:pos x="97" y="256"/>
                </a:cxn>
                <a:cxn ang="0">
                  <a:pos x="113" y="296"/>
                </a:cxn>
                <a:cxn ang="0">
                  <a:pos x="129" y="336"/>
                </a:cxn>
                <a:cxn ang="0">
                  <a:pos x="137" y="376"/>
                </a:cxn>
                <a:cxn ang="0">
                  <a:pos x="153" y="416"/>
                </a:cxn>
                <a:cxn ang="0">
                  <a:pos x="169" y="456"/>
                </a:cxn>
                <a:cxn ang="0">
                  <a:pos x="185" y="488"/>
                </a:cxn>
                <a:cxn ang="0">
                  <a:pos x="201" y="528"/>
                </a:cxn>
                <a:cxn ang="0">
                  <a:pos x="209" y="560"/>
                </a:cxn>
                <a:cxn ang="0">
                  <a:pos x="225" y="600"/>
                </a:cxn>
                <a:cxn ang="0">
                  <a:pos x="241" y="632"/>
                </a:cxn>
                <a:cxn ang="0">
                  <a:pos x="257" y="664"/>
                </a:cxn>
                <a:cxn ang="0">
                  <a:pos x="265" y="696"/>
                </a:cxn>
                <a:cxn ang="0">
                  <a:pos x="281" y="720"/>
                </a:cxn>
                <a:cxn ang="0">
                  <a:pos x="297" y="752"/>
                </a:cxn>
                <a:cxn ang="0">
                  <a:pos x="313" y="776"/>
                </a:cxn>
                <a:cxn ang="0">
                  <a:pos x="329" y="800"/>
                </a:cxn>
                <a:cxn ang="0">
                  <a:pos x="337" y="824"/>
                </a:cxn>
                <a:cxn ang="0">
                  <a:pos x="361" y="848"/>
                </a:cxn>
                <a:cxn ang="0">
                  <a:pos x="377" y="872"/>
                </a:cxn>
                <a:cxn ang="0">
                  <a:pos x="401" y="895"/>
                </a:cxn>
                <a:cxn ang="0">
                  <a:pos x="425" y="911"/>
                </a:cxn>
                <a:cxn ang="0">
                  <a:pos x="449" y="927"/>
                </a:cxn>
                <a:cxn ang="0">
                  <a:pos x="473" y="935"/>
                </a:cxn>
                <a:cxn ang="0">
                  <a:pos x="497" y="927"/>
                </a:cxn>
                <a:cxn ang="0">
                  <a:pos x="521" y="927"/>
                </a:cxn>
                <a:cxn ang="0">
                  <a:pos x="545" y="911"/>
                </a:cxn>
                <a:cxn ang="0">
                  <a:pos x="569" y="895"/>
                </a:cxn>
                <a:cxn ang="0">
                  <a:pos x="593" y="864"/>
                </a:cxn>
                <a:cxn ang="0">
                  <a:pos x="609" y="840"/>
                </a:cxn>
                <a:cxn ang="0">
                  <a:pos x="625" y="824"/>
                </a:cxn>
                <a:cxn ang="0">
                  <a:pos x="641" y="800"/>
                </a:cxn>
                <a:cxn ang="0">
                  <a:pos x="657" y="776"/>
                </a:cxn>
                <a:cxn ang="0">
                  <a:pos x="665" y="752"/>
                </a:cxn>
                <a:cxn ang="0">
                  <a:pos x="681" y="720"/>
                </a:cxn>
                <a:cxn ang="0">
                  <a:pos x="697" y="696"/>
                </a:cxn>
              </a:cxnLst>
              <a:rect l="0" t="0" r="r" b="b"/>
              <a:pathLst>
                <a:path w="705" h="935">
                  <a:moveTo>
                    <a:pt x="0" y="0"/>
                  </a:moveTo>
                  <a:lnTo>
                    <a:pt x="8" y="8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24" y="48"/>
                  </a:lnTo>
                  <a:lnTo>
                    <a:pt x="24" y="64"/>
                  </a:lnTo>
                  <a:lnTo>
                    <a:pt x="33" y="72"/>
                  </a:lnTo>
                  <a:lnTo>
                    <a:pt x="33" y="88"/>
                  </a:lnTo>
                  <a:lnTo>
                    <a:pt x="41" y="104"/>
                  </a:lnTo>
                  <a:lnTo>
                    <a:pt x="49" y="112"/>
                  </a:lnTo>
                  <a:lnTo>
                    <a:pt x="49" y="128"/>
                  </a:lnTo>
                  <a:lnTo>
                    <a:pt x="57" y="136"/>
                  </a:lnTo>
                  <a:lnTo>
                    <a:pt x="57" y="152"/>
                  </a:lnTo>
                  <a:lnTo>
                    <a:pt x="65" y="168"/>
                  </a:lnTo>
                  <a:lnTo>
                    <a:pt x="65" y="176"/>
                  </a:lnTo>
                  <a:lnTo>
                    <a:pt x="73" y="192"/>
                  </a:lnTo>
                  <a:lnTo>
                    <a:pt x="81" y="208"/>
                  </a:lnTo>
                  <a:lnTo>
                    <a:pt x="81" y="216"/>
                  </a:lnTo>
                  <a:lnTo>
                    <a:pt x="89" y="232"/>
                  </a:lnTo>
                  <a:lnTo>
                    <a:pt x="89" y="248"/>
                  </a:lnTo>
                  <a:lnTo>
                    <a:pt x="97" y="256"/>
                  </a:lnTo>
                  <a:lnTo>
                    <a:pt x="105" y="272"/>
                  </a:lnTo>
                  <a:lnTo>
                    <a:pt x="105" y="288"/>
                  </a:lnTo>
                  <a:lnTo>
                    <a:pt x="113" y="296"/>
                  </a:lnTo>
                  <a:lnTo>
                    <a:pt x="113" y="312"/>
                  </a:lnTo>
                  <a:lnTo>
                    <a:pt x="121" y="328"/>
                  </a:lnTo>
                  <a:lnTo>
                    <a:pt x="129" y="336"/>
                  </a:lnTo>
                  <a:lnTo>
                    <a:pt x="129" y="352"/>
                  </a:lnTo>
                  <a:lnTo>
                    <a:pt x="137" y="368"/>
                  </a:lnTo>
                  <a:lnTo>
                    <a:pt x="137" y="376"/>
                  </a:lnTo>
                  <a:lnTo>
                    <a:pt x="145" y="392"/>
                  </a:lnTo>
                  <a:lnTo>
                    <a:pt x="153" y="400"/>
                  </a:lnTo>
                  <a:lnTo>
                    <a:pt x="153" y="416"/>
                  </a:lnTo>
                  <a:lnTo>
                    <a:pt x="161" y="432"/>
                  </a:lnTo>
                  <a:lnTo>
                    <a:pt x="161" y="440"/>
                  </a:lnTo>
                  <a:lnTo>
                    <a:pt x="169" y="456"/>
                  </a:lnTo>
                  <a:lnTo>
                    <a:pt x="177" y="464"/>
                  </a:lnTo>
                  <a:lnTo>
                    <a:pt x="177" y="480"/>
                  </a:lnTo>
                  <a:lnTo>
                    <a:pt x="185" y="488"/>
                  </a:lnTo>
                  <a:lnTo>
                    <a:pt x="185" y="504"/>
                  </a:lnTo>
                  <a:lnTo>
                    <a:pt x="193" y="520"/>
                  </a:lnTo>
                  <a:lnTo>
                    <a:pt x="201" y="528"/>
                  </a:lnTo>
                  <a:lnTo>
                    <a:pt x="201" y="544"/>
                  </a:lnTo>
                  <a:lnTo>
                    <a:pt x="209" y="552"/>
                  </a:lnTo>
                  <a:lnTo>
                    <a:pt x="209" y="560"/>
                  </a:lnTo>
                  <a:lnTo>
                    <a:pt x="217" y="576"/>
                  </a:lnTo>
                  <a:lnTo>
                    <a:pt x="225" y="584"/>
                  </a:lnTo>
                  <a:lnTo>
                    <a:pt x="225" y="600"/>
                  </a:lnTo>
                  <a:lnTo>
                    <a:pt x="233" y="608"/>
                  </a:lnTo>
                  <a:lnTo>
                    <a:pt x="233" y="624"/>
                  </a:lnTo>
                  <a:lnTo>
                    <a:pt x="241" y="632"/>
                  </a:lnTo>
                  <a:lnTo>
                    <a:pt x="249" y="640"/>
                  </a:lnTo>
                  <a:lnTo>
                    <a:pt x="249" y="656"/>
                  </a:lnTo>
                  <a:lnTo>
                    <a:pt x="257" y="664"/>
                  </a:lnTo>
                  <a:lnTo>
                    <a:pt x="257" y="672"/>
                  </a:lnTo>
                  <a:lnTo>
                    <a:pt x="265" y="688"/>
                  </a:lnTo>
                  <a:lnTo>
                    <a:pt x="265" y="696"/>
                  </a:lnTo>
                  <a:lnTo>
                    <a:pt x="273" y="704"/>
                  </a:lnTo>
                  <a:lnTo>
                    <a:pt x="281" y="712"/>
                  </a:lnTo>
                  <a:lnTo>
                    <a:pt x="281" y="720"/>
                  </a:lnTo>
                  <a:lnTo>
                    <a:pt x="289" y="736"/>
                  </a:lnTo>
                  <a:lnTo>
                    <a:pt x="289" y="744"/>
                  </a:lnTo>
                  <a:lnTo>
                    <a:pt x="297" y="752"/>
                  </a:lnTo>
                  <a:lnTo>
                    <a:pt x="305" y="760"/>
                  </a:lnTo>
                  <a:lnTo>
                    <a:pt x="305" y="768"/>
                  </a:lnTo>
                  <a:lnTo>
                    <a:pt x="313" y="776"/>
                  </a:lnTo>
                  <a:lnTo>
                    <a:pt x="313" y="784"/>
                  </a:lnTo>
                  <a:lnTo>
                    <a:pt x="321" y="792"/>
                  </a:lnTo>
                  <a:lnTo>
                    <a:pt x="329" y="800"/>
                  </a:lnTo>
                  <a:lnTo>
                    <a:pt x="329" y="808"/>
                  </a:lnTo>
                  <a:lnTo>
                    <a:pt x="337" y="816"/>
                  </a:lnTo>
                  <a:lnTo>
                    <a:pt x="337" y="824"/>
                  </a:lnTo>
                  <a:lnTo>
                    <a:pt x="345" y="832"/>
                  </a:lnTo>
                  <a:lnTo>
                    <a:pt x="353" y="840"/>
                  </a:lnTo>
                  <a:lnTo>
                    <a:pt x="361" y="848"/>
                  </a:lnTo>
                  <a:lnTo>
                    <a:pt x="361" y="856"/>
                  </a:lnTo>
                  <a:lnTo>
                    <a:pt x="369" y="864"/>
                  </a:lnTo>
                  <a:lnTo>
                    <a:pt x="377" y="872"/>
                  </a:lnTo>
                  <a:lnTo>
                    <a:pt x="385" y="880"/>
                  </a:lnTo>
                  <a:lnTo>
                    <a:pt x="393" y="888"/>
                  </a:lnTo>
                  <a:lnTo>
                    <a:pt x="401" y="895"/>
                  </a:lnTo>
                  <a:lnTo>
                    <a:pt x="409" y="903"/>
                  </a:lnTo>
                  <a:lnTo>
                    <a:pt x="417" y="911"/>
                  </a:lnTo>
                  <a:lnTo>
                    <a:pt x="425" y="911"/>
                  </a:lnTo>
                  <a:lnTo>
                    <a:pt x="433" y="919"/>
                  </a:lnTo>
                  <a:lnTo>
                    <a:pt x="441" y="927"/>
                  </a:lnTo>
                  <a:lnTo>
                    <a:pt x="449" y="927"/>
                  </a:lnTo>
                  <a:lnTo>
                    <a:pt x="457" y="927"/>
                  </a:lnTo>
                  <a:lnTo>
                    <a:pt x="465" y="927"/>
                  </a:lnTo>
                  <a:lnTo>
                    <a:pt x="473" y="935"/>
                  </a:lnTo>
                  <a:lnTo>
                    <a:pt x="481" y="935"/>
                  </a:lnTo>
                  <a:lnTo>
                    <a:pt x="489" y="935"/>
                  </a:lnTo>
                  <a:lnTo>
                    <a:pt x="497" y="927"/>
                  </a:lnTo>
                  <a:lnTo>
                    <a:pt x="505" y="927"/>
                  </a:lnTo>
                  <a:lnTo>
                    <a:pt x="513" y="927"/>
                  </a:lnTo>
                  <a:lnTo>
                    <a:pt x="521" y="927"/>
                  </a:lnTo>
                  <a:lnTo>
                    <a:pt x="529" y="919"/>
                  </a:lnTo>
                  <a:lnTo>
                    <a:pt x="537" y="911"/>
                  </a:lnTo>
                  <a:lnTo>
                    <a:pt x="545" y="911"/>
                  </a:lnTo>
                  <a:lnTo>
                    <a:pt x="553" y="903"/>
                  </a:lnTo>
                  <a:lnTo>
                    <a:pt x="561" y="895"/>
                  </a:lnTo>
                  <a:lnTo>
                    <a:pt x="569" y="895"/>
                  </a:lnTo>
                  <a:lnTo>
                    <a:pt x="585" y="880"/>
                  </a:lnTo>
                  <a:lnTo>
                    <a:pt x="585" y="872"/>
                  </a:lnTo>
                  <a:lnTo>
                    <a:pt x="593" y="864"/>
                  </a:lnTo>
                  <a:lnTo>
                    <a:pt x="601" y="856"/>
                  </a:lnTo>
                  <a:lnTo>
                    <a:pt x="617" y="840"/>
                  </a:lnTo>
                  <a:lnTo>
                    <a:pt x="609" y="840"/>
                  </a:lnTo>
                  <a:lnTo>
                    <a:pt x="617" y="840"/>
                  </a:lnTo>
                  <a:lnTo>
                    <a:pt x="625" y="832"/>
                  </a:lnTo>
                  <a:lnTo>
                    <a:pt x="625" y="824"/>
                  </a:lnTo>
                  <a:lnTo>
                    <a:pt x="633" y="816"/>
                  </a:lnTo>
                  <a:lnTo>
                    <a:pt x="633" y="808"/>
                  </a:lnTo>
                  <a:lnTo>
                    <a:pt x="641" y="800"/>
                  </a:lnTo>
                  <a:lnTo>
                    <a:pt x="641" y="792"/>
                  </a:lnTo>
                  <a:lnTo>
                    <a:pt x="649" y="784"/>
                  </a:lnTo>
                  <a:lnTo>
                    <a:pt x="657" y="776"/>
                  </a:lnTo>
                  <a:lnTo>
                    <a:pt x="657" y="768"/>
                  </a:lnTo>
                  <a:lnTo>
                    <a:pt x="665" y="760"/>
                  </a:lnTo>
                  <a:lnTo>
                    <a:pt x="665" y="752"/>
                  </a:lnTo>
                  <a:lnTo>
                    <a:pt x="673" y="744"/>
                  </a:lnTo>
                  <a:lnTo>
                    <a:pt x="681" y="736"/>
                  </a:lnTo>
                  <a:lnTo>
                    <a:pt x="681" y="720"/>
                  </a:lnTo>
                  <a:lnTo>
                    <a:pt x="689" y="712"/>
                  </a:lnTo>
                  <a:lnTo>
                    <a:pt x="689" y="704"/>
                  </a:lnTo>
                  <a:lnTo>
                    <a:pt x="697" y="696"/>
                  </a:lnTo>
                  <a:lnTo>
                    <a:pt x="705" y="688"/>
                  </a:lnTo>
                  <a:lnTo>
                    <a:pt x="705" y="672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11" name="Freeform 55"/>
            <p:cNvSpPr>
              <a:spLocks/>
            </p:cNvSpPr>
            <p:nvPr/>
          </p:nvSpPr>
          <p:spPr bwMode="auto">
            <a:xfrm>
              <a:off x="2021" y="1358"/>
              <a:ext cx="713" cy="1151"/>
            </a:xfrm>
            <a:custGeom>
              <a:avLst/>
              <a:gdLst/>
              <a:ahLst/>
              <a:cxnLst>
                <a:cxn ang="0">
                  <a:pos x="8" y="1135"/>
                </a:cxn>
                <a:cxn ang="0">
                  <a:pos x="24" y="1103"/>
                </a:cxn>
                <a:cxn ang="0">
                  <a:pos x="40" y="1063"/>
                </a:cxn>
                <a:cxn ang="0">
                  <a:pos x="56" y="1031"/>
                </a:cxn>
                <a:cxn ang="0">
                  <a:pos x="72" y="999"/>
                </a:cxn>
                <a:cxn ang="0">
                  <a:pos x="80" y="959"/>
                </a:cxn>
                <a:cxn ang="0">
                  <a:pos x="96" y="919"/>
                </a:cxn>
                <a:cxn ang="0">
                  <a:pos x="112" y="879"/>
                </a:cxn>
                <a:cxn ang="0">
                  <a:pos x="128" y="847"/>
                </a:cxn>
                <a:cxn ang="0">
                  <a:pos x="136" y="807"/>
                </a:cxn>
                <a:cxn ang="0">
                  <a:pos x="152" y="767"/>
                </a:cxn>
                <a:cxn ang="0">
                  <a:pos x="168" y="727"/>
                </a:cxn>
                <a:cxn ang="0">
                  <a:pos x="184" y="687"/>
                </a:cxn>
                <a:cxn ang="0">
                  <a:pos x="200" y="647"/>
                </a:cxn>
                <a:cxn ang="0">
                  <a:pos x="208" y="607"/>
                </a:cxn>
                <a:cxn ang="0">
                  <a:pos x="224" y="567"/>
                </a:cxn>
                <a:cxn ang="0">
                  <a:pos x="240" y="527"/>
                </a:cxn>
                <a:cxn ang="0">
                  <a:pos x="256" y="487"/>
                </a:cxn>
                <a:cxn ang="0">
                  <a:pos x="272" y="455"/>
                </a:cxn>
                <a:cxn ang="0">
                  <a:pos x="280" y="415"/>
                </a:cxn>
                <a:cxn ang="0">
                  <a:pos x="296" y="383"/>
                </a:cxn>
                <a:cxn ang="0">
                  <a:pos x="312" y="343"/>
                </a:cxn>
                <a:cxn ang="0">
                  <a:pos x="328" y="311"/>
                </a:cxn>
                <a:cxn ang="0">
                  <a:pos x="336" y="279"/>
                </a:cxn>
                <a:cxn ang="0">
                  <a:pos x="353" y="247"/>
                </a:cxn>
                <a:cxn ang="0">
                  <a:pos x="369" y="216"/>
                </a:cxn>
                <a:cxn ang="0">
                  <a:pos x="385" y="192"/>
                </a:cxn>
                <a:cxn ang="0">
                  <a:pos x="401" y="168"/>
                </a:cxn>
                <a:cxn ang="0">
                  <a:pos x="409" y="144"/>
                </a:cxn>
                <a:cxn ang="0">
                  <a:pos x="425" y="120"/>
                </a:cxn>
                <a:cxn ang="0">
                  <a:pos x="441" y="96"/>
                </a:cxn>
                <a:cxn ang="0">
                  <a:pos x="465" y="64"/>
                </a:cxn>
                <a:cxn ang="0">
                  <a:pos x="489" y="40"/>
                </a:cxn>
                <a:cxn ang="0">
                  <a:pos x="513" y="16"/>
                </a:cxn>
                <a:cxn ang="0">
                  <a:pos x="537" y="8"/>
                </a:cxn>
                <a:cxn ang="0">
                  <a:pos x="561" y="0"/>
                </a:cxn>
                <a:cxn ang="0">
                  <a:pos x="585" y="8"/>
                </a:cxn>
                <a:cxn ang="0">
                  <a:pos x="609" y="8"/>
                </a:cxn>
                <a:cxn ang="0">
                  <a:pos x="633" y="24"/>
                </a:cxn>
                <a:cxn ang="0">
                  <a:pos x="657" y="48"/>
                </a:cxn>
                <a:cxn ang="0">
                  <a:pos x="689" y="72"/>
                </a:cxn>
                <a:cxn ang="0">
                  <a:pos x="705" y="96"/>
                </a:cxn>
              </a:cxnLst>
              <a:rect l="0" t="0" r="r" b="b"/>
              <a:pathLst>
                <a:path w="713" h="1151">
                  <a:moveTo>
                    <a:pt x="0" y="1151"/>
                  </a:moveTo>
                  <a:lnTo>
                    <a:pt x="8" y="1143"/>
                  </a:lnTo>
                  <a:lnTo>
                    <a:pt x="8" y="1135"/>
                  </a:lnTo>
                  <a:lnTo>
                    <a:pt x="16" y="1119"/>
                  </a:lnTo>
                  <a:lnTo>
                    <a:pt x="24" y="1111"/>
                  </a:lnTo>
                  <a:lnTo>
                    <a:pt x="24" y="1103"/>
                  </a:lnTo>
                  <a:lnTo>
                    <a:pt x="32" y="1087"/>
                  </a:lnTo>
                  <a:lnTo>
                    <a:pt x="32" y="1079"/>
                  </a:lnTo>
                  <a:lnTo>
                    <a:pt x="40" y="1063"/>
                  </a:lnTo>
                  <a:lnTo>
                    <a:pt x="48" y="1055"/>
                  </a:lnTo>
                  <a:lnTo>
                    <a:pt x="48" y="1039"/>
                  </a:lnTo>
                  <a:lnTo>
                    <a:pt x="56" y="1031"/>
                  </a:lnTo>
                  <a:lnTo>
                    <a:pt x="56" y="1023"/>
                  </a:lnTo>
                  <a:lnTo>
                    <a:pt x="64" y="1007"/>
                  </a:lnTo>
                  <a:lnTo>
                    <a:pt x="72" y="999"/>
                  </a:lnTo>
                  <a:lnTo>
                    <a:pt x="72" y="983"/>
                  </a:lnTo>
                  <a:lnTo>
                    <a:pt x="80" y="967"/>
                  </a:lnTo>
                  <a:lnTo>
                    <a:pt x="80" y="959"/>
                  </a:lnTo>
                  <a:lnTo>
                    <a:pt x="88" y="943"/>
                  </a:lnTo>
                  <a:lnTo>
                    <a:pt x="96" y="935"/>
                  </a:lnTo>
                  <a:lnTo>
                    <a:pt x="96" y="919"/>
                  </a:lnTo>
                  <a:lnTo>
                    <a:pt x="104" y="911"/>
                  </a:lnTo>
                  <a:lnTo>
                    <a:pt x="104" y="895"/>
                  </a:lnTo>
                  <a:lnTo>
                    <a:pt x="112" y="879"/>
                  </a:lnTo>
                  <a:lnTo>
                    <a:pt x="112" y="871"/>
                  </a:lnTo>
                  <a:lnTo>
                    <a:pt x="120" y="855"/>
                  </a:lnTo>
                  <a:lnTo>
                    <a:pt x="128" y="847"/>
                  </a:lnTo>
                  <a:lnTo>
                    <a:pt x="128" y="831"/>
                  </a:lnTo>
                  <a:lnTo>
                    <a:pt x="136" y="815"/>
                  </a:lnTo>
                  <a:lnTo>
                    <a:pt x="136" y="807"/>
                  </a:lnTo>
                  <a:lnTo>
                    <a:pt x="144" y="791"/>
                  </a:lnTo>
                  <a:lnTo>
                    <a:pt x="152" y="775"/>
                  </a:lnTo>
                  <a:lnTo>
                    <a:pt x="152" y="767"/>
                  </a:lnTo>
                  <a:lnTo>
                    <a:pt x="160" y="751"/>
                  </a:lnTo>
                  <a:lnTo>
                    <a:pt x="160" y="735"/>
                  </a:lnTo>
                  <a:lnTo>
                    <a:pt x="168" y="727"/>
                  </a:lnTo>
                  <a:lnTo>
                    <a:pt x="176" y="711"/>
                  </a:lnTo>
                  <a:lnTo>
                    <a:pt x="176" y="695"/>
                  </a:lnTo>
                  <a:lnTo>
                    <a:pt x="184" y="687"/>
                  </a:lnTo>
                  <a:lnTo>
                    <a:pt x="184" y="671"/>
                  </a:lnTo>
                  <a:lnTo>
                    <a:pt x="192" y="655"/>
                  </a:lnTo>
                  <a:lnTo>
                    <a:pt x="200" y="647"/>
                  </a:lnTo>
                  <a:lnTo>
                    <a:pt x="200" y="631"/>
                  </a:lnTo>
                  <a:lnTo>
                    <a:pt x="208" y="615"/>
                  </a:lnTo>
                  <a:lnTo>
                    <a:pt x="208" y="607"/>
                  </a:lnTo>
                  <a:lnTo>
                    <a:pt x="216" y="591"/>
                  </a:lnTo>
                  <a:lnTo>
                    <a:pt x="224" y="583"/>
                  </a:lnTo>
                  <a:lnTo>
                    <a:pt x="224" y="567"/>
                  </a:lnTo>
                  <a:lnTo>
                    <a:pt x="232" y="551"/>
                  </a:lnTo>
                  <a:lnTo>
                    <a:pt x="232" y="543"/>
                  </a:lnTo>
                  <a:lnTo>
                    <a:pt x="240" y="527"/>
                  </a:lnTo>
                  <a:lnTo>
                    <a:pt x="248" y="511"/>
                  </a:lnTo>
                  <a:lnTo>
                    <a:pt x="248" y="503"/>
                  </a:lnTo>
                  <a:lnTo>
                    <a:pt x="256" y="487"/>
                  </a:lnTo>
                  <a:lnTo>
                    <a:pt x="256" y="479"/>
                  </a:lnTo>
                  <a:lnTo>
                    <a:pt x="264" y="463"/>
                  </a:lnTo>
                  <a:lnTo>
                    <a:pt x="272" y="455"/>
                  </a:lnTo>
                  <a:lnTo>
                    <a:pt x="272" y="439"/>
                  </a:lnTo>
                  <a:lnTo>
                    <a:pt x="280" y="431"/>
                  </a:lnTo>
                  <a:lnTo>
                    <a:pt x="280" y="415"/>
                  </a:lnTo>
                  <a:lnTo>
                    <a:pt x="288" y="399"/>
                  </a:lnTo>
                  <a:lnTo>
                    <a:pt x="296" y="391"/>
                  </a:lnTo>
                  <a:lnTo>
                    <a:pt x="296" y="383"/>
                  </a:lnTo>
                  <a:lnTo>
                    <a:pt x="304" y="367"/>
                  </a:lnTo>
                  <a:lnTo>
                    <a:pt x="304" y="359"/>
                  </a:lnTo>
                  <a:lnTo>
                    <a:pt x="312" y="343"/>
                  </a:lnTo>
                  <a:lnTo>
                    <a:pt x="312" y="335"/>
                  </a:lnTo>
                  <a:lnTo>
                    <a:pt x="320" y="319"/>
                  </a:lnTo>
                  <a:lnTo>
                    <a:pt x="328" y="311"/>
                  </a:lnTo>
                  <a:lnTo>
                    <a:pt x="328" y="303"/>
                  </a:lnTo>
                  <a:lnTo>
                    <a:pt x="336" y="287"/>
                  </a:lnTo>
                  <a:lnTo>
                    <a:pt x="336" y="279"/>
                  </a:lnTo>
                  <a:lnTo>
                    <a:pt x="344" y="271"/>
                  </a:lnTo>
                  <a:lnTo>
                    <a:pt x="353" y="255"/>
                  </a:lnTo>
                  <a:lnTo>
                    <a:pt x="353" y="247"/>
                  </a:lnTo>
                  <a:lnTo>
                    <a:pt x="361" y="239"/>
                  </a:lnTo>
                  <a:lnTo>
                    <a:pt x="361" y="231"/>
                  </a:lnTo>
                  <a:lnTo>
                    <a:pt x="369" y="216"/>
                  </a:lnTo>
                  <a:lnTo>
                    <a:pt x="377" y="208"/>
                  </a:lnTo>
                  <a:lnTo>
                    <a:pt x="377" y="200"/>
                  </a:lnTo>
                  <a:lnTo>
                    <a:pt x="385" y="192"/>
                  </a:lnTo>
                  <a:lnTo>
                    <a:pt x="385" y="184"/>
                  </a:lnTo>
                  <a:lnTo>
                    <a:pt x="393" y="176"/>
                  </a:lnTo>
                  <a:lnTo>
                    <a:pt x="401" y="168"/>
                  </a:lnTo>
                  <a:lnTo>
                    <a:pt x="401" y="160"/>
                  </a:lnTo>
                  <a:lnTo>
                    <a:pt x="409" y="152"/>
                  </a:lnTo>
                  <a:lnTo>
                    <a:pt x="409" y="144"/>
                  </a:lnTo>
                  <a:lnTo>
                    <a:pt x="417" y="136"/>
                  </a:lnTo>
                  <a:lnTo>
                    <a:pt x="425" y="128"/>
                  </a:lnTo>
                  <a:lnTo>
                    <a:pt x="425" y="120"/>
                  </a:lnTo>
                  <a:lnTo>
                    <a:pt x="433" y="112"/>
                  </a:lnTo>
                  <a:lnTo>
                    <a:pt x="433" y="104"/>
                  </a:lnTo>
                  <a:lnTo>
                    <a:pt x="441" y="96"/>
                  </a:lnTo>
                  <a:lnTo>
                    <a:pt x="457" y="80"/>
                  </a:lnTo>
                  <a:lnTo>
                    <a:pt x="457" y="72"/>
                  </a:lnTo>
                  <a:lnTo>
                    <a:pt x="465" y="64"/>
                  </a:lnTo>
                  <a:lnTo>
                    <a:pt x="473" y="56"/>
                  </a:lnTo>
                  <a:lnTo>
                    <a:pt x="481" y="48"/>
                  </a:lnTo>
                  <a:lnTo>
                    <a:pt x="489" y="40"/>
                  </a:lnTo>
                  <a:lnTo>
                    <a:pt x="497" y="32"/>
                  </a:lnTo>
                  <a:lnTo>
                    <a:pt x="505" y="24"/>
                  </a:lnTo>
                  <a:lnTo>
                    <a:pt x="513" y="16"/>
                  </a:lnTo>
                  <a:lnTo>
                    <a:pt x="521" y="16"/>
                  </a:lnTo>
                  <a:lnTo>
                    <a:pt x="529" y="16"/>
                  </a:lnTo>
                  <a:lnTo>
                    <a:pt x="537" y="8"/>
                  </a:lnTo>
                  <a:lnTo>
                    <a:pt x="545" y="8"/>
                  </a:lnTo>
                  <a:lnTo>
                    <a:pt x="553" y="8"/>
                  </a:lnTo>
                  <a:lnTo>
                    <a:pt x="561" y="0"/>
                  </a:lnTo>
                  <a:lnTo>
                    <a:pt x="569" y="0"/>
                  </a:lnTo>
                  <a:lnTo>
                    <a:pt x="577" y="0"/>
                  </a:lnTo>
                  <a:lnTo>
                    <a:pt x="585" y="8"/>
                  </a:lnTo>
                  <a:lnTo>
                    <a:pt x="593" y="8"/>
                  </a:lnTo>
                  <a:lnTo>
                    <a:pt x="601" y="8"/>
                  </a:lnTo>
                  <a:lnTo>
                    <a:pt x="609" y="8"/>
                  </a:lnTo>
                  <a:lnTo>
                    <a:pt x="617" y="16"/>
                  </a:lnTo>
                  <a:lnTo>
                    <a:pt x="625" y="16"/>
                  </a:lnTo>
                  <a:lnTo>
                    <a:pt x="633" y="24"/>
                  </a:lnTo>
                  <a:lnTo>
                    <a:pt x="641" y="32"/>
                  </a:lnTo>
                  <a:lnTo>
                    <a:pt x="649" y="40"/>
                  </a:lnTo>
                  <a:lnTo>
                    <a:pt x="657" y="48"/>
                  </a:lnTo>
                  <a:lnTo>
                    <a:pt x="665" y="48"/>
                  </a:lnTo>
                  <a:lnTo>
                    <a:pt x="673" y="56"/>
                  </a:lnTo>
                  <a:lnTo>
                    <a:pt x="689" y="72"/>
                  </a:lnTo>
                  <a:lnTo>
                    <a:pt x="689" y="80"/>
                  </a:lnTo>
                  <a:lnTo>
                    <a:pt x="697" y="88"/>
                  </a:lnTo>
                  <a:lnTo>
                    <a:pt x="705" y="96"/>
                  </a:lnTo>
                  <a:lnTo>
                    <a:pt x="705" y="104"/>
                  </a:lnTo>
                  <a:lnTo>
                    <a:pt x="713" y="112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12" name="Freeform 56"/>
            <p:cNvSpPr>
              <a:spLocks/>
            </p:cNvSpPr>
            <p:nvPr/>
          </p:nvSpPr>
          <p:spPr bwMode="auto">
            <a:xfrm>
              <a:off x="2734" y="1470"/>
              <a:ext cx="673" cy="1302"/>
            </a:xfrm>
            <a:custGeom>
              <a:avLst/>
              <a:gdLst/>
              <a:ahLst/>
              <a:cxnLst>
                <a:cxn ang="0">
                  <a:pos x="16" y="16"/>
                </a:cxn>
                <a:cxn ang="0">
                  <a:pos x="24" y="40"/>
                </a:cxn>
                <a:cxn ang="0">
                  <a:pos x="40" y="64"/>
                </a:cxn>
                <a:cxn ang="0">
                  <a:pos x="56" y="96"/>
                </a:cxn>
                <a:cxn ang="0">
                  <a:pos x="72" y="119"/>
                </a:cxn>
                <a:cxn ang="0">
                  <a:pos x="88" y="151"/>
                </a:cxn>
                <a:cxn ang="0">
                  <a:pos x="96" y="183"/>
                </a:cxn>
                <a:cxn ang="0">
                  <a:pos x="112" y="215"/>
                </a:cxn>
                <a:cxn ang="0">
                  <a:pos x="128" y="255"/>
                </a:cxn>
                <a:cxn ang="0">
                  <a:pos x="144" y="287"/>
                </a:cxn>
                <a:cxn ang="0">
                  <a:pos x="160" y="327"/>
                </a:cxn>
                <a:cxn ang="0">
                  <a:pos x="168" y="359"/>
                </a:cxn>
                <a:cxn ang="0">
                  <a:pos x="184" y="399"/>
                </a:cxn>
                <a:cxn ang="0">
                  <a:pos x="200" y="439"/>
                </a:cxn>
                <a:cxn ang="0">
                  <a:pos x="216" y="479"/>
                </a:cxn>
                <a:cxn ang="0">
                  <a:pos x="224" y="519"/>
                </a:cxn>
                <a:cxn ang="0">
                  <a:pos x="240" y="559"/>
                </a:cxn>
                <a:cxn ang="0">
                  <a:pos x="256" y="591"/>
                </a:cxn>
                <a:cxn ang="0">
                  <a:pos x="272" y="631"/>
                </a:cxn>
                <a:cxn ang="0">
                  <a:pos x="288" y="671"/>
                </a:cxn>
                <a:cxn ang="0">
                  <a:pos x="296" y="711"/>
                </a:cxn>
                <a:cxn ang="0">
                  <a:pos x="312" y="751"/>
                </a:cxn>
                <a:cxn ang="0">
                  <a:pos x="328" y="791"/>
                </a:cxn>
                <a:cxn ang="0">
                  <a:pos x="344" y="831"/>
                </a:cxn>
                <a:cxn ang="0">
                  <a:pos x="352" y="863"/>
                </a:cxn>
                <a:cxn ang="0">
                  <a:pos x="368" y="903"/>
                </a:cxn>
                <a:cxn ang="0">
                  <a:pos x="384" y="935"/>
                </a:cxn>
                <a:cxn ang="0">
                  <a:pos x="400" y="975"/>
                </a:cxn>
                <a:cxn ang="0">
                  <a:pos x="416" y="1007"/>
                </a:cxn>
                <a:cxn ang="0">
                  <a:pos x="424" y="1039"/>
                </a:cxn>
                <a:cxn ang="0">
                  <a:pos x="440" y="1071"/>
                </a:cxn>
                <a:cxn ang="0">
                  <a:pos x="456" y="1095"/>
                </a:cxn>
                <a:cxn ang="0">
                  <a:pos x="472" y="1127"/>
                </a:cxn>
                <a:cxn ang="0">
                  <a:pos x="488" y="1151"/>
                </a:cxn>
                <a:cxn ang="0">
                  <a:pos x="496" y="1175"/>
                </a:cxn>
                <a:cxn ang="0">
                  <a:pos x="520" y="1199"/>
                </a:cxn>
                <a:cxn ang="0">
                  <a:pos x="544" y="1231"/>
                </a:cxn>
                <a:cxn ang="0">
                  <a:pos x="560" y="1255"/>
                </a:cxn>
                <a:cxn ang="0">
                  <a:pos x="584" y="1270"/>
                </a:cxn>
                <a:cxn ang="0">
                  <a:pos x="608" y="1286"/>
                </a:cxn>
                <a:cxn ang="0">
                  <a:pos x="632" y="1294"/>
                </a:cxn>
                <a:cxn ang="0">
                  <a:pos x="656" y="1302"/>
                </a:cxn>
              </a:cxnLst>
              <a:rect l="0" t="0" r="r" b="b"/>
              <a:pathLst>
                <a:path w="673" h="1302">
                  <a:moveTo>
                    <a:pt x="0" y="0"/>
                  </a:moveTo>
                  <a:lnTo>
                    <a:pt x="8" y="8"/>
                  </a:lnTo>
                  <a:lnTo>
                    <a:pt x="16" y="16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32" y="48"/>
                  </a:lnTo>
                  <a:lnTo>
                    <a:pt x="40" y="56"/>
                  </a:lnTo>
                  <a:lnTo>
                    <a:pt x="40" y="64"/>
                  </a:lnTo>
                  <a:lnTo>
                    <a:pt x="48" y="80"/>
                  </a:lnTo>
                  <a:lnTo>
                    <a:pt x="48" y="88"/>
                  </a:lnTo>
                  <a:lnTo>
                    <a:pt x="56" y="96"/>
                  </a:lnTo>
                  <a:lnTo>
                    <a:pt x="64" y="104"/>
                  </a:lnTo>
                  <a:lnTo>
                    <a:pt x="64" y="111"/>
                  </a:lnTo>
                  <a:lnTo>
                    <a:pt x="72" y="119"/>
                  </a:lnTo>
                  <a:lnTo>
                    <a:pt x="72" y="135"/>
                  </a:lnTo>
                  <a:lnTo>
                    <a:pt x="80" y="143"/>
                  </a:lnTo>
                  <a:lnTo>
                    <a:pt x="88" y="151"/>
                  </a:lnTo>
                  <a:lnTo>
                    <a:pt x="88" y="159"/>
                  </a:lnTo>
                  <a:lnTo>
                    <a:pt x="96" y="175"/>
                  </a:lnTo>
                  <a:lnTo>
                    <a:pt x="96" y="183"/>
                  </a:lnTo>
                  <a:lnTo>
                    <a:pt x="104" y="199"/>
                  </a:lnTo>
                  <a:lnTo>
                    <a:pt x="112" y="207"/>
                  </a:lnTo>
                  <a:lnTo>
                    <a:pt x="112" y="215"/>
                  </a:lnTo>
                  <a:lnTo>
                    <a:pt x="120" y="231"/>
                  </a:lnTo>
                  <a:lnTo>
                    <a:pt x="120" y="239"/>
                  </a:lnTo>
                  <a:lnTo>
                    <a:pt x="128" y="255"/>
                  </a:lnTo>
                  <a:lnTo>
                    <a:pt x="136" y="263"/>
                  </a:lnTo>
                  <a:lnTo>
                    <a:pt x="136" y="271"/>
                  </a:lnTo>
                  <a:lnTo>
                    <a:pt x="144" y="287"/>
                  </a:lnTo>
                  <a:lnTo>
                    <a:pt x="144" y="295"/>
                  </a:lnTo>
                  <a:lnTo>
                    <a:pt x="152" y="311"/>
                  </a:lnTo>
                  <a:lnTo>
                    <a:pt x="160" y="327"/>
                  </a:lnTo>
                  <a:lnTo>
                    <a:pt x="160" y="335"/>
                  </a:lnTo>
                  <a:lnTo>
                    <a:pt x="168" y="351"/>
                  </a:lnTo>
                  <a:lnTo>
                    <a:pt x="168" y="359"/>
                  </a:lnTo>
                  <a:lnTo>
                    <a:pt x="176" y="375"/>
                  </a:lnTo>
                  <a:lnTo>
                    <a:pt x="176" y="383"/>
                  </a:lnTo>
                  <a:lnTo>
                    <a:pt x="184" y="399"/>
                  </a:lnTo>
                  <a:lnTo>
                    <a:pt x="192" y="415"/>
                  </a:lnTo>
                  <a:lnTo>
                    <a:pt x="192" y="423"/>
                  </a:lnTo>
                  <a:lnTo>
                    <a:pt x="200" y="439"/>
                  </a:lnTo>
                  <a:lnTo>
                    <a:pt x="200" y="447"/>
                  </a:lnTo>
                  <a:lnTo>
                    <a:pt x="208" y="463"/>
                  </a:lnTo>
                  <a:lnTo>
                    <a:pt x="216" y="479"/>
                  </a:lnTo>
                  <a:lnTo>
                    <a:pt x="216" y="487"/>
                  </a:lnTo>
                  <a:lnTo>
                    <a:pt x="224" y="503"/>
                  </a:lnTo>
                  <a:lnTo>
                    <a:pt x="224" y="519"/>
                  </a:lnTo>
                  <a:lnTo>
                    <a:pt x="232" y="527"/>
                  </a:lnTo>
                  <a:lnTo>
                    <a:pt x="240" y="543"/>
                  </a:lnTo>
                  <a:lnTo>
                    <a:pt x="240" y="559"/>
                  </a:lnTo>
                  <a:lnTo>
                    <a:pt x="248" y="567"/>
                  </a:lnTo>
                  <a:lnTo>
                    <a:pt x="248" y="583"/>
                  </a:lnTo>
                  <a:lnTo>
                    <a:pt x="256" y="591"/>
                  </a:lnTo>
                  <a:lnTo>
                    <a:pt x="264" y="607"/>
                  </a:lnTo>
                  <a:lnTo>
                    <a:pt x="264" y="623"/>
                  </a:lnTo>
                  <a:lnTo>
                    <a:pt x="272" y="631"/>
                  </a:lnTo>
                  <a:lnTo>
                    <a:pt x="272" y="647"/>
                  </a:lnTo>
                  <a:lnTo>
                    <a:pt x="280" y="663"/>
                  </a:lnTo>
                  <a:lnTo>
                    <a:pt x="288" y="671"/>
                  </a:lnTo>
                  <a:lnTo>
                    <a:pt x="288" y="687"/>
                  </a:lnTo>
                  <a:lnTo>
                    <a:pt x="296" y="703"/>
                  </a:lnTo>
                  <a:lnTo>
                    <a:pt x="296" y="711"/>
                  </a:lnTo>
                  <a:lnTo>
                    <a:pt x="304" y="727"/>
                  </a:lnTo>
                  <a:lnTo>
                    <a:pt x="312" y="743"/>
                  </a:lnTo>
                  <a:lnTo>
                    <a:pt x="312" y="751"/>
                  </a:lnTo>
                  <a:lnTo>
                    <a:pt x="320" y="767"/>
                  </a:lnTo>
                  <a:lnTo>
                    <a:pt x="320" y="775"/>
                  </a:lnTo>
                  <a:lnTo>
                    <a:pt x="328" y="791"/>
                  </a:lnTo>
                  <a:lnTo>
                    <a:pt x="336" y="807"/>
                  </a:lnTo>
                  <a:lnTo>
                    <a:pt x="336" y="815"/>
                  </a:lnTo>
                  <a:lnTo>
                    <a:pt x="344" y="831"/>
                  </a:lnTo>
                  <a:lnTo>
                    <a:pt x="344" y="839"/>
                  </a:lnTo>
                  <a:lnTo>
                    <a:pt x="352" y="855"/>
                  </a:lnTo>
                  <a:lnTo>
                    <a:pt x="352" y="863"/>
                  </a:lnTo>
                  <a:lnTo>
                    <a:pt x="360" y="879"/>
                  </a:lnTo>
                  <a:lnTo>
                    <a:pt x="368" y="895"/>
                  </a:lnTo>
                  <a:lnTo>
                    <a:pt x="368" y="903"/>
                  </a:lnTo>
                  <a:lnTo>
                    <a:pt x="376" y="919"/>
                  </a:lnTo>
                  <a:lnTo>
                    <a:pt x="376" y="927"/>
                  </a:lnTo>
                  <a:lnTo>
                    <a:pt x="384" y="935"/>
                  </a:lnTo>
                  <a:lnTo>
                    <a:pt x="392" y="951"/>
                  </a:lnTo>
                  <a:lnTo>
                    <a:pt x="392" y="959"/>
                  </a:lnTo>
                  <a:lnTo>
                    <a:pt x="400" y="975"/>
                  </a:lnTo>
                  <a:lnTo>
                    <a:pt x="400" y="983"/>
                  </a:lnTo>
                  <a:lnTo>
                    <a:pt x="408" y="991"/>
                  </a:lnTo>
                  <a:lnTo>
                    <a:pt x="416" y="1007"/>
                  </a:lnTo>
                  <a:lnTo>
                    <a:pt x="416" y="1015"/>
                  </a:lnTo>
                  <a:lnTo>
                    <a:pt x="424" y="1031"/>
                  </a:lnTo>
                  <a:lnTo>
                    <a:pt x="424" y="1039"/>
                  </a:lnTo>
                  <a:lnTo>
                    <a:pt x="432" y="1047"/>
                  </a:lnTo>
                  <a:lnTo>
                    <a:pt x="440" y="1055"/>
                  </a:lnTo>
                  <a:lnTo>
                    <a:pt x="440" y="1071"/>
                  </a:lnTo>
                  <a:lnTo>
                    <a:pt x="448" y="1079"/>
                  </a:lnTo>
                  <a:lnTo>
                    <a:pt x="448" y="1087"/>
                  </a:lnTo>
                  <a:lnTo>
                    <a:pt x="456" y="1095"/>
                  </a:lnTo>
                  <a:lnTo>
                    <a:pt x="464" y="1103"/>
                  </a:lnTo>
                  <a:lnTo>
                    <a:pt x="464" y="1111"/>
                  </a:lnTo>
                  <a:lnTo>
                    <a:pt x="472" y="1127"/>
                  </a:lnTo>
                  <a:lnTo>
                    <a:pt x="472" y="1135"/>
                  </a:lnTo>
                  <a:lnTo>
                    <a:pt x="480" y="1143"/>
                  </a:lnTo>
                  <a:lnTo>
                    <a:pt x="488" y="1151"/>
                  </a:lnTo>
                  <a:lnTo>
                    <a:pt x="488" y="1159"/>
                  </a:lnTo>
                  <a:lnTo>
                    <a:pt x="496" y="1167"/>
                  </a:lnTo>
                  <a:lnTo>
                    <a:pt x="496" y="1175"/>
                  </a:lnTo>
                  <a:lnTo>
                    <a:pt x="504" y="1183"/>
                  </a:lnTo>
                  <a:lnTo>
                    <a:pt x="512" y="1191"/>
                  </a:lnTo>
                  <a:lnTo>
                    <a:pt x="520" y="1199"/>
                  </a:lnTo>
                  <a:lnTo>
                    <a:pt x="520" y="1207"/>
                  </a:lnTo>
                  <a:lnTo>
                    <a:pt x="528" y="1215"/>
                  </a:lnTo>
                  <a:lnTo>
                    <a:pt x="544" y="1231"/>
                  </a:lnTo>
                  <a:lnTo>
                    <a:pt x="544" y="1239"/>
                  </a:lnTo>
                  <a:lnTo>
                    <a:pt x="552" y="1247"/>
                  </a:lnTo>
                  <a:lnTo>
                    <a:pt x="560" y="1255"/>
                  </a:lnTo>
                  <a:lnTo>
                    <a:pt x="568" y="1262"/>
                  </a:lnTo>
                  <a:lnTo>
                    <a:pt x="576" y="1270"/>
                  </a:lnTo>
                  <a:lnTo>
                    <a:pt x="584" y="1270"/>
                  </a:lnTo>
                  <a:lnTo>
                    <a:pt x="592" y="1278"/>
                  </a:lnTo>
                  <a:lnTo>
                    <a:pt x="600" y="1286"/>
                  </a:lnTo>
                  <a:lnTo>
                    <a:pt x="608" y="1286"/>
                  </a:lnTo>
                  <a:lnTo>
                    <a:pt x="616" y="1294"/>
                  </a:lnTo>
                  <a:lnTo>
                    <a:pt x="624" y="1294"/>
                  </a:lnTo>
                  <a:lnTo>
                    <a:pt x="632" y="1294"/>
                  </a:lnTo>
                  <a:lnTo>
                    <a:pt x="640" y="1302"/>
                  </a:lnTo>
                  <a:lnTo>
                    <a:pt x="648" y="1302"/>
                  </a:lnTo>
                  <a:lnTo>
                    <a:pt x="656" y="1302"/>
                  </a:lnTo>
                  <a:lnTo>
                    <a:pt x="665" y="1302"/>
                  </a:lnTo>
                  <a:lnTo>
                    <a:pt x="673" y="1294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13" name="Freeform 57"/>
            <p:cNvSpPr>
              <a:spLocks/>
            </p:cNvSpPr>
            <p:nvPr/>
          </p:nvSpPr>
          <p:spPr bwMode="auto">
            <a:xfrm>
              <a:off x="3407" y="1446"/>
              <a:ext cx="648" cy="1318"/>
            </a:xfrm>
            <a:custGeom>
              <a:avLst/>
              <a:gdLst/>
              <a:ahLst/>
              <a:cxnLst>
                <a:cxn ang="0">
                  <a:pos x="16" y="1318"/>
                </a:cxn>
                <a:cxn ang="0">
                  <a:pos x="40" y="1302"/>
                </a:cxn>
                <a:cxn ang="0">
                  <a:pos x="64" y="1286"/>
                </a:cxn>
                <a:cxn ang="0">
                  <a:pos x="80" y="1263"/>
                </a:cxn>
                <a:cxn ang="0">
                  <a:pos x="104" y="1239"/>
                </a:cxn>
                <a:cxn ang="0">
                  <a:pos x="120" y="1215"/>
                </a:cxn>
                <a:cxn ang="0">
                  <a:pos x="136" y="1191"/>
                </a:cxn>
                <a:cxn ang="0">
                  <a:pos x="152" y="1167"/>
                </a:cxn>
                <a:cxn ang="0">
                  <a:pos x="168" y="1143"/>
                </a:cxn>
                <a:cxn ang="0">
                  <a:pos x="176" y="1119"/>
                </a:cxn>
                <a:cxn ang="0">
                  <a:pos x="192" y="1087"/>
                </a:cxn>
                <a:cxn ang="0">
                  <a:pos x="208" y="1055"/>
                </a:cxn>
                <a:cxn ang="0">
                  <a:pos x="224" y="1023"/>
                </a:cxn>
                <a:cxn ang="0">
                  <a:pos x="240" y="991"/>
                </a:cxn>
                <a:cxn ang="0">
                  <a:pos x="248" y="959"/>
                </a:cxn>
                <a:cxn ang="0">
                  <a:pos x="264" y="927"/>
                </a:cxn>
                <a:cxn ang="0">
                  <a:pos x="280" y="887"/>
                </a:cxn>
                <a:cxn ang="0">
                  <a:pos x="296" y="847"/>
                </a:cxn>
                <a:cxn ang="0">
                  <a:pos x="304" y="815"/>
                </a:cxn>
                <a:cxn ang="0">
                  <a:pos x="320" y="775"/>
                </a:cxn>
                <a:cxn ang="0">
                  <a:pos x="336" y="735"/>
                </a:cxn>
                <a:cxn ang="0">
                  <a:pos x="352" y="695"/>
                </a:cxn>
                <a:cxn ang="0">
                  <a:pos x="368" y="655"/>
                </a:cxn>
                <a:cxn ang="0">
                  <a:pos x="376" y="615"/>
                </a:cxn>
                <a:cxn ang="0">
                  <a:pos x="392" y="575"/>
                </a:cxn>
                <a:cxn ang="0">
                  <a:pos x="408" y="535"/>
                </a:cxn>
                <a:cxn ang="0">
                  <a:pos x="424" y="495"/>
                </a:cxn>
                <a:cxn ang="0">
                  <a:pos x="440" y="455"/>
                </a:cxn>
                <a:cxn ang="0">
                  <a:pos x="448" y="415"/>
                </a:cxn>
                <a:cxn ang="0">
                  <a:pos x="464" y="383"/>
                </a:cxn>
                <a:cxn ang="0">
                  <a:pos x="480" y="343"/>
                </a:cxn>
                <a:cxn ang="0">
                  <a:pos x="496" y="303"/>
                </a:cxn>
                <a:cxn ang="0">
                  <a:pos x="504" y="271"/>
                </a:cxn>
                <a:cxn ang="0">
                  <a:pos x="520" y="239"/>
                </a:cxn>
                <a:cxn ang="0">
                  <a:pos x="536" y="207"/>
                </a:cxn>
                <a:cxn ang="0">
                  <a:pos x="552" y="175"/>
                </a:cxn>
                <a:cxn ang="0">
                  <a:pos x="568" y="143"/>
                </a:cxn>
                <a:cxn ang="0">
                  <a:pos x="576" y="112"/>
                </a:cxn>
                <a:cxn ang="0">
                  <a:pos x="592" y="88"/>
                </a:cxn>
                <a:cxn ang="0">
                  <a:pos x="608" y="64"/>
                </a:cxn>
                <a:cxn ang="0">
                  <a:pos x="624" y="40"/>
                </a:cxn>
                <a:cxn ang="0">
                  <a:pos x="632" y="16"/>
                </a:cxn>
              </a:cxnLst>
              <a:rect l="0" t="0" r="r" b="b"/>
              <a:pathLst>
                <a:path w="648" h="1318">
                  <a:moveTo>
                    <a:pt x="0" y="1318"/>
                  </a:moveTo>
                  <a:lnTo>
                    <a:pt x="8" y="1318"/>
                  </a:lnTo>
                  <a:lnTo>
                    <a:pt x="16" y="1318"/>
                  </a:lnTo>
                  <a:lnTo>
                    <a:pt x="24" y="1310"/>
                  </a:lnTo>
                  <a:lnTo>
                    <a:pt x="32" y="1310"/>
                  </a:lnTo>
                  <a:lnTo>
                    <a:pt x="40" y="1302"/>
                  </a:lnTo>
                  <a:lnTo>
                    <a:pt x="48" y="1294"/>
                  </a:lnTo>
                  <a:lnTo>
                    <a:pt x="56" y="1294"/>
                  </a:lnTo>
                  <a:lnTo>
                    <a:pt x="64" y="1286"/>
                  </a:lnTo>
                  <a:lnTo>
                    <a:pt x="72" y="1279"/>
                  </a:lnTo>
                  <a:lnTo>
                    <a:pt x="88" y="1263"/>
                  </a:lnTo>
                  <a:lnTo>
                    <a:pt x="80" y="1263"/>
                  </a:lnTo>
                  <a:lnTo>
                    <a:pt x="88" y="1263"/>
                  </a:lnTo>
                  <a:lnTo>
                    <a:pt x="104" y="1247"/>
                  </a:lnTo>
                  <a:lnTo>
                    <a:pt x="104" y="1239"/>
                  </a:lnTo>
                  <a:lnTo>
                    <a:pt x="112" y="1231"/>
                  </a:lnTo>
                  <a:lnTo>
                    <a:pt x="120" y="1223"/>
                  </a:lnTo>
                  <a:lnTo>
                    <a:pt x="120" y="1215"/>
                  </a:lnTo>
                  <a:lnTo>
                    <a:pt x="128" y="1207"/>
                  </a:lnTo>
                  <a:lnTo>
                    <a:pt x="128" y="1199"/>
                  </a:lnTo>
                  <a:lnTo>
                    <a:pt x="136" y="1191"/>
                  </a:lnTo>
                  <a:lnTo>
                    <a:pt x="144" y="1183"/>
                  </a:lnTo>
                  <a:lnTo>
                    <a:pt x="144" y="1175"/>
                  </a:lnTo>
                  <a:lnTo>
                    <a:pt x="152" y="1167"/>
                  </a:lnTo>
                  <a:lnTo>
                    <a:pt x="152" y="1159"/>
                  </a:lnTo>
                  <a:lnTo>
                    <a:pt x="160" y="1151"/>
                  </a:lnTo>
                  <a:lnTo>
                    <a:pt x="168" y="1143"/>
                  </a:lnTo>
                  <a:lnTo>
                    <a:pt x="168" y="1135"/>
                  </a:lnTo>
                  <a:lnTo>
                    <a:pt x="176" y="1127"/>
                  </a:lnTo>
                  <a:lnTo>
                    <a:pt x="176" y="1119"/>
                  </a:lnTo>
                  <a:lnTo>
                    <a:pt x="184" y="1111"/>
                  </a:lnTo>
                  <a:lnTo>
                    <a:pt x="192" y="1095"/>
                  </a:lnTo>
                  <a:lnTo>
                    <a:pt x="192" y="1087"/>
                  </a:lnTo>
                  <a:lnTo>
                    <a:pt x="200" y="1079"/>
                  </a:lnTo>
                  <a:lnTo>
                    <a:pt x="200" y="1071"/>
                  </a:lnTo>
                  <a:lnTo>
                    <a:pt x="208" y="1055"/>
                  </a:lnTo>
                  <a:lnTo>
                    <a:pt x="216" y="1047"/>
                  </a:lnTo>
                  <a:lnTo>
                    <a:pt x="216" y="1039"/>
                  </a:lnTo>
                  <a:lnTo>
                    <a:pt x="224" y="1023"/>
                  </a:lnTo>
                  <a:lnTo>
                    <a:pt x="224" y="1015"/>
                  </a:lnTo>
                  <a:lnTo>
                    <a:pt x="232" y="1007"/>
                  </a:lnTo>
                  <a:lnTo>
                    <a:pt x="240" y="991"/>
                  </a:lnTo>
                  <a:lnTo>
                    <a:pt x="240" y="983"/>
                  </a:lnTo>
                  <a:lnTo>
                    <a:pt x="248" y="967"/>
                  </a:lnTo>
                  <a:lnTo>
                    <a:pt x="248" y="959"/>
                  </a:lnTo>
                  <a:lnTo>
                    <a:pt x="256" y="943"/>
                  </a:lnTo>
                  <a:lnTo>
                    <a:pt x="256" y="935"/>
                  </a:lnTo>
                  <a:lnTo>
                    <a:pt x="264" y="927"/>
                  </a:lnTo>
                  <a:lnTo>
                    <a:pt x="272" y="911"/>
                  </a:lnTo>
                  <a:lnTo>
                    <a:pt x="272" y="895"/>
                  </a:lnTo>
                  <a:lnTo>
                    <a:pt x="280" y="887"/>
                  </a:lnTo>
                  <a:lnTo>
                    <a:pt x="280" y="871"/>
                  </a:lnTo>
                  <a:lnTo>
                    <a:pt x="288" y="863"/>
                  </a:lnTo>
                  <a:lnTo>
                    <a:pt x="296" y="847"/>
                  </a:lnTo>
                  <a:lnTo>
                    <a:pt x="296" y="839"/>
                  </a:lnTo>
                  <a:lnTo>
                    <a:pt x="304" y="823"/>
                  </a:lnTo>
                  <a:lnTo>
                    <a:pt x="304" y="815"/>
                  </a:lnTo>
                  <a:lnTo>
                    <a:pt x="312" y="799"/>
                  </a:lnTo>
                  <a:lnTo>
                    <a:pt x="320" y="783"/>
                  </a:lnTo>
                  <a:lnTo>
                    <a:pt x="320" y="775"/>
                  </a:lnTo>
                  <a:lnTo>
                    <a:pt x="328" y="759"/>
                  </a:lnTo>
                  <a:lnTo>
                    <a:pt x="328" y="743"/>
                  </a:lnTo>
                  <a:lnTo>
                    <a:pt x="336" y="735"/>
                  </a:lnTo>
                  <a:lnTo>
                    <a:pt x="344" y="719"/>
                  </a:lnTo>
                  <a:lnTo>
                    <a:pt x="344" y="711"/>
                  </a:lnTo>
                  <a:lnTo>
                    <a:pt x="352" y="695"/>
                  </a:lnTo>
                  <a:lnTo>
                    <a:pt x="352" y="679"/>
                  </a:lnTo>
                  <a:lnTo>
                    <a:pt x="360" y="671"/>
                  </a:lnTo>
                  <a:lnTo>
                    <a:pt x="368" y="655"/>
                  </a:lnTo>
                  <a:lnTo>
                    <a:pt x="368" y="639"/>
                  </a:lnTo>
                  <a:lnTo>
                    <a:pt x="376" y="631"/>
                  </a:lnTo>
                  <a:lnTo>
                    <a:pt x="376" y="615"/>
                  </a:lnTo>
                  <a:lnTo>
                    <a:pt x="384" y="599"/>
                  </a:lnTo>
                  <a:lnTo>
                    <a:pt x="392" y="591"/>
                  </a:lnTo>
                  <a:lnTo>
                    <a:pt x="392" y="575"/>
                  </a:lnTo>
                  <a:lnTo>
                    <a:pt x="400" y="559"/>
                  </a:lnTo>
                  <a:lnTo>
                    <a:pt x="400" y="551"/>
                  </a:lnTo>
                  <a:lnTo>
                    <a:pt x="408" y="535"/>
                  </a:lnTo>
                  <a:lnTo>
                    <a:pt x="416" y="519"/>
                  </a:lnTo>
                  <a:lnTo>
                    <a:pt x="416" y="511"/>
                  </a:lnTo>
                  <a:lnTo>
                    <a:pt x="424" y="495"/>
                  </a:lnTo>
                  <a:lnTo>
                    <a:pt x="424" y="479"/>
                  </a:lnTo>
                  <a:lnTo>
                    <a:pt x="432" y="471"/>
                  </a:lnTo>
                  <a:lnTo>
                    <a:pt x="440" y="455"/>
                  </a:lnTo>
                  <a:lnTo>
                    <a:pt x="440" y="447"/>
                  </a:lnTo>
                  <a:lnTo>
                    <a:pt x="448" y="431"/>
                  </a:lnTo>
                  <a:lnTo>
                    <a:pt x="448" y="415"/>
                  </a:lnTo>
                  <a:lnTo>
                    <a:pt x="456" y="407"/>
                  </a:lnTo>
                  <a:lnTo>
                    <a:pt x="456" y="391"/>
                  </a:lnTo>
                  <a:lnTo>
                    <a:pt x="464" y="383"/>
                  </a:lnTo>
                  <a:lnTo>
                    <a:pt x="472" y="367"/>
                  </a:lnTo>
                  <a:lnTo>
                    <a:pt x="472" y="359"/>
                  </a:lnTo>
                  <a:lnTo>
                    <a:pt x="480" y="343"/>
                  </a:lnTo>
                  <a:lnTo>
                    <a:pt x="480" y="327"/>
                  </a:lnTo>
                  <a:lnTo>
                    <a:pt x="488" y="319"/>
                  </a:lnTo>
                  <a:lnTo>
                    <a:pt x="496" y="303"/>
                  </a:lnTo>
                  <a:lnTo>
                    <a:pt x="496" y="295"/>
                  </a:lnTo>
                  <a:lnTo>
                    <a:pt x="504" y="287"/>
                  </a:lnTo>
                  <a:lnTo>
                    <a:pt x="504" y="271"/>
                  </a:lnTo>
                  <a:lnTo>
                    <a:pt x="512" y="263"/>
                  </a:lnTo>
                  <a:lnTo>
                    <a:pt x="520" y="247"/>
                  </a:lnTo>
                  <a:lnTo>
                    <a:pt x="520" y="239"/>
                  </a:lnTo>
                  <a:lnTo>
                    <a:pt x="528" y="223"/>
                  </a:lnTo>
                  <a:lnTo>
                    <a:pt x="528" y="215"/>
                  </a:lnTo>
                  <a:lnTo>
                    <a:pt x="536" y="207"/>
                  </a:lnTo>
                  <a:lnTo>
                    <a:pt x="544" y="191"/>
                  </a:lnTo>
                  <a:lnTo>
                    <a:pt x="544" y="183"/>
                  </a:lnTo>
                  <a:lnTo>
                    <a:pt x="552" y="175"/>
                  </a:lnTo>
                  <a:lnTo>
                    <a:pt x="552" y="159"/>
                  </a:lnTo>
                  <a:lnTo>
                    <a:pt x="560" y="151"/>
                  </a:lnTo>
                  <a:lnTo>
                    <a:pt x="568" y="143"/>
                  </a:lnTo>
                  <a:lnTo>
                    <a:pt x="568" y="135"/>
                  </a:lnTo>
                  <a:lnTo>
                    <a:pt x="576" y="128"/>
                  </a:lnTo>
                  <a:lnTo>
                    <a:pt x="576" y="112"/>
                  </a:lnTo>
                  <a:lnTo>
                    <a:pt x="584" y="104"/>
                  </a:lnTo>
                  <a:lnTo>
                    <a:pt x="592" y="96"/>
                  </a:lnTo>
                  <a:lnTo>
                    <a:pt x="592" y="88"/>
                  </a:lnTo>
                  <a:lnTo>
                    <a:pt x="600" y="80"/>
                  </a:lnTo>
                  <a:lnTo>
                    <a:pt x="600" y="72"/>
                  </a:lnTo>
                  <a:lnTo>
                    <a:pt x="608" y="64"/>
                  </a:lnTo>
                  <a:lnTo>
                    <a:pt x="616" y="56"/>
                  </a:lnTo>
                  <a:lnTo>
                    <a:pt x="616" y="48"/>
                  </a:lnTo>
                  <a:lnTo>
                    <a:pt x="624" y="40"/>
                  </a:lnTo>
                  <a:lnTo>
                    <a:pt x="624" y="32"/>
                  </a:lnTo>
                  <a:lnTo>
                    <a:pt x="632" y="24"/>
                  </a:lnTo>
                  <a:lnTo>
                    <a:pt x="632" y="16"/>
                  </a:lnTo>
                  <a:lnTo>
                    <a:pt x="640" y="8"/>
                  </a:lnTo>
                  <a:lnTo>
                    <a:pt x="648" y="0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14" name="Freeform 58"/>
            <p:cNvSpPr>
              <a:spLocks/>
            </p:cNvSpPr>
            <p:nvPr/>
          </p:nvSpPr>
          <p:spPr bwMode="auto">
            <a:xfrm>
              <a:off x="4055" y="1358"/>
              <a:ext cx="697" cy="1159"/>
            </a:xfrm>
            <a:custGeom>
              <a:avLst/>
              <a:gdLst/>
              <a:ahLst/>
              <a:cxnLst>
                <a:cxn ang="0">
                  <a:pos x="8" y="72"/>
                </a:cxn>
                <a:cxn ang="0">
                  <a:pos x="32" y="48"/>
                </a:cxn>
                <a:cxn ang="0">
                  <a:pos x="56" y="24"/>
                </a:cxn>
                <a:cxn ang="0">
                  <a:pos x="80" y="16"/>
                </a:cxn>
                <a:cxn ang="0">
                  <a:pos x="104" y="8"/>
                </a:cxn>
                <a:cxn ang="0">
                  <a:pos x="128" y="0"/>
                </a:cxn>
                <a:cxn ang="0">
                  <a:pos x="152" y="8"/>
                </a:cxn>
                <a:cxn ang="0">
                  <a:pos x="176" y="16"/>
                </a:cxn>
                <a:cxn ang="0">
                  <a:pos x="200" y="32"/>
                </a:cxn>
                <a:cxn ang="0">
                  <a:pos x="224" y="56"/>
                </a:cxn>
                <a:cxn ang="0">
                  <a:pos x="240" y="72"/>
                </a:cxn>
                <a:cxn ang="0">
                  <a:pos x="256" y="96"/>
                </a:cxn>
                <a:cxn ang="0">
                  <a:pos x="272" y="120"/>
                </a:cxn>
                <a:cxn ang="0">
                  <a:pos x="288" y="144"/>
                </a:cxn>
                <a:cxn ang="0">
                  <a:pos x="304" y="168"/>
                </a:cxn>
                <a:cxn ang="0">
                  <a:pos x="320" y="192"/>
                </a:cxn>
                <a:cxn ang="0">
                  <a:pos x="328" y="223"/>
                </a:cxn>
                <a:cxn ang="0">
                  <a:pos x="344" y="247"/>
                </a:cxn>
                <a:cxn ang="0">
                  <a:pos x="360" y="279"/>
                </a:cxn>
                <a:cxn ang="0">
                  <a:pos x="377" y="311"/>
                </a:cxn>
                <a:cxn ang="0">
                  <a:pos x="385" y="351"/>
                </a:cxn>
                <a:cxn ang="0">
                  <a:pos x="401" y="383"/>
                </a:cxn>
                <a:cxn ang="0">
                  <a:pos x="417" y="415"/>
                </a:cxn>
                <a:cxn ang="0">
                  <a:pos x="433" y="455"/>
                </a:cxn>
                <a:cxn ang="0">
                  <a:pos x="449" y="495"/>
                </a:cxn>
                <a:cxn ang="0">
                  <a:pos x="457" y="535"/>
                </a:cxn>
                <a:cxn ang="0">
                  <a:pos x="473" y="567"/>
                </a:cxn>
                <a:cxn ang="0">
                  <a:pos x="489" y="607"/>
                </a:cxn>
                <a:cxn ang="0">
                  <a:pos x="505" y="647"/>
                </a:cxn>
                <a:cxn ang="0">
                  <a:pos x="521" y="687"/>
                </a:cxn>
                <a:cxn ang="0">
                  <a:pos x="529" y="727"/>
                </a:cxn>
                <a:cxn ang="0">
                  <a:pos x="545" y="767"/>
                </a:cxn>
                <a:cxn ang="0">
                  <a:pos x="561" y="807"/>
                </a:cxn>
                <a:cxn ang="0">
                  <a:pos x="577" y="847"/>
                </a:cxn>
                <a:cxn ang="0">
                  <a:pos x="585" y="887"/>
                </a:cxn>
                <a:cxn ang="0">
                  <a:pos x="601" y="927"/>
                </a:cxn>
                <a:cxn ang="0">
                  <a:pos x="617" y="959"/>
                </a:cxn>
                <a:cxn ang="0">
                  <a:pos x="633" y="999"/>
                </a:cxn>
                <a:cxn ang="0">
                  <a:pos x="649" y="1031"/>
                </a:cxn>
                <a:cxn ang="0">
                  <a:pos x="657" y="1071"/>
                </a:cxn>
                <a:cxn ang="0">
                  <a:pos x="673" y="1103"/>
                </a:cxn>
                <a:cxn ang="0">
                  <a:pos x="689" y="1135"/>
                </a:cxn>
              </a:cxnLst>
              <a:rect l="0" t="0" r="r" b="b"/>
              <a:pathLst>
                <a:path w="697" h="1159">
                  <a:moveTo>
                    <a:pt x="0" y="88"/>
                  </a:moveTo>
                  <a:lnTo>
                    <a:pt x="16" y="72"/>
                  </a:lnTo>
                  <a:lnTo>
                    <a:pt x="8" y="72"/>
                  </a:lnTo>
                  <a:lnTo>
                    <a:pt x="16" y="72"/>
                  </a:lnTo>
                  <a:lnTo>
                    <a:pt x="32" y="56"/>
                  </a:lnTo>
                  <a:lnTo>
                    <a:pt x="32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24"/>
                  </a:lnTo>
                  <a:lnTo>
                    <a:pt x="64" y="24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96" y="8"/>
                  </a:lnTo>
                  <a:lnTo>
                    <a:pt x="104" y="8"/>
                  </a:lnTo>
                  <a:lnTo>
                    <a:pt x="112" y="8"/>
                  </a:lnTo>
                  <a:lnTo>
                    <a:pt x="120" y="0"/>
                  </a:lnTo>
                  <a:lnTo>
                    <a:pt x="128" y="0"/>
                  </a:lnTo>
                  <a:lnTo>
                    <a:pt x="136" y="0"/>
                  </a:lnTo>
                  <a:lnTo>
                    <a:pt x="144" y="8"/>
                  </a:lnTo>
                  <a:lnTo>
                    <a:pt x="152" y="8"/>
                  </a:lnTo>
                  <a:lnTo>
                    <a:pt x="160" y="8"/>
                  </a:lnTo>
                  <a:lnTo>
                    <a:pt x="168" y="16"/>
                  </a:lnTo>
                  <a:lnTo>
                    <a:pt x="176" y="16"/>
                  </a:lnTo>
                  <a:lnTo>
                    <a:pt x="184" y="24"/>
                  </a:lnTo>
                  <a:lnTo>
                    <a:pt x="192" y="24"/>
                  </a:lnTo>
                  <a:lnTo>
                    <a:pt x="200" y="32"/>
                  </a:lnTo>
                  <a:lnTo>
                    <a:pt x="208" y="40"/>
                  </a:lnTo>
                  <a:lnTo>
                    <a:pt x="216" y="48"/>
                  </a:lnTo>
                  <a:lnTo>
                    <a:pt x="224" y="56"/>
                  </a:lnTo>
                  <a:lnTo>
                    <a:pt x="240" y="72"/>
                  </a:lnTo>
                  <a:lnTo>
                    <a:pt x="232" y="72"/>
                  </a:lnTo>
                  <a:lnTo>
                    <a:pt x="240" y="72"/>
                  </a:lnTo>
                  <a:lnTo>
                    <a:pt x="248" y="80"/>
                  </a:lnTo>
                  <a:lnTo>
                    <a:pt x="248" y="88"/>
                  </a:lnTo>
                  <a:lnTo>
                    <a:pt x="256" y="96"/>
                  </a:lnTo>
                  <a:lnTo>
                    <a:pt x="264" y="104"/>
                  </a:lnTo>
                  <a:lnTo>
                    <a:pt x="272" y="112"/>
                  </a:lnTo>
                  <a:lnTo>
                    <a:pt x="272" y="120"/>
                  </a:lnTo>
                  <a:lnTo>
                    <a:pt x="280" y="128"/>
                  </a:lnTo>
                  <a:lnTo>
                    <a:pt x="280" y="136"/>
                  </a:lnTo>
                  <a:lnTo>
                    <a:pt x="288" y="144"/>
                  </a:lnTo>
                  <a:lnTo>
                    <a:pt x="296" y="152"/>
                  </a:lnTo>
                  <a:lnTo>
                    <a:pt x="296" y="160"/>
                  </a:lnTo>
                  <a:lnTo>
                    <a:pt x="304" y="168"/>
                  </a:lnTo>
                  <a:lnTo>
                    <a:pt x="304" y="176"/>
                  </a:lnTo>
                  <a:lnTo>
                    <a:pt x="312" y="184"/>
                  </a:lnTo>
                  <a:lnTo>
                    <a:pt x="320" y="192"/>
                  </a:lnTo>
                  <a:lnTo>
                    <a:pt x="320" y="200"/>
                  </a:lnTo>
                  <a:lnTo>
                    <a:pt x="328" y="216"/>
                  </a:lnTo>
                  <a:lnTo>
                    <a:pt x="328" y="223"/>
                  </a:lnTo>
                  <a:lnTo>
                    <a:pt x="336" y="231"/>
                  </a:lnTo>
                  <a:lnTo>
                    <a:pt x="344" y="239"/>
                  </a:lnTo>
                  <a:lnTo>
                    <a:pt x="344" y="247"/>
                  </a:lnTo>
                  <a:lnTo>
                    <a:pt x="352" y="263"/>
                  </a:lnTo>
                  <a:lnTo>
                    <a:pt x="352" y="271"/>
                  </a:lnTo>
                  <a:lnTo>
                    <a:pt x="360" y="279"/>
                  </a:lnTo>
                  <a:lnTo>
                    <a:pt x="369" y="295"/>
                  </a:lnTo>
                  <a:lnTo>
                    <a:pt x="369" y="303"/>
                  </a:lnTo>
                  <a:lnTo>
                    <a:pt x="377" y="311"/>
                  </a:lnTo>
                  <a:lnTo>
                    <a:pt x="377" y="327"/>
                  </a:lnTo>
                  <a:lnTo>
                    <a:pt x="385" y="335"/>
                  </a:lnTo>
                  <a:lnTo>
                    <a:pt x="385" y="351"/>
                  </a:lnTo>
                  <a:lnTo>
                    <a:pt x="393" y="359"/>
                  </a:lnTo>
                  <a:lnTo>
                    <a:pt x="401" y="375"/>
                  </a:lnTo>
                  <a:lnTo>
                    <a:pt x="401" y="383"/>
                  </a:lnTo>
                  <a:lnTo>
                    <a:pt x="409" y="391"/>
                  </a:lnTo>
                  <a:lnTo>
                    <a:pt x="409" y="407"/>
                  </a:lnTo>
                  <a:lnTo>
                    <a:pt x="417" y="415"/>
                  </a:lnTo>
                  <a:lnTo>
                    <a:pt x="425" y="431"/>
                  </a:lnTo>
                  <a:lnTo>
                    <a:pt x="425" y="447"/>
                  </a:lnTo>
                  <a:lnTo>
                    <a:pt x="433" y="455"/>
                  </a:lnTo>
                  <a:lnTo>
                    <a:pt x="433" y="471"/>
                  </a:lnTo>
                  <a:lnTo>
                    <a:pt x="441" y="479"/>
                  </a:lnTo>
                  <a:lnTo>
                    <a:pt x="449" y="495"/>
                  </a:lnTo>
                  <a:lnTo>
                    <a:pt x="449" y="503"/>
                  </a:lnTo>
                  <a:lnTo>
                    <a:pt x="457" y="519"/>
                  </a:lnTo>
                  <a:lnTo>
                    <a:pt x="457" y="535"/>
                  </a:lnTo>
                  <a:lnTo>
                    <a:pt x="465" y="543"/>
                  </a:lnTo>
                  <a:lnTo>
                    <a:pt x="473" y="559"/>
                  </a:lnTo>
                  <a:lnTo>
                    <a:pt x="473" y="567"/>
                  </a:lnTo>
                  <a:lnTo>
                    <a:pt x="481" y="583"/>
                  </a:lnTo>
                  <a:lnTo>
                    <a:pt x="481" y="599"/>
                  </a:lnTo>
                  <a:lnTo>
                    <a:pt x="489" y="607"/>
                  </a:lnTo>
                  <a:lnTo>
                    <a:pt x="497" y="623"/>
                  </a:lnTo>
                  <a:lnTo>
                    <a:pt x="497" y="639"/>
                  </a:lnTo>
                  <a:lnTo>
                    <a:pt x="505" y="647"/>
                  </a:lnTo>
                  <a:lnTo>
                    <a:pt x="505" y="663"/>
                  </a:lnTo>
                  <a:lnTo>
                    <a:pt x="513" y="679"/>
                  </a:lnTo>
                  <a:lnTo>
                    <a:pt x="521" y="687"/>
                  </a:lnTo>
                  <a:lnTo>
                    <a:pt x="521" y="703"/>
                  </a:lnTo>
                  <a:lnTo>
                    <a:pt x="529" y="719"/>
                  </a:lnTo>
                  <a:lnTo>
                    <a:pt x="529" y="727"/>
                  </a:lnTo>
                  <a:lnTo>
                    <a:pt x="537" y="743"/>
                  </a:lnTo>
                  <a:lnTo>
                    <a:pt x="545" y="759"/>
                  </a:lnTo>
                  <a:lnTo>
                    <a:pt x="545" y="767"/>
                  </a:lnTo>
                  <a:lnTo>
                    <a:pt x="553" y="783"/>
                  </a:lnTo>
                  <a:lnTo>
                    <a:pt x="553" y="799"/>
                  </a:lnTo>
                  <a:lnTo>
                    <a:pt x="561" y="807"/>
                  </a:lnTo>
                  <a:lnTo>
                    <a:pt x="561" y="823"/>
                  </a:lnTo>
                  <a:lnTo>
                    <a:pt x="569" y="831"/>
                  </a:lnTo>
                  <a:lnTo>
                    <a:pt x="577" y="847"/>
                  </a:lnTo>
                  <a:lnTo>
                    <a:pt x="577" y="863"/>
                  </a:lnTo>
                  <a:lnTo>
                    <a:pt x="585" y="871"/>
                  </a:lnTo>
                  <a:lnTo>
                    <a:pt x="585" y="887"/>
                  </a:lnTo>
                  <a:lnTo>
                    <a:pt x="593" y="903"/>
                  </a:lnTo>
                  <a:lnTo>
                    <a:pt x="601" y="911"/>
                  </a:lnTo>
                  <a:lnTo>
                    <a:pt x="601" y="927"/>
                  </a:lnTo>
                  <a:lnTo>
                    <a:pt x="609" y="935"/>
                  </a:lnTo>
                  <a:lnTo>
                    <a:pt x="609" y="951"/>
                  </a:lnTo>
                  <a:lnTo>
                    <a:pt x="617" y="959"/>
                  </a:lnTo>
                  <a:lnTo>
                    <a:pt x="625" y="975"/>
                  </a:lnTo>
                  <a:lnTo>
                    <a:pt x="625" y="983"/>
                  </a:lnTo>
                  <a:lnTo>
                    <a:pt x="633" y="999"/>
                  </a:lnTo>
                  <a:lnTo>
                    <a:pt x="633" y="1015"/>
                  </a:lnTo>
                  <a:lnTo>
                    <a:pt x="641" y="1023"/>
                  </a:lnTo>
                  <a:lnTo>
                    <a:pt x="649" y="1031"/>
                  </a:lnTo>
                  <a:lnTo>
                    <a:pt x="649" y="1047"/>
                  </a:lnTo>
                  <a:lnTo>
                    <a:pt x="657" y="1055"/>
                  </a:lnTo>
                  <a:lnTo>
                    <a:pt x="657" y="1071"/>
                  </a:lnTo>
                  <a:lnTo>
                    <a:pt x="665" y="1079"/>
                  </a:lnTo>
                  <a:lnTo>
                    <a:pt x="673" y="1095"/>
                  </a:lnTo>
                  <a:lnTo>
                    <a:pt x="673" y="1103"/>
                  </a:lnTo>
                  <a:lnTo>
                    <a:pt x="681" y="1111"/>
                  </a:lnTo>
                  <a:lnTo>
                    <a:pt x="681" y="1127"/>
                  </a:lnTo>
                  <a:lnTo>
                    <a:pt x="689" y="1135"/>
                  </a:lnTo>
                  <a:lnTo>
                    <a:pt x="697" y="1143"/>
                  </a:lnTo>
                  <a:lnTo>
                    <a:pt x="697" y="1159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15" name="Freeform 59"/>
            <p:cNvSpPr>
              <a:spLocks/>
            </p:cNvSpPr>
            <p:nvPr/>
          </p:nvSpPr>
          <p:spPr bwMode="auto">
            <a:xfrm>
              <a:off x="4752" y="2069"/>
              <a:ext cx="624" cy="703"/>
            </a:xfrm>
            <a:custGeom>
              <a:avLst/>
              <a:gdLst/>
              <a:ahLst/>
              <a:cxnLst>
                <a:cxn ang="0">
                  <a:pos x="8" y="456"/>
                </a:cxn>
                <a:cxn ang="0">
                  <a:pos x="16" y="472"/>
                </a:cxn>
                <a:cxn ang="0">
                  <a:pos x="24" y="496"/>
                </a:cxn>
                <a:cxn ang="0">
                  <a:pos x="32" y="512"/>
                </a:cxn>
                <a:cxn ang="0">
                  <a:pos x="48" y="528"/>
                </a:cxn>
                <a:cxn ang="0">
                  <a:pos x="56" y="544"/>
                </a:cxn>
                <a:cxn ang="0">
                  <a:pos x="64" y="560"/>
                </a:cxn>
                <a:cxn ang="0">
                  <a:pos x="72" y="576"/>
                </a:cxn>
                <a:cxn ang="0">
                  <a:pos x="80" y="592"/>
                </a:cxn>
                <a:cxn ang="0">
                  <a:pos x="88" y="608"/>
                </a:cxn>
                <a:cxn ang="0">
                  <a:pos x="104" y="624"/>
                </a:cxn>
                <a:cxn ang="0">
                  <a:pos x="112" y="640"/>
                </a:cxn>
                <a:cxn ang="0">
                  <a:pos x="136" y="656"/>
                </a:cxn>
                <a:cxn ang="0">
                  <a:pos x="144" y="663"/>
                </a:cxn>
                <a:cxn ang="0">
                  <a:pos x="160" y="679"/>
                </a:cxn>
                <a:cxn ang="0">
                  <a:pos x="176" y="687"/>
                </a:cxn>
                <a:cxn ang="0">
                  <a:pos x="192" y="695"/>
                </a:cxn>
                <a:cxn ang="0">
                  <a:pos x="208" y="703"/>
                </a:cxn>
                <a:cxn ang="0">
                  <a:pos x="224" y="703"/>
                </a:cxn>
                <a:cxn ang="0">
                  <a:pos x="240" y="695"/>
                </a:cxn>
                <a:cxn ang="0">
                  <a:pos x="256" y="695"/>
                </a:cxn>
                <a:cxn ang="0">
                  <a:pos x="272" y="687"/>
                </a:cxn>
                <a:cxn ang="0">
                  <a:pos x="288" y="671"/>
                </a:cxn>
                <a:cxn ang="0">
                  <a:pos x="304" y="663"/>
                </a:cxn>
                <a:cxn ang="0">
                  <a:pos x="320" y="648"/>
                </a:cxn>
                <a:cxn ang="0">
                  <a:pos x="336" y="632"/>
                </a:cxn>
                <a:cxn ang="0">
                  <a:pos x="352" y="616"/>
                </a:cxn>
                <a:cxn ang="0">
                  <a:pos x="368" y="592"/>
                </a:cxn>
                <a:cxn ang="0">
                  <a:pos x="368" y="592"/>
                </a:cxn>
                <a:cxn ang="0">
                  <a:pos x="376" y="576"/>
                </a:cxn>
                <a:cxn ang="0">
                  <a:pos x="384" y="560"/>
                </a:cxn>
                <a:cxn ang="0">
                  <a:pos x="400" y="544"/>
                </a:cxn>
                <a:cxn ang="0">
                  <a:pos x="408" y="528"/>
                </a:cxn>
                <a:cxn ang="0">
                  <a:pos x="416" y="504"/>
                </a:cxn>
                <a:cxn ang="0">
                  <a:pos x="424" y="488"/>
                </a:cxn>
                <a:cxn ang="0">
                  <a:pos x="432" y="472"/>
                </a:cxn>
                <a:cxn ang="0">
                  <a:pos x="440" y="448"/>
                </a:cxn>
                <a:cxn ang="0">
                  <a:pos x="456" y="432"/>
                </a:cxn>
                <a:cxn ang="0">
                  <a:pos x="464" y="408"/>
                </a:cxn>
                <a:cxn ang="0">
                  <a:pos x="472" y="384"/>
                </a:cxn>
                <a:cxn ang="0">
                  <a:pos x="480" y="360"/>
                </a:cxn>
                <a:cxn ang="0">
                  <a:pos x="488" y="336"/>
                </a:cxn>
                <a:cxn ang="0">
                  <a:pos x="504" y="320"/>
                </a:cxn>
                <a:cxn ang="0">
                  <a:pos x="512" y="296"/>
                </a:cxn>
                <a:cxn ang="0">
                  <a:pos x="520" y="264"/>
                </a:cxn>
                <a:cxn ang="0">
                  <a:pos x="528" y="240"/>
                </a:cxn>
                <a:cxn ang="0">
                  <a:pos x="536" y="216"/>
                </a:cxn>
                <a:cxn ang="0">
                  <a:pos x="552" y="192"/>
                </a:cxn>
                <a:cxn ang="0">
                  <a:pos x="560" y="168"/>
                </a:cxn>
                <a:cxn ang="0">
                  <a:pos x="568" y="144"/>
                </a:cxn>
                <a:cxn ang="0">
                  <a:pos x="576" y="112"/>
                </a:cxn>
                <a:cxn ang="0">
                  <a:pos x="584" y="88"/>
                </a:cxn>
                <a:cxn ang="0">
                  <a:pos x="600" y="64"/>
                </a:cxn>
                <a:cxn ang="0">
                  <a:pos x="608" y="32"/>
                </a:cxn>
                <a:cxn ang="0">
                  <a:pos x="616" y="8"/>
                </a:cxn>
              </a:cxnLst>
              <a:rect l="0" t="0" r="r" b="b"/>
              <a:pathLst>
                <a:path w="624" h="703">
                  <a:moveTo>
                    <a:pt x="0" y="448"/>
                  </a:moveTo>
                  <a:lnTo>
                    <a:pt x="8" y="456"/>
                  </a:lnTo>
                  <a:lnTo>
                    <a:pt x="8" y="464"/>
                  </a:lnTo>
                  <a:lnTo>
                    <a:pt x="16" y="472"/>
                  </a:lnTo>
                  <a:lnTo>
                    <a:pt x="24" y="488"/>
                  </a:lnTo>
                  <a:lnTo>
                    <a:pt x="24" y="496"/>
                  </a:lnTo>
                  <a:lnTo>
                    <a:pt x="32" y="504"/>
                  </a:lnTo>
                  <a:lnTo>
                    <a:pt x="32" y="512"/>
                  </a:lnTo>
                  <a:lnTo>
                    <a:pt x="40" y="520"/>
                  </a:lnTo>
                  <a:lnTo>
                    <a:pt x="48" y="528"/>
                  </a:lnTo>
                  <a:lnTo>
                    <a:pt x="48" y="536"/>
                  </a:lnTo>
                  <a:lnTo>
                    <a:pt x="56" y="544"/>
                  </a:lnTo>
                  <a:lnTo>
                    <a:pt x="56" y="552"/>
                  </a:lnTo>
                  <a:lnTo>
                    <a:pt x="64" y="560"/>
                  </a:lnTo>
                  <a:lnTo>
                    <a:pt x="64" y="568"/>
                  </a:lnTo>
                  <a:lnTo>
                    <a:pt x="72" y="576"/>
                  </a:lnTo>
                  <a:lnTo>
                    <a:pt x="80" y="584"/>
                  </a:lnTo>
                  <a:lnTo>
                    <a:pt x="80" y="592"/>
                  </a:lnTo>
                  <a:lnTo>
                    <a:pt x="88" y="600"/>
                  </a:lnTo>
                  <a:lnTo>
                    <a:pt x="88" y="608"/>
                  </a:lnTo>
                  <a:lnTo>
                    <a:pt x="96" y="616"/>
                  </a:lnTo>
                  <a:lnTo>
                    <a:pt x="104" y="624"/>
                  </a:lnTo>
                  <a:lnTo>
                    <a:pt x="120" y="640"/>
                  </a:lnTo>
                  <a:lnTo>
                    <a:pt x="112" y="640"/>
                  </a:lnTo>
                  <a:lnTo>
                    <a:pt x="120" y="640"/>
                  </a:lnTo>
                  <a:lnTo>
                    <a:pt x="136" y="656"/>
                  </a:lnTo>
                  <a:lnTo>
                    <a:pt x="136" y="663"/>
                  </a:lnTo>
                  <a:lnTo>
                    <a:pt x="144" y="663"/>
                  </a:lnTo>
                  <a:lnTo>
                    <a:pt x="152" y="671"/>
                  </a:lnTo>
                  <a:lnTo>
                    <a:pt x="160" y="679"/>
                  </a:lnTo>
                  <a:lnTo>
                    <a:pt x="168" y="687"/>
                  </a:lnTo>
                  <a:lnTo>
                    <a:pt x="176" y="687"/>
                  </a:lnTo>
                  <a:lnTo>
                    <a:pt x="184" y="695"/>
                  </a:lnTo>
                  <a:lnTo>
                    <a:pt x="192" y="695"/>
                  </a:lnTo>
                  <a:lnTo>
                    <a:pt x="200" y="695"/>
                  </a:lnTo>
                  <a:lnTo>
                    <a:pt x="208" y="703"/>
                  </a:lnTo>
                  <a:lnTo>
                    <a:pt x="216" y="703"/>
                  </a:lnTo>
                  <a:lnTo>
                    <a:pt x="224" y="703"/>
                  </a:lnTo>
                  <a:lnTo>
                    <a:pt x="232" y="703"/>
                  </a:lnTo>
                  <a:lnTo>
                    <a:pt x="240" y="695"/>
                  </a:lnTo>
                  <a:lnTo>
                    <a:pt x="248" y="695"/>
                  </a:lnTo>
                  <a:lnTo>
                    <a:pt x="256" y="695"/>
                  </a:lnTo>
                  <a:lnTo>
                    <a:pt x="264" y="687"/>
                  </a:lnTo>
                  <a:lnTo>
                    <a:pt x="272" y="687"/>
                  </a:lnTo>
                  <a:lnTo>
                    <a:pt x="280" y="679"/>
                  </a:lnTo>
                  <a:lnTo>
                    <a:pt x="288" y="671"/>
                  </a:lnTo>
                  <a:lnTo>
                    <a:pt x="296" y="671"/>
                  </a:lnTo>
                  <a:lnTo>
                    <a:pt x="304" y="663"/>
                  </a:lnTo>
                  <a:lnTo>
                    <a:pt x="312" y="656"/>
                  </a:lnTo>
                  <a:lnTo>
                    <a:pt x="320" y="648"/>
                  </a:lnTo>
                  <a:lnTo>
                    <a:pt x="328" y="640"/>
                  </a:lnTo>
                  <a:lnTo>
                    <a:pt x="336" y="632"/>
                  </a:lnTo>
                  <a:lnTo>
                    <a:pt x="344" y="624"/>
                  </a:lnTo>
                  <a:lnTo>
                    <a:pt x="352" y="616"/>
                  </a:lnTo>
                  <a:lnTo>
                    <a:pt x="352" y="608"/>
                  </a:lnTo>
                  <a:lnTo>
                    <a:pt x="368" y="592"/>
                  </a:lnTo>
                  <a:lnTo>
                    <a:pt x="360" y="592"/>
                  </a:lnTo>
                  <a:lnTo>
                    <a:pt x="368" y="592"/>
                  </a:lnTo>
                  <a:lnTo>
                    <a:pt x="376" y="584"/>
                  </a:lnTo>
                  <a:lnTo>
                    <a:pt x="376" y="576"/>
                  </a:lnTo>
                  <a:lnTo>
                    <a:pt x="384" y="568"/>
                  </a:lnTo>
                  <a:lnTo>
                    <a:pt x="384" y="560"/>
                  </a:lnTo>
                  <a:lnTo>
                    <a:pt x="392" y="552"/>
                  </a:lnTo>
                  <a:lnTo>
                    <a:pt x="400" y="544"/>
                  </a:lnTo>
                  <a:lnTo>
                    <a:pt x="400" y="536"/>
                  </a:lnTo>
                  <a:lnTo>
                    <a:pt x="408" y="528"/>
                  </a:lnTo>
                  <a:lnTo>
                    <a:pt x="408" y="512"/>
                  </a:lnTo>
                  <a:lnTo>
                    <a:pt x="416" y="504"/>
                  </a:lnTo>
                  <a:lnTo>
                    <a:pt x="424" y="496"/>
                  </a:lnTo>
                  <a:lnTo>
                    <a:pt x="424" y="488"/>
                  </a:lnTo>
                  <a:lnTo>
                    <a:pt x="432" y="480"/>
                  </a:lnTo>
                  <a:lnTo>
                    <a:pt x="432" y="472"/>
                  </a:lnTo>
                  <a:lnTo>
                    <a:pt x="440" y="456"/>
                  </a:lnTo>
                  <a:lnTo>
                    <a:pt x="440" y="448"/>
                  </a:lnTo>
                  <a:lnTo>
                    <a:pt x="448" y="440"/>
                  </a:lnTo>
                  <a:lnTo>
                    <a:pt x="456" y="432"/>
                  </a:lnTo>
                  <a:lnTo>
                    <a:pt x="456" y="416"/>
                  </a:lnTo>
                  <a:lnTo>
                    <a:pt x="464" y="408"/>
                  </a:lnTo>
                  <a:lnTo>
                    <a:pt x="464" y="392"/>
                  </a:lnTo>
                  <a:lnTo>
                    <a:pt x="472" y="384"/>
                  </a:lnTo>
                  <a:lnTo>
                    <a:pt x="480" y="376"/>
                  </a:lnTo>
                  <a:lnTo>
                    <a:pt x="480" y="360"/>
                  </a:lnTo>
                  <a:lnTo>
                    <a:pt x="488" y="352"/>
                  </a:lnTo>
                  <a:lnTo>
                    <a:pt x="488" y="336"/>
                  </a:lnTo>
                  <a:lnTo>
                    <a:pt x="496" y="328"/>
                  </a:lnTo>
                  <a:lnTo>
                    <a:pt x="504" y="320"/>
                  </a:lnTo>
                  <a:lnTo>
                    <a:pt x="504" y="304"/>
                  </a:lnTo>
                  <a:lnTo>
                    <a:pt x="512" y="296"/>
                  </a:lnTo>
                  <a:lnTo>
                    <a:pt x="512" y="280"/>
                  </a:lnTo>
                  <a:lnTo>
                    <a:pt x="520" y="264"/>
                  </a:lnTo>
                  <a:lnTo>
                    <a:pt x="528" y="256"/>
                  </a:lnTo>
                  <a:lnTo>
                    <a:pt x="528" y="240"/>
                  </a:lnTo>
                  <a:lnTo>
                    <a:pt x="536" y="232"/>
                  </a:lnTo>
                  <a:lnTo>
                    <a:pt x="536" y="216"/>
                  </a:lnTo>
                  <a:lnTo>
                    <a:pt x="544" y="208"/>
                  </a:lnTo>
                  <a:lnTo>
                    <a:pt x="552" y="192"/>
                  </a:lnTo>
                  <a:lnTo>
                    <a:pt x="552" y="176"/>
                  </a:lnTo>
                  <a:lnTo>
                    <a:pt x="560" y="168"/>
                  </a:lnTo>
                  <a:lnTo>
                    <a:pt x="560" y="152"/>
                  </a:lnTo>
                  <a:lnTo>
                    <a:pt x="568" y="144"/>
                  </a:lnTo>
                  <a:lnTo>
                    <a:pt x="576" y="128"/>
                  </a:lnTo>
                  <a:lnTo>
                    <a:pt x="576" y="112"/>
                  </a:lnTo>
                  <a:lnTo>
                    <a:pt x="584" y="104"/>
                  </a:lnTo>
                  <a:lnTo>
                    <a:pt x="584" y="88"/>
                  </a:lnTo>
                  <a:lnTo>
                    <a:pt x="592" y="72"/>
                  </a:lnTo>
                  <a:lnTo>
                    <a:pt x="600" y="64"/>
                  </a:lnTo>
                  <a:lnTo>
                    <a:pt x="600" y="48"/>
                  </a:lnTo>
                  <a:lnTo>
                    <a:pt x="608" y="32"/>
                  </a:lnTo>
                  <a:lnTo>
                    <a:pt x="608" y="24"/>
                  </a:lnTo>
                  <a:lnTo>
                    <a:pt x="616" y="8"/>
                  </a:lnTo>
                  <a:lnTo>
                    <a:pt x="624" y="0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19516" name="Group 60"/>
          <p:cNvGrpSpPr>
            <a:grpSpLocks/>
          </p:cNvGrpSpPr>
          <p:nvPr/>
        </p:nvGrpSpPr>
        <p:grpSpPr bwMode="auto">
          <a:xfrm>
            <a:off x="2255838" y="3852864"/>
            <a:ext cx="2305050" cy="1081087"/>
            <a:chOff x="597" y="654"/>
            <a:chExt cx="4764" cy="2822"/>
          </a:xfrm>
        </p:grpSpPr>
        <p:sp>
          <p:nvSpPr>
            <p:cNvPr id="19517" name="Freeform 61"/>
            <p:cNvSpPr>
              <a:spLocks/>
            </p:cNvSpPr>
            <p:nvPr/>
          </p:nvSpPr>
          <p:spPr bwMode="auto">
            <a:xfrm>
              <a:off x="597" y="654"/>
              <a:ext cx="616" cy="2822"/>
            </a:xfrm>
            <a:custGeom>
              <a:avLst/>
              <a:gdLst/>
              <a:ahLst/>
              <a:cxnLst>
                <a:cxn ang="0">
                  <a:pos x="8" y="1175"/>
                </a:cxn>
                <a:cxn ang="0">
                  <a:pos x="24" y="943"/>
                </a:cxn>
                <a:cxn ang="0">
                  <a:pos x="40" y="728"/>
                </a:cxn>
                <a:cxn ang="0">
                  <a:pos x="56" y="528"/>
                </a:cxn>
                <a:cxn ang="0">
                  <a:pos x="64" y="352"/>
                </a:cxn>
                <a:cxn ang="0">
                  <a:pos x="80" y="216"/>
                </a:cxn>
                <a:cxn ang="0">
                  <a:pos x="96" y="104"/>
                </a:cxn>
                <a:cxn ang="0">
                  <a:pos x="112" y="32"/>
                </a:cxn>
                <a:cxn ang="0">
                  <a:pos x="128" y="0"/>
                </a:cxn>
                <a:cxn ang="0">
                  <a:pos x="144" y="24"/>
                </a:cxn>
                <a:cxn ang="0">
                  <a:pos x="160" y="88"/>
                </a:cxn>
                <a:cxn ang="0">
                  <a:pos x="176" y="192"/>
                </a:cxn>
                <a:cxn ang="0">
                  <a:pos x="184" y="328"/>
                </a:cxn>
                <a:cxn ang="0">
                  <a:pos x="200" y="496"/>
                </a:cxn>
                <a:cxn ang="0">
                  <a:pos x="216" y="688"/>
                </a:cxn>
                <a:cxn ang="0">
                  <a:pos x="232" y="904"/>
                </a:cxn>
                <a:cxn ang="0">
                  <a:pos x="240" y="1127"/>
                </a:cxn>
                <a:cxn ang="0">
                  <a:pos x="256" y="1367"/>
                </a:cxn>
                <a:cxn ang="0">
                  <a:pos x="272" y="1607"/>
                </a:cxn>
                <a:cxn ang="0">
                  <a:pos x="288" y="1839"/>
                </a:cxn>
                <a:cxn ang="0">
                  <a:pos x="304" y="2063"/>
                </a:cxn>
                <a:cxn ang="0">
                  <a:pos x="312" y="2262"/>
                </a:cxn>
                <a:cxn ang="0">
                  <a:pos x="328" y="2438"/>
                </a:cxn>
                <a:cxn ang="0">
                  <a:pos x="344" y="2590"/>
                </a:cxn>
                <a:cxn ang="0">
                  <a:pos x="360" y="2702"/>
                </a:cxn>
                <a:cxn ang="0">
                  <a:pos x="376" y="2774"/>
                </a:cxn>
                <a:cxn ang="0">
                  <a:pos x="384" y="2814"/>
                </a:cxn>
                <a:cxn ang="0">
                  <a:pos x="408" y="2806"/>
                </a:cxn>
                <a:cxn ang="0">
                  <a:pos x="416" y="2750"/>
                </a:cxn>
                <a:cxn ang="0">
                  <a:pos x="432" y="2654"/>
                </a:cxn>
                <a:cxn ang="0">
                  <a:pos x="448" y="2526"/>
                </a:cxn>
                <a:cxn ang="0">
                  <a:pos x="464" y="2366"/>
                </a:cxn>
                <a:cxn ang="0">
                  <a:pos x="480" y="2174"/>
                </a:cxn>
                <a:cxn ang="0">
                  <a:pos x="488" y="1959"/>
                </a:cxn>
                <a:cxn ang="0">
                  <a:pos x="504" y="1735"/>
                </a:cxn>
                <a:cxn ang="0">
                  <a:pos x="520" y="1503"/>
                </a:cxn>
                <a:cxn ang="0">
                  <a:pos x="536" y="1263"/>
                </a:cxn>
                <a:cxn ang="0">
                  <a:pos x="552" y="1023"/>
                </a:cxn>
                <a:cxn ang="0">
                  <a:pos x="560" y="800"/>
                </a:cxn>
                <a:cxn ang="0">
                  <a:pos x="576" y="600"/>
                </a:cxn>
                <a:cxn ang="0">
                  <a:pos x="592" y="416"/>
                </a:cxn>
                <a:cxn ang="0">
                  <a:pos x="608" y="264"/>
                </a:cxn>
              </a:cxnLst>
              <a:rect l="0" t="0" r="r" b="b"/>
              <a:pathLst>
                <a:path w="616" h="2822">
                  <a:moveTo>
                    <a:pt x="0" y="1335"/>
                  </a:moveTo>
                  <a:lnTo>
                    <a:pt x="8" y="1255"/>
                  </a:lnTo>
                  <a:lnTo>
                    <a:pt x="8" y="1175"/>
                  </a:lnTo>
                  <a:lnTo>
                    <a:pt x="16" y="1095"/>
                  </a:lnTo>
                  <a:lnTo>
                    <a:pt x="16" y="1015"/>
                  </a:lnTo>
                  <a:lnTo>
                    <a:pt x="24" y="943"/>
                  </a:lnTo>
                  <a:lnTo>
                    <a:pt x="32" y="872"/>
                  </a:lnTo>
                  <a:lnTo>
                    <a:pt x="32" y="792"/>
                  </a:lnTo>
                  <a:lnTo>
                    <a:pt x="40" y="728"/>
                  </a:lnTo>
                  <a:lnTo>
                    <a:pt x="40" y="656"/>
                  </a:lnTo>
                  <a:lnTo>
                    <a:pt x="48" y="592"/>
                  </a:lnTo>
                  <a:lnTo>
                    <a:pt x="56" y="528"/>
                  </a:lnTo>
                  <a:lnTo>
                    <a:pt x="56" y="464"/>
                  </a:lnTo>
                  <a:lnTo>
                    <a:pt x="64" y="408"/>
                  </a:lnTo>
                  <a:lnTo>
                    <a:pt x="64" y="352"/>
                  </a:lnTo>
                  <a:lnTo>
                    <a:pt x="72" y="304"/>
                  </a:lnTo>
                  <a:lnTo>
                    <a:pt x="80" y="256"/>
                  </a:lnTo>
                  <a:lnTo>
                    <a:pt x="80" y="216"/>
                  </a:lnTo>
                  <a:lnTo>
                    <a:pt x="88" y="176"/>
                  </a:lnTo>
                  <a:lnTo>
                    <a:pt x="88" y="136"/>
                  </a:lnTo>
                  <a:lnTo>
                    <a:pt x="96" y="104"/>
                  </a:lnTo>
                  <a:lnTo>
                    <a:pt x="104" y="80"/>
                  </a:lnTo>
                  <a:lnTo>
                    <a:pt x="104" y="56"/>
                  </a:lnTo>
                  <a:lnTo>
                    <a:pt x="112" y="32"/>
                  </a:lnTo>
                  <a:lnTo>
                    <a:pt x="112" y="16"/>
                  </a:lnTo>
                  <a:lnTo>
                    <a:pt x="120" y="8"/>
                  </a:lnTo>
                  <a:lnTo>
                    <a:pt x="128" y="0"/>
                  </a:lnTo>
                  <a:lnTo>
                    <a:pt x="136" y="8"/>
                  </a:lnTo>
                  <a:lnTo>
                    <a:pt x="136" y="16"/>
                  </a:lnTo>
                  <a:lnTo>
                    <a:pt x="144" y="24"/>
                  </a:lnTo>
                  <a:lnTo>
                    <a:pt x="152" y="40"/>
                  </a:lnTo>
                  <a:lnTo>
                    <a:pt x="152" y="64"/>
                  </a:lnTo>
                  <a:lnTo>
                    <a:pt x="160" y="88"/>
                  </a:lnTo>
                  <a:lnTo>
                    <a:pt x="160" y="120"/>
                  </a:lnTo>
                  <a:lnTo>
                    <a:pt x="168" y="152"/>
                  </a:lnTo>
                  <a:lnTo>
                    <a:pt x="176" y="192"/>
                  </a:lnTo>
                  <a:lnTo>
                    <a:pt x="176" y="232"/>
                  </a:lnTo>
                  <a:lnTo>
                    <a:pt x="184" y="280"/>
                  </a:lnTo>
                  <a:lnTo>
                    <a:pt x="184" y="328"/>
                  </a:lnTo>
                  <a:lnTo>
                    <a:pt x="192" y="376"/>
                  </a:lnTo>
                  <a:lnTo>
                    <a:pt x="192" y="432"/>
                  </a:lnTo>
                  <a:lnTo>
                    <a:pt x="200" y="496"/>
                  </a:lnTo>
                  <a:lnTo>
                    <a:pt x="208" y="552"/>
                  </a:lnTo>
                  <a:lnTo>
                    <a:pt x="208" y="616"/>
                  </a:lnTo>
                  <a:lnTo>
                    <a:pt x="216" y="688"/>
                  </a:lnTo>
                  <a:lnTo>
                    <a:pt x="216" y="760"/>
                  </a:lnTo>
                  <a:lnTo>
                    <a:pt x="224" y="824"/>
                  </a:lnTo>
                  <a:lnTo>
                    <a:pt x="232" y="904"/>
                  </a:lnTo>
                  <a:lnTo>
                    <a:pt x="232" y="975"/>
                  </a:lnTo>
                  <a:lnTo>
                    <a:pt x="240" y="1055"/>
                  </a:lnTo>
                  <a:lnTo>
                    <a:pt x="240" y="1127"/>
                  </a:lnTo>
                  <a:lnTo>
                    <a:pt x="248" y="1207"/>
                  </a:lnTo>
                  <a:lnTo>
                    <a:pt x="256" y="1287"/>
                  </a:lnTo>
                  <a:lnTo>
                    <a:pt x="256" y="1367"/>
                  </a:lnTo>
                  <a:lnTo>
                    <a:pt x="264" y="1447"/>
                  </a:lnTo>
                  <a:lnTo>
                    <a:pt x="264" y="1527"/>
                  </a:lnTo>
                  <a:lnTo>
                    <a:pt x="272" y="1607"/>
                  </a:lnTo>
                  <a:lnTo>
                    <a:pt x="280" y="1687"/>
                  </a:lnTo>
                  <a:lnTo>
                    <a:pt x="280" y="1759"/>
                  </a:lnTo>
                  <a:lnTo>
                    <a:pt x="288" y="1839"/>
                  </a:lnTo>
                  <a:lnTo>
                    <a:pt x="288" y="1911"/>
                  </a:lnTo>
                  <a:lnTo>
                    <a:pt x="296" y="1991"/>
                  </a:lnTo>
                  <a:lnTo>
                    <a:pt x="304" y="2063"/>
                  </a:lnTo>
                  <a:lnTo>
                    <a:pt x="304" y="2126"/>
                  </a:lnTo>
                  <a:lnTo>
                    <a:pt x="312" y="2198"/>
                  </a:lnTo>
                  <a:lnTo>
                    <a:pt x="312" y="2262"/>
                  </a:lnTo>
                  <a:lnTo>
                    <a:pt x="320" y="2326"/>
                  </a:lnTo>
                  <a:lnTo>
                    <a:pt x="328" y="2382"/>
                  </a:lnTo>
                  <a:lnTo>
                    <a:pt x="328" y="2438"/>
                  </a:lnTo>
                  <a:lnTo>
                    <a:pt x="336" y="2494"/>
                  </a:lnTo>
                  <a:lnTo>
                    <a:pt x="336" y="2542"/>
                  </a:lnTo>
                  <a:lnTo>
                    <a:pt x="344" y="2590"/>
                  </a:lnTo>
                  <a:lnTo>
                    <a:pt x="352" y="2630"/>
                  </a:lnTo>
                  <a:lnTo>
                    <a:pt x="352" y="2670"/>
                  </a:lnTo>
                  <a:lnTo>
                    <a:pt x="360" y="2702"/>
                  </a:lnTo>
                  <a:lnTo>
                    <a:pt x="360" y="2734"/>
                  </a:lnTo>
                  <a:lnTo>
                    <a:pt x="368" y="2758"/>
                  </a:lnTo>
                  <a:lnTo>
                    <a:pt x="376" y="2774"/>
                  </a:lnTo>
                  <a:lnTo>
                    <a:pt x="376" y="2798"/>
                  </a:lnTo>
                  <a:lnTo>
                    <a:pt x="384" y="2806"/>
                  </a:lnTo>
                  <a:lnTo>
                    <a:pt x="384" y="2814"/>
                  </a:lnTo>
                  <a:lnTo>
                    <a:pt x="392" y="2822"/>
                  </a:lnTo>
                  <a:lnTo>
                    <a:pt x="400" y="2814"/>
                  </a:lnTo>
                  <a:lnTo>
                    <a:pt x="408" y="2806"/>
                  </a:lnTo>
                  <a:lnTo>
                    <a:pt x="408" y="2790"/>
                  </a:lnTo>
                  <a:lnTo>
                    <a:pt x="416" y="2774"/>
                  </a:lnTo>
                  <a:lnTo>
                    <a:pt x="416" y="2750"/>
                  </a:lnTo>
                  <a:lnTo>
                    <a:pt x="424" y="2718"/>
                  </a:lnTo>
                  <a:lnTo>
                    <a:pt x="432" y="2686"/>
                  </a:lnTo>
                  <a:lnTo>
                    <a:pt x="432" y="2654"/>
                  </a:lnTo>
                  <a:lnTo>
                    <a:pt x="440" y="2614"/>
                  </a:lnTo>
                  <a:lnTo>
                    <a:pt x="440" y="2574"/>
                  </a:lnTo>
                  <a:lnTo>
                    <a:pt x="448" y="2526"/>
                  </a:lnTo>
                  <a:lnTo>
                    <a:pt x="456" y="2470"/>
                  </a:lnTo>
                  <a:lnTo>
                    <a:pt x="456" y="2422"/>
                  </a:lnTo>
                  <a:lnTo>
                    <a:pt x="464" y="2366"/>
                  </a:lnTo>
                  <a:lnTo>
                    <a:pt x="464" y="2302"/>
                  </a:lnTo>
                  <a:lnTo>
                    <a:pt x="472" y="2238"/>
                  </a:lnTo>
                  <a:lnTo>
                    <a:pt x="480" y="2174"/>
                  </a:lnTo>
                  <a:lnTo>
                    <a:pt x="480" y="2102"/>
                  </a:lnTo>
                  <a:lnTo>
                    <a:pt x="488" y="2039"/>
                  </a:lnTo>
                  <a:lnTo>
                    <a:pt x="488" y="1959"/>
                  </a:lnTo>
                  <a:lnTo>
                    <a:pt x="496" y="1887"/>
                  </a:lnTo>
                  <a:lnTo>
                    <a:pt x="504" y="1815"/>
                  </a:lnTo>
                  <a:lnTo>
                    <a:pt x="504" y="1735"/>
                  </a:lnTo>
                  <a:lnTo>
                    <a:pt x="512" y="1655"/>
                  </a:lnTo>
                  <a:lnTo>
                    <a:pt x="512" y="1575"/>
                  </a:lnTo>
                  <a:lnTo>
                    <a:pt x="520" y="1503"/>
                  </a:lnTo>
                  <a:lnTo>
                    <a:pt x="528" y="1423"/>
                  </a:lnTo>
                  <a:lnTo>
                    <a:pt x="528" y="1343"/>
                  </a:lnTo>
                  <a:lnTo>
                    <a:pt x="536" y="1263"/>
                  </a:lnTo>
                  <a:lnTo>
                    <a:pt x="536" y="1183"/>
                  </a:lnTo>
                  <a:lnTo>
                    <a:pt x="544" y="1103"/>
                  </a:lnTo>
                  <a:lnTo>
                    <a:pt x="552" y="1023"/>
                  </a:lnTo>
                  <a:lnTo>
                    <a:pt x="552" y="951"/>
                  </a:lnTo>
                  <a:lnTo>
                    <a:pt x="560" y="880"/>
                  </a:lnTo>
                  <a:lnTo>
                    <a:pt x="560" y="800"/>
                  </a:lnTo>
                  <a:lnTo>
                    <a:pt x="568" y="736"/>
                  </a:lnTo>
                  <a:lnTo>
                    <a:pt x="568" y="664"/>
                  </a:lnTo>
                  <a:lnTo>
                    <a:pt x="576" y="600"/>
                  </a:lnTo>
                  <a:lnTo>
                    <a:pt x="584" y="536"/>
                  </a:lnTo>
                  <a:lnTo>
                    <a:pt x="584" y="472"/>
                  </a:lnTo>
                  <a:lnTo>
                    <a:pt x="592" y="416"/>
                  </a:lnTo>
                  <a:lnTo>
                    <a:pt x="592" y="360"/>
                  </a:lnTo>
                  <a:lnTo>
                    <a:pt x="600" y="312"/>
                  </a:lnTo>
                  <a:lnTo>
                    <a:pt x="608" y="264"/>
                  </a:lnTo>
                  <a:lnTo>
                    <a:pt x="608" y="216"/>
                  </a:lnTo>
                  <a:lnTo>
                    <a:pt x="616" y="176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18" name="Freeform 62"/>
            <p:cNvSpPr>
              <a:spLocks/>
            </p:cNvSpPr>
            <p:nvPr/>
          </p:nvSpPr>
          <p:spPr bwMode="auto">
            <a:xfrm>
              <a:off x="1213" y="654"/>
              <a:ext cx="625" cy="2822"/>
            </a:xfrm>
            <a:custGeom>
              <a:avLst/>
              <a:gdLst/>
              <a:ahLst/>
              <a:cxnLst>
                <a:cxn ang="0">
                  <a:pos x="8" y="104"/>
                </a:cxn>
                <a:cxn ang="0">
                  <a:pos x="24" y="32"/>
                </a:cxn>
                <a:cxn ang="0">
                  <a:pos x="40" y="0"/>
                </a:cxn>
                <a:cxn ang="0">
                  <a:pos x="56" y="24"/>
                </a:cxn>
                <a:cxn ang="0">
                  <a:pos x="72" y="88"/>
                </a:cxn>
                <a:cxn ang="0">
                  <a:pos x="88" y="184"/>
                </a:cxn>
                <a:cxn ang="0">
                  <a:pos x="96" y="320"/>
                </a:cxn>
                <a:cxn ang="0">
                  <a:pos x="112" y="488"/>
                </a:cxn>
                <a:cxn ang="0">
                  <a:pos x="129" y="680"/>
                </a:cxn>
                <a:cxn ang="0">
                  <a:pos x="145" y="896"/>
                </a:cxn>
                <a:cxn ang="0">
                  <a:pos x="153" y="1119"/>
                </a:cxn>
                <a:cxn ang="0">
                  <a:pos x="169" y="1359"/>
                </a:cxn>
                <a:cxn ang="0">
                  <a:pos x="185" y="1599"/>
                </a:cxn>
                <a:cxn ang="0">
                  <a:pos x="201" y="1831"/>
                </a:cxn>
                <a:cxn ang="0">
                  <a:pos x="217" y="2055"/>
                </a:cxn>
                <a:cxn ang="0">
                  <a:pos x="225" y="2254"/>
                </a:cxn>
                <a:cxn ang="0">
                  <a:pos x="241" y="2430"/>
                </a:cxn>
                <a:cxn ang="0">
                  <a:pos x="257" y="2582"/>
                </a:cxn>
                <a:cxn ang="0">
                  <a:pos x="273" y="2694"/>
                </a:cxn>
                <a:cxn ang="0">
                  <a:pos x="289" y="2774"/>
                </a:cxn>
                <a:cxn ang="0">
                  <a:pos x="297" y="2814"/>
                </a:cxn>
                <a:cxn ang="0">
                  <a:pos x="321" y="2806"/>
                </a:cxn>
                <a:cxn ang="0">
                  <a:pos x="337" y="2750"/>
                </a:cxn>
                <a:cxn ang="0">
                  <a:pos x="345" y="2662"/>
                </a:cxn>
                <a:cxn ang="0">
                  <a:pos x="361" y="2526"/>
                </a:cxn>
                <a:cxn ang="0">
                  <a:pos x="377" y="2366"/>
                </a:cxn>
                <a:cxn ang="0">
                  <a:pos x="393" y="2182"/>
                </a:cxn>
                <a:cxn ang="0">
                  <a:pos x="401" y="1967"/>
                </a:cxn>
                <a:cxn ang="0">
                  <a:pos x="417" y="1743"/>
                </a:cxn>
                <a:cxn ang="0">
                  <a:pos x="433" y="1511"/>
                </a:cxn>
                <a:cxn ang="0">
                  <a:pos x="449" y="1271"/>
                </a:cxn>
                <a:cxn ang="0">
                  <a:pos x="465" y="1031"/>
                </a:cxn>
                <a:cxn ang="0">
                  <a:pos x="473" y="808"/>
                </a:cxn>
                <a:cxn ang="0">
                  <a:pos x="489" y="608"/>
                </a:cxn>
                <a:cxn ang="0">
                  <a:pos x="505" y="424"/>
                </a:cxn>
                <a:cxn ang="0">
                  <a:pos x="521" y="264"/>
                </a:cxn>
                <a:cxn ang="0">
                  <a:pos x="529" y="144"/>
                </a:cxn>
                <a:cxn ang="0">
                  <a:pos x="545" y="56"/>
                </a:cxn>
                <a:cxn ang="0">
                  <a:pos x="561" y="8"/>
                </a:cxn>
                <a:cxn ang="0">
                  <a:pos x="585" y="24"/>
                </a:cxn>
                <a:cxn ang="0">
                  <a:pos x="601" y="80"/>
                </a:cxn>
                <a:cxn ang="0">
                  <a:pos x="617" y="184"/>
                </a:cxn>
              </a:cxnLst>
              <a:rect l="0" t="0" r="r" b="b"/>
              <a:pathLst>
                <a:path w="625" h="2822">
                  <a:moveTo>
                    <a:pt x="0" y="176"/>
                  </a:moveTo>
                  <a:lnTo>
                    <a:pt x="0" y="136"/>
                  </a:lnTo>
                  <a:lnTo>
                    <a:pt x="8" y="104"/>
                  </a:lnTo>
                  <a:lnTo>
                    <a:pt x="16" y="80"/>
                  </a:lnTo>
                  <a:lnTo>
                    <a:pt x="16" y="56"/>
                  </a:lnTo>
                  <a:lnTo>
                    <a:pt x="24" y="32"/>
                  </a:lnTo>
                  <a:lnTo>
                    <a:pt x="24" y="24"/>
                  </a:lnTo>
                  <a:lnTo>
                    <a:pt x="32" y="8"/>
                  </a:lnTo>
                  <a:lnTo>
                    <a:pt x="40" y="0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64" y="40"/>
                  </a:lnTo>
                  <a:lnTo>
                    <a:pt x="64" y="64"/>
                  </a:lnTo>
                  <a:lnTo>
                    <a:pt x="72" y="88"/>
                  </a:lnTo>
                  <a:lnTo>
                    <a:pt x="72" y="112"/>
                  </a:lnTo>
                  <a:lnTo>
                    <a:pt x="80" y="144"/>
                  </a:lnTo>
                  <a:lnTo>
                    <a:pt x="88" y="184"/>
                  </a:lnTo>
                  <a:lnTo>
                    <a:pt x="88" y="224"/>
                  </a:lnTo>
                  <a:lnTo>
                    <a:pt x="96" y="272"/>
                  </a:lnTo>
                  <a:lnTo>
                    <a:pt x="96" y="320"/>
                  </a:lnTo>
                  <a:lnTo>
                    <a:pt x="104" y="376"/>
                  </a:lnTo>
                  <a:lnTo>
                    <a:pt x="112" y="424"/>
                  </a:lnTo>
                  <a:lnTo>
                    <a:pt x="112" y="488"/>
                  </a:lnTo>
                  <a:lnTo>
                    <a:pt x="121" y="544"/>
                  </a:lnTo>
                  <a:lnTo>
                    <a:pt x="121" y="616"/>
                  </a:lnTo>
                  <a:lnTo>
                    <a:pt x="129" y="680"/>
                  </a:lnTo>
                  <a:lnTo>
                    <a:pt x="137" y="752"/>
                  </a:lnTo>
                  <a:lnTo>
                    <a:pt x="137" y="816"/>
                  </a:lnTo>
                  <a:lnTo>
                    <a:pt x="145" y="896"/>
                  </a:lnTo>
                  <a:lnTo>
                    <a:pt x="145" y="967"/>
                  </a:lnTo>
                  <a:lnTo>
                    <a:pt x="153" y="1047"/>
                  </a:lnTo>
                  <a:lnTo>
                    <a:pt x="153" y="1119"/>
                  </a:lnTo>
                  <a:lnTo>
                    <a:pt x="161" y="1199"/>
                  </a:lnTo>
                  <a:lnTo>
                    <a:pt x="169" y="1279"/>
                  </a:lnTo>
                  <a:lnTo>
                    <a:pt x="169" y="1359"/>
                  </a:lnTo>
                  <a:lnTo>
                    <a:pt x="177" y="1439"/>
                  </a:lnTo>
                  <a:lnTo>
                    <a:pt x="177" y="1519"/>
                  </a:lnTo>
                  <a:lnTo>
                    <a:pt x="185" y="1599"/>
                  </a:lnTo>
                  <a:lnTo>
                    <a:pt x="193" y="1679"/>
                  </a:lnTo>
                  <a:lnTo>
                    <a:pt x="193" y="1751"/>
                  </a:lnTo>
                  <a:lnTo>
                    <a:pt x="201" y="1831"/>
                  </a:lnTo>
                  <a:lnTo>
                    <a:pt x="201" y="1903"/>
                  </a:lnTo>
                  <a:lnTo>
                    <a:pt x="209" y="1983"/>
                  </a:lnTo>
                  <a:lnTo>
                    <a:pt x="217" y="2055"/>
                  </a:lnTo>
                  <a:lnTo>
                    <a:pt x="217" y="2118"/>
                  </a:lnTo>
                  <a:lnTo>
                    <a:pt x="225" y="2190"/>
                  </a:lnTo>
                  <a:lnTo>
                    <a:pt x="225" y="2254"/>
                  </a:lnTo>
                  <a:lnTo>
                    <a:pt x="233" y="2318"/>
                  </a:lnTo>
                  <a:lnTo>
                    <a:pt x="241" y="2374"/>
                  </a:lnTo>
                  <a:lnTo>
                    <a:pt x="241" y="2430"/>
                  </a:lnTo>
                  <a:lnTo>
                    <a:pt x="249" y="2486"/>
                  </a:lnTo>
                  <a:lnTo>
                    <a:pt x="249" y="2534"/>
                  </a:lnTo>
                  <a:lnTo>
                    <a:pt x="257" y="2582"/>
                  </a:lnTo>
                  <a:lnTo>
                    <a:pt x="265" y="2622"/>
                  </a:lnTo>
                  <a:lnTo>
                    <a:pt x="265" y="2662"/>
                  </a:lnTo>
                  <a:lnTo>
                    <a:pt x="273" y="2694"/>
                  </a:lnTo>
                  <a:lnTo>
                    <a:pt x="273" y="2726"/>
                  </a:lnTo>
                  <a:lnTo>
                    <a:pt x="281" y="2750"/>
                  </a:lnTo>
                  <a:lnTo>
                    <a:pt x="289" y="2774"/>
                  </a:lnTo>
                  <a:lnTo>
                    <a:pt x="289" y="2790"/>
                  </a:lnTo>
                  <a:lnTo>
                    <a:pt x="297" y="2806"/>
                  </a:lnTo>
                  <a:lnTo>
                    <a:pt x="297" y="2814"/>
                  </a:lnTo>
                  <a:lnTo>
                    <a:pt x="305" y="2822"/>
                  </a:lnTo>
                  <a:lnTo>
                    <a:pt x="313" y="2814"/>
                  </a:lnTo>
                  <a:lnTo>
                    <a:pt x="321" y="2806"/>
                  </a:lnTo>
                  <a:lnTo>
                    <a:pt x="321" y="2790"/>
                  </a:lnTo>
                  <a:lnTo>
                    <a:pt x="329" y="2774"/>
                  </a:lnTo>
                  <a:lnTo>
                    <a:pt x="337" y="2750"/>
                  </a:lnTo>
                  <a:lnTo>
                    <a:pt x="337" y="2726"/>
                  </a:lnTo>
                  <a:lnTo>
                    <a:pt x="345" y="2694"/>
                  </a:lnTo>
                  <a:lnTo>
                    <a:pt x="345" y="2662"/>
                  </a:lnTo>
                  <a:lnTo>
                    <a:pt x="353" y="2622"/>
                  </a:lnTo>
                  <a:lnTo>
                    <a:pt x="353" y="2574"/>
                  </a:lnTo>
                  <a:lnTo>
                    <a:pt x="361" y="2526"/>
                  </a:lnTo>
                  <a:lnTo>
                    <a:pt x="369" y="2478"/>
                  </a:lnTo>
                  <a:lnTo>
                    <a:pt x="369" y="2422"/>
                  </a:lnTo>
                  <a:lnTo>
                    <a:pt x="377" y="2366"/>
                  </a:lnTo>
                  <a:lnTo>
                    <a:pt x="377" y="2310"/>
                  </a:lnTo>
                  <a:lnTo>
                    <a:pt x="385" y="2246"/>
                  </a:lnTo>
                  <a:lnTo>
                    <a:pt x="393" y="2182"/>
                  </a:lnTo>
                  <a:lnTo>
                    <a:pt x="393" y="2110"/>
                  </a:lnTo>
                  <a:lnTo>
                    <a:pt x="401" y="2047"/>
                  </a:lnTo>
                  <a:lnTo>
                    <a:pt x="401" y="1967"/>
                  </a:lnTo>
                  <a:lnTo>
                    <a:pt x="409" y="1895"/>
                  </a:lnTo>
                  <a:lnTo>
                    <a:pt x="417" y="1823"/>
                  </a:lnTo>
                  <a:lnTo>
                    <a:pt x="417" y="1743"/>
                  </a:lnTo>
                  <a:lnTo>
                    <a:pt x="425" y="1663"/>
                  </a:lnTo>
                  <a:lnTo>
                    <a:pt x="425" y="1591"/>
                  </a:lnTo>
                  <a:lnTo>
                    <a:pt x="433" y="1511"/>
                  </a:lnTo>
                  <a:lnTo>
                    <a:pt x="441" y="1431"/>
                  </a:lnTo>
                  <a:lnTo>
                    <a:pt x="441" y="1351"/>
                  </a:lnTo>
                  <a:lnTo>
                    <a:pt x="449" y="1271"/>
                  </a:lnTo>
                  <a:lnTo>
                    <a:pt x="449" y="1191"/>
                  </a:lnTo>
                  <a:lnTo>
                    <a:pt x="457" y="1111"/>
                  </a:lnTo>
                  <a:lnTo>
                    <a:pt x="465" y="1031"/>
                  </a:lnTo>
                  <a:lnTo>
                    <a:pt x="465" y="959"/>
                  </a:lnTo>
                  <a:lnTo>
                    <a:pt x="473" y="888"/>
                  </a:lnTo>
                  <a:lnTo>
                    <a:pt x="473" y="808"/>
                  </a:lnTo>
                  <a:lnTo>
                    <a:pt x="481" y="744"/>
                  </a:lnTo>
                  <a:lnTo>
                    <a:pt x="489" y="672"/>
                  </a:lnTo>
                  <a:lnTo>
                    <a:pt x="489" y="608"/>
                  </a:lnTo>
                  <a:lnTo>
                    <a:pt x="497" y="544"/>
                  </a:lnTo>
                  <a:lnTo>
                    <a:pt x="497" y="480"/>
                  </a:lnTo>
                  <a:lnTo>
                    <a:pt x="505" y="424"/>
                  </a:lnTo>
                  <a:lnTo>
                    <a:pt x="513" y="368"/>
                  </a:lnTo>
                  <a:lnTo>
                    <a:pt x="513" y="312"/>
                  </a:lnTo>
                  <a:lnTo>
                    <a:pt x="521" y="264"/>
                  </a:lnTo>
                  <a:lnTo>
                    <a:pt x="521" y="224"/>
                  </a:lnTo>
                  <a:lnTo>
                    <a:pt x="529" y="184"/>
                  </a:lnTo>
                  <a:lnTo>
                    <a:pt x="529" y="144"/>
                  </a:lnTo>
                  <a:lnTo>
                    <a:pt x="537" y="112"/>
                  </a:lnTo>
                  <a:lnTo>
                    <a:pt x="545" y="80"/>
                  </a:lnTo>
                  <a:lnTo>
                    <a:pt x="545" y="56"/>
                  </a:lnTo>
                  <a:lnTo>
                    <a:pt x="553" y="40"/>
                  </a:lnTo>
                  <a:lnTo>
                    <a:pt x="553" y="24"/>
                  </a:lnTo>
                  <a:lnTo>
                    <a:pt x="561" y="8"/>
                  </a:lnTo>
                  <a:lnTo>
                    <a:pt x="569" y="0"/>
                  </a:lnTo>
                  <a:lnTo>
                    <a:pt x="577" y="8"/>
                  </a:lnTo>
                  <a:lnTo>
                    <a:pt x="585" y="24"/>
                  </a:lnTo>
                  <a:lnTo>
                    <a:pt x="593" y="40"/>
                  </a:lnTo>
                  <a:lnTo>
                    <a:pt x="593" y="56"/>
                  </a:lnTo>
                  <a:lnTo>
                    <a:pt x="601" y="80"/>
                  </a:lnTo>
                  <a:lnTo>
                    <a:pt x="601" y="112"/>
                  </a:lnTo>
                  <a:lnTo>
                    <a:pt x="609" y="144"/>
                  </a:lnTo>
                  <a:lnTo>
                    <a:pt x="617" y="184"/>
                  </a:lnTo>
                  <a:lnTo>
                    <a:pt x="617" y="224"/>
                  </a:lnTo>
                  <a:lnTo>
                    <a:pt x="625" y="264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19" name="Freeform 63"/>
            <p:cNvSpPr>
              <a:spLocks/>
            </p:cNvSpPr>
            <p:nvPr/>
          </p:nvSpPr>
          <p:spPr bwMode="auto">
            <a:xfrm>
              <a:off x="1838" y="654"/>
              <a:ext cx="617" cy="2822"/>
            </a:xfrm>
            <a:custGeom>
              <a:avLst/>
              <a:gdLst/>
              <a:ahLst/>
              <a:cxnLst>
                <a:cxn ang="0">
                  <a:pos x="8" y="368"/>
                </a:cxn>
                <a:cxn ang="0">
                  <a:pos x="24" y="544"/>
                </a:cxn>
                <a:cxn ang="0">
                  <a:pos x="40" y="744"/>
                </a:cxn>
                <a:cxn ang="0">
                  <a:pos x="48" y="959"/>
                </a:cxn>
                <a:cxn ang="0">
                  <a:pos x="64" y="1191"/>
                </a:cxn>
                <a:cxn ang="0">
                  <a:pos x="80" y="1431"/>
                </a:cxn>
                <a:cxn ang="0">
                  <a:pos x="96" y="1663"/>
                </a:cxn>
                <a:cxn ang="0">
                  <a:pos x="104" y="1895"/>
                </a:cxn>
                <a:cxn ang="0">
                  <a:pos x="120" y="2110"/>
                </a:cxn>
                <a:cxn ang="0">
                  <a:pos x="136" y="2310"/>
                </a:cxn>
                <a:cxn ang="0">
                  <a:pos x="152" y="2478"/>
                </a:cxn>
                <a:cxn ang="0">
                  <a:pos x="168" y="2622"/>
                </a:cxn>
                <a:cxn ang="0">
                  <a:pos x="176" y="2726"/>
                </a:cxn>
                <a:cxn ang="0">
                  <a:pos x="192" y="2790"/>
                </a:cxn>
                <a:cxn ang="0">
                  <a:pos x="208" y="2822"/>
                </a:cxn>
                <a:cxn ang="0">
                  <a:pos x="224" y="2790"/>
                </a:cxn>
                <a:cxn ang="0">
                  <a:pos x="240" y="2726"/>
                </a:cxn>
                <a:cxn ang="0">
                  <a:pos x="256" y="2622"/>
                </a:cxn>
                <a:cxn ang="0">
                  <a:pos x="272" y="2486"/>
                </a:cxn>
                <a:cxn ang="0">
                  <a:pos x="280" y="2318"/>
                </a:cxn>
                <a:cxn ang="0">
                  <a:pos x="296" y="2118"/>
                </a:cxn>
                <a:cxn ang="0">
                  <a:pos x="312" y="1903"/>
                </a:cxn>
                <a:cxn ang="0">
                  <a:pos x="328" y="1679"/>
                </a:cxn>
                <a:cxn ang="0">
                  <a:pos x="344" y="1439"/>
                </a:cxn>
                <a:cxn ang="0">
                  <a:pos x="352" y="1199"/>
                </a:cxn>
                <a:cxn ang="0">
                  <a:pos x="368" y="967"/>
                </a:cxn>
                <a:cxn ang="0">
                  <a:pos x="384" y="752"/>
                </a:cxn>
                <a:cxn ang="0">
                  <a:pos x="400" y="544"/>
                </a:cxn>
                <a:cxn ang="0">
                  <a:pos x="416" y="376"/>
                </a:cxn>
                <a:cxn ang="0">
                  <a:pos x="424" y="224"/>
                </a:cxn>
                <a:cxn ang="0">
                  <a:pos x="440" y="112"/>
                </a:cxn>
                <a:cxn ang="0">
                  <a:pos x="456" y="40"/>
                </a:cxn>
                <a:cxn ang="0">
                  <a:pos x="480" y="0"/>
                </a:cxn>
                <a:cxn ang="0">
                  <a:pos x="488" y="24"/>
                </a:cxn>
                <a:cxn ang="0">
                  <a:pos x="504" y="80"/>
                </a:cxn>
                <a:cxn ang="0">
                  <a:pos x="521" y="176"/>
                </a:cxn>
                <a:cxn ang="0">
                  <a:pos x="529" y="312"/>
                </a:cxn>
                <a:cxn ang="0">
                  <a:pos x="545" y="472"/>
                </a:cxn>
                <a:cxn ang="0">
                  <a:pos x="561" y="664"/>
                </a:cxn>
                <a:cxn ang="0">
                  <a:pos x="577" y="880"/>
                </a:cxn>
                <a:cxn ang="0">
                  <a:pos x="593" y="1103"/>
                </a:cxn>
                <a:cxn ang="0">
                  <a:pos x="601" y="1343"/>
                </a:cxn>
              </a:cxnLst>
              <a:rect l="0" t="0" r="r" b="b"/>
              <a:pathLst>
                <a:path w="617" h="2822">
                  <a:moveTo>
                    <a:pt x="0" y="264"/>
                  </a:moveTo>
                  <a:lnTo>
                    <a:pt x="0" y="312"/>
                  </a:lnTo>
                  <a:lnTo>
                    <a:pt x="8" y="368"/>
                  </a:lnTo>
                  <a:lnTo>
                    <a:pt x="16" y="424"/>
                  </a:lnTo>
                  <a:lnTo>
                    <a:pt x="16" y="480"/>
                  </a:lnTo>
                  <a:lnTo>
                    <a:pt x="24" y="544"/>
                  </a:lnTo>
                  <a:lnTo>
                    <a:pt x="24" y="608"/>
                  </a:lnTo>
                  <a:lnTo>
                    <a:pt x="32" y="672"/>
                  </a:lnTo>
                  <a:lnTo>
                    <a:pt x="40" y="744"/>
                  </a:lnTo>
                  <a:lnTo>
                    <a:pt x="40" y="808"/>
                  </a:lnTo>
                  <a:lnTo>
                    <a:pt x="48" y="888"/>
                  </a:lnTo>
                  <a:lnTo>
                    <a:pt x="48" y="959"/>
                  </a:lnTo>
                  <a:lnTo>
                    <a:pt x="56" y="1031"/>
                  </a:lnTo>
                  <a:lnTo>
                    <a:pt x="64" y="1111"/>
                  </a:lnTo>
                  <a:lnTo>
                    <a:pt x="64" y="1191"/>
                  </a:lnTo>
                  <a:lnTo>
                    <a:pt x="72" y="1271"/>
                  </a:lnTo>
                  <a:lnTo>
                    <a:pt x="72" y="1351"/>
                  </a:lnTo>
                  <a:lnTo>
                    <a:pt x="80" y="1431"/>
                  </a:lnTo>
                  <a:lnTo>
                    <a:pt x="88" y="1511"/>
                  </a:lnTo>
                  <a:lnTo>
                    <a:pt x="88" y="1591"/>
                  </a:lnTo>
                  <a:lnTo>
                    <a:pt x="96" y="1663"/>
                  </a:lnTo>
                  <a:lnTo>
                    <a:pt x="96" y="1743"/>
                  </a:lnTo>
                  <a:lnTo>
                    <a:pt x="104" y="1823"/>
                  </a:lnTo>
                  <a:lnTo>
                    <a:pt x="104" y="1895"/>
                  </a:lnTo>
                  <a:lnTo>
                    <a:pt x="112" y="1967"/>
                  </a:lnTo>
                  <a:lnTo>
                    <a:pt x="120" y="2047"/>
                  </a:lnTo>
                  <a:lnTo>
                    <a:pt x="120" y="2110"/>
                  </a:lnTo>
                  <a:lnTo>
                    <a:pt x="128" y="2182"/>
                  </a:lnTo>
                  <a:lnTo>
                    <a:pt x="128" y="2246"/>
                  </a:lnTo>
                  <a:lnTo>
                    <a:pt x="136" y="2310"/>
                  </a:lnTo>
                  <a:lnTo>
                    <a:pt x="144" y="2366"/>
                  </a:lnTo>
                  <a:lnTo>
                    <a:pt x="144" y="2422"/>
                  </a:lnTo>
                  <a:lnTo>
                    <a:pt x="152" y="2478"/>
                  </a:lnTo>
                  <a:lnTo>
                    <a:pt x="152" y="2526"/>
                  </a:lnTo>
                  <a:lnTo>
                    <a:pt x="160" y="2574"/>
                  </a:lnTo>
                  <a:lnTo>
                    <a:pt x="168" y="2622"/>
                  </a:lnTo>
                  <a:lnTo>
                    <a:pt x="168" y="2662"/>
                  </a:lnTo>
                  <a:lnTo>
                    <a:pt x="176" y="2694"/>
                  </a:lnTo>
                  <a:lnTo>
                    <a:pt x="176" y="2726"/>
                  </a:lnTo>
                  <a:lnTo>
                    <a:pt x="184" y="2750"/>
                  </a:lnTo>
                  <a:lnTo>
                    <a:pt x="192" y="2774"/>
                  </a:lnTo>
                  <a:lnTo>
                    <a:pt x="192" y="2790"/>
                  </a:lnTo>
                  <a:lnTo>
                    <a:pt x="200" y="2806"/>
                  </a:lnTo>
                  <a:lnTo>
                    <a:pt x="200" y="2814"/>
                  </a:lnTo>
                  <a:lnTo>
                    <a:pt x="208" y="2822"/>
                  </a:lnTo>
                  <a:lnTo>
                    <a:pt x="216" y="2814"/>
                  </a:lnTo>
                  <a:lnTo>
                    <a:pt x="224" y="2806"/>
                  </a:lnTo>
                  <a:lnTo>
                    <a:pt x="224" y="2790"/>
                  </a:lnTo>
                  <a:lnTo>
                    <a:pt x="232" y="2774"/>
                  </a:lnTo>
                  <a:lnTo>
                    <a:pt x="240" y="2750"/>
                  </a:lnTo>
                  <a:lnTo>
                    <a:pt x="240" y="2726"/>
                  </a:lnTo>
                  <a:lnTo>
                    <a:pt x="248" y="2694"/>
                  </a:lnTo>
                  <a:lnTo>
                    <a:pt x="248" y="2662"/>
                  </a:lnTo>
                  <a:lnTo>
                    <a:pt x="256" y="2622"/>
                  </a:lnTo>
                  <a:lnTo>
                    <a:pt x="264" y="2582"/>
                  </a:lnTo>
                  <a:lnTo>
                    <a:pt x="264" y="2534"/>
                  </a:lnTo>
                  <a:lnTo>
                    <a:pt x="272" y="2486"/>
                  </a:lnTo>
                  <a:lnTo>
                    <a:pt x="272" y="2430"/>
                  </a:lnTo>
                  <a:lnTo>
                    <a:pt x="280" y="2374"/>
                  </a:lnTo>
                  <a:lnTo>
                    <a:pt x="280" y="2318"/>
                  </a:lnTo>
                  <a:lnTo>
                    <a:pt x="288" y="2254"/>
                  </a:lnTo>
                  <a:lnTo>
                    <a:pt x="296" y="2190"/>
                  </a:lnTo>
                  <a:lnTo>
                    <a:pt x="296" y="2118"/>
                  </a:lnTo>
                  <a:lnTo>
                    <a:pt x="304" y="2055"/>
                  </a:lnTo>
                  <a:lnTo>
                    <a:pt x="304" y="1983"/>
                  </a:lnTo>
                  <a:lnTo>
                    <a:pt x="312" y="1903"/>
                  </a:lnTo>
                  <a:lnTo>
                    <a:pt x="320" y="1831"/>
                  </a:lnTo>
                  <a:lnTo>
                    <a:pt x="320" y="1751"/>
                  </a:lnTo>
                  <a:lnTo>
                    <a:pt x="328" y="1679"/>
                  </a:lnTo>
                  <a:lnTo>
                    <a:pt x="328" y="1599"/>
                  </a:lnTo>
                  <a:lnTo>
                    <a:pt x="336" y="1519"/>
                  </a:lnTo>
                  <a:lnTo>
                    <a:pt x="344" y="1439"/>
                  </a:lnTo>
                  <a:lnTo>
                    <a:pt x="344" y="1359"/>
                  </a:lnTo>
                  <a:lnTo>
                    <a:pt x="352" y="1279"/>
                  </a:lnTo>
                  <a:lnTo>
                    <a:pt x="352" y="1199"/>
                  </a:lnTo>
                  <a:lnTo>
                    <a:pt x="360" y="1119"/>
                  </a:lnTo>
                  <a:lnTo>
                    <a:pt x="368" y="1047"/>
                  </a:lnTo>
                  <a:lnTo>
                    <a:pt x="368" y="967"/>
                  </a:lnTo>
                  <a:lnTo>
                    <a:pt x="376" y="896"/>
                  </a:lnTo>
                  <a:lnTo>
                    <a:pt x="376" y="816"/>
                  </a:lnTo>
                  <a:lnTo>
                    <a:pt x="384" y="752"/>
                  </a:lnTo>
                  <a:lnTo>
                    <a:pt x="392" y="680"/>
                  </a:lnTo>
                  <a:lnTo>
                    <a:pt x="392" y="616"/>
                  </a:lnTo>
                  <a:lnTo>
                    <a:pt x="400" y="544"/>
                  </a:lnTo>
                  <a:lnTo>
                    <a:pt x="400" y="488"/>
                  </a:lnTo>
                  <a:lnTo>
                    <a:pt x="408" y="424"/>
                  </a:lnTo>
                  <a:lnTo>
                    <a:pt x="416" y="376"/>
                  </a:lnTo>
                  <a:lnTo>
                    <a:pt x="416" y="320"/>
                  </a:lnTo>
                  <a:lnTo>
                    <a:pt x="424" y="272"/>
                  </a:lnTo>
                  <a:lnTo>
                    <a:pt x="424" y="224"/>
                  </a:lnTo>
                  <a:lnTo>
                    <a:pt x="432" y="184"/>
                  </a:lnTo>
                  <a:lnTo>
                    <a:pt x="440" y="144"/>
                  </a:lnTo>
                  <a:lnTo>
                    <a:pt x="440" y="112"/>
                  </a:lnTo>
                  <a:lnTo>
                    <a:pt x="448" y="88"/>
                  </a:lnTo>
                  <a:lnTo>
                    <a:pt x="448" y="64"/>
                  </a:lnTo>
                  <a:lnTo>
                    <a:pt x="456" y="40"/>
                  </a:lnTo>
                  <a:lnTo>
                    <a:pt x="464" y="24"/>
                  </a:lnTo>
                  <a:lnTo>
                    <a:pt x="464" y="16"/>
                  </a:lnTo>
                  <a:lnTo>
                    <a:pt x="480" y="0"/>
                  </a:lnTo>
                  <a:lnTo>
                    <a:pt x="472" y="0"/>
                  </a:lnTo>
                  <a:lnTo>
                    <a:pt x="480" y="8"/>
                  </a:lnTo>
                  <a:lnTo>
                    <a:pt x="488" y="24"/>
                  </a:lnTo>
                  <a:lnTo>
                    <a:pt x="496" y="32"/>
                  </a:lnTo>
                  <a:lnTo>
                    <a:pt x="496" y="56"/>
                  </a:lnTo>
                  <a:lnTo>
                    <a:pt x="504" y="80"/>
                  </a:lnTo>
                  <a:lnTo>
                    <a:pt x="504" y="104"/>
                  </a:lnTo>
                  <a:lnTo>
                    <a:pt x="512" y="136"/>
                  </a:lnTo>
                  <a:lnTo>
                    <a:pt x="521" y="176"/>
                  </a:lnTo>
                  <a:lnTo>
                    <a:pt x="521" y="216"/>
                  </a:lnTo>
                  <a:lnTo>
                    <a:pt x="529" y="264"/>
                  </a:lnTo>
                  <a:lnTo>
                    <a:pt x="529" y="312"/>
                  </a:lnTo>
                  <a:lnTo>
                    <a:pt x="537" y="360"/>
                  </a:lnTo>
                  <a:lnTo>
                    <a:pt x="545" y="416"/>
                  </a:lnTo>
                  <a:lnTo>
                    <a:pt x="545" y="472"/>
                  </a:lnTo>
                  <a:lnTo>
                    <a:pt x="553" y="536"/>
                  </a:lnTo>
                  <a:lnTo>
                    <a:pt x="553" y="600"/>
                  </a:lnTo>
                  <a:lnTo>
                    <a:pt x="561" y="664"/>
                  </a:lnTo>
                  <a:lnTo>
                    <a:pt x="569" y="736"/>
                  </a:lnTo>
                  <a:lnTo>
                    <a:pt x="569" y="800"/>
                  </a:lnTo>
                  <a:lnTo>
                    <a:pt x="577" y="880"/>
                  </a:lnTo>
                  <a:lnTo>
                    <a:pt x="577" y="951"/>
                  </a:lnTo>
                  <a:lnTo>
                    <a:pt x="585" y="1023"/>
                  </a:lnTo>
                  <a:lnTo>
                    <a:pt x="593" y="1103"/>
                  </a:lnTo>
                  <a:lnTo>
                    <a:pt x="593" y="1183"/>
                  </a:lnTo>
                  <a:lnTo>
                    <a:pt x="601" y="1263"/>
                  </a:lnTo>
                  <a:lnTo>
                    <a:pt x="601" y="1343"/>
                  </a:lnTo>
                  <a:lnTo>
                    <a:pt x="609" y="1423"/>
                  </a:lnTo>
                  <a:lnTo>
                    <a:pt x="617" y="1503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20" name="Freeform 64"/>
            <p:cNvSpPr>
              <a:spLocks/>
            </p:cNvSpPr>
            <p:nvPr/>
          </p:nvSpPr>
          <p:spPr bwMode="auto">
            <a:xfrm>
              <a:off x="2455" y="654"/>
              <a:ext cx="608" cy="2822"/>
            </a:xfrm>
            <a:custGeom>
              <a:avLst/>
              <a:gdLst/>
              <a:ahLst/>
              <a:cxnLst>
                <a:cxn ang="0">
                  <a:pos x="8" y="1655"/>
                </a:cxn>
                <a:cxn ang="0">
                  <a:pos x="24" y="1887"/>
                </a:cxn>
                <a:cxn ang="0">
                  <a:pos x="32" y="2102"/>
                </a:cxn>
                <a:cxn ang="0">
                  <a:pos x="48" y="2302"/>
                </a:cxn>
                <a:cxn ang="0">
                  <a:pos x="64" y="2470"/>
                </a:cxn>
                <a:cxn ang="0">
                  <a:pos x="80" y="2614"/>
                </a:cxn>
                <a:cxn ang="0">
                  <a:pos x="88" y="2718"/>
                </a:cxn>
                <a:cxn ang="0">
                  <a:pos x="104" y="2790"/>
                </a:cxn>
                <a:cxn ang="0">
                  <a:pos x="120" y="2822"/>
                </a:cxn>
                <a:cxn ang="0">
                  <a:pos x="136" y="2798"/>
                </a:cxn>
                <a:cxn ang="0">
                  <a:pos x="152" y="2734"/>
                </a:cxn>
                <a:cxn ang="0">
                  <a:pos x="168" y="2630"/>
                </a:cxn>
                <a:cxn ang="0">
                  <a:pos x="184" y="2494"/>
                </a:cxn>
                <a:cxn ang="0">
                  <a:pos x="200" y="2326"/>
                </a:cxn>
                <a:cxn ang="0">
                  <a:pos x="208" y="2126"/>
                </a:cxn>
                <a:cxn ang="0">
                  <a:pos x="224" y="1911"/>
                </a:cxn>
                <a:cxn ang="0">
                  <a:pos x="240" y="1687"/>
                </a:cxn>
                <a:cxn ang="0">
                  <a:pos x="256" y="1447"/>
                </a:cxn>
                <a:cxn ang="0">
                  <a:pos x="264" y="1207"/>
                </a:cxn>
                <a:cxn ang="0">
                  <a:pos x="280" y="975"/>
                </a:cxn>
                <a:cxn ang="0">
                  <a:pos x="296" y="760"/>
                </a:cxn>
                <a:cxn ang="0">
                  <a:pos x="312" y="552"/>
                </a:cxn>
                <a:cxn ang="0">
                  <a:pos x="328" y="376"/>
                </a:cxn>
                <a:cxn ang="0">
                  <a:pos x="336" y="232"/>
                </a:cxn>
                <a:cxn ang="0">
                  <a:pos x="352" y="120"/>
                </a:cxn>
                <a:cxn ang="0">
                  <a:pos x="368" y="40"/>
                </a:cxn>
                <a:cxn ang="0">
                  <a:pos x="392" y="0"/>
                </a:cxn>
                <a:cxn ang="0">
                  <a:pos x="400" y="8"/>
                </a:cxn>
                <a:cxn ang="0">
                  <a:pos x="408" y="56"/>
                </a:cxn>
                <a:cxn ang="0">
                  <a:pos x="424" y="136"/>
                </a:cxn>
                <a:cxn ang="0">
                  <a:pos x="440" y="256"/>
                </a:cxn>
                <a:cxn ang="0">
                  <a:pos x="456" y="408"/>
                </a:cxn>
                <a:cxn ang="0">
                  <a:pos x="464" y="592"/>
                </a:cxn>
                <a:cxn ang="0">
                  <a:pos x="480" y="792"/>
                </a:cxn>
                <a:cxn ang="0">
                  <a:pos x="496" y="1015"/>
                </a:cxn>
                <a:cxn ang="0">
                  <a:pos x="512" y="1255"/>
                </a:cxn>
                <a:cxn ang="0">
                  <a:pos x="528" y="1487"/>
                </a:cxn>
                <a:cxn ang="0">
                  <a:pos x="536" y="1727"/>
                </a:cxn>
                <a:cxn ang="0">
                  <a:pos x="552" y="1951"/>
                </a:cxn>
                <a:cxn ang="0">
                  <a:pos x="568" y="2166"/>
                </a:cxn>
                <a:cxn ang="0">
                  <a:pos x="584" y="2358"/>
                </a:cxn>
                <a:cxn ang="0">
                  <a:pos x="600" y="2518"/>
                </a:cxn>
              </a:cxnLst>
              <a:rect l="0" t="0" r="r" b="b"/>
              <a:pathLst>
                <a:path w="608" h="2822">
                  <a:moveTo>
                    <a:pt x="0" y="1503"/>
                  </a:moveTo>
                  <a:lnTo>
                    <a:pt x="0" y="1575"/>
                  </a:lnTo>
                  <a:lnTo>
                    <a:pt x="8" y="1655"/>
                  </a:lnTo>
                  <a:lnTo>
                    <a:pt x="8" y="1735"/>
                  </a:lnTo>
                  <a:lnTo>
                    <a:pt x="16" y="1815"/>
                  </a:lnTo>
                  <a:lnTo>
                    <a:pt x="24" y="1887"/>
                  </a:lnTo>
                  <a:lnTo>
                    <a:pt x="24" y="1959"/>
                  </a:lnTo>
                  <a:lnTo>
                    <a:pt x="32" y="2039"/>
                  </a:lnTo>
                  <a:lnTo>
                    <a:pt x="32" y="2102"/>
                  </a:lnTo>
                  <a:lnTo>
                    <a:pt x="40" y="2174"/>
                  </a:lnTo>
                  <a:lnTo>
                    <a:pt x="48" y="2238"/>
                  </a:lnTo>
                  <a:lnTo>
                    <a:pt x="48" y="2302"/>
                  </a:lnTo>
                  <a:lnTo>
                    <a:pt x="56" y="2366"/>
                  </a:lnTo>
                  <a:lnTo>
                    <a:pt x="56" y="2422"/>
                  </a:lnTo>
                  <a:lnTo>
                    <a:pt x="64" y="2470"/>
                  </a:lnTo>
                  <a:lnTo>
                    <a:pt x="64" y="2526"/>
                  </a:lnTo>
                  <a:lnTo>
                    <a:pt x="72" y="2574"/>
                  </a:lnTo>
                  <a:lnTo>
                    <a:pt x="80" y="2614"/>
                  </a:lnTo>
                  <a:lnTo>
                    <a:pt x="80" y="2654"/>
                  </a:lnTo>
                  <a:lnTo>
                    <a:pt x="88" y="2686"/>
                  </a:lnTo>
                  <a:lnTo>
                    <a:pt x="88" y="2718"/>
                  </a:lnTo>
                  <a:lnTo>
                    <a:pt x="96" y="2750"/>
                  </a:lnTo>
                  <a:lnTo>
                    <a:pt x="104" y="2774"/>
                  </a:lnTo>
                  <a:lnTo>
                    <a:pt x="104" y="2790"/>
                  </a:lnTo>
                  <a:lnTo>
                    <a:pt x="112" y="2806"/>
                  </a:lnTo>
                  <a:lnTo>
                    <a:pt x="112" y="2814"/>
                  </a:lnTo>
                  <a:lnTo>
                    <a:pt x="120" y="2822"/>
                  </a:lnTo>
                  <a:lnTo>
                    <a:pt x="128" y="2814"/>
                  </a:lnTo>
                  <a:lnTo>
                    <a:pt x="136" y="2806"/>
                  </a:lnTo>
                  <a:lnTo>
                    <a:pt x="136" y="2798"/>
                  </a:lnTo>
                  <a:lnTo>
                    <a:pt x="144" y="2774"/>
                  </a:lnTo>
                  <a:lnTo>
                    <a:pt x="152" y="2758"/>
                  </a:lnTo>
                  <a:lnTo>
                    <a:pt x="152" y="2734"/>
                  </a:lnTo>
                  <a:lnTo>
                    <a:pt x="160" y="2702"/>
                  </a:lnTo>
                  <a:lnTo>
                    <a:pt x="160" y="2670"/>
                  </a:lnTo>
                  <a:lnTo>
                    <a:pt x="168" y="2630"/>
                  </a:lnTo>
                  <a:lnTo>
                    <a:pt x="176" y="2590"/>
                  </a:lnTo>
                  <a:lnTo>
                    <a:pt x="176" y="2542"/>
                  </a:lnTo>
                  <a:lnTo>
                    <a:pt x="184" y="2494"/>
                  </a:lnTo>
                  <a:lnTo>
                    <a:pt x="184" y="2438"/>
                  </a:lnTo>
                  <a:lnTo>
                    <a:pt x="192" y="2382"/>
                  </a:lnTo>
                  <a:lnTo>
                    <a:pt x="200" y="2326"/>
                  </a:lnTo>
                  <a:lnTo>
                    <a:pt x="200" y="2262"/>
                  </a:lnTo>
                  <a:lnTo>
                    <a:pt x="208" y="2198"/>
                  </a:lnTo>
                  <a:lnTo>
                    <a:pt x="208" y="2126"/>
                  </a:lnTo>
                  <a:lnTo>
                    <a:pt x="216" y="2063"/>
                  </a:lnTo>
                  <a:lnTo>
                    <a:pt x="224" y="1991"/>
                  </a:lnTo>
                  <a:lnTo>
                    <a:pt x="224" y="1911"/>
                  </a:lnTo>
                  <a:lnTo>
                    <a:pt x="232" y="1839"/>
                  </a:lnTo>
                  <a:lnTo>
                    <a:pt x="232" y="1759"/>
                  </a:lnTo>
                  <a:lnTo>
                    <a:pt x="240" y="1687"/>
                  </a:lnTo>
                  <a:lnTo>
                    <a:pt x="240" y="1607"/>
                  </a:lnTo>
                  <a:lnTo>
                    <a:pt x="248" y="1527"/>
                  </a:lnTo>
                  <a:lnTo>
                    <a:pt x="256" y="1447"/>
                  </a:lnTo>
                  <a:lnTo>
                    <a:pt x="256" y="1367"/>
                  </a:lnTo>
                  <a:lnTo>
                    <a:pt x="264" y="1287"/>
                  </a:lnTo>
                  <a:lnTo>
                    <a:pt x="264" y="1207"/>
                  </a:lnTo>
                  <a:lnTo>
                    <a:pt x="272" y="1127"/>
                  </a:lnTo>
                  <a:lnTo>
                    <a:pt x="280" y="1055"/>
                  </a:lnTo>
                  <a:lnTo>
                    <a:pt x="280" y="975"/>
                  </a:lnTo>
                  <a:lnTo>
                    <a:pt x="288" y="904"/>
                  </a:lnTo>
                  <a:lnTo>
                    <a:pt x="288" y="824"/>
                  </a:lnTo>
                  <a:lnTo>
                    <a:pt x="296" y="760"/>
                  </a:lnTo>
                  <a:lnTo>
                    <a:pt x="304" y="688"/>
                  </a:lnTo>
                  <a:lnTo>
                    <a:pt x="304" y="616"/>
                  </a:lnTo>
                  <a:lnTo>
                    <a:pt x="312" y="552"/>
                  </a:lnTo>
                  <a:lnTo>
                    <a:pt x="312" y="496"/>
                  </a:lnTo>
                  <a:lnTo>
                    <a:pt x="320" y="432"/>
                  </a:lnTo>
                  <a:lnTo>
                    <a:pt x="328" y="376"/>
                  </a:lnTo>
                  <a:lnTo>
                    <a:pt x="328" y="328"/>
                  </a:lnTo>
                  <a:lnTo>
                    <a:pt x="336" y="280"/>
                  </a:lnTo>
                  <a:lnTo>
                    <a:pt x="336" y="232"/>
                  </a:lnTo>
                  <a:lnTo>
                    <a:pt x="344" y="192"/>
                  </a:lnTo>
                  <a:lnTo>
                    <a:pt x="352" y="152"/>
                  </a:lnTo>
                  <a:lnTo>
                    <a:pt x="352" y="120"/>
                  </a:lnTo>
                  <a:lnTo>
                    <a:pt x="360" y="88"/>
                  </a:lnTo>
                  <a:lnTo>
                    <a:pt x="360" y="64"/>
                  </a:lnTo>
                  <a:lnTo>
                    <a:pt x="368" y="40"/>
                  </a:lnTo>
                  <a:lnTo>
                    <a:pt x="376" y="24"/>
                  </a:lnTo>
                  <a:lnTo>
                    <a:pt x="376" y="16"/>
                  </a:lnTo>
                  <a:lnTo>
                    <a:pt x="392" y="0"/>
                  </a:lnTo>
                  <a:lnTo>
                    <a:pt x="384" y="0"/>
                  </a:lnTo>
                  <a:lnTo>
                    <a:pt x="392" y="0"/>
                  </a:lnTo>
                  <a:lnTo>
                    <a:pt x="400" y="8"/>
                  </a:lnTo>
                  <a:lnTo>
                    <a:pt x="400" y="16"/>
                  </a:lnTo>
                  <a:lnTo>
                    <a:pt x="408" y="32"/>
                  </a:lnTo>
                  <a:lnTo>
                    <a:pt x="408" y="56"/>
                  </a:lnTo>
                  <a:lnTo>
                    <a:pt x="416" y="80"/>
                  </a:lnTo>
                  <a:lnTo>
                    <a:pt x="424" y="104"/>
                  </a:lnTo>
                  <a:lnTo>
                    <a:pt x="424" y="136"/>
                  </a:lnTo>
                  <a:lnTo>
                    <a:pt x="432" y="176"/>
                  </a:lnTo>
                  <a:lnTo>
                    <a:pt x="432" y="216"/>
                  </a:lnTo>
                  <a:lnTo>
                    <a:pt x="440" y="256"/>
                  </a:lnTo>
                  <a:lnTo>
                    <a:pt x="440" y="304"/>
                  </a:lnTo>
                  <a:lnTo>
                    <a:pt x="448" y="352"/>
                  </a:lnTo>
                  <a:lnTo>
                    <a:pt x="456" y="408"/>
                  </a:lnTo>
                  <a:lnTo>
                    <a:pt x="456" y="464"/>
                  </a:lnTo>
                  <a:lnTo>
                    <a:pt x="464" y="528"/>
                  </a:lnTo>
                  <a:lnTo>
                    <a:pt x="464" y="592"/>
                  </a:lnTo>
                  <a:lnTo>
                    <a:pt x="472" y="656"/>
                  </a:lnTo>
                  <a:lnTo>
                    <a:pt x="480" y="728"/>
                  </a:lnTo>
                  <a:lnTo>
                    <a:pt x="480" y="792"/>
                  </a:lnTo>
                  <a:lnTo>
                    <a:pt x="488" y="872"/>
                  </a:lnTo>
                  <a:lnTo>
                    <a:pt x="488" y="943"/>
                  </a:lnTo>
                  <a:lnTo>
                    <a:pt x="496" y="1015"/>
                  </a:lnTo>
                  <a:lnTo>
                    <a:pt x="504" y="1095"/>
                  </a:lnTo>
                  <a:lnTo>
                    <a:pt x="504" y="1175"/>
                  </a:lnTo>
                  <a:lnTo>
                    <a:pt x="512" y="1255"/>
                  </a:lnTo>
                  <a:lnTo>
                    <a:pt x="512" y="1335"/>
                  </a:lnTo>
                  <a:lnTo>
                    <a:pt x="520" y="1407"/>
                  </a:lnTo>
                  <a:lnTo>
                    <a:pt x="528" y="1487"/>
                  </a:lnTo>
                  <a:lnTo>
                    <a:pt x="528" y="1567"/>
                  </a:lnTo>
                  <a:lnTo>
                    <a:pt x="536" y="1647"/>
                  </a:lnTo>
                  <a:lnTo>
                    <a:pt x="536" y="1727"/>
                  </a:lnTo>
                  <a:lnTo>
                    <a:pt x="544" y="1807"/>
                  </a:lnTo>
                  <a:lnTo>
                    <a:pt x="552" y="1879"/>
                  </a:lnTo>
                  <a:lnTo>
                    <a:pt x="552" y="1951"/>
                  </a:lnTo>
                  <a:lnTo>
                    <a:pt x="560" y="2031"/>
                  </a:lnTo>
                  <a:lnTo>
                    <a:pt x="560" y="2094"/>
                  </a:lnTo>
                  <a:lnTo>
                    <a:pt x="568" y="2166"/>
                  </a:lnTo>
                  <a:lnTo>
                    <a:pt x="576" y="2230"/>
                  </a:lnTo>
                  <a:lnTo>
                    <a:pt x="576" y="2294"/>
                  </a:lnTo>
                  <a:lnTo>
                    <a:pt x="584" y="2358"/>
                  </a:lnTo>
                  <a:lnTo>
                    <a:pt x="584" y="2414"/>
                  </a:lnTo>
                  <a:lnTo>
                    <a:pt x="592" y="2470"/>
                  </a:lnTo>
                  <a:lnTo>
                    <a:pt x="600" y="2518"/>
                  </a:lnTo>
                  <a:lnTo>
                    <a:pt x="600" y="2566"/>
                  </a:lnTo>
                  <a:lnTo>
                    <a:pt x="608" y="2606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21" name="Freeform 65"/>
            <p:cNvSpPr>
              <a:spLocks/>
            </p:cNvSpPr>
            <p:nvPr/>
          </p:nvSpPr>
          <p:spPr bwMode="auto">
            <a:xfrm>
              <a:off x="3063" y="654"/>
              <a:ext cx="609" cy="2822"/>
            </a:xfrm>
            <a:custGeom>
              <a:avLst/>
              <a:gdLst/>
              <a:ahLst/>
              <a:cxnLst>
                <a:cxn ang="0">
                  <a:pos x="8" y="2686"/>
                </a:cxn>
                <a:cxn ang="0">
                  <a:pos x="24" y="2766"/>
                </a:cxn>
                <a:cxn ang="0">
                  <a:pos x="32" y="2814"/>
                </a:cxn>
                <a:cxn ang="0">
                  <a:pos x="56" y="2806"/>
                </a:cxn>
                <a:cxn ang="0">
                  <a:pos x="72" y="2758"/>
                </a:cxn>
                <a:cxn ang="0">
                  <a:pos x="80" y="2670"/>
                </a:cxn>
                <a:cxn ang="0">
                  <a:pos x="96" y="2542"/>
                </a:cxn>
                <a:cxn ang="0">
                  <a:pos x="112" y="2390"/>
                </a:cxn>
                <a:cxn ang="0">
                  <a:pos x="128" y="2206"/>
                </a:cxn>
                <a:cxn ang="0">
                  <a:pos x="144" y="1999"/>
                </a:cxn>
                <a:cxn ang="0">
                  <a:pos x="152" y="1767"/>
                </a:cxn>
                <a:cxn ang="0">
                  <a:pos x="168" y="1535"/>
                </a:cxn>
                <a:cxn ang="0">
                  <a:pos x="184" y="1295"/>
                </a:cxn>
                <a:cxn ang="0">
                  <a:pos x="200" y="1063"/>
                </a:cxn>
                <a:cxn ang="0">
                  <a:pos x="208" y="832"/>
                </a:cxn>
                <a:cxn ang="0">
                  <a:pos x="224" y="624"/>
                </a:cxn>
                <a:cxn ang="0">
                  <a:pos x="240" y="440"/>
                </a:cxn>
                <a:cxn ang="0">
                  <a:pos x="256" y="280"/>
                </a:cxn>
                <a:cxn ang="0">
                  <a:pos x="272" y="152"/>
                </a:cxn>
                <a:cxn ang="0">
                  <a:pos x="280" y="64"/>
                </a:cxn>
                <a:cxn ang="0">
                  <a:pos x="296" y="16"/>
                </a:cxn>
                <a:cxn ang="0">
                  <a:pos x="312" y="0"/>
                </a:cxn>
                <a:cxn ang="0">
                  <a:pos x="329" y="32"/>
                </a:cxn>
                <a:cxn ang="0">
                  <a:pos x="345" y="104"/>
                </a:cxn>
                <a:cxn ang="0">
                  <a:pos x="353" y="208"/>
                </a:cxn>
                <a:cxn ang="0">
                  <a:pos x="369" y="352"/>
                </a:cxn>
                <a:cxn ang="0">
                  <a:pos x="385" y="520"/>
                </a:cxn>
                <a:cxn ang="0">
                  <a:pos x="401" y="720"/>
                </a:cxn>
                <a:cxn ang="0">
                  <a:pos x="409" y="935"/>
                </a:cxn>
                <a:cxn ang="0">
                  <a:pos x="425" y="1167"/>
                </a:cxn>
                <a:cxn ang="0">
                  <a:pos x="441" y="1399"/>
                </a:cxn>
                <a:cxn ang="0">
                  <a:pos x="457" y="1639"/>
                </a:cxn>
                <a:cxn ang="0">
                  <a:pos x="473" y="1871"/>
                </a:cxn>
                <a:cxn ang="0">
                  <a:pos x="481" y="2086"/>
                </a:cxn>
                <a:cxn ang="0">
                  <a:pos x="497" y="2286"/>
                </a:cxn>
                <a:cxn ang="0">
                  <a:pos x="513" y="2462"/>
                </a:cxn>
                <a:cxn ang="0">
                  <a:pos x="529" y="2606"/>
                </a:cxn>
                <a:cxn ang="0">
                  <a:pos x="545" y="2718"/>
                </a:cxn>
                <a:cxn ang="0">
                  <a:pos x="553" y="2790"/>
                </a:cxn>
                <a:cxn ang="0">
                  <a:pos x="569" y="2822"/>
                </a:cxn>
                <a:cxn ang="0">
                  <a:pos x="585" y="2798"/>
                </a:cxn>
                <a:cxn ang="0">
                  <a:pos x="601" y="2734"/>
                </a:cxn>
              </a:cxnLst>
              <a:rect l="0" t="0" r="r" b="b"/>
              <a:pathLst>
                <a:path w="609" h="2822">
                  <a:moveTo>
                    <a:pt x="0" y="2606"/>
                  </a:moveTo>
                  <a:lnTo>
                    <a:pt x="0" y="2646"/>
                  </a:lnTo>
                  <a:lnTo>
                    <a:pt x="8" y="2686"/>
                  </a:lnTo>
                  <a:lnTo>
                    <a:pt x="8" y="2718"/>
                  </a:lnTo>
                  <a:lnTo>
                    <a:pt x="16" y="2742"/>
                  </a:lnTo>
                  <a:lnTo>
                    <a:pt x="24" y="2766"/>
                  </a:lnTo>
                  <a:lnTo>
                    <a:pt x="24" y="2790"/>
                  </a:lnTo>
                  <a:lnTo>
                    <a:pt x="32" y="2806"/>
                  </a:lnTo>
                  <a:lnTo>
                    <a:pt x="32" y="2814"/>
                  </a:lnTo>
                  <a:lnTo>
                    <a:pt x="40" y="2822"/>
                  </a:lnTo>
                  <a:lnTo>
                    <a:pt x="48" y="2814"/>
                  </a:lnTo>
                  <a:lnTo>
                    <a:pt x="56" y="2806"/>
                  </a:lnTo>
                  <a:lnTo>
                    <a:pt x="56" y="2798"/>
                  </a:lnTo>
                  <a:lnTo>
                    <a:pt x="64" y="2782"/>
                  </a:lnTo>
                  <a:lnTo>
                    <a:pt x="72" y="2758"/>
                  </a:lnTo>
                  <a:lnTo>
                    <a:pt x="72" y="2734"/>
                  </a:lnTo>
                  <a:lnTo>
                    <a:pt x="80" y="2702"/>
                  </a:lnTo>
                  <a:lnTo>
                    <a:pt x="80" y="2670"/>
                  </a:lnTo>
                  <a:lnTo>
                    <a:pt x="88" y="2630"/>
                  </a:lnTo>
                  <a:lnTo>
                    <a:pt x="96" y="2590"/>
                  </a:lnTo>
                  <a:lnTo>
                    <a:pt x="96" y="2542"/>
                  </a:lnTo>
                  <a:lnTo>
                    <a:pt x="104" y="2494"/>
                  </a:lnTo>
                  <a:lnTo>
                    <a:pt x="104" y="2446"/>
                  </a:lnTo>
                  <a:lnTo>
                    <a:pt x="112" y="2390"/>
                  </a:lnTo>
                  <a:lnTo>
                    <a:pt x="120" y="2326"/>
                  </a:lnTo>
                  <a:lnTo>
                    <a:pt x="120" y="2270"/>
                  </a:lnTo>
                  <a:lnTo>
                    <a:pt x="128" y="2206"/>
                  </a:lnTo>
                  <a:lnTo>
                    <a:pt x="128" y="2134"/>
                  </a:lnTo>
                  <a:lnTo>
                    <a:pt x="136" y="2063"/>
                  </a:lnTo>
                  <a:lnTo>
                    <a:pt x="144" y="1999"/>
                  </a:lnTo>
                  <a:lnTo>
                    <a:pt x="144" y="1919"/>
                  </a:lnTo>
                  <a:lnTo>
                    <a:pt x="152" y="1847"/>
                  </a:lnTo>
                  <a:lnTo>
                    <a:pt x="152" y="1767"/>
                  </a:lnTo>
                  <a:lnTo>
                    <a:pt x="160" y="1695"/>
                  </a:lnTo>
                  <a:lnTo>
                    <a:pt x="168" y="1615"/>
                  </a:lnTo>
                  <a:lnTo>
                    <a:pt x="168" y="1535"/>
                  </a:lnTo>
                  <a:lnTo>
                    <a:pt x="176" y="1455"/>
                  </a:lnTo>
                  <a:lnTo>
                    <a:pt x="176" y="1375"/>
                  </a:lnTo>
                  <a:lnTo>
                    <a:pt x="184" y="1295"/>
                  </a:lnTo>
                  <a:lnTo>
                    <a:pt x="192" y="1215"/>
                  </a:lnTo>
                  <a:lnTo>
                    <a:pt x="192" y="1135"/>
                  </a:lnTo>
                  <a:lnTo>
                    <a:pt x="200" y="1063"/>
                  </a:lnTo>
                  <a:lnTo>
                    <a:pt x="200" y="983"/>
                  </a:lnTo>
                  <a:lnTo>
                    <a:pt x="208" y="912"/>
                  </a:lnTo>
                  <a:lnTo>
                    <a:pt x="208" y="832"/>
                  </a:lnTo>
                  <a:lnTo>
                    <a:pt x="216" y="760"/>
                  </a:lnTo>
                  <a:lnTo>
                    <a:pt x="224" y="696"/>
                  </a:lnTo>
                  <a:lnTo>
                    <a:pt x="224" y="624"/>
                  </a:lnTo>
                  <a:lnTo>
                    <a:pt x="232" y="560"/>
                  </a:lnTo>
                  <a:lnTo>
                    <a:pt x="232" y="496"/>
                  </a:lnTo>
                  <a:lnTo>
                    <a:pt x="240" y="440"/>
                  </a:lnTo>
                  <a:lnTo>
                    <a:pt x="248" y="384"/>
                  </a:lnTo>
                  <a:lnTo>
                    <a:pt x="248" y="328"/>
                  </a:lnTo>
                  <a:lnTo>
                    <a:pt x="256" y="280"/>
                  </a:lnTo>
                  <a:lnTo>
                    <a:pt x="256" y="232"/>
                  </a:lnTo>
                  <a:lnTo>
                    <a:pt x="264" y="192"/>
                  </a:lnTo>
                  <a:lnTo>
                    <a:pt x="272" y="152"/>
                  </a:lnTo>
                  <a:lnTo>
                    <a:pt x="272" y="120"/>
                  </a:lnTo>
                  <a:lnTo>
                    <a:pt x="280" y="88"/>
                  </a:lnTo>
                  <a:lnTo>
                    <a:pt x="280" y="64"/>
                  </a:lnTo>
                  <a:lnTo>
                    <a:pt x="288" y="48"/>
                  </a:lnTo>
                  <a:lnTo>
                    <a:pt x="296" y="24"/>
                  </a:lnTo>
                  <a:lnTo>
                    <a:pt x="296" y="16"/>
                  </a:lnTo>
                  <a:lnTo>
                    <a:pt x="312" y="0"/>
                  </a:lnTo>
                  <a:lnTo>
                    <a:pt x="304" y="0"/>
                  </a:lnTo>
                  <a:lnTo>
                    <a:pt x="312" y="0"/>
                  </a:lnTo>
                  <a:lnTo>
                    <a:pt x="321" y="8"/>
                  </a:lnTo>
                  <a:lnTo>
                    <a:pt x="321" y="16"/>
                  </a:lnTo>
                  <a:lnTo>
                    <a:pt x="329" y="32"/>
                  </a:lnTo>
                  <a:lnTo>
                    <a:pt x="329" y="48"/>
                  </a:lnTo>
                  <a:lnTo>
                    <a:pt x="337" y="72"/>
                  </a:lnTo>
                  <a:lnTo>
                    <a:pt x="345" y="104"/>
                  </a:lnTo>
                  <a:lnTo>
                    <a:pt x="345" y="136"/>
                  </a:lnTo>
                  <a:lnTo>
                    <a:pt x="353" y="168"/>
                  </a:lnTo>
                  <a:lnTo>
                    <a:pt x="353" y="208"/>
                  </a:lnTo>
                  <a:lnTo>
                    <a:pt x="361" y="248"/>
                  </a:lnTo>
                  <a:lnTo>
                    <a:pt x="369" y="296"/>
                  </a:lnTo>
                  <a:lnTo>
                    <a:pt x="369" y="352"/>
                  </a:lnTo>
                  <a:lnTo>
                    <a:pt x="377" y="400"/>
                  </a:lnTo>
                  <a:lnTo>
                    <a:pt x="377" y="456"/>
                  </a:lnTo>
                  <a:lnTo>
                    <a:pt x="385" y="520"/>
                  </a:lnTo>
                  <a:lnTo>
                    <a:pt x="393" y="584"/>
                  </a:lnTo>
                  <a:lnTo>
                    <a:pt x="393" y="648"/>
                  </a:lnTo>
                  <a:lnTo>
                    <a:pt x="401" y="720"/>
                  </a:lnTo>
                  <a:lnTo>
                    <a:pt x="401" y="784"/>
                  </a:lnTo>
                  <a:lnTo>
                    <a:pt x="409" y="864"/>
                  </a:lnTo>
                  <a:lnTo>
                    <a:pt x="409" y="935"/>
                  </a:lnTo>
                  <a:lnTo>
                    <a:pt x="417" y="1007"/>
                  </a:lnTo>
                  <a:lnTo>
                    <a:pt x="425" y="1087"/>
                  </a:lnTo>
                  <a:lnTo>
                    <a:pt x="425" y="1167"/>
                  </a:lnTo>
                  <a:lnTo>
                    <a:pt x="433" y="1247"/>
                  </a:lnTo>
                  <a:lnTo>
                    <a:pt x="433" y="1319"/>
                  </a:lnTo>
                  <a:lnTo>
                    <a:pt x="441" y="1399"/>
                  </a:lnTo>
                  <a:lnTo>
                    <a:pt x="449" y="1479"/>
                  </a:lnTo>
                  <a:lnTo>
                    <a:pt x="449" y="1559"/>
                  </a:lnTo>
                  <a:lnTo>
                    <a:pt x="457" y="1639"/>
                  </a:lnTo>
                  <a:lnTo>
                    <a:pt x="457" y="1719"/>
                  </a:lnTo>
                  <a:lnTo>
                    <a:pt x="465" y="1799"/>
                  </a:lnTo>
                  <a:lnTo>
                    <a:pt x="473" y="1871"/>
                  </a:lnTo>
                  <a:lnTo>
                    <a:pt x="473" y="1943"/>
                  </a:lnTo>
                  <a:lnTo>
                    <a:pt x="481" y="2023"/>
                  </a:lnTo>
                  <a:lnTo>
                    <a:pt x="481" y="2086"/>
                  </a:lnTo>
                  <a:lnTo>
                    <a:pt x="489" y="2158"/>
                  </a:lnTo>
                  <a:lnTo>
                    <a:pt x="497" y="2222"/>
                  </a:lnTo>
                  <a:lnTo>
                    <a:pt x="497" y="2286"/>
                  </a:lnTo>
                  <a:lnTo>
                    <a:pt x="505" y="2350"/>
                  </a:lnTo>
                  <a:lnTo>
                    <a:pt x="505" y="2406"/>
                  </a:lnTo>
                  <a:lnTo>
                    <a:pt x="513" y="2462"/>
                  </a:lnTo>
                  <a:lnTo>
                    <a:pt x="521" y="2510"/>
                  </a:lnTo>
                  <a:lnTo>
                    <a:pt x="521" y="2558"/>
                  </a:lnTo>
                  <a:lnTo>
                    <a:pt x="529" y="2606"/>
                  </a:lnTo>
                  <a:lnTo>
                    <a:pt x="529" y="2646"/>
                  </a:lnTo>
                  <a:lnTo>
                    <a:pt x="537" y="2686"/>
                  </a:lnTo>
                  <a:lnTo>
                    <a:pt x="545" y="2718"/>
                  </a:lnTo>
                  <a:lnTo>
                    <a:pt x="545" y="2742"/>
                  </a:lnTo>
                  <a:lnTo>
                    <a:pt x="553" y="2766"/>
                  </a:lnTo>
                  <a:lnTo>
                    <a:pt x="553" y="2790"/>
                  </a:lnTo>
                  <a:lnTo>
                    <a:pt x="561" y="2798"/>
                  </a:lnTo>
                  <a:lnTo>
                    <a:pt x="577" y="2822"/>
                  </a:lnTo>
                  <a:lnTo>
                    <a:pt x="569" y="2822"/>
                  </a:lnTo>
                  <a:lnTo>
                    <a:pt x="577" y="2814"/>
                  </a:lnTo>
                  <a:lnTo>
                    <a:pt x="585" y="2806"/>
                  </a:lnTo>
                  <a:lnTo>
                    <a:pt x="585" y="2798"/>
                  </a:lnTo>
                  <a:lnTo>
                    <a:pt x="593" y="2782"/>
                  </a:lnTo>
                  <a:lnTo>
                    <a:pt x="601" y="2758"/>
                  </a:lnTo>
                  <a:lnTo>
                    <a:pt x="601" y="2734"/>
                  </a:lnTo>
                  <a:lnTo>
                    <a:pt x="609" y="2710"/>
                  </a:lnTo>
                  <a:lnTo>
                    <a:pt x="609" y="2678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22" name="Freeform 66"/>
            <p:cNvSpPr>
              <a:spLocks/>
            </p:cNvSpPr>
            <p:nvPr/>
          </p:nvSpPr>
          <p:spPr bwMode="auto">
            <a:xfrm>
              <a:off x="3672" y="654"/>
              <a:ext cx="616" cy="2814"/>
            </a:xfrm>
            <a:custGeom>
              <a:avLst/>
              <a:gdLst/>
              <a:ahLst/>
              <a:cxnLst>
                <a:cxn ang="0">
                  <a:pos x="16" y="2598"/>
                </a:cxn>
                <a:cxn ang="0">
                  <a:pos x="24" y="2446"/>
                </a:cxn>
                <a:cxn ang="0">
                  <a:pos x="40" y="2278"/>
                </a:cxn>
                <a:cxn ang="0">
                  <a:pos x="56" y="2071"/>
                </a:cxn>
                <a:cxn ang="0">
                  <a:pos x="72" y="1855"/>
                </a:cxn>
                <a:cxn ang="0">
                  <a:pos x="88" y="1623"/>
                </a:cxn>
                <a:cxn ang="0">
                  <a:pos x="96" y="1383"/>
                </a:cxn>
                <a:cxn ang="0">
                  <a:pos x="112" y="1143"/>
                </a:cxn>
                <a:cxn ang="0">
                  <a:pos x="128" y="920"/>
                </a:cxn>
                <a:cxn ang="0">
                  <a:pos x="144" y="704"/>
                </a:cxn>
                <a:cxn ang="0">
                  <a:pos x="160" y="504"/>
                </a:cxn>
                <a:cxn ang="0">
                  <a:pos x="168" y="336"/>
                </a:cxn>
                <a:cxn ang="0">
                  <a:pos x="184" y="200"/>
                </a:cxn>
                <a:cxn ang="0">
                  <a:pos x="200" y="96"/>
                </a:cxn>
                <a:cxn ang="0">
                  <a:pos x="216" y="32"/>
                </a:cxn>
                <a:cxn ang="0">
                  <a:pos x="224" y="0"/>
                </a:cxn>
                <a:cxn ang="0">
                  <a:pos x="240" y="16"/>
                </a:cxn>
                <a:cxn ang="0">
                  <a:pos x="256" y="72"/>
                </a:cxn>
                <a:cxn ang="0">
                  <a:pos x="272" y="160"/>
                </a:cxn>
                <a:cxn ang="0">
                  <a:pos x="288" y="296"/>
                </a:cxn>
                <a:cxn ang="0">
                  <a:pos x="296" y="456"/>
                </a:cxn>
                <a:cxn ang="0">
                  <a:pos x="312" y="640"/>
                </a:cxn>
                <a:cxn ang="0">
                  <a:pos x="328" y="856"/>
                </a:cxn>
                <a:cxn ang="0">
                  <a:pos x="344" y="1079"/>
                </a:cxn>
                <a:cxn ang="0">
                  <a:pos x="352" y="1311"/>
                </a:cxn>
                <a:cxn ang="0">
                  <a:pos x="368" y="1551"/>
                </a:cxn>
                <a:cxn ang="0">
                  <a:pos x="384" y="1791"/>
                </a:cxn>
                <a:cxn ang="0">
                  <a:pos x="400" y="2015"/>
                </a:cxn>
                <a:cxn ang="0">
                  <a:pos x="416" y="2214"/>
                </a:cxn>
                <a:cxn ang="0">
                  <a:pos x="424" y="2398"/>
                </a:cxn>
                <a:cxn ang="0">
                  <a:pos x="440" y="2558"/>
                </a:cxn>
                <a:cxn ang="0">
                  <a:pos x="456" y="2678"/>
                </a:cxn>
                <a:cxn ang="0">
                  <a:pos x="472" y="2766"/>
                </a:cxn>
                <a:cxn ang="0">
                  <a:pos x="488" y="2814"/>
                </a:cxn>
                <a:cxn ang="0">
                  <a:pos x="504" y="2814"/>
                </a:cxn>
                <a:cxn ang="0">
                  <a:pos x="520" y="2766"/>
                </a:cxn>
                <a:cxn ang="0">
                  <a:pos x="536" y="2678"/>
                </a:cxn>
                <a:cxn ang="0">
                  <a:pos x="544" y="2558"/>
                </a:cxn>
                <a:cxn ang="0">
                  <a:pos x="560" y="2398"/>
                </a:cxn>
                <a:cxn ang="0">
                  <a:pos x="576" y="2214"/>
                </a:cxn>
                <a:cxn ang="0">
                  <a:pos x="592" y="2015"/>
                </a:cxn>
                <a:cxn ang="0">
                  <a:pos x="600" y="1791"/>
                </a:cxn>
              </a:cxnLst>
              <a:rect l="0" t="0" r="r" b="b"/>
              <a:pathLst>
                <a:path w="616" h="2814">
                  <a:moveTo>
                    <a:pt x="0" y="2678"/>
                  </a:moveTo>
                  <a:lnTo>
                    <a:pt x="8" y="2638"/>
                  </a:lnTo>
                  <a:lnTo>
                    <a:pt x="16" y="2598"/>
                  </a:lnTo>
                  <a:lnTo>
                    <a:pt x="16" y="2550"/>
                  </a:lnTo>
                  <a:lnTo>
                    <a:pt x="24" y="2502"/>
                  </a:lnTo>
                  <a:lnTo>
                    <a:pt x="24" y="2446"/>
                  </a:lnTo>
                  <a:lnTo>
                    <a:pt x="32" y="2398"/>
                  </a:lnTo>
                  <a:lnTo>
                    <a:pt x="40" y="2334"/>
                  </a:lnTo>
                  <a:lnTo>
                    <a:pt x="40" y="2278"/>
                  </a:lnTo>
                  <a:lnTo>
                    <a:pt x="48" y="2206"/>
                  </a:lnTo>
                  <a:lnTo>
                    <a:pt x="48" y="2142"/>
                  </a:lnTo>
                  <a:lnTo>
                    <a:pt x="56" y="2071"/>
                  </a:lnTo>
                  <a:lnTo>
                    <a:pt x="64" y="2007"/>
                  </a:lnTo>
                  <a:lnTo>
                    <a:pt x="64" y="1927"/>
                  </a:lnTo>
                  <a:lnTo>
                    <a:pt x="72" y="1855"/>
                  </a:lnTo>
                  <a:lnTo>
                    <a:pt x="72" y="1775"/>
                  </a:lnTo>
                  <a:lnTo>
                    <a:pt x="80" y="1703"/>
                  </a:lnTo>
                  <a:lnTo>
                    <a:pt x="88" y="1623"/>
                  </a:lnTo>
                  <a:lnTo>
                    <a:pt x="88" y="1543"/>
                  </a:lnTo>
                  <a:lnTo>
                    <a:pt x="96" y="1463"/>
                  </a:lnTo>
                  <a:lnTo>
                    <a:pt x="96" y="1383"/>
                  </a:lnTo>
                  <a:lnTo>
                    <a:pt x="104" y="1303"/>
                  </a:lnTo>
                  <a:lnTo>
                    <a:pt x="112" y="1223"/>
                  </a:lnTo>
                  <a:lnTo>
                    <a:pt x="112" y="1143"/>
                  </a:lnTo>
                  <a:lnTo>
                    <a:pt x="120" y="1071"/>
                  </a:lnTo>
                  <a:lnTo>
                    <a:pt x="120" y="991"/>
                  </a:lnTo>
                  <a:lnTo>
                    <a:pt x="128" y="920"/>
                  </a:lnTo>
                  <a:lnTo>
                    <a:pt x="136" y="840"/>
                  </a:lnTo>
                  <a:lnTo>
                    <a:pt x="136" y="768"/>
                  </a:lnTo>
                  <a:lnTo>
                    <a:pt x="144" y="704"/>
                  </a:lnTo>
                  <a:lnTo>
                    <a:pt x="144" y="632"/>
                  </a:lnTo>
                  <a:lnTo>
                    <a:pt x="152" y="568"/>
                  </a:lnTo>
                  <a:lnTo>
                    <a:pt x="160" y="504"/>
                  </a:lnTo>
                  <a:lnTo>
                    <a:pt x="160" y="448"/>
                  </a:lnTo>
                  <a:lnTo>
                    <a:pt x="168" y="392"/>
                  </a:lnTo>
                  <a:lnTo>
                    <a:pt x="168" y="336"/>
                  </a:lnTo>
                  <a:lnTo>
                    <a:pt x="176" y="288"/>
                  </a:lnTo>
                  <a:lnTo>
                    <a:pt x="176" y="240"/>
                  </a:lnTo>
                  <a:lnTo>
                    <a:pt x="184" y="200"/>
                  </a:lnTo>
                  <a:lnTo>
                    <a:pt x="192" y="160"/>
                  </a:lnTo>
                  <a:lnTo>
                    <a:pt x="192" y="128"/>
                  </a:lnTo>
                  <a:lnTo>
                    <a:pt x="200" y="96"/>
                  </a:lnTo>
                  <a:lnTo>
                    <a:pt x="200" y="72"/>
                  </a:lnTo>
                  <a:lnTo>
                    <a:pt x="208" y="48"/>
                  </a:lnTo>
                  <a:lnTo>
                    <a:pt x="216" y="32"/>
                  </a:lnTo>
                  <a:lnTo>
                    <a:pt x="216" y="16"/>
                  </a:lnTo>
                  <a:lnTo>
                    <a:pt x="232" y="0"/>
                  </a:lnTo>
                  <a:lnTo>
                    <a:pt x="224" y="0"/>
                  </a:lnTo>
                  <a:lnTo>
                    <a:pt x="232" y="0"/>
                  </a:lnTo>
                  <a:lnTo>
                    <a:pt x="240" y="8"/>
                  </a:lnTo>
                  <a:lnTo>
                    <a:pt x="240" y="16"/>
                  </a:lnTo>
                  <a:lnTo>
                    <a:pt x="248" y="32"/>
                  </a:lnTo>
                  <a:lnTo>
                    <a:pt x="248" y="48"/>
                  </a:lnTo>
                  <a:lnTo>
                    <a:pt x="256" y="72"/>
                  </a:lnTo>
                  <a:lnTo>
                    <a:pt x="264" y="96"/>
                  </a:lnTo>
                  <a:lnTo>
                    <a:pt x="264" y="128"/>
                  </a:lnTo>
                  <a:lnTo>
                    <a:pt x="272" y="160"/>
                  </a:lnTo>
                  <a:lnTo>
                    <a:pt x="272" y="200"/>
                  </a:lnTo>
                  <a:lnTo>
                    <a:pt x="280" y="248"/>
                  </a:lnTo>
                  <a:lnTo>
                    <a:pt x="288" y="296"/>
                  </a:lnTo>
                  <a:lnTo>
                    <a:pt x="288" y="344"/>
                  </a:lnTo>
                  <a:lnTo>
                    <a:pt x="296" y="400"/>
                  </a:lnTo>
                  <a:lnTo>
                    <a:pt x="296" y="456"/>
                  </a:lnTo>
                  <a:lnTo>
                    <a:pt x="304" y="512"/>
                  </a:lnTo>
                  <a:lnTo>
                    <a:pt x="312" y="576"/>
                  </a:lnTo>
                  <a:lnTo>
                    <a:pt x="312" y="640"/>
                  </a:lnTo>
                  <a:lnTo>
                    <a:pt x="320" y="712"/>
                  </a:lnTo>
                  <a:lnTo>
                    <a:pt x="320" y="776"/>
                  </a:lnTo>
                  <a:lnTo>
                    <a:pt x="328" y="856"/>
                  </a:lnTo>
                  <a:lnTo>
                    <a:pt x="336" y="927"/>
                  </a:lnTo>
                  <a:lnTo>
                    <a:pt x="336" y="999"/>
                  </a:lnTo>
                  <a:lnTo>
                    <a:pt x="344" y="1079"/>
                  </a:lnTo>
                  <a:lnTo>
                    <a:pt x="344" y="1159"/>
                  </a:lnTo>
                  <a:lnTo>
                    <a:pt x="352" y="1231"/>
                  </a:lnTo>
                  <a:lnTo>
                    <a:pt x="352" y="1311"/>
                  </a:lnTo>
                  <a:lnTo>
                    <a:pt x="360" y="1391"/>
                  </a:lnTo>
                  <a:lnTo>
                    <a:pt x="368" y="1471"/>
                  </a:lnTo>
                  <a:lnTo>
                    <a:pt x="368" y="1551"/>
                  </a:lnTo>
                  <a:lnTo>
                    <a:pt x="376" y="1631"/>
                  </a:lnTo>
                  <a:lnTo>
                    <a:pt x="376" y="1711"/>
                  </a:lnTo>
                  <a:lnTo>
                    <a:pt x="384" y="1791"/>
                  </a:lnTo>
                  <a:lnTo>
                    <a:pt x="392" y="1863"/>
                  </a:lnTo>
                  <a:lnTo>
                    <a:pt x="392" y="1935"/>
                  </a:lnTo>
                  <a:lnTo>
                    <a:pt x="400" y="2015"/>
                  </a:lnTo>
                  <a:lnTo>
                    <a:pt x="400" y="2078"/>
                  </a:lnTo>
                  <a:lnTo>
                    <a:pt x="408" y="2150"/>
                  </a:lnTo>
                  <a:lnTo>
                    <a:pt x="416" y="2214"/>
                  </a:lnTo>
                  <a:lnTo>
                    <a:pt x="416" y="2278"/>
                  </a:lnTo>
                  <a:lnTo>
                    <a:pt x="424" y="2342"/>
                  </a:lnTo>
                  <a:lnTo>
                    <a:pt x="424" y="2398"/>
                  </a:lnTo>
                  <a:lnTo>
                    <a:pt x="432" y="2454"/>
                  </a:lnTo>
                  <a:lnTo>
                    <a:pt x="440" y="2510"/>
                  </a:lnTo>
                  <a:lnTo>
                    <a:pt x="440" y="2558"/>
                  </a:lnTo>
                  <a:lnTo>
                    <a:pt x="448" y="2598"/>
                  </a:lnTo>
                  <a:lnTo>
                    <a:pt x="448" y="2638"/>
                  </a:lnTo>
                  <a:lnTo>
                    <a:pt x="456" y="2678"/>
                  </a:lnTo>
                  <a:lnTo>
                    <a:pt x="464" y="2710"/>
                  </a:lnTo>
                  <a:lnTo>
                    <a:pt x="464" y="2742"/>
                  </a:lnTo>
                  <a:lnTo>
                    <a:pt x="472" y="2766"/>
                  </a:lnTo>
                  <a:lnTo>
                    <a:pt x="472" y="2782"/>
                  </a:lnTo>
                  <a:lnTo>
                    <a:pt x="480" y="2798"/>
                  </a:lnTo>
                  <a:lnTo>
                    <a:pt x="488" y="2814"/>
                  </a:lnTo>
                  <a:lnTo>
                    <a:pt x="504" y="2814"/>
                  </a:lnTo>
                  <a:lnTo>
                    <a:pt x="496" y="2814"/>
                  </a:lnTo>
                  <a:lnTo>
                    <a:pt x="504" y="2814"/>
                  </a:lnTo>
                  <a:lnTo>
                    <a:pt x="512" y="2798"/>
                  </a:lnTo>
                  <a:lnTo>
                    <a:pt x="512" y="2782"/>
                  </a:lnTo>
                  <a:lnTo>
                    <a:pt x="520" y="2766"/>
                  </a:lnTo>
                  <a:lnTo>
                    <a:pt x="520" y="2742"/>
                  </a:lnTo>
                  <a:lnTo>
                    <a:pt x="528" y="2710"/>
                  </a:lnTo>
                  <a:lnTo>
                    <a:pt x="536" y="2678"/>
                  </a:lnTo>
                  <a:lnTo>
                    <a:pt x="536" y="2638"/>
                  </a:lnTo>
                  <a:lnTo>
                    <a:pt x="544" y="2598"/>
                  </a:lnTo>
                  <a:lnTo>
                    <a:pt x="544" y="2558"/>
                  </a:lnTo>
                  <a:lnTo>
                    <a:pt x="552" y="2510"/>
                  </a:lnTo>
                  <a:lnTo>
                    <a:pt x="552" y="2454"/>
                  </a:lnTo>
                  <a:lnTo>
                    <a:pt x="560" y="2398"/>
                  </a:lnTo>
                  <a:lnTo>
                    <a:pt x="568" y="2342"/>
                  </a:lnTo>
                  <a:lnTo>
                    <a:pt x="568" y="2278"/>
                  </a:lnTo>
                  <a:lnTo>
                    <a:pt x="576" y="2214"/>
                  </a:lnTo>
                  <a:lnTo>
                    <a:pt x="576" y="2150"/>
                  </a:lnTo>
                  <a:lnTo>
                    <a:pt x="584" y="2078"/>
                  </a:lnTo>
                  <a:lnTo>
                    <a:pt x="592" y="2015"/>
                  </a:lnTo>
                  <a:lnTo>
                    <a:pt x="592" y="1935"/>
                  </a:lnTo>
                  <a:lnTo>
                    <a:pt x="600" y="1863"/>
                  </a:lnTo>
                  <a:lnTo>
                    <a:pt x="600" y="1791"/>
                  </a:lnTo>
                  <a:lnTo>
                    <a:pt x="608" y="1711"/>
                  </a:lnTo>
                  <a:lnTo>
                    <a:pt x="616" y="1631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23" name="Freeform 67"/>
            <p:cNvSpPr>
              <a:spLocks/>
            </p:cNvSpPr>
            <p:nvPr/>
          </p:nvSpPr>
          <p:spPr bwMode="auto">
            <a:xfrm>
              <a:off x="4288" y="654"/>
              <a:ext cx="609" cy="2822"/>
            </a:xfrm>
            <a:custGeom>
              <a:avLst/>
              <a:gdLst/>
              <a:ahLst/>
              <a:cxnLst>
                <a:cxn ang="0">
                  <a:pos x="8" y="1471"/>
                </a:cxn>
                <a:cxn ang="0">
                  <a:pos x="24" y="1231"/>
                </a:cxn>
                <a:cxn ang="0">
                  <a:pos x="32" y="999"/>
                </a:cxn>
                <a:cxn ang="0">
                  <a:pos x="48" y="776"/>
                </a:cxn>
                <a:cxn ang="0">
                  <a:pos x="64" y="576"/>
                </a:cxn>
                <a:cxn ang="0">
                  <a:pos x="80" y="400"/>
                </a:cxn>
                <a:cxn ang="0">
                  <a:pos x="96" y="248"/>
                </a:cxn>
                <a:cxn ang="0">
                  <a:pos x="104" y="128"/>
                </a:cxn>
                <a:cxn ang="0">
                  <a:pos x="121" y="48"/>
                </a:cxn>
                <a:cxn ang="0">
                  <a:pos x="145" y="0"/>
                </a:cxn>
                <a:cxn ang="0">
                  <a:pos x="153" y="8"/>
                </a:cxn>
                <a:cxn ang="0">
                  <a:pos x="161" y="48"/>
                </a:cxn>
                <a:cxn ang="0">
                  <a:pos x="177" y="128"/>
                </a:cxn>
                <a:cxn ang="0">
                  <a:pos x="193" y="240"/>
                </a:cxn>
                <a:cxn ang="0">
                  <a:pos x="209" y="392"/>
                </a:cxn>
                <a:cxn ang="0">
                  <a:pos x="225" y="568"/>
                </a:cxn>
                <a:cxn ang="0">
                  <a:pos x="233" y="768"/>
                </a:cxn>
                <a:cxn ang="0">
                  <a:pos x="249" y="991"/>
                </a:cxn>
                <a:cxn ang="0">
                  <a:pos x="265" y="1223"/>
                </a:cxn>
                <a:cxn ang="0">
                  <a:pos x="281" y="1463"/>
                </a:cxn>
                <a:cxn ang="0">
                  <a:pos x="297" y="1703"/>
                </a:cxn>
                <a:cxn ang="0">
                  <a:pos x="305" y="1927"/>
                </a:cxn>
                <a:cxn ang="0">
                  <a:pos x="321" y="2142"/>
                </a:cxn>
                <a:cxn ang="0">
                  <a:pos x="337" y="2334"/>
                </a:cxn>
                <a:cxn ang="0">
                  <a:pos x="353" y="2502"/>
                </a:cxn>
                <a:cxn ang="0">
                  <a:pos x="361" y="2638"/>
                </a:cxn>
                <a:cxn ang="0">
                  <a:pos x="377" y="2734"/>
                </a:cxn>
                <a:cxn ang="0">
                  <a:pos x="393" y="2798"/>
                </a:cxn>
                <a:cxn ang="0">
                  <a:pos x="409" y="2822"/>
                </a:cxn>
                <a:cxn ang="0">
                  <a:pos x="425" y="2790"/>
                </a:cxn>
                <a:cxn ang="0">
                  <a:pos x="441" y="2718"/>
                </a:cxn>
                <a:cxn ang="0">
                  <a:pos x="457" y="2606"/>
                </a:cxn>
                <a:cxn ang="0">
                  <a:pos x="473" y="2462"/>
                </a:cxn>
                <a:cxn ang="0">
                  <a:pos x="481" y="2286"/>
                </a:cxn>
                <a:cxn ang="0">
                  <a:pos x="497" y="2086"/>
                </a:cxn>
                <a:cxn ang="0">
                  <a:pos x="513" y="1871"/>
                </a:cxn>
                <a:cxn ang="0">
                  <a:pos x="529" y="1639"/>
                </a:cxn>
                <a:cxn ang="0">
                  <a:pos x="537" y="1399"/>
                </a:cxn>
                <a:cxn ang="0">
                  <a:pos x="553" y="1167"/>
                </a:cxn>
                <a:cxn ang="0">
                  <a:pos x="569" y="935"/>
                </a:cxn>
                <a:cxn ang="0">
                  <a:pos x="585" y="720"/>
                </a:cxn>
                <a:cxn ang="0">
                  <a:pos x="601" y="520"/>
                </a:cxn>
              </a:cxnLst>
              <a:rect l="0" t="0" r="r" b="b"/>
              <a:pathLst>
                <a:path w="609" h="2822">
                  <a:moveTo>
                    <a:pt x="0" y="1631"/>
                  </a:moveTo>
                  <a:lnTo>
                    <a:pt x="0" y="1551"/>
                  </a:lnTo>
                  <a:lnTo>
                    <a:pt x="8" y="1471"/>
                  </a:lnTo>
                  <a:lnTo>
                    <a:pt x="8" y="1391"/>
                  </a:lnTo>
                  <a:lnTo>
                    <a:pt x="16" y="1311"/>
                  </a:lnTo>
                  <a:lnTo>
                    <a:pt x="24" y="1231"/>
                  </a:lnTo>
                  <a:lnTo>
                    <a:pt x="24" y="1159"/>
                  </a:lnTo>
                  <a:lnTo>
                    <a:pt x="32" y="1079"/>
                  </a:lnTo>
                  <a:lnTo>
                    <a:pt x="32" y="999"/>
                  </a:lnTo>
                  <a:lnTo>
                    <a:pt x="40" y="927"/>
                  </a:lnTo>
                  <a:lnTo>
                    <a:pt x="48" y="856"/>
                  </a:lnTo>
                  <a:lnTo>
                    <a:pt x="48" y="776"/>
                  </a:lnTo>
                  <a:lnTo>
                    <a:pt x="56" y="712"/>
                  </a:lnTo>
                  <a:lnTo>
                    <a:pt x="56" y="640"/>
                  </a:lnTo>
                  <a:lnTo>
                    <a:pt x="64" y="576"/>
                  </a:lnTo>
                  <a:lnTo>
                    <a:pt x="72" y="512"/>
                  </a:lnTo>
                  <a:lnTo>
                    <a:pt x="72" y="456"/>
                  </a:lnTo>
                  <a:lnTo>
                    <a:pt x="80" y="400"/>
                  </a:lnTo>
                  <a:lnTo>
                    <a:pt x="80" y="344"/>
                  </a:lnTo>
                  <a:lnTo>
                    <a:pt x="88" y="296"/>
                  </a:lnTo>
                  <a:lnTo>
                    <a:pt x="96" y="248"/>
                  </a:lnTo>
                  <a:lnTo>
                    <a:pt x="96" y="200"/>
                  </a:lnTo>
                  <a:lnTo>
                    <a:pt x="104" y="160"/>
                  </a:lnTo>
                  <a:lnTo>
                    <a:pt x="104" y="128"/>
                  </a:lnTo>
                  <a:lnTo>
                    <a:pt x="112" y="96"/>
                  </a:lnTo>
                  <a:lnTo>
                    <a:pt x="121" y="72"/>
                  </a:lnTo>
                  <a:lnTo>
                    <a:pt x="121" y="48"/>
                  </a:lnTo>
                  <a:lnTo>
                    <a:pt x="129" y="32"/>
                  </a:lnTo>
                  <a:lnTo>
                    <a:pt x="129" y="16"/>
                  </a:lnTo>
                  <a:lnTo>
                    <a:pt x="145" y="0"/>
                  </a:lnTo>
                  <a:lnTo>
                    <a:pt x="137" y="0"/>
                  </a:lnTo>
                  <a:lnTo>
                    <a:pt x="145" y="0"/>
                  </a:lnTo>
                  <a:lnTo>
                    <a:pt x="153" y="8"/>
                  </a:lnTo>
                  <a:lnTo>
                    <a:pt x="153" y="16"/>
                  </a:lnTo>
                  <a:lnTo>
                    <a:pt x="161" y="32"/>
                  </a:lnTo>
                  <a:lnTo>
                    <a:pt x="161" y="48"/>
                  </a:lnTo>
                  <a:lnTo>
                    <a:pt x="169" y="72"/>
                  </a:lnTo>
                  <a:lnTo>
                    <a:pt x="177" y="96"/>
                  </a:lnTo>
                  <a:lnTo>
                    <a:pt x="177" y="128"/>
                  </a:lnTo>
                  <a:lnTo>
                    <a:pt x="185" y="160"/>
                  </a:lnTo>
                  <a:lnTo>
                    <a:pt x="185" y="200"/>
                  </a:lnTo>
                  <a:lnTo>
                    <a:pt x="193" y="240"/>
                  </a:lnTo>
                  <a:lnTo>
                    <a:pt x="201" y="288"/>
                  </a:lnTo>
                  <a:lnTo>
                    <a:pt x="201" y="336"/>
                  </a:lnTo>
                  <a:lnTo>
                    <a:pt x="209" y="392"/>
                  </a:lnTo>
                  <a:lnTo>
                    <a:pt x="209" y="448"/>
                  </a:lnTo>
                  <a:lnTo>
                    <a:pt x="217" y="504"/>
                  </a:lnTo>
                  <a:lnTo>
                    <a:pt x="225" y="568"/>
                  </a:lnTo>
                  <a:lnTo>
                    <a:pt x="225" y="632"/>
                  </a:lnTo>
                  <a:lnTo>
                    <a:pt x="233" y="704"/>
                  </a:lnTo>
                  <a:lnTo>
                    <a:pt x="233" y="768"/>
                  </a:lnTo>
                  <a:lnTo>
                    <a:pt x="241" y="840"/>
                  </a:lnTo>
                  <a:lnTo>
                    <a:pt x="249" y="920"/>
                  </a:lnTo>
                  <a:lnTo>
                    <a:pt x="249" y="991"/>
                  </a:lnTo>
                  <a:lnTo>
                    <a:pt x="257" y="1071"/>
                  </a:lnTo>
                  <a:lnTo>
                    <a:pt x="257" y="1143"/>
                  </a:lnTo>
                  <a:lnTo>
                    <a:pt x="265" y="1223"/>
                  </a:lnTo>
                  <a:lnTo>
                    <a:pt x="273" y="1303"/>
                  </a:lnTo>
                  <a:lnTo>
                    <a:pt x="273" y="1383"/>
                  </a:lnTo>
                  <a:lnTo>
                    <a:pt x="281" y="1463"/>
                  </a:lnTo>
                  <a:lnTo>
                    <a:pt x="281" y="1543"/>
                  </a:lnTo>
                  <a:lnTo>
                    <a:pt x="289" y="1623"/>
                  </a:lnTo>
                  <a:lnTo>
                    <a:pt x="297" y="1703"/>
                  </a:lnTo>
                  <a:lnTo>
                    <a:pt x="297" y="1775"/>
                  </a:lnTo>
                  <a:lnTo>
                    <a:pt x="305" y="1855"/>
                  </a:lnTo>
                  <a:lnTo>
                    <a:pt x="305" y="1927"/>
                  </a:lnTo>
                  <a:lnTo>
                    <a:pt x="313" y="2007"/>
                  </a:lnTo>
                  <a:lnTo>
                    <a:pt x="313" y="2071"/>
                  </a:lnTo>
                  <a:lnTo>
                    <a:pt x="321" y="2142"/>
                  </a:lnTo>
                  <a:lnTo>
                    <a:pt x="329" y="2206"/>
                  </a:lnTo>
                  <a:lnTo>
                    <a:pt x="329" y="2278"/>
                  </a:lnTo>
                  <a:lnTo>
                    <a:pt x="337" y="2334"/>
                  </a:lnTo>
                  <a:lnTo>
                    <a:pt x="337" y="2398"/>
                  </a:lnTo>
                  <a:lnTo>
                    <a:pt x="345" y="2446"/>
                  </a:lnTo>
                  <a:lnTo>
                    <a:pt x="353" y="2502"/>
                  </a:lnTo>
                  <a:lnTo>
                    <a:pt x="353" y="2550"/>
                  </a:lnTo>
                  <a:lnTo>
                    <a:pt x="361" y="2598"/>
                  </a:lnTo>
                  <a:lnTo>
                    <a:pt x="361" y="2638"/>
                  </a:lnTo>
                  <a:lnTo>
                    <a:pt x="369" y="2678"/>
                  </a:lnTo>
                  <a:lnTo>
                    <a:pt x="377" y="2710"/>
                  </a:lnTo>
                  <a:lnTo>
                    <a:pt x="377" y="2734"/>
                  </a:lnTo>
                  <a:lnTo>
                    <a:pt x="385" y="2758"/>
                  </a:lnTo>
                  <a:lnTo>
                    <a:pt x="385" y="2782"/>
                  </a:lnTo>
                  <a:lnTo>
                    <a:pt x="393" y="2798"/>
                  </a:lnTo>
                  <a:lnTo>
                    <a:pt x="401" y="2806"/>
                  </a:lnTo>
                  <a:lnTo>
                    <a:pt x="401" y="2814"/>
                  </a:lnTo>
                  <a:lnTo>
                    <a:pt x="409" y="2822"/>
                  </a:lnTo>
                  <a:lnTo>
                    <a:pt x="417" y="2814"/>
                  </a:lnTo>
                  <a:lnTo>
                    <a:pt x="425" y="2798"/>
                  </a:lnTo>
                  <a:lnTo>
                    <a:pt x="425" y="2790"/>
                  </a:lnTo>
                  <a:lnTo>
                    <a:pt x="433" y="2766"/>
                  </a:lnTo>
                  <a:lnTo>
                    <a:pt x="433" y="2742"/>
                  </a:lnTo>
                  <a:lnTo>
                    <a:pt x="441" y="2718"/>
                  </a:lnTo>
                  <a:lnTo>
                    <a:pt x="449" y="2686"/>
                  </a:lnTo>
                  <a:lnTo>
                    <a:pt x="449" y="2646"/>
                  </a:lnTo>
                  <a:lnTo>
                    <a:pt x="457" y="2606"/>
                  </a:lnTo>
                  <a:lnTo>
                    <a:pt x="457" y="2558"/>
                  </a:lnTo>
                  <a:lnTo>
                    <a:pt x="465" y="2510"/>
                  </a:lnTo>
                  <a:lnTo>
                    <a:pt x="473" y="2462"/>
                  </a:lnTo>
                  <a:lnTo>
                    <a:pt x="473" y="2406"/>
                  </a:lnTo>
                  <a:lnTo>
                    <a:pt x="481" y="2350"/>
                  </a:lnTo>
                  <a:lnTo>
                    <a:pt x="481" y="2286"/>
                  </a:lnTo>
                  <a:lnTo>
                    <a:pt x="489" y="2222"/>
                  </a:lnTo>
                  <a:lnTo>
                    <a:pt x="497" y="2158"/>
                  </a:lnTo>
                  <a:lnTo>
                    <a:pt x="497" y="2086"/>
                  </a:lnTo>
                  <a:lnTo>
                    <a:pt x="505" y="2023"/>
                  </a:lnTo>
                  <a:lnTo>
                    <a:pt x="505" y="1943"/>
                  </a:lnTo>
                  <a:lnTo>
                    <a:pt x="513" y="1871"/>
                  </a:lnTo>
                  <a:lnTo>
                    <a:pt x="513" y="1799"/>
                  </a:lnTo>
                  <a:lnTo>
                    <a:pt x="521" y="1719"/>
                  </a:lnTo>
                  <a:lnTo>
                    <a:pt x="529" y="1639"/>
                  </a:lnTo>
                  <a:lnTo>
                    <a:pt x="529" y="1559"/>
                  </a:lnTo>
                  <a:lnTo>
                    <a:pt x="537" y="1479"/>
                  </a:lnTo>
                  <a:lnTo>
                    <a:pt x="537" y="1399"/>
                  </a:lnTo>
                  <a:lnTo>
                    <a:pt x="545" y="1319"/>
                  </a:lnTo>
                  <a:lnTo>
                    <a:pt x="553" y="1247"/>
                  </a:lnTo>
                  <a:lnTo>
                    <a:pt x="553" y="1167"/>
                  </a:lnTo>
                  <a:lnTo>
                    <a:pt x="561" y="1087"/>
                  </a:lnTo>
                  <a:lnTo>
                    <a:pt x="561" y="1007"/>
                  </a:lnTo>
                  <a:lnTo>
                    <a:pt x="569" y="935"/>
                  </a:lnTo>
                  <a:lnTo>
                    <a:pt x="577" y="864"/>
                  </a:lnTo>
                  <a:lnTo>
                    <a:pt x="577" y="784"/>
                  </a:lnTo>
                  <a:lnTo>
                    <a:pt x="585" y="720"/>
                  </a:lnTo>
                  <a:lnTo>
                    <a:pt x="585" y="648"/>
                  </a:lnTo>
                  <a:lnTo>
                    <a:pt x="593" y="584"/>
                  </a:lnTo>
                  <a:lnTo>
                    <a:pt x="601" y="520"/>
                  </a:lnTo>
                  <a:lnTo>
                    <a:pt x="601" y="456"/>
                  </a:lnTo>
                  <a:lnTo>
                    <a:pt x="609" y="400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24" name="Freeform 68"/>
            <p:cNvSpPr>
              <a:spLocks/>
            </p:cNvSpPr>
            <p:nvPr/>
          </p:nvSpPr>
          <p:spPr bwMode="auto">
            <a:xfrm>
              <a:off x="4897" y="654"/>
              <a:ext cx="464" cy="2822"/>
            </a:xfrm>
            <a:custGeom>
              <a:avLst/>
              <a:gdLst/>
              <a:ahLst/>
              <a:cxnLst>
                <a:cxn ang="0">
                  <a:pos x="0" y="352"/>
                </a:cxn>
                <a:cxn ang="0">
                  <a:pos x="16" y="248"/>
                </a:cxn>
                <a:cxn ang="0">
                  <a:pos x="24" y="168"/>
                </a:cxn>
                <a:cxn ang="0">
                  <a:pos x="32" y="104"/>
                </a:cxn>
                <a:cxn ang="0">
                  <a:pos x="40" y="48"/>
                </a:cxn>
                <a:cxn ang="0">
                  <a:pos x="48" y="16"/>
                </a:cxn>
                <a:cxn ang="0">
                  <a:pos x="64" y="0"/>
                </a:cxn>
                <a:cxn ang="0">
                  <a:pos x="72" y="16"/>
                </a:cxn>
                <a:cxn ang="0">
                  <a:pos x="80" y="48"/>
                </a:cxn>
                <a:cxn ang="0">
                  <a:pos x="96" y="88"/>
                </a:cxn>
                <a:cxn ang="0">
                  <a:pos x="104" y="152"/>
                </a:cxn>
                <a:cxn ang="0">
                  <a:pos x="112" y="232"/>
                </a:cxn>
                <a:cxn ang="0">
                  <a:pos x="120" y="328"/>
                </a:cxn>
                <a:cxn ang="0">
                  <a:pos x="128" y="440"/>
                </a:cxn>
                <a:cxn ang="0">
                  <a:pos x="144" y="560"/>
                </a:cxn>
                <a:cxn ang="0">
                  <a:pos x="152" y="696"/>
                </a:cxn>
                <a:cxn ang="0">
                  <a:pos x="160" y="832"/>
                </a:cxn>
                <a:cxn ang="0">
                  <a:pos x="168" y="983"/>
                </a:cxn>
                <a:cxn ang="0">
                  <a:pos x="176" y="1135"/>
                </a:cxn>
                <a:cxn ang="0">
                  <a:pos x="192" y="1295"/>
                </a:cxn>
                <a:cxn ang="0">
                  <a:pos x="200" y="1455"/>
                </a:cxn>
                <a:cxn ang="0">
                  <a:pos x="208" y="1615"/>
                </a:cxn>
                <a:cxn ang="0">
                  <a:pos x="216" y="1767"/>
                </a:cxn>
                <a:cxn ang="0">
                  <a:pos x="224" y="1919"/>
                </a:cxn>
                <a:cxn ang="0">
                  <a:pos x="240" y="2063"/>
                </a:cxn>
                <a:cxn ang="0">
                  <a:pos x="248" y="2206"/>
                </a:cxn>
                <a:cxn ang="0">
                  <a:pos x="256" y="2326"/>
                </a:cxn>
                <a:cxn ang="0">
                  <a:pos x="264" y="2446"/>
                </a:cxn>
                <a:cxn ang="0">
                  <a:pos x="272" y="2542"/>
                </a:cxn>
                <a:cxn ang="0">
                  <a:pos x="280" y="2630"/>
                </a:cxn>
                <a:cxn ang="0">
                  <a:pos x="296" y="2702"/>
                </a:cxn>
                <a:cxn ang="0">
                  <a:pos x="304" y="2758"/>
                </a:cxn>
                <a:cxn ang="0">
                  <a:pos x="312" y="2798"/>
                </a:cxn>
                <a:cxn ang="0">
                  <a:pos x="320" y="2814"/>
                </a:cxn>
                <a:cxn ang="0">
                  <a:pos x="336" y="2814"/>
                </a:cxn>
                <a:cxn ang="0">
                  <a:pos x="344" y="2790"/>
                </a:cxn>
                <a:cxn ang="0">
                  <a:pos x="352" y="2742"/>
                </a:cxn>
                <a:cxn ang="0">
                  <a:pos x="368" y="2686"/>
                </a:cxn>
                <a:cxn ang="0">
                  <a:pos x="376" y="2606"/>
                </a:cxn>
                <a:cxn ang="0">
                  <a:pos x="384" y="2518"/>
                </a:cxn>
                <a:cxn ang="0">
                  <a:pos x="392" y="2414"/>
                </a:cxn>
                <a:cxn ang="0">
                  <a:pos x="400" y="2294"/>
                </a:cxn>
                <a:cxn ang="0">
                  <a:pos x="416" y="2166"/>
                </a:cxn>
                <a:cxn ang="0">
                  <a:pos x="424" y="2031"/>
                </a:cxn>
                <a:cxn ang="0">
                  <a:pos x="432" y="1879"/>
                </a:cxn>
                <a:cxn ang="0">
                  <a:pos x="440" y="1727"/>
                </a:cxn>
                <a:cxn ang="0">
                  <a:pos x="448" y="1567"/>
                </a:cxn>
                <a:cxn ang="0">
                  <a:pos x="464" y="1415"/>
                </a:cxn>
              </a:cxnLst>
              <a:rect l="0" t="0" r="r" b="b"/>
              <a:pathLst>
                <a:path w="464" h="2822">
                  <a:moveTo>
                    <a:pt x="0" y="400"/>
                  </a:moveTo>
                  <a:lnTo>
                    <a:pt x="0" y="352"/>
                  </a:lnTo>
                  <a:lnTo>
                    <a:pt x="8" y="296"/>
                  </a:lnTo>
                  <a:lnTo>
                    <a:pt x="16" y="248"/>
                  </a:lnTo>
                  <a:lnTo>
                    <a:pt x="16" y="208"/>
                  </a:lnTo>
                  <a:lnTo>
                    <a:pt x="24" y="168"/>
                  </a:lnTo>
                  <a:lnTo>
                    <a:pt x="24" y="136"/>
                  </a:lnTo>
                  <a:lnTo>
                    <a:pt x="32" y="104"/>
                  </a:lnTo>
                  <a:lnTo>
                    <a:pt x="40" y="72"/>
                  </a:lnTo>
                  <a:lnTo>
                    <a:pt x="40" y="48"/>
                  </a:lnTo>
                  <a:lnTo>
                    <a:pt x="48" y="32"/>
                  </a:lnTo>
                  <a:lnTo>
                    <a:pt x="48" y="16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72" y="16"/>
                  </a:lnTo>
                  <a:lnTo>
                    <a:pt x="80" y="24"/>
                  </a:lnTo>
                  <a:lnTo>
                    <a:pt x="80" y="48"/>
                  </a:lnTo>
                  <a:lnTo>
                    <a:pt x="88" y="64"/>
                  </a:lnTo>
                  <a:lnTo>
                    <a:pt x="96" y="88"/>
                  </a:lnTo>
                  <a:lnTo>
                    <a:pt x="96" y="120"/>
                  </a:lnTo>
                  <a:lnTo>
                    <a:pt x="104" y="152"/>
                  </a:lnTo>
                  <a:lnTo>
                    <a:pt x="104" y="192"/>
                  </a:lnTo>
                  <a:lnTo>
                    <a:pt x="112" y="232"/>
                  </a:lnTo>
                  <a:lnTo>
                    <a:pt x="120" y="280"/>
                  </a:lnTo>
                  <a:lnTo>
                    <a:pt x="120" y="328"/>
                  </a:lnTo>
                  <a:lnTo>
                    <a:pt x="128" y="384"/>
                  </a:lnTo>
                  <a:lnTo>
                    <a:pt x="128" y="440"/>
                  </a:lnTo>
                  <a:lnTo>
                    <a:pt x="136" y="496"/>
                  </a:lnTo>
                  <a:lnTo>
                    <a:pt x="144" y="560"/>
                  </a:lnTo>
                  <a:lnTo>
                    <a:pt x="144" y="624"/>
                  </a:lnTo>
                  <a:lnTo>
                    <a:pt x="152" y="696"/>
                  </a:lnTo>
                  <a:lnTo>
                    <a:pt x="152" y="760"/>
                  </a:lnTo>
                  <a:lnTo>
                    <a:pt x="160" y="832"/>
                  </a:lnTo>
                  <a:lnTo>
                    <a:pt x="168" y="912"/>
                  </a:lnTo>
                  <a:lnTo>
                    <a:pt x="168" y="983"/>
                  </a:lnTo>
                  <a:lnTo>
                    <a:pt x="176" y="1063"/>
                  </a:lnTo>
                  <a:lnTo>
                    <a:pt x="176" y="1135"/>
                  </a:lnTo>
                  <a:lnTo>
                    <a:pt x="184" y="1215"/>
                  </a:lnTo>
                  <a:lnTo>
                    <a:pt x="192" y="1295"/>
                  </a:lnTo>
                  <a:lnTo>
                    <a:pt x="192" y="1375"/>
                  </a:lnTo>
                  <a:lnTo>
                    <a:pt x="200" y="1455"/>
                  </a:lnTo>
                  <a:lnTo>
                    <a:pt x="200" y="1535"/>
                  </a:lnTo>
                  <a:lnTo>
                    <a:pt x="208" y="1615"/>
                  </a:lnTo>
                  <a:lnTo>
                    <a:pt x="216" y="1695"/>
                  </a:lnTo>
                  <a:lnTo>
                    <a:pt x="216" y="1767"/>
                  </a:lnTo>
                  <a:lnTo>
                    <a:pt x="224" y="1847"/>
                  </a:lnTo>
                  <a:lnTo>
                    <a:pt x="224" y="1919"/>
                  </a:lnTo>
                  <a:lnTo>
                    <a:pt x="232" y="1999"/>
                  </a:lnTo>
                  <a:lnTo>
                    <a:pt x="240" y="2063"/>
                  </a:lnTo>
                  <a:lnTo>
                    <a:pt x="240" y="2134"/>
                  </a:lnTo>
                  <a:lnTo>
                    <a:pt x="248" y="2206"/>
                  </a:lnTo>
                  <a:lnTo>
                    <a:pt x="248" y="2270"/>
                  </a:lnTo>
                  <a:lnTo>
                    <a:pt x="256" y="2326"/>
                  </a:lnTo>
                  <a:lnTo>
                    <a:pt x="264" y="2390"/>
                  </a:lnTo>
                  <a:lnTo>
                    <a:pt x="264" y="2446"/>
                  </a:lnTo>
                  <a:lnTo>
                    <a:pt x="272" y="2494"/>
                  </a:lnTo>
                  <a:lnTo>
                    <a:pt x="272" y="2542"/>
                  </a:lnTo>
                  <a:lnTo>
                    <a:pt x="280" y="2590"/>
                  </a:lnTo>
                  <a:lnTo>
                    <a:pt x="280" y="2630"/>
                  </a:lnTo>
                  <a:lnTo>
                    <a:pt x="288" y="2670"/>
                  </a:lnTo>
                  <a:lnTo>
                    <a:pt x="296" y="2702"/>
                  </a:lnTo>
                  <a:lnTo>
                    <a:pt x="296" y="2734"/>
                  </a:lnTo>
                  <a:lnTo>
                    <a:pt x="304" y="2758"/>
                  </a:lnTo>
                  <a:lnTo>
                    <a:pt x="304" y="2782"/>
                  </a:lnTo>
                  <a:lnTo>
                    <a:pt x="312" y="2798"/>
                  </a:lnTo>
                  <a:lnTo>
                    <a:pt x="320" y="2806"/>
                  </a:lnTo>
                  <a:lnTo>
                    <a:pt x="320" y="2814"/>
                  </a:lnTo>
                  <a:lnTo>
                    <a:pt x="328" y="2822"/>
                  </a:lnTo>
                  <a:lnTo>
                    <a:pt x="336" y="2814"/>
                  </a:lnTo>
                  <a:lnTo>
                    <a:pt x="344" y="2806"/>
                  </a:lnTo>
                  <a:lnTo>
                    <a:pt x="344" y="2790"/>
                  </a:lnTo>
                  <a:lnTo>
                    <a:pt x="352" y="2766"/>
                  </a:lnTo>
                  <a:lnTo>
                    <a:pt x="352" y="2742"/>
                  </a:lnTo>
                  <a:lnTo>
                    <a:pt x="360" y="2718"/>
                  </a:lnTo>
                  <a:lnTo>
                    <a:pt x="368" y="2686"/>
                  </a:lnTo>
                  <a:lnTo>
                    <a:pt x="368" y="2646"/>
                  </a:lnTo>
                  <a:lnTo>
                    <a:pt x="376" y="2606"/>
                  </a:lnTo>
                  <a:lnTo>
                    <a:pt x="376" y="2566"/>
                  </a:lnTo>
                  <a:lnTo>
                    <a:pt x="384" y="2518"/>
                  </a:lnTo>
                  <a:lnTo>
                    <a:pt x="392" y="2470"/>
                  </a:lnTo>
                  <a:lnTo>
                    <a:pt x="392" y="2414"/>
                  </a:lnTo>
                  <a:lnTo>
                    <a:pt x="400" y="2358"/>
                  </a:lnTo>
                  <a:lnTo>
                    <a:pt x="400" y="2294"/>
                  </a:lnTo>
                  <a:lnTo>
                    <a:pt x="408" y="2230"/>
                  </a:lnTo>
                  <a:lnTo>
                    <a:pt x="416" y="2166"/>
                  </a:lnTo>
                  <a:lnTo>
                    <a:pt x="416" y="2094"/>
                  </a:lnTo>
                  <a:lnTo>
                    <a:pt x="424" y="2031"/>
                  </a:lnTo>
                  <a:lnTo>
                    <a:pt x="424" y="1951"/>
                  </a:lnTo>
                  <a:lnTo>
                    <a:pt x="432" y="1879"/>
                  </a:lnTo>
                  <a:lnTo>
                    <a:pt x="440" y="1807"/>
                  </a:lnTo>
                  <a:lnTo>
                    <a:pt x="440" y="1727"/>
                  </a:lnTo>
                  <a:lnTo>
                    <a:pt x="448" y="1647"/>
                  </a:lnTo>
                  <a:lnTo>
                    <a:pt x="448" y="1567"/>
                  </a:lnTo>
                  <a:lnTo>
                    <a:pt x="456" y="1487"/>
                  </a:lnTo>
                  <a:lnTo>
                    <a:pt x="464" y="1415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19525" name="Group 69"/>
          <p:cNvGrpSpPr>
            <a:grpSpLocks/>
          </p:cNvGrpSpPr>
          <p:nvPr/>
        </p:nvGrpSpPr>
        <p:grpSpPr bwMode="auto">
          <a:xfrm>
            <a:off x="2255838" y="1908176"/>
            <a:ext cx="2305050" cy="1427163"/>
            <a:chOff x="597" y="191"/>
            <a:chExt cx="4764" cy="3756"/>
          </a:xfrm>
        </p:grpSpPr>
        <p:sp>
          <p:nvSpPr>
            <p:cNvPr id="19526" name="Freeform 70"/>
            <p:cNvSpPr>
              <a:spLocks/>
            </p:cNvSpPr>
            <p:nvPr/>
          </p:nvSpPr>
          <p:spPr bwMode="auto">
            <a:xfrm>
              <a:off x="597" y="191"/>
              <a:ext cx="616" cy="3748"/>
            </a:xfrm>
            <a:custGeom>
              <a:avLst/>
              <a:gdLst/>
              <a:ahLst/>
              <a:cxnLst>
                <a:cxn ang="0">
                  <a:pos x="8" y="1662"/>
                </a:cxn>
                <a:cxn ang="0">
                  <a:pos x="24" y="1454"/>
                </a:cxn>
                <a:cxn ang="0">
                  <a:pos x="40" y="1247"/>
                </a:cxn>
                <a:cxn ang="0">
                  <a:pos x="56" y="1055"/>
                </a:cxn>
                <a:cxn ang="0">
                  <a:pos x="64" y="871"/>
                </a:cxn>
                <a:cxn ang="0">
                  <a:pos x="80" y="695"/>
                </a:cxn>
                <a:cxn ang="0">
                  <a:pos x="96" y="535"/>
                </a:cxn>
                <a:cxn ang="0">
                  <a:pos x="112" y="399"/>
                </a:cxn>
                <a:cxn ang="0">
                  <a:pos x="128" y="279"/>
                </a:cxn>
                <a:cxn ang="0">
                  <a:pos x="136" y="176"/>
                </a:cxn>
                <a:cxn ang="0">
                  <a:pos x="152" y="96"/>
                </a:cxn>
                <a:cxn ang="0">
                  <a:pos x="168" y="40"/>
                </a:cxn>
                <a:cxn ang="0">
                  <a:pos x="192" y="0"/>
                </a:cxn>
                <a:cxn ang="0">
                  <a:pos x="200" y="0"/>
                </a:cxn>
                <a:cxn ang="0">
                  <a:pos x="216" y="32"/>
                </a:cxn>
                <a:cxn ang="0">
                  <a:pos x="232" y="88"/>
                </a:cxn>
                <a:cxn ang="0">
                  <a:pos x="248" y="168"/>
                </a:cxn>
                <a:cxn ang="0">
                  <a:pos x="264" y="263"/>
                </a:cxn>
                <a:cxn ang="0">
                  <a:pos x="280" y="383"/>
                </a:cxn>
                <a:cxn ang="0">
                  <a:pos x="288" y="519"/>
                </a:cxn>
                <a:cxn ang="0">
                  <a:pos x="304" y="679"/>
                </a:cxn>
                <a:cxn ang="0">
                  <a:pos x="320" y="847"/>
                </a:cxn>
                <a:cxn ang="0">
                  <a:pos x="336" y="1031"/>
                </a:cxn>
                <a:cxn ang="0">
                  <a:pos x="352" y="1231"/>
                </a:cxn>
                <a:cxn ang="0">
                  <a:pos x="360" y="1430"/>
                </a:cxn>
                <a:cxn ang="0">
                  <a:pos x="376" y="1638"/>
                </a:cxn>
                <a:cxn ang="0">
                  <a:pos x="392" y="1854"/>
                </a:cxn>
                <a:cxn ang="0">
                  <a:pos x="408" y="2062"/>
                </a:cxn>
                <a:cxn ang="0">
                  <a:pos x="416" y="2270"/>
                </a:cxn>
                <a:cxn ang="0">
                  <a:pos x="432" y="2478"/>
                </a:cxn>
                <a:cxn ang="0">
                  <a:pos x="448" y="2677"/>
                </a:cxn>
                <a:cxn ang="0">
                  <a:pos x="464" y="2861"/>
                </a:cxn>
                <a:cxn ang="0">
                  <a:pos x="480" y="3037"/>
                </a:cxn>
                <a:cxn ang="0">
                  <a:pos x="488" y="3197"/>
                </a:cxn>
                <a:cxn ang="0">
                  <a:pos x="504" y="3333"/>
                </a:cxn>
                <a:cxn ang="0">
                  <a:pos x="520" y="3461"/>
                </a:cxn>
                <a:cxn ang="0">
                  <a:pos x="536" y="3565"/>
                </a:cxn>
                <a:cxn ang="0">
                  <a:pos x="552" y="3645"/>
                </a:cxn>
                <a:cxn ang="0">
                  <a:pos x="560" y="3708"/>
                </a:cxn>
                <a:cxn ang="0">
                  <a:pos x="576" y="3740"/>
                </a:cxn>
                <a:cxn ang="0">
                  <a:pos x="592" y="3748"/>
                </a:cxn>
                <a:cxn ang="0">
                  <a:pos x="608" y="3732"/>
                </a:cxn>
              </a:cxnLst>
              <a:rect l="0" t="0" r="r" b="b"/>
              <a:pathLst>
                <a:path w="616" h="3748">
                  <a:moveTo>
                    <a:pt x="0" y="1806"/>
                  </a:moveTo>
                  <a:lnTo>
                    <a:pt x="8" y="1734"/>
                  </a:lnTo>
                  <a:lnTo>
                    <a:pt x="8" y="1662"/>
                  </a:lnTo>
                  <a:lnTo>
                    <a:pt x="16" y="1590"/>
                  </a:lnTo>
                  <a:lnTo>
                    <a:pt x="16" y="1518"/>
                  </a:lnTo>
                  <a:lnTo>
                    <a:pt x="24" y="1454"/>
                  </a:lnTo>
                  <a:lnTo>
                    <a:pt x="32" y="1383"/>
                  </a:lnTo>
                  <a:lnTo>
                    <a:pt x="32" y="1319"/>
                  </a:lnTo>
                  <a:lnTo>
                    <a:pt x="40" y="1247"/>
                  </a:lnTo>
                  <a:lnTo>
                    <a:pt x="40" y="1183"/>
                  </a:lnTo>
                  <a:lnTo>
                    <a:pt x="48" y="1119"/>
                  </a:lnTo>
                  <a:lnTo>
                    <a:pt x="56" y="1055"/>
                  </a:lnTo>
                  <a:lnTo>
                    <a:pt x="56" y="991"/>
                  </a:lnTo>
                  <a:lnTo>
                    <a:pt x="64" y="927"/>
                  </a:lnTo>
                  <a:lnTo>
                    <a:pt x="64" y="871"/>
                  </a:lnTo>
                  <a:lnTo>
                    <a:pt x="72" y="807"/>
                  </a:lnTo>
                  <a:lnTo>
                    <a:pt x="80" y="751"/>
                  </a:lnTo>
                  <a:lnTo>
                    <a:pt x="80" y="695"/>
                  </a:lnTo>
                  <a:lnTo>
                    <a:pt x="88" y="639"/>
                  </a:lnTo>
                  <a:lnTo>
                    <a:pt x="88" y="591"/>
                  </a:lnTo>
                  <a:lnTo>
                    <a:pt x="96" y="535"/>
                  </a:lnTo>
                  <a:lnTo>
                    <a:pt x="104" y="487"/>
                  </a:lnTo>
                  <a:lnTo>
                    <a:pt x="104" y="439"/>
                  </a:lnTo>
                  <a:lnTo>
                    <a:pt x="112" y="399"/>
                  </a:lnTo>
                  <a:lnTo>
                    <a:pt x="112" y="351"/>
                  </a:lnTo>
                  <a:lnTo>
                    <a:pt x="120" y="311"/>
                  </a:lnTo>
                  <a:lnTo>
                    <a:pt x="128" y="279"/>
                  </a:lnTo>
                  <a:lnTo>
                    <a:pt x="128" y="239"/>
                  </a:lnTo>
                  <a:lnTo>
                    <a:pt x="136" y="208"/>
                  </a:lnTo>
                  <a:lnTo>
                    <a:pt x="136" y="176"/>
                  </a:lnTo>
                  <a:lnTo>
                    <a:pt x="144" y="144"/>
                  </a:lnTo>
                  <a:lnTo>
                    <a:pt x="152" y="120"/>
                  </a:lnTo>
                  <a:lnTo>
                    <a:pt x="152" y="96"/>
                  </a:lnTo>
                  <a:lnTo>
                    <a:pt x="160" y="72"/>
                  </a:lnTo>
                  <a:lnTo>
                    <a:pt x="160" y="56"/>
                  </a:lnTo>
                  <a:lnTo>
                    <a:pt x="168" y="40"/>
                  </a:lnTo>
                  <a:lnTo>
                    <a:pt x="176" y="24"/>
                  </a:lnTo>
                  <a:lnTo>
                    <a:pt x="176" y="16"/>
                  </a:lnTo>
                  <a:lnTo>
                    <a:pt x="192" y="0"/>
                  </a:lnTo>
                  <a:lnTo>
                    <a:pt x="184" y="0"/>
                  </a:lnTo>
                  <a:lnTo>
                    <a:pt x="192" y="0"/>
                  </a:lnTo>
                  <a:lnTo>
                    <a:pt x="200" y="0"/>
                  </a:lnTo>
                  <a:lnTo>
                    <a:pt x="208" y="8"/>
                  </a:lnTo>
                  <a:lnTo>
                    <a:pt x="216" y="24"/>
                  </a:lnTo>
                  <a:lnTo>
                    <a:pt x="216" y="32"/>
                  </a:lnTo>
                  <a:lnTo>
                    <a:pt x="224" y="48"/>
                  </a:lnTo>
                  <a:lnTo>
                    <a:pt x="232" y="64"/>
                  </a:lnTo>
                  <a:lnTo>
                    <a:pt x="232" y="88"/>
                  </a:lnTo>
                  <a:lnTo>
                    <a:pt x="240" y="112"/>
                  </a:lnTo>
                  <a:lnTo>
                    <a:pt x="240" y="136"/>
                  </a:lnTo>
                  <a:lnTo>
                    <a:pt x="248" y="168"/>
                  </a:lnTo>
                  <a:lnTo>
                    <a:pt x="256" y="192"/>
                  </a:lnTo>
                  <a:lnTo>
                    <a:pt x="256" y="232"/>
                  </a:lnTo>
                  <a:lnTo>
                    <a:pt x="264" y="263"/>
                  </a:lnTo>
                  <a:lnTo>
                    <a:pt x="264" y="303"/>
                  </a:lnTo>
                  <a:lnTo>
                    <a:pt x="272" y="343"/>
                  </a:lnTo>
                  <a:lnTo>
                    <a:pt x="280" y="383"/>
                  </a:lnTo>
                  <a:lnTo>
                    <a:pt x="280" y="423"/>
                  </a:lnTo>
                  <a:lnTo>
                    <a:pt x="288" y="471"/>
                  </a:lnTo>
                  <a:lnTo>
                    <a:pt x="288" y="519"/>
                  </a:lnTo>
                  <a:lnTo>
                    <a:pt x="296" y="567"/>
                  </a:lnTo>
                  <a:lnTo>
                    <a:pt x="304" y="623"/>
                  </a:lnTo>
                  <a:lnTo>
                    <a:pt x="304" y="679"/>
                  </a:lnTo>
                  <a:lnTo>
                    <a:pt x="312" y="735"/>
                  </a:lnTo>
                  <a:lnTo>
                    <a:pt x="312" y="791"/>
                  </a:lnTo>
                  <a:lnTo>
                    <a:pt x="320" y="847"/>
                  </a:lnTo>
                  <a:lnTo>
                    <a:pt x="328" y="911"/>
                  </a:lnTo>
                  <a:lnTo>
                    <a:pt x="328" y="967"/>
                  </a:lnTo>
                  <a:lnTo>
                    <a:pt x="336" y="1031"/>
                  </a:lnTo>
                  <a:lnTo>
                    <a:pt x="336" y="1095"/>
                  </a:lnTo>
                  <a:lnTo>
                    <a:pt x="344" y="1159"/>
                  </a:lnTo>
                  <a:lnTo>
                    <a:pt x="352" y="1231"/>
                  </a:lnTo>
                  <a:lnTo>
                    <a:pt x="352" y="1295"/>
                  </a:lnTo>
                  <a:lnTo>
                    <a:pt x="360" y="1359"/>
                  </a:lnTo>
                  <a:lnTo>
                    <a:pt x="360" y="1430"/>
                  </a:lnTo>
                  <a:lnTo>
                    <a:pt x="368" y="1502"/>
                  </a:lnTo>
                  <a:lnTo>
                    <a:pt x="376" y="1566"/>
                  </a:lnTo>
                  <a:lnTo>
                    <a:pt x="376" y="1638"/>
                  </a:lnTo>
                  <a:lnTo>
                    <a:pt x="384" y="1710"/>
                  </a:lnTo>
                  <a:lnTo>
                    <a:pt x="384" y="1782"/>
                  </a:lnTo>
                  <a:lnTo>
                    <a:pt x="392" y="1854"/>
                  </a:lnTo>
                  <a:lnTo>
                    <a:pt x="392" y="1918"/>
                  </a:lnTo>
                  <a:lnTo>
                    <a:pt x="400" y="1990"/>
                  </a:lnTo>
                  <a:lnTo>
                    <a:pt x="408" y="2062"/>
                  </a:lnTo>
                  <a:lnTo>
                    <a:pt x="408" y="2134"/>
                  </a:lnTo>
                  <a:lnTo>
                    <a:pt x="416" y="2206"/>
                  </a:lnTo>
                  <a:lnTo>
                    <a:pt x="416" y="2270"/>
                  </a:lnTo>
                  <a:lnTo>
                    <a:pt x="424" y="2342"/>
                  </a:lnTo>
                  <a:lnTo>
                    <a:pt x="432" y="2406"/>
                  </a:lnTo>
                  <a:lnTo>
                    <a:pt x="432" y="2478"/>
                  </a:lnTo>
                  <a:lnTo>
                    <a:pt x="440" y="2541"/>
                  </a:lnTo>
                  <a:lnTo>
                    <a:pt x="440" y="2605"/>
                  </a:lnTo>
                  <a:lnTo>
                    <a:pt x="448" y="2677"/>
                  </a:lnTo>
                  <a:lnTo>
                    <a:pt x="456" y="2741"/>
                  </a:lnTo>
                  <a:lnTo>
                    <a:pt x="456" y="2797"/>
                  </a:lnTo>
                  <a:lnTo>
                    <a:pt x="464" y="2861"/>
                  </a:lnTo>
                  <a:lnTo>
                    <a:pt x="464" y="2917"/>
                  </a:lnTo>
                  <a:lnTo>
                    <a:pt x="472" y="2981"/>
                  </a:lnTo>
                  <a:lnTo>
                    <a:pt x="480" y="3037"/>
                  </a:lnTo>
                  <a:lnTo>
                    <a:pt x="480" y="3093"/>
                  </a:lnTo>
                  <a:lnTo>
                    <a:pt x="488" y="3141"/>
                  </a:lnTo>
                  <a:lnTo>
                    <a:pt x="488" y="3197"/>
                  </a:lnTo>
                  <a:lnTo>
                    <a:pt x="496" y="3245"/>
                  </a:lnTo>
                  <a:lnTo>
                    <a:pt x="504" y="3293"/>
                  </a:lnTo>
                  <a:lnTo>
                    <a:pt x="504" y="3333"/>
                  </a:lnTo>
                  <a:lnTo>
                    <a:pt x="512" y="3381"/>
                  </a:lnTo>
                  <a:lnTo>
                    <a:pt x="512" y="3421"/>
                  </a:lnTo>
                  <a:lnTo>
                    <a:pt x="520" y="3461"/>
                  </a:lnTo>
                  <a:lnTo>
                    <a:pt x="528" y="3501"/>
                  </a:lnTo>
                  <a:lnTo>
                    <a:pt x="528" y="3533"/>
                  </a:lnTo>
                  <a:lnTo>
                    <a:pt x="536" y="3565"/>
                  </a:lnTo>
                  <a:lnTo>
                    <a:pt x="536" y="3597"/>
                  </a:lnTo>
                  <a:lnTo>
                    <a:pt x="544" y="3621"/>
                  </a:lnTo>
                  <a:lnTo>
                    <a:pt x="552" y="3645"/>
                  </a:lnTo>
                  <a:lnTo>
                    <a:pt x="552" y="3669"/>
                  </a:lnTo>
                  <a:lnTo>
                    <a:pt x="560" y="3685"/>
                  </a:lnTo>
                  <a:lnTo>
                    <a:pt x="560" y="3708"/>
                  </a:lnTo>
                  <a:lnTo>
                    <a:pt x="568" y="3716"/>
                  </a:lnTo>
                  <a:lnTo>
                    <a:pt x="568" y="3732"/>
                  </a:lnTo>
                  <a:lnTo>
                    <a:pt x="576" y="3740"/>
                  </a:lnTo>
                  <a:lnTo>
                    <a:pt x="584" y="3748"/>
                  </a:lnTo>
                  <a:lnTo>
                    <a:pt x="600" y="3748"/>
                  </a:lnTo>
                  <a:lnTo>
                    <a:pt x="592" y="3748"/>
                  </a:lnTo>
                  <a:lnTo>
                    <a:pt x="600" y="3748"/>
                  </a:lnTo>
                  <a:lnTo>
                    <a:pt x="608" y="3740"/>
                  </a:lnTo>
                  <a:lnTo>
                    <a:pt x="608" y="3732"/>
                  </a:lnTo>
                  <a:lnTo>
                    <a:pt x="616" y="3716"/>
                  </a:lnTo>
                  <a:lnTo>
                    <a:pt x="616" y="3708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27" name="Freeform 71"/>
            <p:cNvSpPr>
              <a:spLocks/>
            </p:cNvSpPr>
            <p:nvPr/>
          </p:nvSpPr>
          <p:spPr bwMode="auto">
            <a:xfrm>
              <a:off x="1213" y="191"/>
              <a:ext cx="617" cy="3708"/>
            </a:xfrm>
            <a:custGeom>
              <a:avLst/>
              <a:gdLst/>
              <a:ahLst/>
              <a:cxnLst>
                <a:cxn ang="0">
                  <a:pos x="16" y="3669"/>
                </a:cxn>
                <a:cxn ang="0">
                  <a:pos x="24" y="3597"/>
                </a:cxn>
                <a:cxn ang="0">
                  <a:pos x="40" y="3501"/>
                </a:cxn>
                <a:cxn ang="0">
                  <a:pos x="56" y="3381"/>
                </a:cxn>
                <a:cxn ang="0">
                  <a:pos x="72" y="3245"/>
                </a:cxn>
                <a:cxn ang="0">
                  <a:pos x="88" y="3093"/>
                </a:cxn>
                <a:cxn ang="0">
                  <a:pos x="96" y="2917"/>
                </a:cxn>
                <a:cxn ang="0">
                  <a:pos x="112" y="2741"/>
                </a:cxn>
                <a:cxn ang="0">
                  <a:pos x="129" y="2541"/>
                </a:cxn>
                <a:cxn ang="0">
                  <a:pos x="145" y="2342"/>
                </a:cxn>
                <a:cxn ang="0">
                  <a:pos x="153" y="2134"/>
                </a:cxn>
                <a:cxn ang="0">
                  <a:pos x="169" y="1918"/>
                </a:cxn>
                <a:cxn ang="0">
                  <a:pos x="185" y="1710"/>
                </a:cxn>
                <a:cxn ang="0">
                  <a:pos x="201" y="1502"/>
                </a:cxn>
                <a:cxn ang="0">
                  <a:pos x="217" y="1295"/>
                </a:cxn>
                <a:cxn ang="0">
                  <a:pos x="225" y="1095"/>
                </a:cxn>
                <a:cxn ang="0">
                  <a:pos x="241" y="911"/>
                </a:cxn>
                <a:cxn ang="0">
                  <a:pos x="257" y="735"/>
                </a:cxn>
                <a:cxn ang="0">
                  <a:pos x="273" y="567"/>
                </a:cxn>
                <a:cxn ang="0">
                  <a:pos x="289" y="423"/>
                </a:cxn>
                <a:cxn ang="0">
                  <a:pos x="297" y="303"/>
                </a:cxn>
                <a:cxn ang="0">
                  <a:pos x="313" y="192"/>
                </a:cxn>
                <a:cxn ang="0">
                  <a:pos x="329" y="112"/>
                </a:cxn>
                <a:cxn ang="0">
                  <a:pos x="345" y="48"/>
                </a:cxn>
                <a:cxn ang="0">
                  <a:pos x="353" y="8"/>
                </a:cxn>
                <a:cxn ang="0">
                  <a:pos x="377" y="0"/>
                </a:cxn>
                <a:cxn ang="0">
                  <a:pos x="393" y="24"/>
                </a:cxn>
                <a:cxn ang="0">
                  <a:pos x="409" y="72"/>
                </a:cxn>
                <a:cxn ang="0">
                  <a:pos x="425" y="144"/>
                </a:cxn>
                <a:cxn ang="0">
                  <a:pos x="441" y="239"/>
                </a:cxn>
                <a:cxn ang="0">
                  <a:pos x="449" y="351"/>
                </a:cxn>
                <a:cxn ang="0">
                  <a:pos x="465" y="487"/>
                </a:cxn>
                <a:cxn ang="0">
                  <a:pos x="481" y="639"/>
                </a:cxn>
                <a:cxn ang="0">
                  <a:pos x="497" y="807"/>
                </a:cxn>
                <a:cxn ang="0">
                  <a:pos x="513" y="991"/>
                </a:cxn>
                <a:cxn ang="0">
                  <a:pos x="521" y="1183"/>
                </a:cxn>
                <a:cxn ang="0">
                  <a:pos x="537" y="1383"/>
                </a:cxn>
                <a:cxn ang="0">
                  <a:pos x="553" y="1590"/>
                </a:cxn>
                <a:cxn ang="0">
                  <a:pos x="569" y="1806"/>
                </a:cxn>
                <a:cxn ang="0">
                  <a:pos x="577" y="2014"/>
                </a:cxn>
                <a:cxn ang="0">
                  <a:pos x="593" y="2230"/>
                </a:cxn>
                <a:cxn ang="0">
                  <a:pos x="609" y="2430"/>
                </a:cxn>
              </a:cxnLst>
              <a:rect l="0" t="0" r="r" b="b"/>
              <a:pathLst>
                <a:path w="617" h="3708">
                  <a:moveTo>
                    <a:pt x="0" y="3708"/>
                  </a:moveTo>
                  <a:lnTo>
                    <a:pt x="8" y="3685"/>
                  </a:lnTo>
                  <a:lnTo>
                    <a:pt x="16" y="3669"/>
                  </a:lnTo>
                  <a:lnTo>
                    <a:pt x="16" y="3645"/>
                  </a:lnTo>
                  <a:lnTo>
                    <a:pt x="24" y="3621"/>
                  </a:lnTo>
                  <a:lnTo>
                    <a:pt x="24" y="3597"/>
                  </a:lnTo>
                  <a:lnTo>
                    <a:pt x="32" y="3565"/>
                  </a:lnTo>
                  <a:lnTo>
                    <a:pt x="40" y="3533"/>
                  </a:lnTo>
                  <a:lnTo>
                    <a:pt x="40" y="3501"/>
                  </a:lnTo>
                  <a:lnTo>
                    <a:pt x="48" y="3461"/>
                  </a:lnTo>
                  <a:lnTo>
                    <a:pt x="48" y="3421"/>
                  </a:lnTo>
                  <a:lnTo>
                    <a:pt x="56" y="3381"/>
                  </a:lnTo>
                  <a:lnTo>
                    <a:pt x="64" y="3333"/>
                  </a:lnTo>
                  <a:lnTo>
                    <a:pt x="64" y="3293"/>
                  </a:lnTo>
                  <a:lnTo>
                    <a:pt x="72" y="3245"/>
                  </a:lnTo>
                  <a:lnTo>
                    <a:pt x="72" y="3197"/>
                  </a:lnTo>
                  <a:lnTo>
                    <a:pt x="80" y="3141"/>
                  </a:lnTo>
                  <a:lnTo>
                    <a:pt x="88" y="3093"/>
                  </a:lnTo>
                  <a:lnTo>
                    <a:pt x="88" y="3037"/>
                  </a:lnTo>
                  <a:lnTo>
                    <a:pt x="96" y="2981"/>
                  </a:lnTo>
                  <a:lnTo>
                    <a:pt x="96" y="2917"/>
                  </a:lnTo>
                  <a:lnTo>
                    <a:pt x="104" y="2861"/>
                  </a:lnTo>
                  <a:lnTo>
                    <a:pt x="112" y="2797"/>
                  </a:lnTo>
                  <a:lnTo>
                    <a:pt x="112" y="2741"/>
                  </a:lnTo>
                  <a:lnTo>
                    <a:pt x="121" y="2677"/>
                  </a:lnTo>
                  <a:lnTo>
                    <a:pt x="121" y="2605"/>
                  </a:lnTo>
                  <a:lnTo>
                    <a:pt x="129" y="2541"/>
                  </a:lnTo>
                  <a:lnTo>
                    <a:pt x="137" y="2478"/>
                  </a:lnTo>
                  <a:lnTo>
                    <a:pt x="137" y="2406"/>
                  </a:lnTo>
                  <a:lnTo>
                    <a:pt x="145" y="2342"/>
                  </a:lnTo>
                  <a:lnTo>
                    <a:pt x="145" y="2270"/>
                  </a:lnTo>
                  <a:lnTo>
                    <a:pt x="153" y="2206"/>
                  </a:lnTo>
                  <a:lnTo>
                    <a:pt x="153" y="2134"/>
                  </a:lnTo>
                  <a:lnTo>
                    <a:pt x="161" y="2062"/>
                  </a:lnTo>
                  <a:lnTo>
                    <a:pt x="169" y="1990"/>
                  </a:lnTo>
                  <a:lnTo>
                    <a:pt x="169" y="1918"/>
                  </a:lnTo>
                  <a:lnTo>
                    <a:pt x="177" y="1854"/>
                  </a:lnTo>
                  <a:lnTo>
                    <a:pt x="177" y="1782"/>
                  </a:lnTo>
                  <a:lnTo>
                    <a:pt x="185" y="1710"/>
                  </a:lnTo>
                  <a:lnTo>
                    <a:pt x="193" y="1638"/>
                  </a:lnTo>
                  <a:lnTo>
                    <a:pt x="193" y="1566"/>
                  </a:lnTo>
                  <a:lnTo>
                    <a:pt x="201" y="1502"/>
                  </a:lnTo>
                  <a:lnTo>
                    <a:pt x="201" y="1430"/>
                  </a:lnTo>
                  <a:lnTo>
                    <a:pt x="209" y="1359"/>
                  </a:lnTo>
                  <a:lnTo>
                    <a:pt x="217" y="1295"/>
                  </a:lnTo>
                  <a:lnTo>
                    <a:pt x="217" y="1231"/>
                  </a:lnTo>
                  <a:lnTo>
                    <a:pt x="225" y="1159"/>
                  </a:lnTo>
                  <a:lnTo>
                    <a:pt x="225" y="1095"/>
                  </a:lnTo>
                  <a:lnTo>
                    <a:pt x="233" y="1031"/>
                  </a:lnTo>
                  <a:lnTo>
                    <a:pt x="241" y="967"/>
                  </a:lnTo>
                  <a:lnTo>
                    <a:pt x="241" y="911"/>
                  </a:lnTo>
                  <a:lnTo>
                    <a:pt x="249" y="847"/>
                  </a:lnTo>
                  <a:lnTo>
                    <a:pt x="249" y="791"/>
                  </a:lnTo>
                  <a:lnTo>
                    <a:pt x="257" y="735"/>
                  </a:lnTo>
                  <a:lnTo>
                    <a:pt x="265" y="679"/>
                  </a:lnTo>
                  <a:lnTo>
                    <a:pt x="265" y="623"/>
                  </a:lnTo>
                  <a:lnTo>
                    <a:pt x="273" y="567"/>
                  </a:lnTo>
                  <a:lnTo>
                    <a:pt x="273" y="519"/>
                  </a:lnTo>
                  <a:lnTo>
                    <a:pt x="281" y="471"/>
                  </a:lnTo>
                  <a:lnTo>
                    <a:pt x="289" y="423"/>
                  </a:lnTo>
                  <a:lnTo>
                    <a:pt x="289" y="383"/>
                  </a:lnTo>
                  <a:lnTo>
                    <a:pt x="297" y="343"/>
                  </a:lnTo>
                  <a:lnTo>
                    <a:pt x="297" y="303"/>
                  </a:lnTo>
                  <a:lnTo>
                    <a:pt x="305" y="263"/>
                  </a:lnTo>
                  <a:lnTo>
                    <a:pt x="313" y="232"/>
                  </a:lnTo>
                  <a:lnTo>
                    <a:pt x="313" y="192"/>
                  </a:lnTo>
                  <a:lnTo>
                    <a:pt x="321" y="168"/>
                  </a:lnTo>
                  <a:lnTo>
                    <a:pt x="321" y="136"/>
                  </a:lnTo>
                  <a:lnTo>
                    <a:pt x="329" y="112"/>
                  </a:lnTo>
                  <a:lnTo>
                    <a:pt x="337" y="88"/>
                  </a:lnTo>
                  <a:lnTo>
                    <a:pt x="337" y="64"/>
                  </a:lnTo>
                  <a:lnTo>
                    <a:pt x="345" y="48"/>
                  </a:lnTo>
                  <a:lnTo>
                    <a:pt x="345" y="32"/>
                  </a:lnTo>
                  <a:lnTo>
                    <a:pt x="353" y="24"/>
                  </a:lnTo>
                  <a:lnTo>
                    <a:pt x="353" y="8"/>
                  </a:lnTo>
                  <a:lnTo>
                    <a:pt x="361" y="0"/>
                  </a:lnTo>
                  <a:lnTo>
                    <a:pt x="369" y="0"/>
                  </a:lnTo>
                  <a:lnTo>
                    <a:pt x="377" y="0"/>
                  </a:lnTo>
                  <a:lnTo>
                    <a:pt x="385" y="8"/>
                  </a:lnTo>
                  <a:lnTo>
                    <a:pt x="393" y="16"/>
                  </a:lnTo>
                  <a:lnTo>
                    <a:pt x="393" y="24"/>
                  </a:lnTo>
                  <a:lnTo>
                    <a:pt x="401" y="40"/>
                  </a:lnTo>
                  <a:lnTo>
                    <a:pt x="401" y="56"/>
                  </a:lnTo>
                  <a:lnTo>
                    <a:pt x="409" y="72"/>
                  </a:lnTo>
                  <a:lnTo>
                    <a:pt x="417" y="96"/>
                  </a:lnTo>
                  <a:lnTo>
                    <a:pt x="417" y="120"/>
                  </a:lnTo>
                  <a:lnTo>
                    <a:pt x="425" y="144"/>
                  </a:lnTo>
                  <a:lnTo>
                    <a:pt x="425" y="176"/>
                  </a:lnTo>
                  <a:lnTo>
                    <a:pt x="433" y="208"/>
                  </a:lnTo>
                  <a:lnTo>
                    <a:pt x="441" y="239"/>
                  </a:lnTo>
                  <a:lnTo>
                    <a:pt x="441" y="279"/>
                  </a:lnTo>
                  <a:lnTo>
                    <a:pt x="449" y="311"/>
                  </a:lnTo>
                  <a:lnTo>
                    <a:pt x="449" y="351"/>
                  </a:lnTo>
                  <a:lnTo>
                    <a:pt x="457" y="399"/>
                  </a:lnTo>
                  <a:lnTo>
                    <a:pt x="465" y="439"/>
                  </a:lnTo>
                  <a:lnTo>
                    <a:pt x="465" y="487"/>
                  </a:lnTo>
                  <a:lnTo>
                    <a:pt x="473" y="535"/>
                  </a:lnTo>
                  <a:lnTo>
                    <a:pt x="473" y="591"/>
                  </a:lnTo>
                  <a:lnTo>
                    <a:pt x="481" y="639"/>
                  </a:lnTo>
                  <a:lnTo>
                    <a:pt x="489" y="695"/>
                  </a:lnTo>
                  <a:lnTo>
                    <a:pt x="489" y="751"/>
                  </a:lnTo>
                  <a:lnTo>
                    <a:pt x="497" y="807"/>
                  </a:lnTo>
                  <a:lnTo>
                    <a:pt x="497" y="871"/>
                  </a:lnTo>
                  <a:lnTo>
                    <a:pt x="505" y="927"/>
                  </a:lnTo>
                  <a:lnTo>
                    <a:pt x="513" y="991"/>
                  </a:lnTo>
                  <a:lnTo>
                    <a:pt x="513" y="1055"/>
                  </a:lnTo>
                  <a:lnTo>
                    <a:pt x="521" y="1119"/>
                  </a:lnTo>
                  <a:lnTo>
                    <a:pt x="521" y="1183"/>
                  </a:lnTo>
                  <a:lnTo>
                    <a:pt x="529" y="1247"/>
                  </a:lnTo>
                  <a:lnTo>
                    <a:pt x="529" y="1319"/>
                  </a:lnTo>
                  <a:lnTo>
                    <a:pt x="537" y="1383"/>
                  </a:lnTo>
                  <a:lnTo>
                    <a:pt x="545" y="1454"/>
                  </a:lnTo>
                  <a:lnTo>
                    <a:pt x="545" y="1518"/>
                  </a:lnTo>
                  <a:lnTo>
                    <a:pt x="553" y="1590"/>
                  </a:lnTo>
                  <a:lnTo>
                    <a:pt x="553" y="1662"/>
                  </a:lnTo>
                  <a:lnTo>
                    <a:pt x="561" y="1734"/>
                  </a:lnTo>
                  <a:lnTo>
                    <a:pt x="569" y="1806"/>
                  </a:lnTo>
                  <a:lnTo>
                    <a:pt x="569" y="1870"/>
                  </a:lnTo>
                  <a:lnTo>
                    <a:pt x="577" y="1942"/>
                  </a:lnTo>
                  <a:lnTo>
                    <a:pt x="577" y="2014"/>
                  </a:lnTo>
                  <a:lnTo>
                    <a:pt x="585" y="2086"/>
                  </a:lnTo>
                  <a:lnTo>
                    <a:pt x="593" y="2158"/>
                  </a:lnTo>
                  <a:lnTo>
                    <a:pt x="593" y="2230"/>
                  </a:lnTo>
                  <a:lnTo>
                    <a:pt x="601" y="2294"/>
                  </a:lnTo>
                  <a:lnTo>
                    <a:pt x="601" y="2366"/>
                  </a:lnTo>
                  <a:lnTo>
                    <a:pt x="609" y="2430"/>
                  </a:lnTo>
                  <a:lnTo>
                    <a:pt x="617" y="2502"/>
                  </a:lnTo>
                  <a:lnTo>
                    <a:pt x="617" y="2565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28" name="Freeform 72"/>
            <p:cNvSpPr>
              <a:spLocks/>
            </p:cNvSpPr>
            <p:nvPr/>
          </p:nvSpPr>
          <p:spPr bwMode="auto">
            <a:xfrm>
              <a:off x="1830" y="191"/>
              <a:ext cx="625" cy="3748"/>
            </a:xfrm>
            <a:custGeom>
              <a:avLst/>
              <a:gdLst/>
              <a:ahLst/>
              <a:cxnLst>
                <a:cxn ang="0">
                  <a:pos x="8" y="2693"/>
                </a:cxn>
                <a:cxn ang="0">
                  <a:pos x="24" y="2877"/>
                </a:cxn>
                <a:cxn ang="0">
                  <a:pos x="40" y="3053"/>
                </a:cxn>
                <a:cxn ang="0">
                  <a:pos x="56" y="3213"/>
                </a:cxn>
                <a:cxn ang="0">
                  <a:pos x="72" y="3349"/>
                </a:cxn>
                <a:cxn ang="0">
                  <a:pos x="80" y="3469"/>
                </a:cxn>
                <a:cxn ang="0">
                  <a:pos x="96" y="3573"/>
                </a:cxn>
                <a:cxn ang="0">
                  <a:pos x="112" y="3653"/>
                </a:cxn>
                <a:cxn ang="0">
                  <a:pos x="128" y="3708"/>
                </a:cxn>
                <a:cxn ang="0">
                  <a:pos x="136" y="3740"/>
                </a:cxn>
                <a:cxn ang="0">
                  <a:pos x="160" y="3748"/>
                </a:cxn>
                <a:cxn ang="0">
                  <a:pos x="176" y="3716"/>
                </a:cxn>
                <a:cxn ang="0">
                  <a:pos x="192" y="3661"/>
                </a:cxn>
                <a:cxn ang="0">
                  <a:pos x="208" y="3581"/>
                </a:cxn>
                <a:cxn ang="0">
                  <a:pos x="224" y="3485"/>
                </a:cxn>
                <a:cxn ang="0">
                  <a:pos x="232" y="3365"/>
                </a:cxn>
                <a:cxn ang="0">
                  <a:pos x="248" y="3229"/>
                </a:cxn>
                <a:cxn ang="0">
                  <a:pos x="264" y="3069"/>
                </a:cxn>
                <a:cxn ang="0">
                  <a:pos x="280" y="2901"/>
                </a:cxn>
                <a:cxn ang="0">
                  <a:pos x="288" y="2717"/>
                </a:cxn>
                <a:cxn ang="0">
                  <a:pos x="304" y="2518"/>
                </a:cxn>
                <a:cxn ang="0">
                  <a:pos x="320" y="2318"/>
                </a:cxn>
                <a:cxn ang="0">
                  <a:pos x="336" y="2110"/>
                </a:cxn>
                <a:cxn ang="0">
                  <a:pos x="352" y="1894"/>
                </a:cxn>
                <a:cxn ang="0">
                  <a:pos x="360" y="1686"/>
                </a:cxn>
                <a:cxn ang="0">
                  <a:pos x="376" y="1478"/>
                </a:cxn>
                <a:cxn ang="0">
                  <a:pos x="392" y="1271"/>
                </a:cxn>
                <a:cxn ang="0">
                  <a:pos x="408" y="1071"/>
                </a:cxn>
                <a:cxn ang="0">
                  <a:pos x="424" y="887"/>
                </a:cxn>
                <a:cxn ang="0">
                  <a:pos x="432" y="711"/>
                </a:cxn>
                <a:cxn ang="0">
                  <a:pos x="448" y="551"/>
                </a:cxn>
                <a:cxn ang="0">
                  <a:pos x="464" y="415"/>
                </a:cxn>
                <a:cxn ang="0">
                  <a:pos x="480" y="287"/>
                </a:cxn>
                <a:cxn ang="0">
                  <a:pos x="488" y="184"/>
                </a:cxn>
                <a:cxn ang="0">
                  <a:pos x="504" y="104"/>
                </a:cxn>
                <a:cxn ang="0">
                  <a:pos x="520" y="40"/>
                </a:cxn>
                <a:cxn ang="0">
                  <a:pos x="545" y="0"/>
                </a:cxn>
                <a:cxn ang="0">
                  <a:pos x="553" y="0"/>
                </a:cxn>
                <a:cxn ang="0">
                  <a:pos x="577" y="32"/>
                </a:cxn>
                <a:cxn ang="0">
                  <a:pos x="585" y="80"/>
                </a:cxn>
                <a:cxn ang="0">
                  <a:pos x="601" y="152"/>
                </a:cxn>
                <a:cxn ang="0">
                  <a:pos x="617" y="247"/>
                </a:cxn>
              </a:cxnLst>
              <a:rect l="0" t="0" r="r" b="b"/>
              <a:pathLst>
                <a:path w="625" h="3748">
                  <a:moveTo>
                    <a:pt x="0" y="2565"/>
                  </a:moveTo>
                  <a:lnTo>
                    <a:pt x="8" y="2629"/>
                  </a:lnTo>
                  <a:lnTo>
                    <a:pt x="8" y="2693"/>
                  </a:lnTo>
                  <a:lnTo>
                    <a:pt x="16" y="2757"/>
                  </a:lnTo>
                  <a:lnTo>
                    <a:pt x="24" y="2821"/>
                  </a:lnTo>
                  <a:lnTo>
                    <a:pt x="24" y="2877"/>
                  </a:lnTo>
                  <a:lnTo>
                    <a:pt x="32" y="2941"/>
                  </a:lnTo>
                  <a:lnTo>
                    <a:pt x="32" y="2997"/>
                  </a:lnTo>
                  <a:lnTo>
                    <a:pt x="40" y="3053"/>
                  </a:lnTo>
                  <a:lnTo>
                    <a:pt x="48" y="3109"/>
                  </a:lnTo>
                  <a:lnTo>
                    <a:pt x="48" y="3157"/>
                  </a:lnTo>
                  <a:lnTo>
                    <a:pt x="56" y="3213"/>
                  </a:lnTo>
                  <a:lnTo>
                    <a:pt x="56" y="3261"/>
                  </a:lnTo>
                  <a:lnTo>
                    <a:pt x="64" y="3309"/>
                  </a:lnTo>
                  <a:lnTo>
                    <a:pt x="72" y="3349"/>
                  </a:lnTo>
                  <a:lnTo>
                    <a:pt x="72" y="3397"/>
                  </a:lnTo>
                  <a:lnTo>
                    <a:pt x="80" y="3437"/>
                  </a:lnTo>
                  <a:lnTo>
                    <a:pt x="80" y="3469"/>
                  </a:lnTo>
                  <a:lnTo>
                    <a:pt x="88" y="3509"/>
                  </a:lnTo>
                  <a:lnTo>
                    <a:pt x="96" y="3541"/>
                  </a:lnTo>
                  <a:lnTo>
                    <a:pt x="96" y="3573"/>
                  </a:lnTo>
                  <a:lnTo>
                    <a:pt x="104" y="3605"/>
                  </a:lnTo>
                  <a:lnTo>
                    <a:pt x="104" y="3629"/>
                  </a:lnTo>
                  <a:lnTo>
                    <a:pt x="112" y="3653"/>
                  </a:lnTo>
                  <a:lnTo>
                    <a:pt x="112" y="3677"/>
                  </a:lnTo>
                  <a:lnTo>
                    <a:pt x="120" y="3692"/>
                  </a:lnTo>
                  <a:lnTo>
                    <a:pt x="128" y="3708"/>
                  </a:lnTo>
                  <a:lnTo>
                    <a:pt x="128" y="3724"/>
                  </a:lnTo>
                  <a:lnTo>
                    <a:pt x="136" y="3732"/>
                  </a:lnTo>
                  <a:lnTo>
                    <a:pt x="136" y="3740"/>
                  </a:lnTo>
                  <a:lnTo>
                    <a:pt x="144" y="3748"/>
                  </a:lnTo>
                  <a:lnTo>
                    <a:pt x="152" y="3748"/>
                  </a:lnTo>
                  <a:lnTo>
                    <a:pt x="160" y="3748"/>
                  </a:lnTo>
                  <a:lnTo>
                    <a:pt x="168" y="3740"/>
                  </a:lnTo>
                  <a:lnTo>
                    <a:pt x="176" y="3724"/>
                  </a:lnTo>
                  <a:lnTo>
                    <a:pt x="176" y="3716"/>
                  </a:lnTo>
                  <a:lnTo>
                    <a:pt x="184" y="3700"/>
                  </a:lnTo>
                  <a:lnTo>
                    <a:pt x="184" y="3685"/>
                  </a:lnTo>
                  <a:lnTo>
                    <a:pt x="192" y="3661"/>
                  </a:lnTo>
                  <a:lnTo>
                    <a:pt x="200" y="3637"/>
                  </a:lnTo>
                  <a:lnTo>
                    <a:pt x="200" y="3613"/>
                  </a:lnTo>
                  <a:lnTo>
                    <a:pt x="208" y="3581"/>
                  </a:lnTo>
                  <a:lnTo>
                    <a:pt x="208" y="3557"/>
                  </a:lnTo>
                  <a:lnTo>
                    <a:pt x="216" y="3517"/>
                  </a:lnTo>
                  <a:lnTo>
                    <a:pt x="224" y="3485"/>
                  </a:lnTo>
                  <a:lnTo>
                    <a:pt x="224" y="3445"/>
                  </a:lnTo>
                  <a:lnTo>
                    <a:pt x="232" y="3405"/>
                  </a:lnTo>
                  <a:lnTo>
                    <a:pt x="232" y="3365"/>
                  </a:lnTo>
                  <a:lnTo>
                    <a:pt x="240" y="3325"/>
                  </a:lnTo>
                  <a:lnTo>
                    <a:pt x="248" y="3277"/>
                  </a:lnTo>
                  <a:lnTo>
                    <a:pt x="248" y="3229"/>
                  </a:lnTo>
                  <a:lnTo>
                    <a:pt x="256" y="3181"/>
                  </a:lnTo>
                  <a:lnTo>
                    <a:pt x="256" y="3125"/>
                  </a:lnTo>
                  <a:lnTo>
                    <a:pt x="264" y="3069"/>
                  </a:lnTo>
                  <a:lnTo>
                    <a:pt x="272" y="3013"/>
                  </a:lnTo>
                  <a:lnTo>
                    <a:pt x="272" y="2957"/>
                  </a:lnTo>
                  <a:lnTo>
                    <a:pt x="280" y="2901"/>
                  </a:lnTo>
                  <a:lnTo>
                    <a:pt x="280" y="2837"/>
                  </a:lnTo>
                  <a:lnTo>
                    <a:pt x="288" y="2781"/>
                  </a:lnTo>
                  <a:lnTo>
                    <a:pt x="288" y="2717"/>
                  </a:lnTo>
                  <a:lnTo>
                    <a:pt x="296" y="2653"/>
                  </a:lnTo>
                  <a:lnTo>
                    <a:pt x="304" y="2589"/>
                  </a:lnTo>
                  <a:lnTo>
                    <a:pt x="304" y="2518"/>
                  </a:lnTo>
                  <a:lnTo>
                    <a:pt x="312" y="2454"/>
                  </a:lnTo>
                  <a:lnTo>
                    <a:pt x="312" y="2390"/>
                  </a:lnTo>
                  <a:lnTo>
                    <a:pt x="320" y="2318"/>
                  </a:lnTo>
                  <a:lnTo>
                    <a:pt x="328" y="2246"/>
                  </a:lnTo>
                  <a:lnTo>
                    <a:pt x="328" y="2182"/>
                  </a:lnTo>
                  <a:lnTo>
                    <a:pt x="336" y="2110"/>
                  </a:lnTo>
                  <a:lnTo>
                    <a:pt x="336" y="2038"/>
                  </a:lnTo>
                  <a:lnTo>
                    <a:pt x="344" y="1966"/>
                  </a:lnTo>
                  <a:lnTo>
                    <a:pt x="352" y="1894"/>
                  </a:lnTo>
                  <a:lnTo>
                    <a:pt x="352" y="1830"/>
                  </a:lnTo>
                  <a:lnTo>
                    <a:pt x="360" y="1758"/>
                  </a:lnTo>
                  <a:lnTo>
                    <a:pt x="360" y="1686"/>
                  </a:lnTo>
                  <a:lnTo>
                    <a:pt x="368" y="1614"/>
                  </a:lnTo>
                  <a:lnTo>
                    <a:pt x="376" y="1542"/>
                  </a:lnTo>
                  <a:lnTo>
                    <a:pt x="376" y="1478"/>
                  </a:lnTo>
                  <a:lnTo>
                    <a:pt x="384" y="1406"/>
                  </a:lnTo>
                  <a:lnTo>
                    <a:pt x="384" y="1343"/>
                  </a:lnTo>
                  <a:lnTo>
                    <a:pt x="392" y="1271"/>
                  </a:lnTo>
                  <a:lnTo>
                    <a:pt x="400" y="1207"/>
                  </a:lnTo>
                  <a:lnTo>
                    <a:pt x="400" y="1143"/>
                  </a:lnTo>
                  <a:lnTo>
                    <a:pt x="408" y="1071"/>
                  </a:lnTo>
                  <a:lnTo>
                    <a:pt x="408" y="1007"/>
                  </a:lnTo>
                  <a:lnTo>
                    <a:pt x="416" y="951"/>
                  </a:lnTo>
                  <a:lnTo>
                    <a:pt x="424" y="887"/>
                  </a:lnTo>
                  <a:lnTo>
                    <a:pt x="424" y="831"/>
                  </a:lnTo>
                  <a:lnTo>
                    <a:pt x="432" y="767"/>
                  </a:lnTo>
                  <a:lnTo>
                    <a:pt x="432" y="711"/>
                  </a:lnTo>
                  <a:lnTo>
                    <a:pt x="440" y="655"/>
                  </a:lnTo>
                  <a:lnTo>
                    <a:pt x="448" y="607"/>
                  </a:lnTo>
                  <a:lnTo>
                    <a:pt x="448" y="551"/>
                  </a:lnTo>
                  <a:lnTo>
                    <a:pt x="456" y="503"/>
                  </a:lnTo>
                  <a:lnTo>
                    <a:pt x="456" y="455"/>
                  </a:lnTo>
                  <a:lnTo>
                    <a:pt x="464" y="415"/>
                  </a:lnTo>
                  <a:lnTo>
                    <a:pt x="472" y="367"/>
                  </a:lnTo>
                  <a:lnTo>
                    <a:pt x="472" y="327"/>
                  </a:lnTo>
                  <a:lnTo>
                    <a:pt x="480" y="287"/>
                  </a:lnTo>
                  <a:lnTo>
                    <a:pt x="480" y="247"/>
                  </a:lnTo>
                  <a:lnTo>
                    <a:pt x="488" y="216"/>
                  </a:lnTo>
                  <a:lnTo>
                    <a:pt x="488" y="184"/>
                  </a:lnTo>
                  <a:lnTo>
                    <a:pt x="496" y="152"/>
                  </a:lnTo>
                  <a:lnTo>
                    <a:pt x="504" y="128"/>
                  </a:lnTo>
                  <a:lnTo>
                    <a:pt x="504" y="104"/>
                  </a:lnTo>
                  <a:lnTo>
                    <a:pt x="512" y="80"/>
                  </a:lnTo>
                  <a:lnTo>
                    <a:pt x="512" y="64"/>
                  </a:lnTo>
                  <a:lnTo>
                    <a:pt x="520" y="40"/>
                  </a:lnTo>
                  <a:lnTo>
                    <a:pt x="529" y="32"/>
                  </a:lnTo>
                  <a:lnTo>
                    <a:pt x="529" y="16"/>
                  </a:lnTo>
                  <a:lnTo>
                    <a:pt x="545" y="0"/>
                  </a:lnTo>
                  <a:lnTo>
                    <a:pt x="537" y="0"/>
                  </a:lnTo>
                  <a:lnTo>
                    <a:pt x="545" y="0"/>
                  </a:lnTo>
                  <a:lnTo>
                    <a:pt x="553" y="0"/>
                  </a:lnTo>
                  <a:lnTo>
                    <a:pt x="561" y="8"/>
                  </a:lnTo>
                  <a:lnTo>
                    <a:pt x="569" y="16"/>
                  </a:lnTo>
                  <a:lnTo>
                    <a:pt x="577" y="32"/>
                  </a:lnTo>
                  <a:lnTo>
                    <a:pt x="577" y="40"/>
                  </a:lnTo>
                  <a:lnTo>
                    <a:pt x="585" y="64"/>
                  </a:lnTo>
                  <a:lnTo>
                    <a:pt x="585" y="80"/>
                  </a:lnTo>
                  <a:lnTo>
                    <a:pt x="593" y="104"/>
                  </a:lnTo>
                  <a:lnTo>
                    <a:pt x="601" y="128"/>
                  </a:lnTo>
                  <a:lnTo>
                    <a:pt x="601" y="152"/>
                  </a:lnTo>
                  <a:lnTo>
                    <a:pt x="609" y="184"/>
                  </a:lnTo>
                  <a:lnTo>
                    <a:pt x="609" y="216"/>
                  </a:lnTo>
                  <a:lnTo>
                    <a:pt x="617" y="247"/>
                  </a:lnTo>
                  <a:lnTo>
                    <a:pt x="625" y="287"/>
                  </a:lnTo>
                  <a:lnTo>
                    <a:pt x="625" y="327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29" name="Freeform 73"/>
            <p:cNvSpPr>
              <a:spLocks/>
            </p:cNvSpPr>
            <p:nvPr/>
          </p:nvSpPr>
          <p:spPr bwMode="auto">
            <a:xfrm>
              <a:off x="2455" y="518"/>
              <a:ext cx="616" cy="3421"/>
            </a:xfrm>
            <a:custGeom>
              <a:avLst/>
              <a:gdLst/>
              <a:ahLst/>
              <a:cxnLst>
                <a:cxn ang="0">
                  <a:pos x="8" y="88"/>
                </a:cxn>
                <a:cxn ang="0">
                  <a:pos x="24" y="224"/>
                </a:cxn>
                <a:cxn ang="0">
                  <a:pos x="40" y="384"/>
                </a:cxn>
                <a:cxn ang="0">
                  <a:pos x="56" y="560"/>
                </a:cxn>
                <a:cxn ang="0">
                  <a:pos x="64" y="744"/>
                </a:cxn>
                <a:cxn ang="0">
                  <a:pos x="80" y="944"/>
                </a:cxn>
                <a:cxn ang="0">
                  <a:pos x="96" y="1151"/>
                </a:cxn>
                <a:cxn ang="0">
                  <a:pos x="112" y="1359"/>
                </a:cxn>
                <a:cxn ang="0">
                  <a:pos x="128" y="1567"/>
                </a:cxn>
                <a:cxn ang="0">
                  <a:pos x="136" y="1783"/>
                </a:cxn>
                <a:cxn ang="0">
                  <a:pos x="152" y="1991"/>
                </a:cxn>
                <a:cxn ang="0">
                  <a:pos x="168" y="2191"/>
                </a:cxn>
                <a:cxn ang="0">
                  <a:pos x="184" y="2390"/>
                </a:cxn>
                <a:cxn ang="0">
                  <a:pos x="200" y="2574"/>
                </a:cxn>
                <a:cxn ang="0">
                  <a:pos x="208" y="2742"/>
                </a:cxn>
                <a:cxn ang="0">
                  <a:pos x="224" y="2902"/>
                </a:cxn>
                <a:cxn ang="0">
                  <a:pos x="240" y="3038"/>
                </a:cxn>
                <a:cxn ang="0">
                  <a:pos x="256" y="3158"/>
                </a:cxn>
                <a:cxn ang="0">
                  <a:pos x="264" y="3254"/>
                </a:cxn>
                <a:cxn ang="0">
                  <a:pos x="280" y="3334"/>
                </a:cxn>
                <a:cxn ang="0">
                  <a:pos x="296" y="3389"/>
                </a:cxn>
                <a:cxn ang="0">
                  <a:pos x="312" y="3421"/>
                </a:cxn>
                <a:cxn ang="0">
                  <a:pos x="336" y="3413"/>
                </a:cxn>
                <a:cxn ang="0">
                  <a:pos x="352" y="3381"/>
                </a:cxn>
                <a:cxn ang="0">
                  <a:pos x="360" y="3326"/>
                </a:cxn>
                <a:cxn ang="0">
                  <a:pos x="376" y="3246"/>
                </a:cxn>
                <a:cxn ang="0">
                  <a:pos x="392" y="3142"/>
                </a:cxn>
                <a:cxn ang="0">
                  <a:pos x="408" y="3022"/>
                </a:cxn>
                <a:cxn ang="0">
                  <a:pos x="424" y="2886"/>
                </a:cxn>
                <a:cxn ang="0">
                  <a:pos x="432" y="2726"/>
                </a:cxn>
                <a:cxn ang="0">
                  <a:pos x="448" y="2550"/>
                </a:cxn>
                <a:cxn ang="0">
                  <a:pos x="464" y="2366"/>
                </a:cxn>
                <a:cxn ang="0">
                  <a:pos x="480" y="2175"/>
                </a:cxn>
                <a:cxn ang="0">
                  <a:pos x="488" y="1967"/>
                </a:cxn>
                <a:cxn ang="0">
                  <a:pos x="504" y="1759"/>
                </a:cxn>
                <a:cxn ang="0">
                  <a:pos x="520" y="1551"/>
                </a:cxn>
                <a:cxn ang="0">
                  <a:pos x="536" y="1335"/>
                </a:cxn>
                <a:cxn ang="0">
                  <a:pos x="552" y="1127"/>
                </a:cxn>
                <a:cxn ang="0">
                  <a:pos x="560" y="920"/>
                </a:cxn>
                <a:cxn ang="0">
                  <a:pos x="576" y="728"/>
                </a:cxn>
                <a:cxn ang="0">
                  <a:pos x="592" y="544"/>
                </a:cxn>
                <a:cxn ang="0">
                  <a:pos x="608" y="368"/>
                </a:cxn>
              </a:cxnLst>
              <a:rect l="0" t="0" r="r" b="b"/>
              <a:pathLst>
                <a:path w="616" h="3421">
                  <a:moveTo>
                    <a:pt x="0" y="0"/>
                  </a:moveTo>
                  <a:lnTo>
                    <a:pt x="8" y="40"/>
                  </a:lnTo>
                  <a:lnTo>
                    <a:pt x="8" y="88"/>
                  </a:lnTo>
                  <a:lnTo>
                    <a:pt x="16" y="128"/>
                  </a:lnTo>
                  <a:lnTo>
                    <a:pt x="24" y="176"/>
                  </a:lnTo>
                  <a:lnTo>
                    <a:pt x="24" y="224"/>
                  </a:lnTo>
                  <a:lnTo>
                    <a:pt x="32" y="280"/>
                  </a:lnTo>
                  <a:lnTo>
                    <a:pt x="32" y="328"/>
                  </a:lnTo>
                  <a:lnTo>
                    <a:pt x="40" y="384"/>
                  </a:lnTo>
                  <a:lnTo>
                    <a:pt x="48" y="440"/>
                  </a:lnTo>
                  <a:lnTo>
                    <a:pt x="48" y="504"/>
                  </a:lnTo>
                  <a:lnTo>
                    <a:pt x="56" y="560"/>
                  </a:lnTo>
                  <a:lnTo>
                    <a:pt x="56" y="624"/>
                  </a:lnTo>
                  <a:lnTo>
                    <a:pt x="64" y="680"/>
                  </a:lnTo>
                  <a:lnTo>
                    <a:pt x="64" y="744"/>
                  </a:lnTo>
                  <a:lnTo>
                    <a:pt x="72" y="816"/>
                  </a:lnTo>
                  <a:lnTo>
                    <a:pt x="80" y="880"/>
                  </a:lnTo>
                  <a:lnTo>
                    <a:pt x="80" y="944"/>
                  </a:lnTo>
                  <a:lnTo>
                    <a:pt x="88" y="1016"/>
                  </a:lnTo>
                  <a:lnTo>
                    <a:pt x="88" y="1079"/>
                  </a:lnTo>
                  <a:lnTo>
                    <a:pt x="96" y="1151"/>
                  </a:lnTo>
                  <a:lnTo>
                    <a:pt x="104" y="1215"/>
                  </a:lnTo>
                  <a:lnTo>
                    <a:pt x="104" y="1287"/>
                  </a:lnTo>
                  <a:lnTo>
                    <a:pt x="112" y="1359"/>
                  </a:lnTo>
                  <a:lnTo>
                    <a:pt x="112" y="1431"/>
                  </a:lnTo>
                  <a:lnTo>
                    <a:pt x="120" y="1503"/>
                  </a:lnTo>
                  <a:lnTo>
                    <a:pt x="128" y="1567"/>
                  </a:lnTo>
                  <a:lnTo>
                    <a:pt x="128" y="1639"/>
                  </a:lnTo>
                  <a:lnTo>
                    <a:pt x="136" y="1711"/>
                  </a:lnTo>
                  <a:lnTo>
                    <a:pt x="136" y="1783"/>
                  </a:lnTo>
                  <a:lnTo>
                    <a:pt x="144" y="1855"/>
                  </a:lnTo>
                  <a:lnTo>
                    <a:pt x="152" y="1919"/>
                  </a:lnTo>
                  <a:lnTo>
                    <a:pt x="152" y="1991"/>
                  </a:lnTo>
                  <a:lnTo>
                    <a:pt x="160" y="2063"/>
                  </a:lnTo>
                  <a:lnTo>
                    <a:pt x="160" y="2127"/>
                  </a:lnTo>
                  <a:lnTo>
                    <a:pt x="168" y="2191"/>
                  </a:lnTo>
                  <a:lnTo>
                    <a:pt x="176" y="2262"/>
                  </a:lnTo>
                  <a:lnTo>
                    <a:pt x="176" y="2326"/>
                  </a:lnTo>
                  <a:lnTo>
                    <a:pt x="184" y="2390"/>
                  </a:lnTo>
                  <a:lnTo>
                    <a:pt x="184" y="2454"/>
                  </a:lnTo>
                  <a:lnTo>
                    <a:pt x="192" y="2510"/>
                  </a:lnTo>
                  <a:lnTo>
                    <a:pt x="200" y="2574"/>
                  </a:lnTo>
                  <a:lnTo>
                    <a:pt x="200" y="2630"/>
                  </a:lnTo>
                  <a:lnTo>
                    <a:pt x="208" y="2686"/>
                  </a:lnTo>
                  <a:lnTo>
                    <a:pt x="208" y="2742"/>
                  </a:lnTo>
                  <a:lnTo>
                    <a:pt x="216" y="2798"/>
                  </a:lnTo>
                  <a:lnTo>
                    <a:pt x="224" y="2854"/>
                  </a:lnTo>
                  <a:lnTo>
                    <a:pt x="224" y="2902"/>
                  </a:lnTo>
                  <a:lnTo>
                    <a:pt x="232" y="2950"/>
                  </a:lnTo>
                  <a:lnTo>
                    <a:pt x="232" y="2998"/>
                  </a:lnTo>
                  <a:lnTo>
                    <a:pt x="240" y="3038"/>
                  </a:lnTo>
                  <a:lnTo>
                    <a:pt x="240" y="3078"/>
                  </a:lnTo>
                  <a:lnTo>
                    <a:pt x="248" y="3118"/>
                  </a:lnTo>
                  <a:lnTo>
                    <a:pt x="256" y="3158"/>
                  </a:lnTo>
                  <a:lnTo>
                    <a:pt x="256" y="3190"/>
                  </a:lnTo>
                  <a:lnTo>
                    <a:pt x="264" y="3230"/>
                  </a:lnTo>
                  <a:lnTo>
                    <a:pt x="264" y="3254"/>
                  </a:lnTo>
                  <a:lnTo>
                    <a:pt x="272" y="3286"/>
                  </a:lnTo>
                  <a:lnTo>
                    <a:pt x="280" y="3310"/>
                  </a:lnTo>
                  <a:lnTo>
                    <a:pt x="280" y="3334"/>
                  </a:lnTo>
                  <a:lnTo>
                    <a:pt x="288" y="3358"/>
                  </a:lnTo>
                  <a:lnTo>
                    <a:pt x="288" y="3373"/>
                  </a:lnTo>
                  <a:lnTo>
                    <a:pt x="296" y="3389"/>
                  </a:lnTo>
                  <a:lnTo>
                    <a:pt x="304" y="3397"/>
                  </a:lnTo>
                  <a:lnTo>
                    <a:pt x="304" y="3413"/>
                  </a:lnTo>
                  <a:lnTo>
                    <a:pt x="312" y="3421"/>
                  </a:lnTo>
                  <a:lnTo>
                    <a:pt x="320" y="3421"/>
                  </a:lnTo>
                  <a:lnTo>
                    <a:pt x="328" y="3421"/>
                  </a:lnTo>
                  <a:lnTo>
                    <a:pt x="336" y="3413"/>
                  </a:lnTo>
                  <a:lnTo>
                    <a:pt x="336" y="3405"/>
                  </a:lnTo>
                  <a:lnTo>
                    <a:pt x="344" y="3397"/>
                  </a:lnTo>
                  <a:lnTo>
                    <a:pt x="352" y="3381"/>
                  </a:lnTo>
                  <a:lnTo>
                    <a:pt x="352" y="3365"/>
                  </a:lnTo>
                  <a:lnTo>
                    <a:pt x="360" y="3350"/>
                  </a:lnTo>
                  <a:lnTo>
                    <a:pt x="360" y="3326"/>
                  </a:lnTo>
                  <a:lnTo>
                    <a:pt x="368" y="3302"/>
                  </a:lnTo>
                  <a:lnTo>
                    <a:pt x="376" y="3278"/>
                  </a:lnTo>
                  <a:lnTo>
                    <a:pt x="376" y="3246"/>
                  </a:lnTo>
                  <a:lnTo>
                    <a:pt x="384" y="3214"/>
                  </a:lnTo>
                  <a:lnTo>
                    <a:pt x="384" y="3182"/>
                  </a:lnTo>
                  <a:lnTo>
                    <a:pt x="392" y="3142"/>
                  </a:lnTo>
                  <a:lnTo>
                    <a:pt x="400" y="3110"/>
                  </a:lnTo>
                  <a:lnTo>
                    <a:pt x="400" y="3070"/>
                  </a:lnTo>
                  <a:lnTo>
                    <a:pt x="408" y="3022"/>
                  </a:lnTo>
                  <a:lnTo>
                    <a:pt x="408" y="2982"/>
                  </a:lnTo>
                  <a:lnTo>
                    <a:pt x="416" y="2934"/>
                  </a:lnTo>
                  <a:lnTo>
                    <a:pt x="424" y="2886"/>
                  </a:lnTo>
                  <a:lnTo>
                    <a:pt x="424" y="2830"/>
                  </a:lnTo>
                  <a:lnTo>
                    <a:pt x="432" y="2782"/>
                  </a:lnTo>
                  <a:lnTo>
                    <a:pt x="432" y="2726"/>
                  </a:lnTo>
                  <a:lnTo>
                    <a:pt x="440" y="2670"/>
                  </a:lnTo>
                  <a:lnTo>
                    <a:pt x="440" y="2614"/>
                  </a:lnTo>
                  <a:lnTo>
                    <a:pt x="448" y="2550"/>
                  </a:lnTo>
                  <a:lnTo>
                    <a:pt x="456" y="2494"/>
                  </a:lnTo>
                  <a:lnTo>
                    <a:pt x="456" y="2430"/>
                  </a:lnTo>
                  <a:lnTo>
                    <a:pt x="464" y="2366"/>
                  </a:lnTo>
                  <a:lnTo>
                    <a:pt x="464" y="2302"/>
                  </a:lnTo>
                  <a:lnTo>
                    <a:pt x="472" y="2238"/>
                  </a:lnTo>
                  <a:lnTo>
                    <a:pt x="480" y="2175"/>
                  </a:lnTo>
                  <a:lnTo>
                    <a:pt x="480" y="2103"/>
                  </a:lnTo>
                  <a:lnTo>
                    <a:pt x="488" y="2039"/>
                  </a:lnTo>
                  <a:lnTo>
                    <a:pt x="488" y="1967"/>
                  </a:lnTo>
                  <a:lnTo>
                    <a:pt x="496" y="1903"/>
                  </a:lnTo>
                  <a:lnTo>
                    <a:pt x="504" y="1831"/>
                  </a:lnTo>
                  <a:lnTo>
                    <a:pt x="504" y="1759"/>
                  </a:lnTo>
                  <a:lnTo>
                    <a:pt x="512" y="1687"/>
                  </a:lnTo>
                  <a:lnTo>
                    <a:pt x="512" y="1615"/>
                  </a:lnTo>
                  <a:lnTo>
                    <a:pt x="520" y="1551"/>
                  </a:lnTo>
                  <a:lnTo>
                    <a:pt x="528" y="1479"/>
                  </a:lnTo>
                  <a:lnTo>
                    <a:pt x="528" y="1407"/>
                  </a:lnTo>
                  <a:lnTo>
                    <a:pt x="536" y="1335"/>
                  </a:lnTo>
                  <a:lnTo>
                    <a:pt x="536" y="1263"/>
                  </a:lnTo>
                  <a:lnTo>
                    <a:pt x="544" y="1191"/>
                  </a:lnTo>
                  <a:lnTo>
                    <a:pt x="552" y="1127"/>
                  </a:lnTo>
                  <a:lnTo>
                    <a:pt x="552" y="1056"/>
                  </a:lnTo>
                  <a:lnTo>
                    <a:pt x="560" y="992"/>
                  </a:lnTo>
                  <a:lnTo>
                    <a:pt x="560" y="920"/>
                  </a:lnTo>
                  <a:lnTo>
                    <a:pt x="568" y="856"/>
                  </a:lnTo>
                  <a:lnTo>
                    <a:pt x="576" y="792"/>
                  </a:lnTo>
                  <a:lnTo>
                    <a:pt x="576" y="728"/>
                  </a:lnTo>
                  <a:lnTo>
                    <a:pt x="584" y="664"/>
                  </a:lnTo>
                  <a:lnTo>
                    <a:pt x="584" y="600"/>
                  </a:lnTo>
                  <a:lnTo>
                    <a:pt x="592" y="544"/>
                  </a:lnTo>
                  <a:lnTo>
                    <a:pt x="600" y="480"/>
                  </a:lnTo>
                  <a:lnTo>
                    <a:pt x="600" y="424"/>
                  </a:lnTo>
                  <a:lnTo>
                    <a:pt x="608" y="368"/>
                  </a:lnTo>
                  <a:lnTo>
                    <a:pt x="608" y="312"/>
                  </a:lnTo>
                  <a:lnTo>
                    <a:pt x="616" y="264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30" name="Freeform 74"/>
            <p:cNvSpPr>
              <a:spLocks/>
            </p:cNvSpPr>
            <p:nvPr/>
          </p:nvSpPr>
          <p:spPr bwMode="auto">
            <a:xfrm>
              <a:off x="3071" y="191"/>
              <a:ext cx="625" cy="3756"/>
            </a:xfrm>
            <a:custGeom>
              <a:avLst/>
              <a:gdLst/>
              <a:ahLst/>
              <a:cxnLst>
                <a:cxn ang="0">
                  <a:pos x="8" y="487"/>
                </a:cxn>
                <a:cxn ang="0">
                  <a:pos x="24" y="351"/>
                </a:cxn>
                <a:cxn ang="0">
                  <a:pos x="40" y="239"/>
                </a:cxn>
                <a:cxn ang="0">
                  <a:pos x="48" y="144"/>
                </a:cxn>
                <a:cxn ang="0">
                  <a:pos x="64" y="72"/>
                </a:cxn>
                <a:cxn ang="0">
                  <a:pos x="80" y="24"/>
                </a:cxn>
                <a:cxn ang="0">
                  <a:pos x="96" y="0"/>
                </a:cxn>
                <a:cxn ang="0">
                  <a:pos x="120" y="8"/>
                </a:cxn>
                <a:cxn ang="0">
                  <a:pos x="136" y="48"/>
                </a:cxn>
                <a:cxn ang="0">
                  <a:pos x="144" y="112"/>
                </a:cxn>
                <a:cxn ang="0">
                  <a:pos x="160" y="192"/>
                </a:cxn>
                <a:cxn ang="0">
                  <a:pos x="176" y="303"/>
                </a:cxn>
                <a:cxn ang="0">
                  <a:pos x="192" y="423"/>
                </a:cxn>
                <a:cxn ang="0">
                  <a:pos x="200" y="567"/>
                </a:cxn>
                <a:cxn ang="0">
                  <a:pos x="216" y="735"/>
                </a:cxn>
                <a:cxn ang="0">
                  <a:pos x="232" y="911"/>
                </a:cxn>
                <a:cxn ang="0">
                  <a:pos x="248" y="1095"/>
                </a:cxn>
                <a:cxn ang="0">
                  <a:pos x="264" y="1295"/>
                </a:cxn>
                <a:cxn ang="0">
                  <a:pos x="272" y="1502"/>
                </a:cxn>
                <a:cxn ang="0">
                  <a:pos x="288" y="1710"/>
                </a:cxn>
                <a:cxn ang="0">
                  <a:pos x="304" y="1918"/>
                </a:cxn>
                <a:cxn ang="0">
                  <a:pos x="321" y="2134"/>
                </a:cxn>
                <a:cxn ang="0">
                  <a:pos x="337" y="2342"/>
                </a:cxn>
                <a:cxn ang="0">
                  <a:pos x="345" y="2541"/>
                </a:cxn>
                <a:cxn ang="0">
                  <a:pos x="361" y="2741"/>
                </a:cxn>
                <a:cxn ang="0">
                  <a:pos x="377" y="2917"/>
                </a:cxn>
                <a:cxn ang="0">
                  <a:pos x="393" y="3093"/>
                </a:cxn>
                <a:cxn ang="0">
                  <a:pos x="401" y="3245"/>
                </a:cxn>
                <a:cxn ang="0">
                  <a:pos x="417" y="3381"/>
                </a:cxn>
                <a:cxn ang="0">
                  <a:pos x="433" y="3501"/>
                </a:cxn>
                <a:cxn ang="0">
                  <a:pos x="449" y="3597"/>
                </a:cxn>
                <a:cxn ang="0">
                  <a:pos x="465" y="3669"/>
                </a:cxn>
                <a:cxn ang="0">
                  <a:pos x="473" y="3716"/>
                </a:cxn>
                <a:cxn ang="0">
                  <a:pos x="497" y="3756"/>
                </a:cxn>
                <a:cxn ang="0">
                  <a:pos x="521" y="3732"/>
                </a:cxn>
                <a:cxn ang="0">
                  <a:pos x="537" y="3685"/>
                </a:cxn>
                <a:cxn ang="0">
                  <a:pos x="545" y="3621"/>
                </a:cxn>
                <a:cxn ang="0">
                  <a:pos x="561" y="3533"/>
                </a:cxn>
                <a:cxn ang="0">
                  <a:pos x="577" y="3421"/>
                </a:cxn>
                <a:cxn ang="0">
                  <a:pos x="593" y="3293"/>
                </a:cxn>
                <a:cxn ang="0">
                  <a:pos x="601" y="3141"/>
                </a:cxn>
                <a:cxn ang="0">
                  <a:pos x="617" y="2981"/>
                </a:cxn>
              </a:cxnLst>
              <a:rect l="0" t="0" r="r" b="b"/>
              <a:pathLst>
                <a:path w="625" h="3756">
                  <a:moveTo>
                    <a:pt x="0" y="591"/>
                  </a:moveTo>
                  <a:lnTo>
                    <a:pt x="0" y="535"/>
                  </a:lnTo>
                  <a:lnTo>
                    <a:pt x="8" y="487"/>
                  </a:lnTo>
                  <a:lnTo>
                    <a:pt x="16" y="439"/>
                  </a:lnTo>
                  <a:lnTo>
                    <a:pt x="16" y="399"/>
                  </a:lnTo>
                  <a:lnTo>
                    <a:pt x="24" y="351"/>
                  </a:lnTo>
                  <a:lnTo>
                    <a:pt x="24" y="311"/>
                  </a:lnTo>
                  <a:lnTo>
                    <a:pt x="32" y="279"/>
                  </a:lnTo>
                  <a:lnTo>
                    <a:pt x="40" y="239"/>
                  </a:lnTo>
                  <a:lnTo>
                    <a:pt x="40" y="208"/>
                  </a:lnTo>
                  <a:lnTo>
                    <a:pt x="48" y="176"/>
                  </a:lnTo>
                  <a:lnTo>
                    <a:pt x="48" y="144"/>
                  </a:lnTo>
                  <a:lnTo>
                    <a:pt x="56" y="120"/>
                  </a:lnTo>
                  <a:lnTo>
                    <a:pt x="64" y="96"/>
                  </a:lnTo>
                  <a:lnTo>
                    <a:pt x="64" y="72"/>
                  </a:lnTo>
                  <a:lnTo>
                    <a:pt x="72" y="56"/>
                  </a:lnTo>
                  <a:lnTo>
                    <a:pt x="72" y="40"/>
                  </a:lnTo>
                  <a:lnTo>
                    <a:pt x="80" y="24"/>
                  </a:lnTo>
                  <a:lnTo>
                    <a:pt x="88" y="16"/>
                  </a:lnTo>
                  <a:lnTo>
                    <a:pt x="88" y="8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120" y="24"/>
                  </a:lnTo>
                  <a:lnTo>
                    <a:pt x="128" y="32"/>
                  </a:lnTo>
                  <a:lnTo>
                    <a:pt x="136" y="48"/>
                  </a:lnTo>
                  <a:lnTo>
                    <a:pt x="136" y="64"/>
                  </a:lnTo>
                  <a:lnTo>
                    <a:pt x="144" y="88"/>
                  </a:lnTo>
                  <a:lnTo>
                    <a:pt x="144" y="112"/>
                  </a:lnTo>
                  <a:lnTo>
                    <a:pt x="152" y="136"/>
                  </a:lnTo>
                  <a:lnTo>
                    <a:pt x="160" y="168"/>
                  </a:lnTo>
                  <a:lnTo>
                    <a:pt x="160" y="192"/>
                  </a:lnTo>
                  <a:lnTo>
                    <a:pt x="168" y="232"/>
                  </a:lnTo>
                  <a:lnTo>
                    <a:pt x="168" y="263"/>
                  </a:lnTo>
                  <a:lnTo>
                    <a:pt x="176" y="303"/>
                  </a:lnTo>
                  <a:lnTo>
                    <a:pt x="184" y="343"/>
                  </a:lnTo>
                  <a:lnTo>
                    <a:pt x="184" y="383"/>
                  </a:lnTo>
                  <a:lnTo>
                    <a:pt x="192" y="423"/>
                  </a:lnTo>
                  <a:lnTo>
                    <a:pt x="192" y="471"/>
                  </a:lnTo>
                  <a:lnTo>
                    <a:pt x="200" y="519"/>
                  </a:lnTo>
                  <a:lnTo>
                    <a:pt x="200" y="567"/>
                  </a:lnTo>
                  <a:lnTo>
                    <a:pt x="208" y="623"/>
                  </a:lnTo>
                  <a:lnTo>
                    <a:pt x="216" y="679"/>
                  </a:lnTo>
                  <a:lnTo>
                    <a:pt x="216" y="735"/>
                  </a:lnTo>
                  <a:lnTo>
                    <a:pt x="224" y="791"/>
                  </a:lnTo>
                  <a:lnTo>
                    <a:pt x="224" y="847"/>
                  </a:lnTo>
                  <a:lnTo>
                    <a:pt x="232" y="911"/>
                  </a:lnTo>
                  <a:lnTo>
                    <a:pt x="240" y="967"/>
                  </a:lnTo>
                  <a:lnTo>
                    <a:pt x="240" y="1031"/>
                  </a:lnTo>
                  <a:lnTo>
                    <a:pt x="248" y="1095"/>
                  </a:lnTo>
                  <a:lnTo>
                    <a:pt x="248" y="1159"/>
                  </a:lnTo>
                  <a:lnTo>
                    <a:pt x="256" y="1231"/>
                  </a:lnTo>
                  <a:lnTo>
                    <a:pt x="264" y="1295"/>
                  </a:lnTo>
                  <a:lnTo>
                    <a:pt x="264" y="1359"/>
                  </a:lnTo>
                  <a:lnTo>
                    <a:pt x="272" y="1430"/>
                  </a:lnTo>
                  <a:lnTo>
                    <a:pt x="272" y="1502"/>
                  </a:lnTo>
                  <a:lnTo>
                    <a:pt x="280" y="1566"/>
                  </a:lnTo>
                  <a:lnTo>
                    <a:pt x="288" y="1638"/>
                  </a:lnTo>
                  <a:lnTo>
                    <a:pt x="288" y="1710"/>
                  </a:lnTo>
                  <a:lnTo>
                    <a:pt x="296" y="1782"/>
                  </a:lnTo>
                  <a:lnTo>
                    <a:pt x="296" y="1854"/>
                  </a:lnTo>
                  <a:lnTo>
                    <a:pt x="304" y="1918"/>
                  </a:lnTo>
                  <a:lnTo>
                    <a:pt x="313" y="1990"/>
                  </a:lnTo>
                  <a:lnTo>
                    <a:pt x="313" y="2062"/>
                  </a:lnTo>
                  <a:lnTo>
                    <a:pt x="321" y="2134"/>
                  </a:lnTo>
                  <a:lnTo>
                    <a:pt x="321" y="2206"/>
                  </a:lnTo>
                  <a:lnTo>
                    <a:pt x="329" y="2270"/>
                  </a:lnTo>
                  <a:lnTo>
                    <a:pt x="337" y="2342"/>
                  </a:lnTo>
                  <a:lnTo>
                    <a:pt x="337" y="2406"/>
                  </a:lnTo>
                  <a:lnTo>
                    <a:pt x="345" y="2478"/>
                  </a:lnTo>
                  <a:lnTo>
                    <a:pt x="345" y="2541"/>
                  </a:lnTo>
                  <a:lnTo>
                    <a:pt x="353" y="2605"/>
                  </a:lnTo>
                  <a:lnTo>
                    <a:pt x="361" y="2677"/>
                  </a:lnTo>
                  <a:lnTo>
                    <a:pt x="361" y="2741"/>
                  </a:lnTo>
                  <a:lnTo>
                    <a:pt x="369" y="2797"/>
                  </a:lnTo>
                  <a:lnTo>
                    <a:pt x="369" y="2861"/>
                  </a:lnTo>
                  <a:lnTo>
                    <a:pt x="377" y="2917"/>
                  </a:lnTo>
                  <a:lnTo>
                    <a:pt x="385" y="2981"/>
                  </a:lnTo>
                  <a:lnTo>
                    <a:pt x="385" y="3037"/>
                  </a:lnTo>
                  <a:lnTo>
                    <a:pt x="393" y="3093"/>
                  </a:lnTo>
                  <a:lnTo>
                    <a:pt x="393" y="3141"/>
                  </a:lnTo>
                  <a:lnTo>
                    <a:pt x="401" y="3197"/>
                  </a:lnTo>
                  <a:lnTo>
                    <a:pt x="401" y="3245"/>
                  </a:lnTo>
                  <a:lnTo>
                    <a:pt x="409" y="3293"/>
                  </a:lnTo>
                  <a:lnTo>
                    <a:pt x="417" y="3333"/>
                  </a:lnTo>
                  <a:lnTo>
                    <a:pt x="417" y="3381"/>
                  </a:lnTo>
                  <a:lnTo>
                    <a:pt x="425" y="3421"/>
                  </a:lnTo>
                  <a:lnTo>
                    <a:pt x="425" y="3461"/>
                  </a:lnTo>
                  <a:lnTo>
                    <a:pt x="433" y="3501"/>
                  </a:lnTo>
                  <a:lnTo>
                    <a:pt x="441" y="3533"/>
                  </a:lnTo>
                  <a:lnTo>
                    <a:pt x="441" y="3565"/>
                  </a:lnTo>
                  <a:lnTo>
                    <a:pt x="449" y="3597"/>
                  </a:lnTo>
                  <a:lnTo>
                    <a:pt x="449" y="3621"/>
                  </a:lnTo>
                  <a:lnTo>
                    <a:pt x="457" y="3645"/>
                  </a:lnTo>
                  <a:lnTo>
                    <a:pt x="465" y="3669"/>
                  </a:lnTo>
                  <a:lnTo>
                    <a:pt x="465" y="3685"/>
                  </a:lnTo>
                  <a:lnTo>
                    <a:pt x="473" y="3708"/>
                  </a:lnTo>
                  <a:lnTo>
                    <a:pt x="473" y="3716"/>
                  </a:lnTo>
                  <a:lnTo>
                    <a:pt x="481" y="3732"/>
                  </a:lnTo>
                  <a:lnTo>
                    <a:pt x="497" y="3748"/>
                  </a:lnTo>
                  <a:lnTo>
                    <a:pt x="497" y="3756"/>
                  </a:lnTo>
                  <a:lnTo>
                    <a:pt x="505" y="3748"/>
                  </a:lnTo>
                  <a:lnTo>
                    <a:pt x="513" y="3740"/>
                  </a:lnTo>
                  <a:lnTo>
                    <a:pt x="521" y="3732"/>
                  </a:lnTo>
                  <a:lnTo>
                    <a:pt x="521" y="3716"/>
                  </a:lnTo>
                  <a:lnTo>
                    <a:pt x="529" y="3708"/>
                  </a:lnTo>
                  <a:lnTo>
                    <a:pt x="537" y="3685"/>
                  </a:lnTo>
                  <a:lnTo>
                    <a:pt x="537" y="3669"/>
                  </a:lnTo>
                  <a:lnTo>
                    <a:pt x="545" y="3645"/>
                  </a:lnTo>
                  <a:lnTo>
                    <a:pt x="545" y="3621"/>
                  </a:lnTo>
                  <a:lnTo>
                    <a:pt x="553" y="3597"/>
                  </a:lnTo>
                  <a:lnTo>
                    <a:pt x="561" y="3565"/>
                  </a:lnTo>
                  <a:lnTo>
                    <a:pt x="561" y="3533"/>
                  </a:lnTo>
                  <a:lnTo>
                    <a:pt x="569" y="3501"/>
                  </a:lnTo>
                  <a:lnTo>
                    <a:pt x="569" y="3461"/>
                  </a:lnTo>
                  <a:lnTo>
                    <a:pt x="577" y="3421"/>
                  </a:lnTo>
                  <a:lnTo>
                    <a:pt x="577" y="3381"/>
                  </a:lnTo>
                  <a:lnTo>
                    <a:pt x="585" y="3333"/>
                  </a:lnTo>
                  <a:lnTo>
                    <a:pt x="593" y="3293"/>
                  </a:lnTo>
                  <a:lnTo>
                    <a:pt x="593" y="3245"/>
                  </a:lnTo>
                  <a:lnTo>
                    <a:pt x="601" y="3197"/>
                  </a:lnTo>
                  <a:lnTo>
                    <a:pt x="601" y="3141"/>
                  </a:lnTo>
                  <a:lnTo>
                    <a:pt x="609" y="3093"/>
                  </a:lnTo>
                  <a:lnTo>
                    <a:pt x="617" y="3037"/>
                  </a:lnTo>
                  <a:lnTo>
                    <a:pt x="617" y="2981"/>
                  </a:lnTo>
                  <a:lnTo>
                    <a:pt x="625" y="2917"/>
                  </a:lnTo>
                  <a:lnTo>
                    <a:pt x="625" y="2861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31" name="Freeform 75"/>
            <p:cNvSpPr>
              <a:spLocks/>
            </p:cNvSpPr>
            <p:nvPr/>
          </p:nvSpPr>
          <p:spPr bwMode="auto">
            <a:xfrm>
              <a:off x="3696" y="191"/>
              <a:ext cx="616" cy="3605"/>
            </a:xfrm>
            <a:custGeom>
              <a:avLst/>
              <a:gdLst/>
              <a:ahLst/>
              <a:cxnLst>
                <a:cxn ang="0">
                  <a:pos x="16" y="2741"/>
                </a:cxn>
                <a:cxn ang="0">
                  <a:pos x="24" y="2541"/>
                </a:cxn>
                <a:cxn ang="0">
                  <a:pos x="40" y="2342"/>
                </a:cxn>
                <a:cxn ang="0">
                  <a:pos x="56" y="2134"/>
                </a:cxn>
                <a:cxn ang="0">
                  <a:pos x="72" y="1918"/>
                </a:cxn>
                <a:cxn ang="0">
                  <a:pos x="88" y="1710"/>
                </a:cxn>
                <a:cxn ang="0">
                  <a:pos x="96" y="1502"/>
                </a:cxn>
                <a:cxn ang="0">
                  <a:pos x="112" y="1295"/>
                </a:cxn>
                <a:cxn ang="0">
                  <a:pos x="128" y="1095"/>
                </a:cxn>
                <a:cxn ang="0">
                  <a:pos x="144" y="911"/>
                </a:cxn>
                <a:cxn ang="0">
                  <a:pos x="152" y="735"/>
                </a:cxn>
                <a:cxn ang="0">
                  <a:pos x="168" y="567"/>
                </a:cxn>
                <a:cxn ang="0">
                  <a:pos x="184" y="423"/>
                </a:cxn>
                <a:cxn ang="0">
                  <a:pos x="200" y="303"/>
                </a:cxn>
                <a:cxn ang="0">
                  <a:pos x="216" y="192"/>
                </a:cxn>
                <a:cxn ang="0">
                  <a:pos x="224" y="112"/>
                </a:cxn>
                <a:cxn ang="0">
                  <a:pos x="240" y="48"/>
                </a:cxn>
                <a:cxn ang="0">
                  <a:pos x="256" y="8"/>
                </a:cxn>
                <a:cxn ang="0">
                  <a:pos x="280" y="0"/>
                </a:cxn>
                <a:cxn ang="0">
                  <a:pos x="296" y="24"/>
                </a:cxn>
                <a:cxn ang="0">
                  <a:pos x="312" y="72"/>
                </a:cxn>
                <a:cxn ang="0">
                  <a:pos x="320" y="144"/>
                </a:cxn>
                <a:cxn ang="0">
                  <a:pos x="336" y="239"/>
                </a:cxn>
                <a:cxn ang="0">
                  <a:pos x="352" y="351"/>
                </a:cxn>
                <a:cxn ang="0">
                  <a:pos x="368" y="487"/>
                </a:cxn>
                <a:cxn ang="0">
                  <a:pos x="376" y="639"/>
                </a:cxn>
                <a:cxn ang="0">
                  <a:pos x="392" y="807"/>
                </a:cxn>
                <a:cxn ang="0">
                  <a:pos x="408" y="991"/>
                </a:cxn>
                <a:cxn ang="0">
                  <a:pos x="424" y="1183"/>
                </a:cxn>
                <a:cxn ang="0">
                  <a:pos x="440" y="1383"/>
                </a:cxn>
                <a:cxn ang="0">
                  <a:pos x="448" y="1590"/>
                </a:cxn>
                <a:cxn ang="0">
                  <a:pos x="464" y="1806"/>
                </a:cxn>
                <a:cxn ang="0">
                  <a:pos x="480" y="2014"/>
                </a:cxn>
                <a:cxn ang="0">
                  <a:pos x="496" y="2230"/>
                </a:cxn>
                <a:cxn ang="0">
                  <a:pos x="512" y="2430"/>
                </a:cxn>
                <a:cxn ang="0">
                  <a:pos x="520" y="2629"/>
                </a:cxn>
                <a:cxn ang="0">
                  <a:pos x="536" y="2821"/>
                </a:cxn>
                <a:cxn ang="0">
                  <a:pos x="552" y="2997"/>
                </a:cxn>
                <a:cxn ang="0">
                  <a:pos x="568" y="3157"/>
                </a:cxn>
                <a:cxn ang="0">
                  <a:pos x="576" y="3309"/>
                </a:cxn>
                <a:cxn ang="0">
                  <a:pos x="592" y="3437"/>
                </a:cxn>
                <a:cxn ang="0">
                  <a:pos x="608" y="3541"/>
                </a:cxn>
              </a:cxnLst>
              <a:rect l="0" t="0" r="r" b="b"/>
              <a:pathLst>
                <a:path w="616" h="3605">
                  <a:moveTo>
                    <a:pt x="0" y="2861"/>
                  </a:moveTo>
                  <a:lnTo>
                    <a:pt x="8" y="2797"/>
                  </a:lnTo>
                  <a:lnTo>
                    <a:pt x="16" y="2741"/>
                  </a:lnTo>
                  <a:lnTo>
                    <a:pt x="16" y="2677"/>
                  </a:lnTo>
                  <a:lnTo>
                    <a:pt x="24" y="2605"/>
                  </a:lnTo>
                  <a:lnTo>
                    <a:pt x="24" y="2541"/>
                  </a:lnTo>
                  <a:lnTo>
                    <a:pt x="32" y="2478"/>
                  </a:lnTo>
                  <a:lnTo>
                    <a:pt x="40" y="2406"/>
                  </a:lnTo>
                  <a:lnTo>
                    <a:pt x="40" y="2342"/>
                  </a:lnTo>
                  <a:lnTo>
                    <a:pt x="48" y="2270"/>
                  </a:lnTo>
                  <a:lnTo>
                    <a:pt x="48" y="2206"/>
                  </a:lnTo>
                  <a:lnTo>
                    <a:pt x="56" y="2134"/>
                  </a:lnTo>
                  <a:lnTo>
                    <a:pt x="64" y="2062"/>
                  </a:lnTo>
                  <a:lnTo>
                    <a:pt x="64" y="1990"/>
                  </a:lnTo>
                  <a:lnTo>
                    <a:pt x="72" y="1918"/>
                  </a:lnTo>
                  <a:lnTo>
                    <a:pt x="72" y="1854"/>
                  </a:lnTo>
                  <a:lnTo>
                    <a:pt x="80" y="1782"/>
                  </a:lnTo>
                  <a:lnTo>
                    <a:pt x="88" y="1710"/>
                  </a:lnTo>
                  <a:lnTo>
                    <a:pt x="88" y="1638"/>
                  </a:lnTo>
                  <a:lnTo>
                    <a:pt x="96" y="1566"/>
                  </a:lnTo>
                  <a:lnTo>
                    <a:pt x="96" y="1502"/>
                  </a:lnTo>
                  <a:lnTo>
                    <a:pt x="104" y="1430"/>
                  </a:lnTo>
                  <a:lnTo>
                    <a:pt x="112" y="1359"/>
                  </a:lnTo>
                  <a:lnTo>
                    <a:pt x="112" y="1295"/>
                  </a:lnTo>
                  <a:lnTo>
                    <a:pt x="120" y="1231"/>
                  </a:lnTo>
                  <a:lnTo>
                    <a:pt x="120" y="1159"/>
                  </a:lnTo>
                  <a:lnTo>
                    <a:pt x="128" y="1095"/>
                  </a:lnTo>
                  <a:lnTo>
                    <a:pt x="136" y="1031"/>
                  </a:lnTo>
                  <a:lnTo>
                    <a:pt x="136" y="967"/>
                  </a:lnTo>
                  <a:lnTo>
                    <a:pt x="144" y="911"/>
                  </a:lnTo>
                  <a:lnTo>
                    <a:pt x="144" y="847"/>
                  </a:lnTo>
                  <a:lnTo>
                    <a:pt x="152" y="791"/>
                  </a:lnTo>
                  <a:lnTo>
                    <a:pt x="152" y="735"/>
                  </a:lnTo>
                  <a:lnTo>
                    <a:pt x="160" y="679"/>
                  </a:lnTo>
                  <a:lnTo>
                    <a:pt x="168" y="623"/>
                  </a:lnTo>
                  <a:lnTo>
                    <a:pt x="168" y="567"/>
                  </a:lnTo>
                  <a:lnTo>
                    <a:pt x="176" y="519"/>
                  </a:lnTo>
                  <a:lnTo>
                    <a:pt x="176" y="471"/>
                  </a:lnTo>
                  <a:lnTo>
                    <a:pt x="184" y="423"/>
                  </a:lnTo>
                  <a:lnTo>
                    <a:pt x="192" y="383"/>
                  </a:lnTo>
                  <a:lnTo>
                    <a:pt x="192" y="343"/>
                  </a:lnTo>
                  <a:lnTo>
                    <a:pt x="200" y="303"/>
                  </a:lnTo>
                  <a:lnTo>
                    <a:pt x="200" y="263"/>
                  </a:lnTo>
                  <a:lnTo>
                    <a:pt x="208" y="232"/>
                  </a:lnTo>
                  <a:lnTo>
                    <a:pt x="216" y="192"/>
                  </a:lnTo>
                  <a:lnTo>
                    <a:pt x="216" y="168"/>
                  </a:lnTo>
                  <a:lnTo>
                    <a:pt x="224" y="136"/>
                  </a:lnTo>
                  <a:lnTo>
                    <a:pt x="224" y="112"/>
                  </a:lnTo>
                  <a:lnTo>
                    <a:pt x="232" y="88"/>
                  </a:lnTo>
                  <a:lnTo>
                    <a:pt x="240" y="64"/>
                  </a:lnTo>
                  <a:lnTo>
                    <a:pt x="240" y="48"/>
                  </a:lnTo>
                  <a:lnTo>
                    <a:pt x="248" y="32"/>
                  </a:lnTo>
                  <a:lnTo>
                    <a:pt x="248" y="24"/>
                  </a:lnTo>
                  <a:lnTo>
                    <a:pt x="256" y="8"/>
                  </a:lnTo>
                  <a:lnTo>
                    <a:pt x="264" y="0"/>
                  </a:lnTo>
                  <a:lnTo>
                    <a:pt x="272" y="0"/>
                  </a:lnTo>
                  <a:lnTo>
                    <a:pt x="280" y="0"/>
                  </a:lnTo>
                  <a:lnTo>
                    <a:pt x="288" y="8"/>
                  </a:lnTo>
                  <a:lnTo>
                    <a:pt x="288" y="16"/>
                  </a:lnTo>
                  <a:lnTo>
                    <a:pt x="296" y="24"/>
                  </a:lnTo>
                  <a:lnTo>
                    <a:pt x="296" y="40"/>
                  </a:lnTo>
                  <a:lnTo>
                    <a:pt x="304" y="56"/>
                  </a:lnTo>
                  <a:lnTo>
                    <a:pt x="312" y="72"/>
                  </a:lnTo>
                  <a:lnTo>
                    <a:pt x="312" y="96"/>
                  </a:lnTo>
                  <a:lnTo>
                    <a:pt x="320" y="120"/>
                  </a:lnTo>
                  <a:lnTo>
                    <a:pt x="320" y="144"/>
                  </a:lnTo>
                  <a:lnTo>
                    <a:pt x="328" y="176"/>
                  </a:lnTo>
                  <a:lnTo>
                    <a:pt x="328" y="208"/>
                  </a:lnTo>
                  <a:lnTo>
                    <a:pt x="336" y="239"/>
                  </a:lnTo>
                  <a:lnTo>
                    <a:pt x="344" y="279"/>
                  </a:lnTo>
                  <a:lnTo>
                    <a:pt x="344" y="311"/>
                  </a:lnTo>
                  <a:lnTo>
                    <a:pt x="352" y="351"/>
                  </a:lnTo>
                  <a:lnTo>
                    <a:pt x="352" y="399"/>
                  </a:lnTo>
                  <a:lnTo>
                    <a:pt x="360" y="439"/>
                  </a:lnTo>
                  <a:lnTo>
                    <a:pt x="368" y="487"/>
                  </a:lnTo>
                  <a:lnTo>
                    <a:pt x="368" y="535"/>
                  </a:lnTo>
                  <a:lnTo>
                    <a:pt x="376" y="591"/>
                  </a:lnTo>
                  <a:lnTo>
                    <a:pt x="376" y="639"/>
                  </a:lnTo>
                  <a:lnTo>
                    <a:pt x="384" y="695"/>
                  </a:lnTo>
                  <a:lnTo>
                    <a:pt x="392" y="751"/>
                  </a:lnTo>
                  <a:lnTo>
                    <a:pt x="392" y="807"/>
                  </a:lnTo>
                  <a:lnTo>
                    <a:pt x="400" y="871"/>
                  </a:lnTo>
                  <a:lnTo>
                    <a:pt x="400" y="927"/>
                  </a:lnTo>
                  <a:lnTo>
                    <a:pt x="408" y="991"/>
                  </a:lnTo>
                  <a:lnTo>
                    <a:pt x="416" y="1055"/>
                  </a:lnTo>
                  <a:lnTo>
                    <a:pt x="416" y="1119"/>
                  </a:lnTo>
                  <a:lnTo>
                    <a:pt x="424" y="1183"/>
                  </a:lnTo>
                  <a:lnTo>
                    <a:pt x="424" y="1247"/>
                  </a:lnTo>
                  <a:lnTo>
                    <a:pt x="432" y="1319"/>
                  </a:lnTo>
                  <a:lnTo>
                    <a:pt x="440" y="1383"/>
                  </a:lnTo>
                  <a:lnTo>
                    <a:pt x="440" y="1454"/>
                  </a:lnTo>
                  <a:lnTo>
                    <a:pt x="448" y="1518"/>
                  </a:lnTo>
                  <a:lnTo>
                    <a:pt x="448" y="1590"/>
                  </a:lnTo>
                  <a:lnTo>
                    <a:pt x="456" y="1662"/>
                  </a:lnTo>
                  <a:lnTo>
                    <a:pt x="464" y="1734"/>
                  </a:lnTo>
                  <a:lnTo>
                    <a:pt x="464" y="1806"/>
                  </a:lnTo>
                  <a:lnTo>
                    <a:pt x="472" y="1870"/>
                  </a:lnTo>
                  <a:lnTo>
                    <a:pt x="472" y="1942"/>
                  </a:lnTo>
                  <a:lnTo>
                    <a:pt x="480" y="2014"/>
                  </a:lnTo>
                  <a:lnTo>
                    <a:pt x="488" y="2086"/>
                  </a:lnTo>
                  <a:lnTo>
                    <a:pt x="488" y="2158"/>
                  </a:lnTo>
                  <a:lnTo>
                    <a:pt x="496" y="2230"/>
                  </a:lnTo>
                  <a:lnTo>
                    <a:pt x="496" y="2294"/>
                  </a:lnTo>
                  <a:lnTo>
                    <a:pt x="504" y="2366"/>
                  </a:lnTo>
                  <a:lnTo>
                    <a:pt x="512" y="2430"/>
                  </a:lnTo>
                  <a:lnTo>
                    <a:pt x="512" y="2502"/>
                  </a:lnTo>
                  <a:lnTo>
                    <a:pt x="520" y="2565"/>
                  </a:lnTo>
                  <a:lnTo>
                    <a:pt x="520" y="2629"/>
                  </a:lnTo>
                  <a:lnTo>
                    <a:pt x="528" y="2693"/>
                  </a:lnTo>
                  <a:lnTo>
                    <a:pt x="528" y="2757"/>
                  </a:lnTo>
                  <a:lnTo>
                    <a:pt x="536" y="2821"/>
                  </a:lnTo>
                  <a:lnTo>
                    <a:pt x="544" y="2877"/>
                  </a:lnTo>
                  <a:lnTo>
                    <a:pt x="544" y="2941"/>
                  </a:lnTo>
                  <a:lnTo>
                    <a:pt x="552" y="2997"/>
                  </a:lnTo>
                  <a:lnTo>
                    <a:pt x="552" y="3053"/>
                  </a:lnTo>
                  <a:lnTo>
                    <a:pt x="560" y="3109"/>
                  </a:lnTo>
                  <a:lnTo>
                    <a:pt x="568" y="3157"/>
                  </a:lnTo>
                  <a:lnTo>
                    <a:pt x="568" y="3213"/>
                  </a:lnTo>
                  <a:lnTo>
                    <a:pt x="576" y="3261"/>
                  </a:lnTo>
                  <a:lnTo>
                    <a:pt x="576" y="3309"/>
                  </a:lnTo>
                  <a:lnTo>
                    <a:pt x="584" y="3349"/>
                  </a:lnTo>
                  <a:lnTo>
                    <a:pt x="592" y="3397"/>
                  </a:lnTo>
                  <a:lnTo>
                    <a:pt x="592" y="3437"/>
                  </a:lnTo>
                  <a:lnTo>
                    <a:pt x="600" y="3469"/>
                  </a:lnTo>
                  <a:lnTo>
                    <a:pt x="600" y="3509"/>
                  </a:lnTo>
                  <a:lnTo>
                    <a:pt x="608" y="3541"/>
                  </a:lnTo>
                  <a:lnTo>
                    <a:pt x="616" y="3573"/>
                  </a:lnTo>
                  <a:lnTo>
                    <a:pt x="616" y="3605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32" name="Freeform 76"/>
            <p:cNvSpPr>
              <a:spLocks/>
            </p:cNvSpPr>
            <p:nvPr/>
          </p:nvSpPr>
          <p:spPr bwMode="auto">
            <a:xfrm>
              <a:off x="4312" y="191"/>
              <a:ext cx="625" cy="3748"/>
            </a:xfrm>
            <a:custGeom>
              <a:avLst/>
              <a:gdLst/>
              <a:ahLst/>
              <a:cxnLst>
                <a:cxn ang="0">
                  <a:pos x="8" y="3653"/>
                </a:cxn>
                <a:cxn ang="0">
                  <a:pos x="24" y="3708"/>
                </a:cxn>
                <a:cxn ang="0">
                  <a:pos x="40" y="3740"/>
                </a:cxn>
                <a:cxn ang="0">
                  <a:pos x="64" y="3748"/>
                </a:cxn>
                <a:cxn ang="0">
                  <a:pos x="80" y="3716"/>
                </a:cxn>
                <a:cxn ang="0">
                  <a:pos x="97" y="3661"/>
                </a:cxn>
                <a:cxn ang="0">
                  <a:pos x="105" y="3581"/>
                </a:cxn>
                <a:cxn ang="0">
                  <a:pos x="121" y="3485"/>
                </a:cxn>
                <a:cxn ang="0">
                  <a:pos x="137" y="3365"/>
                </a:cxn>
                <a:cxn ang="0">
                  <a:pos x="153" y="3229"/>
                </a:cxn>
                <a:cxn ang="0">
                  <a:pos x="161" y="3069"/>
                </a:cxn>
                <a:cxn ang="0">
                  <a:pos x="177" y="2901"/>
                </a:cxn>
                <a:cxn ang="0">
                  <a:pos x="193" y="2717"/>
                </a:cxn>
                <a:cxn ang="0">
                  <a:pos x="209" y="2518"/>
                </a:cxn>
                <a:cxn ang="0">
                  <a:pos x="225" y="2318"/>
                </a:cxn>
                <a:cxn ang="0">
                  <a:pos x="233" y="2110"/>
                </a:cxn>
                <a:cxn ang="0">
                  <a:pos x="249" y="1894"/>
                </a:cxn>
                <a:cxn ang="0">
                  <a:pos x="265" y="1686"/>
                </a:cxn>
                <a:cxn ang="0">
                  <a:pos x="281" y="1478"/>
                </a:cxn>
                <a:cxn ang="0">
                  <a:pos x="289" y="1271"/>
                </a:cxn>
                <a:cxn ang="0">
                  <a:pos x="305" y="1071"/>
                </a:cxn>
                <a:cxn ang="0">
                  <a:pos x="321" y="887"/>
                </a:cxn>
                <a:cxn ang="0">
                  <a:pos x="337" y="711"/>
                </a:cxn>
                <a:cxn ang="0">
                  <a:pos x="353" y="551"/>
                </a:cxn>
                <a:cxn ang="0">
                  <a:pos x="361" y="415"/>
                </a:cxn>
                <a:cxn ang="0">
                  <a:pos x="377" y="287"/>
                </a:cxn>
                <a:cxn ang="0">
                  <a:pos x="393" y="184"/>
                </a:cxn>
                <a:cxn ang="0">
                  <a:pos x="409" y="104"/>
                </a:cxn>
                <a:cxn ang="0">
                  <a:pos x="425" y="40"/>
                </a:cxn>
                <a:cxn ang="0">
                  <a:pos x="433" y="8"/>
                </a:cxn>
                <a:cxn ang="0">
                  <a:pos x="457" y="0"/>
                </a:cxn>
                <a:cxn ang="0">
                  <a:pos x="473" y="32"/>
                </a:cxn>
                <a:cxn ang="0">
                  <a:pos x="489" y="80"/>
                </a:cxn>
                <a:cxn ang="0">
                  <a:pos x="505" y="152"/>
                </a:cxn>
                <a:cxn ang="0">
                  <a:pos x="513" y="247"/>
                </a:cxn>
                <a:cxn ang="0">
                  <a:pos x="529" y="367"/>
                </a:cxn>
                <a:cxn ang="0">
                  <a:pos x="545" y="503"/>
                </a:cxn>
                <a:cxn ang="0">
                  <a:pos x="561" y="655"/>
                </a:cxn>
                <a:cxn ang="0">
                  <a:pos x="577" y="831"/>
                </a:cxn>
                <a:cxn ang="0">
                  <a:pos x="585" y="1007"/>
                </a:cxn>
                <a:cxn ang="0">
                  <a:pos x="601" y="1207"/>
                </a:cxn>
                <a:cxn ang="0">
                  <a:pos x="617" y="1406"/>
                </a:cxn>
              </a:cxnLst>
              <a:rect l="0" t="0" r="r" b="b"/>
              <a:pathLst>
                <a:path w="625" h="3748">
                  <a:moveTo>
                    <a:pt x="0" y="3605"/>
                  </a:moveTo>
                  <a:lnTo>
                    <a:pt x="8" y="3629"/>
                  </a:lnTo>
                  <a:lnTo>
                    <a:pt x="8" y="3653"/>
                  </a:lnTo>
                  <a:lnTo>
                    <a:pt x="16" y="3677"/>
                  </a:lnTo>
                  <a:lnTo>
                    <a:pt x="24" y="3692"/>
                  </a:lnTo>
                  <a:lnTo>
                    <a:pt x="24" y="3708"/>
                  </a:lnTo>
                  <a:lnTo>
                    <a:pt x="32" y="3724"/>
                  </a:lnTo>
                  <a:lnTo>
                    <a:pt x="32" y="3732"/>
                  </a:lnTo>
                  <a:lnTo>
                    <a:pt x="40" y="3740"/>
                  </a:lnTo>
                  <a:lnTo>
                    <a:pt x="48" y="3748"/>
                  </a:lnTo>
                  <a:lnTo>
                    <a:pt x="56" y="3748"/>
                  </a:lnTo>
                  <a:lnTo>
                    <a:pt x="64" y="3748"/>
                  </a:lnTo>
                  <a:lnTo>
                    <a:pt x="72" y="3740"/>
                  </a:lnTo>
                  <a:lnTo>
                    <a:pt x="72" y="3724"/>
                  </a:lnTo>
                  <a:lnTo>
                    <a:pt x="80" y="3716"/>
                  </a:lnTo>
                  <a:lnTo>
                    <a:pt x="80" y="3700"/>
                  </a:lnTo>
                  <a:lnTo>
                    <a:pt x="88" y="3685"/>
                  </a:lnTo>
                  <a:lnTo>
                    <a:pt x="97" y="3661"/>
                  </a:lnTo>
                  <a:lnTo>
                    <a:pt x="97" y="3637"/>
                  </a:lnTo>
                  <a:lnTo>
                    <a:pt x="105" y="3613"/>
                  </a:lnTo>
                  <a:lnTo>
                    <a:pt x="105" y="3581"/>
                  </a:lnTo>
                  <a:lnTo>
                    <a:pt x="113" y="3557"/>
                  </a:lnTo>
                  <a:lnTo>
                    <a:pt x="113" y="3517"/>
                  </a:lnTo>
                  <a:lnTo>
                    <a:pt x="121" y="3485"/>
                  </a:lnTo>
                  <a:lnTo>
                    <a:pt x="129" y="3445"/>
                  </a:lnTo>
                  <a:lnTo>
                    <a:pt x="129" y="3405"/>
                  </a:lnTo>
                  <a:lnTo>
                    <a:pt x="137" y="3365"/>
                  </a:lnTo>
                  <a:lnTo>
                    <a:pt x="137" y="3325"/>
                  </a:lnTo>
                  <a:lnTo>
                    <a:pt x="145" y="3277"/>
                  </a:lnTo>
                  <a:lnTo>
                    <a:pt x="153" y="3229"/>
                  </a:lnTo>
                  <a:lnTo>
                    <a:pt x="153" y="3181"/>
                  </a:lnTo>
                  <a:lnTo>
                    <a:pt x="161" y="3125"/>
                  </a:lnTo>
                  <a:lnTo>
                    <a:pt x="161" y="3069"/>
                  </a:lnTo>
                  <a:lnTo>
                    <a:pt x="169" y="3013"/>
                  </a:lnTo>
                  <a:lnTo>
                    <a:pt x="177" y="2957"/>
                  </a:lnTo>
                  <a:lnTo>
                    <a:pt x="177" y="2901"/>
                  </a:lnTo>
                  <a:lnTo>
                    <a:pt x="185" y="2837"/>
                  </a:lnTo>
                  <a:lnTo>
                    <a:pt x="185" y="2781"/>
                  </a:lnTo>
                  <a:lnTo>
                    <a:pt x="193" y="2717"/>
                  </a:lnTo>
                  <a:lnTo>
                    <a:pt x="201" y="2653"/>
                  </a:lnTo>
                  <a:lnTo>
                    <a:pt x="201" y="2589"/>
                  </a:lnTo>
                  <a:lnTo>
                    <a:pt x="209" y="2518"/>
                  </a:lnTo>
                  <a:lnTo>
                    <a:pt x="209" y="2454"/>
                  </a:lnTo>
                  <a:lnTo>
                    <a:pt x="217" y="2390"/>
                  </a:lnTo>
                  <a:lnTo>
                    <a:pt x="225" y="2318"/>
                  </a:lnTo>
                  <a:lnTo>
                    <a:pt x="225" y="2246"/>
                  </a:lnTo>
                  <a:lnTo>
                    <a:pt x="233" y="2182"/>
                  </a:lnTo>
                  <a:lnTo>
                    <a:pt x="233" y="2110"/>
                  </a:lnTo>
                  <a:lnTo>
                    <a:pt x="241" y="2038"/>
                  </a:lnTo>
                  <a:lnTo>
                    <a:pt x="249" y="1966"/>
                  </a:lnTo>
                  <a:lnTo>
                    <a:pt x="249" y="1894"/>
                  </a:lnTo>
                  <a:lnTo>
                    <a:pt x="257" y="1830"/>
                  </a:lnTo>
                  <a:lnTo>
                    <a:pt x="257" y="1758"/>
                  </a:lnTo>
                  <a:lnTo>
                    <a:pt x="265" y="1686"/>
                  </a:lnTo>
                  <a:lnTo>
                    <a:pt x="273" y="1614"/>
                  </a:lnTo>
                  <a:lnTo>
                    <a:pt x="273" y="1542"/>
                  </a:lnTo>
                  <a:lnTo>
                    <a:pt x="281" y="1478"/>
                  </a:lnTo>
                  <a:lnTo>
                    <a:pt x="281" y="1406"/>
                  </a:lnTo>
                  <a:lnTo>
                    <a:pt x="289" y="1343"/>
                  </a:lnTo>
                  <a:lnTo>
                    <a:pt x="289" y="1271"/>
                  </a:lnTo>
                  <a:lnTo>
                    <a:pt x="297" y="1207"/>
                  </a:lnTo>
                  <a:lnTo>
                    <a:pt x="305" y="1143"/>
                  </a:lnTo>
                  <a:lnTo>
                    <a:pt x="305" y="1071"/>
                  </a:lnTo>
                  <a:lnTo>
                    <a:pt x="313" y="1007"/>
                  </a:lnTo>
                  <a:lnTo>
                    <a:pt x="313" y="951"/>
                  </a:lnTo>
                  <a:lnTo>
                    <a:pt x="321" y="887"/>
                  </a:lnTo>
                  <a:lnTo>
                    <a:pt x="329" y="831"/>
                  </a:lnTo>
                  <a:lnTo>
                    <a:pt x="329" y="767"/>
                  </a:lnTo>
                  <a:lnTo>
                    <a:pt x="337" y="711"/>
                  </a:lnTo>
                  <a:lnTo>
                    <a:pt x="337" y="655"/>
                  </a:lnTo>
                  <a:lnTo>
                    <a:pt x="345" y="607"/>
                  </a:lnTo>
                  <a:lnTo>
                    <a:pt x="353" y="551"/>
                  </a:lnTo>
                  <a:lnTo>
                    <a:pt x="353" y="503"/>
                  </a:lnTo>
                  <a:lnTo>
                    <a:pt x="361" y="455"/>
                  </a:lnTo>
                  <a:lnTo>
                    <a:pt x="361" y="415"/>
                  </a:lnTo>
                  <a:lnTo>
                    <a:pt x="369" y="367"/>
                  </a:lnTo>
                  <a:lnTo>
                    <a:pt x="377" y="327"/>
                  </a:lnTo>
                  <a:lnTo>
                    <a:pt x="377" y="287"/>
                  </a:lnTo>
                  <a:lnTo>
                    <a:pt x="385" y="247"/>
                  </a:lnTo>
                  <a:lnTo>
                    <a:pt x="385" y="216"/>
                  </a:lnTo>
                  <a:lnTo>
                    <a:pt x="393" y="184"/>
                  </a:lnTo>
                  <a:lnTo>
                    <a:pt x="401" y="152"/>
                  </a:lnTo>
                  <a:lnTo>
                    <a:pt x="401" y="128"/>
                  </a:lnTo>
                  <a:lnTo>
                    <a:pt x="409" y="104"/>
                  </a:lnTo>
                  <a:lnTo>
                    <a:pt x="409" y="80"/>
                  </a:lnTo>
                  <a:lnTo>
                    <a:pt x="417" y="64"/>
                  </a:lnTo>
                  <a:lnTo>
                    <a:pt x="425" y="40"/>
                  </a:lnTo>
                  <a:lnTo>
                    <a:pt x="425" y="32"/>
                  </a:lnTo>
                  <a:lnTo>
                    <a:pt x="433" y="16"/>
                  </a:lnTo>
                  <a:lnTo>
                    <a:pt x="433" y="8"/>
                  </a:lnTo>
                  <a:lnTo>
                    <a:pt x="441" y="0"/>
                  </a:lnTo>
                  <a:lnTo>
                    <a:pt x="449" y="0"/>
                  </a:lnTo>
                  <a:lnTo>
                    <a:pt x="457" y="0"/>
                  </a:lnTo>
                  <a:lnTo>
                    <a:pt x="465" y="8"/>
                  </a:lnTo>
                  <a:lnTo>
                    <a:pt x="473" y="16"/>
                  </a:lnTo>
                  <a:lnTo>
                    <a:pt x="473" y="32"/>
                  </a:lnTo>
                  <a:lnTo>
                    <a:pt x="481" y="40"/>
                  </a:lnTo>
                  <a:lnTo>
                    <a:pt x="481" y="64"/>
                  </a:lnTo>
                  <a:lnTo>
                    <a:pt x="489" y="80"/>
                  </a:lnTo>
                  <a:lnTo>
                    <a:pt x="489" y="104"/>
                  </a:lnTo>
                  <a:lnTo>
                    <a:pt x="497" y="128"/>
                  </a:lnTo>
                  <a:lnTo>
                    <a:pt x="505" y="152"/>
                  </a:lnTo>
                  <a:lnTo>
                    <a:pt x="505" y="184"/>
                  </a:lnTo>
                  <a:lnTo>
                    <a:pt x="513" y="216"/>
                  </a:lnTo>
                  <a:lnTo>
                    <a:pt x="513" y="247"/>
                  </a:lnTo>
                  <a:lnTo>
                    <a:pt x="521" y="287"/>
                  </a:lnTo>
                  <a:lnTo>
                    <a:pt x="529" y="327"/>
                  </a:lnTo>
                  <a:lnTo>
                    <a:pt x="529" y="367"/>
                  </a:lnTo>
                  <a:lnTo>
                    <a:pt x="537" y="415"/>
                  </a:lnTo>
                  <a:lnTo>
                    <a:pt x="537" y="455"/>
                  </a:lnTo>
                  <a:lnTo>
                    <a:pt x="545" y="503"/>
                  </a:lnTo>
                  <a:lnTo>
                    <a:pt x="553" y="551"/>
                  </a:lnTo>
                  <a:lnTo>
                    <a:pt x="553" y="607"/>
                  </a:lnTo>
                  <a:lnTo>
                    <a:pt x="561" y="655"/>
                  </a:lnTo>
                  <a:lnTo>
                    <a:pt x="561" y="711"/>
                  </a:lnTo>
                  <a:lnTo>
                    <a:pt x="569" y="767"/>
                  </a:lnTo>
                  <a:lnTo>
                    <a:pt x="577" y="831"/>
                  </a:lnTo>
                  <a:lnTo>
                    <a:pt x="577" y="887"/>
                  </a:lnTo>
                  <a:lnTo>
                    <a:pt x="585" y="951"/>
                  </a:lnTo>
                  <a:lnTo>
                    <a:pt x="585" y="1007"/>
                  </a:lnTo>
                  <a:lnTo>
                    <a:pt x="593" y="1071"/>
                  </a:lnTo>
                  <a:lnTo>
                    <a:pt x="601" y="1143"/>
                  </a:lnTo>
                  <a:lnTo>
                    <a:pt x="601" y="1207"/>
                  </a:lnTo>
                  <a:lnTo>
                    <a:pt x="609" y="1271"/>
                  </a:lnTo>
                  <a:lnTo>
                    <a:pt x="609" y="1343"/>
                  </a:lnTo>
                  <a:lnTo>
                    <a:pt x="617" y="1406"/>
                  </a:lnTo>
                  <a:lnTo>
                    <a:pt x="625" y="1478"/>
                  </a:lnTo>
                  <a:lnTo>
                    <a:pt x="625" y="1542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19533" name="Freeform 77"/>
            <p:cNvSpPr>
              <a:spLocks/>
            </p:cNvSpPr>
            <p:nvPr/>
          </p:nvSpPr>
          <p:spPr bwMode="auto">
            <a:xfrm>
              <a:off x="4937" y="1733"/>
              <a:ext cx="424" cy="2206"/>
            </a:xfrm>
            <a:custGeom>
              <a:avLst/>
              <a:gdLst/>
              <a:ahLst/>
              <a:cxnLst>
                <a:cxn ang="0">
                  <a:pos x="8" y="72"/>
                </a:cxn>
                <a:cxn ang="0">
                  <a:pos x="16" y="216"/>
                </a:cxn>
                <a:cxn ang="0">
                  <a:pos x="24" y="352"/>
                </a:cxn>
                <a:cxn ang="0">
                  <a:pos x="32" y="496"/>
                </a:cxn>
                <a:cxn ang="0">
                  <a:pos x="40" y="640"/>
                </a:cxn>
                <a:cxn ang="0">
                  <a:pos x="56" y="776"/>
                </a:cxn>
                <a:cxn ang="0">
                  <a:pos x="64" y="912"/>
                </a:cxn>
                <a:cxn ang="0">
                  <a:pos x="72" y="1047"/>
                </a:cxn>
                <a:cxn ang="0">
                  <a:pos x="80" y="1175"/>
                </a:cxn>
                <a:cxn ang="0">
                  <a:pos x="88" y="1295"/>
                </a:cxn>
                <a:cxn ang="0">
                  <a:pos x="104" y="1415"/>
                </a:cxn>
                <a:cxn ang="0">
                  <a:pos x="112" y="1527"/>
                </a:cxn>
                <a:cxn ang="0">
                  <a:pos x="120" y="1639"/>
                </a:cxn>
                <a:cxn ang="0">
                  <a:pos x="128" y="1735"/>
                </a:cxn>
                <a:cxn ang="0">
                  <a:pos x="136" y="1823"/>
                </a:cxn>
                <a:cxn ang="0">
                  <a:pos x="152" y="1903"/>
                </a:cxn>
                <a:cxn ang="0">
                  <a:pos x="160" y="1975"/>
                </a:cxn>
                <a:cxn ang="0">
                  <a:pos x="168" y="2039"/>
                </a:cxn>
                <a:cxn ang="0">
                  <a:pos x="176" y="2095"/>
                </a:cxn>
                <a:cxn ang="0">
                  <a:pos x="184" y="2143"/>
                </a:cxn>
                <a:cxn ang="0">
                  <a:pos x="200" y="2174"/>
                </a:cxn>
                <a:cxn ang="0">
                  <a:pos x="216" y="2206"/>
                </a:cxn>
                <a:cxn ang="0">
                  <a:pos x="216" y="2206"/>
                </a:cxn>
                <a:cxn ang="0">
                  <a:pos x="232" y="2198"/>
                </a:cxn>
                <a:cxn ang="0">
                  <a:pos x="240" y="2182"/>
                </a:cxn>
                <a:cxn ang="0">
                  <a:pos x="256" y="2150"/>
                </a:cxn>
                <a:cxn ang="0">
                  <a:pos x="264" y="2111"/>
                </a:cxn>
                <a:cxn ang="0">
                  <a:pos x="272" y="2063"/>
                </a:cxn>
                <a:cxn ang="0">
                  <a:pos x="280" y="1999"/>
                </a:cxn>
                <a:cxn ang="0">
                  <a:pos x="288" y="1927"/>
                </a:cxn>
                <a:cxn ang="0">
                  <a:pos x="304" y="1855"/>
                </a:cxn>
                <a:cxn ang="0">
                  <a:pos x="312" y="1767"/>
                </a:cxn>
                <a:cxn ang="0">
                  <a:pos x="320" y="1671"/>
                </a:cxn>
                <a:cxn ang="0">
                  <a:pos x="328" y="1567"/>
                </a:cxn>
                <a:cxn ang="0">
                  <a:pos x="336" y="1455"/>
                </a:cxn>
                <a:cxn ang="0">
                  <a:pos x="352" y="1335"/>
                </a:cxn>
                <a:cxn ang="0">
                  <a:pos x="360" y="1215"/>
                </a:cxn>
                <a:cxn ang="0">
                  <a:pos x="368" y="1087"/>
                </a:cxn>
                <a:cxn ang="0">
                  <a:pos x="376" y="960"/>
                </a:cxn>
                <a:cxn ang="0">
                  <a:pos x="384" y="824"/>
                </a:cxn>
                <a:cxn ang="0">
                  <a:pos x="400" y="688"/>
                </a:cxn>
                <a:cxn ang="0">
                  <a:pos x="408" y="544"/>
                </a:cxn>
                <a:cxn ang="0">
                  <a:pos x="416" y="400"/>
                </a:cxn>
              </a:cxnLst>
              <a:rect l="0" t="0" r="r" b="b"/>
              <a:pathLst>
                <a:path w="424" h="2206">
                  <a:moveTo>
                    <a:pt x="0" y="0"/>
                  </a:moveTo>
                  <a:lnTo>
                    <a:pt x="8" y="72"/>
                  </a:lnTo>
                  <a:lnTo>
                    <a:pt x="8" y="144"/>
                  </a:lnTo>
                  <a:lnTo>
                    <a:pt x="16" y="216"/>
                  </a:lnTo>
                  <a:lnTo>
                    <a:pt x="24" y="288"/>
                  </a:lnTo>
                  <a:lnTo>
                    <a:pt x="24" y="352"/>
                  </a:lnTo>
                  <a:lnTo>
                    <a:pt x="32" y="424"/>
                  </a:lnTo>
                  <a:lnTo>
                    <a:pt x="32" y="496"/>
                  </a:lnTo>
                  <a:lnTo>
                    <a:pt x="40" y="568"/>
                  </a:lnTo>
                  <a:lnTo>
                    <a:pt x="40" y="640"/>
                  </a:lnTo>
                  <a:lnTo>
                    <a:pt x="48" y="704"/>
                  </a:lnTo>
                  <a:lnTo>
                    <a:pt x="56" y="776"/>
                  </a:lnTo>
                  <a:lnTo>
                    <a:pt x="56" y="848"/>
                  </a:lnTo>
                  <a:lnTo>
                    <a:pt x="64" y="912"/>
                  </a:lnTo>
                  <a:lnTo>
                    <a:pt x="64" y="976"/>
                  </a:lnTo>
                  <a:lnTo>
                    <a:pt x="72" y="1047"/>
                  </a:lnTo>
                  <a:lnTo>
                    <a:pt x="80" y="1111"/>
                  </a:lnTo>
                  <a:lnTo>
                    <a:pt x="80" y="1175"/>
                  </a:lnTo>
                  <a:lnTo>
                    <a:pt x="88" y="1239"/>
                  </a:lnTo>
                  <a:lnTo>
                    <a:pt x="88" y="1295"/>
                  </a:lnTo>
                  <a:lnTo>
                    <a:pt x="96" y="1359"/>
                  </a:lnTo>
                  <a:lnTo>
                    <a:pt x="104" y="1415"/>
                  </a:lnTo>
                  <a:lnTo>
                    <a:pt x="104" y="1471"/>
                  </a:lnTo>
                  <a:lnTo>
                    <a:pt x="112" y="1527"/>
                  </a:lnTo>
                  <a:lnTo>
                    <a:pt x="112" y="1583"/>
                  </a:lnTo>
                  <a:lnTo>
                    <a:pt x="120" y="1639"/>
                  </a:lnTo>
                  <a:lnTo>
                    <a:pt x="128" y="1687"/>
                  </a:lnTo>
                  <a:lnTo>
                    <a:pt x="128" y="1735"/>
                  </a:lnTo>
                  <a:lnTo>
                    <a:pt x="136" y="1783"/>
                  </a:lnTo>
                  <a:lnTo>
                    <a:pt x="136" y="1823"/>
                  </a:lnTo>
                  <a:lnTo>
                    <a:pt x="144" y="1863"/>
                  </a:lnTo>
                  <a:lnTo>
                    <a:pt x="152" y="1903"/>
                  </a:lnTo>
                  <a:lnTo>
                    <a:pt x="152" y="1943"/>
                  </a:lnTo>
                  <a:lnTo>
                    <a:pt x="160" y="1975"/>
                  </a:lnTo>
                  <a:lnTo>
                    <a:pt x="160" y="2015"/>
                  </a:lnTo>
                  <a:lnTo>
                    <a:pt x="168" y="2039"/>
                  </a:lnTo>
                  <a:lnTo>
                    <a:pt x="176" y="2071"/>
                  </a:lnTo>
                  <a:lnTo>
                    <a:pt x="176" y="2095"/>
                  </a:lnTo>
                  <a:lnTo>
                    <a:pt x="184" y="2119"/>
                  </a:lnTo>
                  <a:lnTo>
                    <a:pt x="184" y="2143"/>
                  </a:lnTo>
                  <a:lnTo>
                    <a:pt x="192" y="2158"/>
                  </a:lnTo>
                  <a:lnTo>
                    <a:pt x="200" y="2174"/>
                  </a:lnTo>
                  <a:lnTo>
                    <a:pt x="200" y="2182"/>
                  </a:lnTo>
                  <a:lnTo>
                    <a:pt x="216" y="2206"/>
                  </a:lnTo>
                  <a:lnTo>
                    <a:pt x="208" y="2206"/>
                  </a:lnTo>
                  <a:lnTo>
                    <a:pt x="216" y="2206"/>
                  </a:lnTo>
                  <a:lnTo>
                    <a:pt x="224" y="2206"/>
                  </a:lnTo>
                  <a:lnTo>
                    <a:pt x="232" y="2198"/>
                  </a:lnTo>
                  <a:lnTo>
                    <a:pt x="240" y="2190"/>
                  </a:lnTo>
                  <a:lnTo>
                    <a:pt x="240" y="2182"/>
                  </a:lnTo>
                  <a:lnTo>
                    <a:pt x="248" y="2166"/>
                  </a:lnTo>
                  <a:lnTo>
                    <a:pt x="256" y="2150"/>
                  </a:lnTo>
                  <a:lnTo>
                    <a:pt x="256" y="2135"/>
                  </a:lnTo>
                  <a:lnTo>
                    <a:pt x="264" y="2111"/>
                  </a:lnTo>
                  <a:lnTo>
                    <a:pt x="264" y="2087"/>
                  </a:lnTo>
                  <a:lnTo>
                    <a:pt x="272" y="2063"/>
                  </a:lnTo>
                  <a:lnTo>
                    <a:pt x="280" y="2031"/>
                  </a:lnTo>
                  <a:lnTo>
                    <a:pt x="280" y="1999"/>
                  </a:lnTo>
                  <a:lnTo>
                    <a:pt x="288" y="1967"/>
                  </a:lnTo>
                  <a:lnTo>
                    <a:pt x="288" y="1927"/>
                  </a:lnTo>
                  <a:lnTo>
                    <a:pt x="296" y="1895"/>
                  </a:lnTo>
                  <a:lnTo>
                    <a:pt x="304" y="1855"/>
                  </a:lnTo>
                  <a:lnTo>
                    <a:pt x="304" y="1807"/>
                  </a:lnTo>
                  <a:lnTo>
                    <a:pt x="312" y="1767"/>
                  </a:lnTo>
                  <a:lnTo>
                    <a:pt x="312" y="1719"/>
                  </a:lnTo>
                  <a:lnTo>
                    <a:pt x="320" y="1671"/>
                  </a:lnTo>
                  <a:lnTo>
                    <a:pt x="328" y="1615"/>
                  </a:lnTo>
                  <a:lnTo>
                    <a:pt x="328" y="1567"/>
                  </a:lnTo>
                  <a:lnTo>
                    <a:pt x="336" y="1511"/>
                  </a:lnTo>
                  <a:lnTo>
                    <a:pt x="336" y="1455"/>
                  </a:lnTo>
                  <a:lnTo>
                    <a:pt x="344" y="1399"/>
                  </a:lnTo>
                  <a:lnTo>
                    <a:pt x="352" y="1335"/>
                  </a:lnTo>
                  <a:lnTo>
                    <a:pt x="352" y="1279"/>
                  </a:lnTo>
                  <a:lnTo>
                    <a:pt x="360" y="1215"/>
                  </a:lnTo>
                  <a:lnTo>
                    <a:pt x="360" y="1151"/>
                  </a:lnTo>
                  <a:lnTo>
                    <a:pt x="368" y="1087"/>
                  </a:lnTo>
                  <a:lnTo>
                    <a:pt x="376" y="1023"/>
                  </a:lnTo>
                  <a:lnTo>
                    <a:pt x="376" y="960"/>
                  </a:lnTo>
                  <a:lnTo>
                    <a:pt x="384" y="888"/>
                  </a:lnTo>
                  <a:lnTo>
                    <a:pt x="384" y="824"/>
                  </a:lnTo>
                  <a:lnTo>
                    <a:pt x="392" y="752"/>
                  </a:lnTo>
                  <a:lnTo>
                    <a:pt x="400" y="688"/>
                  </a:lnTo>
                  <a:lnTo>
                    <a:pt x="400" y="616"/>
                  </a:lnTo>
                  <a:lnTo>
                    <a:pt x="408" y="544"/>
                  </a:lnTo>
                  <a:lnTo>
                    <a:pt x="408" y="472"/>
                  </a:lnTo>
                  <a:lnTo>
                    <a:pt x="416" y="400"/>
                  </a:lnTo>
                  <a:lnTo>
                    <a:pt x="424" y="336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sp>
        <p:nvSpPr>
          <p:cNvPr id="19534" name="Line 78"/>
          <p:cNvSpPr>
            <a:spLocks noChangeShapeType="1"/>
          </p:cNvSpPr>
          <p:nvPr/>
        </p:nvSpPr>
        <p:spPr bwMode="auto">
          <a:xfrm>
            <a:off x="5172076" y="3309938"/>
            <a:ext cx="61436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19535" name="Text Box 79"/>
          <p:cNvSpPr txBox="1">
            <a:spLocks noChangeArrowheads="1"/>
          </p:cNvSpPr>
          <p:nvPr/>
        </p:nvSpPr>
        <p:spPr bwMode="auto">
          <a:xfrm>
            <a:off x="6794500" y="43894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9536" name="Text Box 80"/>
          <p:cNvSpPr txBox="1">
            <a:spLocks noChangeArrowheads="1"/>
          </p:cNvSpPr>
          <p:nvPr/>
        </p:nvSpPr>
        <p:spPr bwMode="auto">
          <a:xfrm>
            <a:off x="7353300" y="4389438"/>
            <a:ext cx="484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9537" name="Text Box 81"/>
          <p:cNvSpPr txBox="1">
            <a:spLocks noChangeArrowheads="1"/>
          </p:cNvSpPr>
          <p:nvPr/>
        </p:nvSpPr>
        <p:spPr bwMode="auto">
          <a:xfrm>
            <a:off x="7950200" y="4389438"/>
            <a:ext cx="484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19538" name="Text Box 82"/>
          <p:cNvSpPr txBox="1">
            <a:spLocks noChangeArrowheads="1"/>
          </p:cNvSpPr>
          <p:nvPr/>
        </p:nvSpPr>
        <p:spPr bwMode="auto">
          <a:xfrm>
            <a:off x="8523289" y="4389438"/>
            <a:ext cx="484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458B1C-3B7B-8B27-E4DC-5FCFE5AA1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3DFB06-09CD-5164-0672-295018FA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40</a:t>
            </a:fld>
            <a:endParaRPr lang="en-CL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2"/>
          <p:cNvSpPr>
            <a:spLocks noChangeShapeType="1"/>
          </p:cNvSpPr>
          <p:nvPr/>
        </p:nvSpPr>
        <p:spPr bwMode="auto">
          <a:xfrm>
            <a:off x="6256339" y="4337050"/>
            <a:ext cx="340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507" name="Line 3"/>
          <p:cNvSpPr>
            <a:spLocks noChangeShapeType="1"/>
          </p:cNvSpPr>
          <p:nvPr/>
        </p:nvSpPr>
        <p:spPr bwMode="auto">
          <a:xfrm flipV="1">
            <a:off x="6413500" y="1665289"/>
            <a:ext cx="0" cy="282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6959600" y="42767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7537450" y="42767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8115300" y="42767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>
            <a:off x="8693150" y="42767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9317038" y="4381500"/>
            <a:ext cx="10718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600" dirty="0">
                <a:latin typeface="Gill Sans MT" panose="020B0502020104020203" pitchFamily="34" charset="77"/>
              </a:rPr>
              <a:t>Frecuencia</a:t>
            </a:r>
            <a:endParaRPr lang="es-ES" sz="1600" dirty="0">
              <a:latin typeface="Gill Sans MT" panose="020B0502020104020203" pitchFamily="34" charset="77"/>
            </a:endParaRP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5840413" y="1193800"/>
            <a:ext cx="9476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600" dirty="0">
                <a:latin typeface="Gill Sans MT" panose="020B0502020104020203" pitchFamily="34" charset="77"/>
              </a:rPr>
              <a:t>Amplitud</a:t>
            </a:r>
            <a:endParaRPr lang="es-ES" sz="1600" dirty="0">
              <a:latin typeface="Gill Sans MT" panose="020B0502020104020203" pitchFamily="34" charset="77"/>
            </a:endParaRP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6794501" y="2614613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7353301" y="1852613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7950201" y="2068513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8523289" y="2817813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 flipV="1">
            <a:off x="6950075" y="3040063"/>
            <a:ext cx="0" cy="1282700"/>
          </a:xfrm>
          <a:prstGeom prst="line">
            <a:avLst/>
          </a:prstGeom>
          <a:noFill/>
          <a:ln w="76200">
            <a:solidFill>
              <a:srgbClr val="00FF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 flipH="1" flipV="1">
            <a:off x="7510463" y="2359026"/>
            <a:ext cx="11112" cy="197326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 flipH="1" flipV="1">
            <a:off x="8094663" y="2563813"/>
            <a:ext cx="11112" cy="177165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525" name="Line 21"/>
          <p:cNvSpPr>
            <a:spLocks noChangeShapeType="1"/>
          </p:cNvSpPr>
          <p:nvPr/>
        </p:nvSpPr>
        <p:spPr bwMode="auto">
          <a:xfrm flipV="1">
            <a:off x="8682039" y="3206751"/>
            <a:ext cx="1587" cy="1122363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561" name="Line 57"/>
          <p:cNvSpPr>
            <a:spLocks noChangeShapeType="1"/>
          </p:cNvSpPr>
          <p:nvPr/>
        </p:nvSpPr>
        <p:spPr bwMode="auto">
          <a:xfrm>
            <a:off x="5172076" y="3309938"/>
            <a:ext cx="61436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grpSp>
        <p:nvGrpSpPr>
          <p:cNvPr id="21562" name="Group 58"/>
          <p:cNvGrpSpPr>
            <a:grpSpLocks/>
          </p:cNvGrpSpPr>
          <p:nvPr/>
        </p:nvGrpSpPr>
        <p:grpSpPr bwMode="auto">
          <a:xfrm>
            <a:off x="2413000" y="1954213"/>
            <a:ext cx="2305050" cy="2813050"/>
            <a:chOff x="597" y="454"/>
            <a:chExt cx="4764" cy="3222"/>
          </a:xfrm>
        </p:grpSpPr>
        <p:sp>
          <p:nvSpPr>
            <p:cNvPr id="21563" name="Freeform 59"/>
            <p:cNvSpPr>
              <a:spLocks/>
            </p:cNvSpPr>
            <p:nvPr/>
          </p:nvSpPr>
          <p:spPr bwMode="auto">
            <a:xfrm>
              <a:off x="597" y="454"/>
              <a:ext cx="704" cy="1911"/>
            </a:xfrm>
            <a:custGeom>
              <a:avLst/>
              <a:gdLst/>
              <a:ahLst/>
              <a:cxnLst>
                <a:cxn ang="0">
                  <a:pos x="8" y="1351"/>
                </a:cxn>
                <a:cxn ang="0">
                  <a:pos x="24" y="1104"/>
                </a:cxn>
                <a:cxn ang="0">
                  <a:pos x="40" y="864"/>
                </a:cxn>
                <a:cxn ang="0">
                  <a:pos x="56" y="648"/>
                </a:cxn>
                <a:cxn ang="0">
                  <a:pos x="64" y="456"/>
                </a:cxn>
                <a:cxn ang="0">
                  <a:pos x="80" y="288"/>
                </a:cxn>
                <a:cxn ang="0">
                  <a:pos x="96" y="160"/>
                </a:cxn>
                <a:cxn ang="0">
                  <a:pos x="112" y="72"/>
                </a:cxn>
                <a:cxn ang="0">
                  <a:pos x="136" y="8"/>
                </a:cxn>
                <a:cxn ang="0">
                  <a:pos x="152" y="16"/>
                </a:cxn>
                <a:cxn ang="0">
                  <a:pos x="160" y="56"/>
                </a:cxn>
                <a:cxn ang="0">
                  <a:pos x="176" y="136"/>
                </a:cxn>
                <a:cxn ang="0">
                  <a:pos x="192" y="232"/>
                </a:cxn>
                <a:cxn ang="0">
                  <a:pos x="208" y="360"/>
                </a:cxn>
                <a:cxn ang="0">
                  <a:pos x="216" y="504"/>
                </a:cxn>
                <a:cxn ang="0">
                  <a:pos x="232" y="664"/>
                </a:cxn>
                <a:cxn ang="0">
                  <a:pos x="248" y="824"/>
                </a:cxn>
                <a:cxn ang="0">
                  <a:pos x="264" y="984"/>
                </a:cxn>
                <a:cxn ang="0">
                  <a:pos x="280" y="1143"/>
                </a:cxn>
                <a:cxn ang="0">
                  <a:pos x="288" y="1295"/>
                </a:cxn>
                <a:cxn ang="0">
                  <a:pos x="304" y="1431"/>
                </a:cxn>
                <a:cxn ang="0">
                  <a:pos x="320" y="1551"/>
                </a:cxn>
                <a:cxn ang="0">
                  <a:pos x="336" y="1655"/>
                </a:cxn>
                <a:cxn ang="0">
                  <a:pos x="352" y="1743"/>
                </a:cxn>
                <a:cxn ang="0">
                  <a:pos x="360" y="1807"/>
                </a:cxn>
                <a:cxn ang="0">
                  <a:pos x="376" y="1863"/>
                </a:cxn>
                <a:cxn ang="0">
                  <a:pos x="392" y="1887"/>
                </a:cxn>
                <a:cxn ang="0">
                  <a:pos x="408" y="1911"/>
                </a:cxn>
                <a:cxn ang="0">
                  <a:pos x="432" y="1903"/>
                </a:cxn>
                <a:cxn ang="0">
                  <a:pos x="448" y="1887"/>
                </a:cxn>
                <a:cxn ang="0">
                  <a:pos x="464" y="1863"/>
                </a:cxn>
                <a:cxn ang="0">
                  <a:pos x="480" y="1839"/>
                </a:cxn>
                <a:cxn ang="0">
                  <a:pos x="488" y="1815"/>
                </a:cxn>
                <a:cxn ang="0">
                  <a:pos x="520" y="1783"/>
                </a:cxn>
                <a:cxn ang="0">
                  <a:pos x="536" y="1767"/>
                </a:cxn>
                <a:cxn ang="0">
                  <a:pos x="544" y="1759"/>
                </a:cxn>
                <a:cxn ang="0">
                  <a:pos x="568" y="1759"/>
                </a:cxn>
                <a:cxn ang="0">
                  <a:pos x="592" y="1767"/>
                </a:cxn>
                <a:cxn ang="0">
                  <a:pos x="616" y="1783"/>
                </a:cxn>
                <a:cxn ang="0">
                  <a:pos x="640" y="1799"/>
                </a:cxn>
                <a:cxn ang="0">
                  <a:pos x="664" y="1799"/>
                </a:cxn>
                <a:cxn ang="0">
                  <a:pos x="688" y="1799"/>
                </a:cxn>
              </a:cxnLst>
              <a:rect l="0" t="0" r="r" b="b"/>
              <a:pathLst>
                <a:path w="704" h="1911">
                  <a:moveTo>
                    <a:pt x="0" y="1527"/>
                  </a:moveTo>
                  <a:lnTo>
                    <a:pt x="8" y="1439"/>
                  </a:lnTo>
                  <a:lnTo>
                    <a:pt x="8" y="1351"/>
                  </a:lnTo>
                  <a:lnTo>
                    <a:pt x="16" y="1263"/>
                  </a:lnTo>
                  <a:lnTo>
                    <a:pt x="16" y="1183"/>
                  </a:lnTo>
                  <a:lnTo>
                    <a:pt x="24" y="1104"/>
                  </a:lnTo>
                  <a:lnTo>
                    <a:pt x="32" y="1016"/>
                  </a:lnTo>
                  <a:lnTo>
                    <a:pt x="32" y="936"/>
                  </a:lnTo>
                  <a:lnTo>
                    <a:pt x="40" y="864"/>
                  </a:lnTo>
                  <a:lnTo>
                    <a:pt x="40" y="784"/>
                  </a:lnTo>
                  <a:lnTo>
                    <a:pt x="48" y="712"/>
                  </a:lnTo>
                  <a:lnTo>
                    <a:pt x="56" y="648"/>
                  </a:lnTo>
                  <a:lnTo>
                    <a:pt x="56" y="576"/>
                  </a:lnTo>
                  <a:lnTo>
                    <a:pt x="64" y="512"/>
                  </a:lnTo>
                  <a:lnTo>
                    <a:pt x="64" y="456"/>
                  </a:lnTo>
                  <a:lnTo>
                    <a:pt x="72" y="392"/>
                  </a:lnTo>
                  <a:lnTo>
                    <a:pt x="80" y="344"/>
                  </a:lnTo>
                  <a:lnTo>
                    <a:pt x="80" y="288"/>
                  </a:lnTo>
                  <a:lnTo>
                    <a:pt x="88" y="248"/>
                  </a:lnTo>
                  <a:lnTo>
                    <a:pt x="88" y="200"/>
                  </a:lnTo>
                  <a:lnTo>
                    <a:pt x="96" y="160"/>
                  </a:lnTo>
                  <a:lnTo>
                    <a:pt x="104" y="128"/>
                  </a:lnTo>
                  <a:lnTo>
                    <a:pt x="104" y="96"/>
                  </a:lnTo>
                  <a:lnTo>
                    <a:pt x="112" y="72"/>
                  </a:lnTo>
                  <a:lnTo>
                    <a:pt x="112" y="48"/>
                  </a:lnTo>
                  <a:lnTo>
                    <a:pt x="120" y="32"/>
                  </a:lnTo>
                  <a:lnTo>
                    <a:pt x="136" y="8"/>
                  </a:lnTo>
                  <a:lnTo>
                    <a:pt x="136" y="0"/>
                  </a:lnTo>
                  <a:lnTo>
                    <a:pt x="144" y="8"/>
                  </a:lnTo>
                  <a:lnTo>
                    <a:pt x="152" y="16"/>
                  </a:lnTo>
                  <a:lnTo>
                    <a:pt x="152" y="24"/>
                  </a:lnTo>
                  <a:lnTo>
                    <a:pt x="160" y="40"/>
                  </a:lnTo>
                  <a:lnTo>
                    <a:pt x="160" y="56"/>
                  </a:lnTo>
                  <a:lnTo>
                    <a:pt x="168" y="80"/>
                  </a:lnTo>
                  <a:lnTo>
                    <a:pt x="176" y="104"/>
                  </a:lnTo>
                  <a:lnTo>
                    <a:pt x="176" y="136"/>
                  </a:lnTo>
                  <a:lnTo>
                    <a:pt x="184" y="168"/>
                  </a:lnTo>
                  <a:lnTo>
                    <a:pt x="184" y="200"/>
                  </a:lnTo>
                  <a:lnTo>
                    <a:pt x="192" y="232"/>
                  </a:lnTo>
                  <a:lnTo>
                    <a:pt x="192" y="272"/>
                  </a:lnTo>
                  <a:lnTo>
                    <a:pt x="200" y="320"/>
                  </a:lnTo>
                  <a:lnTo>
                    <a:pt x="208" y="360"/>
                  </a:lnTo>
                  <a:lnTo>
                    <a:pt x="208" y="408"/>
                  </a:lnTo>
                  <a:lnTo>
                    <a:pt x="216" y="456"/>
                  </a:lnTo>
                  <a:lnTo>
                    <a:pt x="216" y="504"/>
                  </a:lnTo>
                  <a:lnTo>
                    <a:pt x="224" y="552"/>
                  </a:lnTo>
                  <a:lnTo>
                    <a:pt x="232" y="608"/>
                  </a:lnTo>
                  <a:lnTo>
                    <a:pt x="232" y="664"/>
                  </a:lnTo>
                  <a:lnTo>
                    <a:pt x="240" y="712"/>
                  </a:lnTo>
                  <a:lnTo>
                    <a:pt x="240" y="768"/>
                  </a:lnTo>
                  <a:lnTo>
                    <a:pt x="248" y="824"/>
                  </a:lnTo>
                  <a:lnTo>
                    <a:pt x="256" y="880"/>
                  </a:lnTo>
                  <a:lnTo>
                    <a:pt x="256" y="928"/>
                  </a:lnTo>
                  <a:lnTo>
                    <a:pt x="264" y="984"/>
                  </a:lnTo>
                  <a:lnTo>
                    <a:pt x="264" y="1040"/>
                  </a:lnTo>
                  <a:lnTo>
                    <a:pt x="272" y="1088"/>
                  </a:lnTo>
                  <a:lnTo>
                    <a:pt x="280" y="1143"/>
                  </a:lnTo>
                  <a:lnTo>
                    <a:pt x="280" y="1191"/>
                  </a:lnTo>
                  <a:lnTo>
                    <a:pt x="288" y="1247"/>
                  </a:lnTo>
                  <a:lnTo>
                    <a:pt x="288" y="1295"/>
                  </a:lnTo>
                  <a:lnTo>
                    <a:pt x="296" y="1343"/>
                  </a:lnTo>
                  <a:lnTo>
                    <a:pt x="304" y="1383"/>
                  </a:lnTo>
                  <a:lnTo>
                    <a:pt x="304" y="1431"/>
                  </a:lnTo>
                  <a:lnTo>
                    <a:pt x="312" y="1471"/>
                  </a:lnTo>
                  <a:lnTo>
                    <a:pt x="312" y="1511"/>
                  </a:lnTo>
                  <a:lnTo>
                    <a:pt x="320" y="1551"/>
                  </a:lnTo>
                  <a:lnTo>
                    <a:pt x="328" y="1591"/>
                  </a:lnTo>
                  <a:lnTo>
                    <a:pt x="328" y="1623"/>
                  </a:lnTo>
                  <a:lnTo>
                    <a:pt x="336" y="1655"/>
                  </a:lnTo>
                  <a:lnTo>
                    <a:pt x="336" y="1687"/>
                  </a:lnTo>
                  <a:lnTo>
                    <a:pt x="344" y="1719"/>
                  </a:lnTo>
                  <a:lnTo>
                    <a:pt x="352" y="1743"/>
                  </a:lnTo>
                  <a:lnTo>
                    <a:pt x="352" y="1767"/>
                  </a:lnTo>
                  <a:lnTo>
                    <a:pt x="360" y="1791"/>
                  </a:lnTo>
                  <a:lnTo>
                    <a:pt x="360" y="1807"/>
                  </a:lnTo>
                  <a:lnTo>
                    <a:pt x="368" y="1831"/>
                  </a:lnTo>
                  <a:lnTo>
                    <a:pt x="376" y="1847"/>
                  </a:lnTo>
                  <a:lnTo>
                    <a:pt x="376" y="1863"/>
                  </a:lnTo>
                  <a:lnTo>
                    <a:pt x="384" y="1871"/>
                  </a:lnTo>
                  <a:lnTo>
                    <a:pt x="384" y="1879"/>
                  </a:lnTo>
                  <a:lnTo>
                    <a:pt x="392" y="1887"/>
                  </a:lnTo>
                  <a:lnTo>
                    <a:pt x="392" y="1895"/>
                  </a:lnTo>
                  <a:lnTo>
                    <a:pt x="400" y="1903"/>
                  </a:lnTo>
                  <a:lnTo>
                    <a:pt x="408" y="1911"/>
                  </a:lnTo>
                  <a:lnTo>
                    <a:pt x="416" y="1911"/>
                  </a:lnTo>
                  <a:lnTo>
                    <a:pt x="424" y="1903"/>
                  </a:lnTo>
                  <a:lnTo>
                    <a:pt x="432" y="1903"/>
                  </a:lnTo>
                  <a:lnTo>
                    <a:pt x="448" y="1887"/>
                  </a:lnTo>
                  <a:lnTo>
                    <a:pt x="440" y="1887"/>
                  </a:lnTo>
                  <a:lnTo>
                    <a:pt x="448" y="1887"/>
                  </a:lnTo>
                  <a:lnTo>
                    <a:pt x="456" y="1879"/>
                  </a:lnTo>
                  <a:lnTo>
                    <a:pt x="456" y="1871"/>
                  </a:lnTo>
                  <a:lnTo>
                    <a:pt x="464" y="1863"/>
                  </a:lnTo>
                  <a:lnTo>
                    <a:pt x="464" y="1855"/>
                  </a:lnTo>
                  <a:lnTo>
                    <a:pt x="472" y="1847"/>
                  </a:lnTo>
                  <a:lnTo>
                    <a:pt x="480" y="1839"/>
                  </a:lnTo>
                  <a:lnTo>
                    <a:pt x="480" y="1831"/>
                  </a:lnTo>
                  <a:lnTo>
                    <a:pt x="488" y="1823"/>
                  </a:lnTo>
                  <a:lnTo>
                    <a:pt x="488" y="1815"/>
                  </a:lnTo>
                  <a:lnTo>
                    <a:pt x="496" y="1807"/>
                  </a:lnTo>
                  <a:lnTo>
                    <a:pt x="504" y="1799"/>
                  </a:lnTo>
                  <a:lnTo>
                    <a:pt x="520" y="1783"/>
                  </a:lnTo>
                  <a:lnTo>
                    <a:pt x="512" y="1783"/>
                  </a:lnTo>
                  <a:lnTo>
                    <a:pt x="520" y="1783"/>
                  </a:lnTo>
                  <a:lnTo>
                    <a:pt x="536" y="1767"/>
                  </a:lnTo>
                  <a:lnTo>
                    <a:pt x="528" y="1767"/>
                  </a:lnTo>
                  <a:lnTo>
                    <a:pt x="536" y="1767"/>
                  </a:lnTo>
                  <a:lnTo>
                    <a:pt x="544" y="1759"/>
                  </a:lnTo>
                  <a:lnTo>
                    <a:pt x="552" y="1759"/>
                  </a:lnTo>
                  <a:lnTo>
                    <a:pt x="560" y="1759"/>
                  </a:lnTo>
                  <a:lnTo>
                    <a:pt x="568" y="1759"/>
                  </a:lnTo>
                  <a:lnTo>
                    <a:pt x="576" y="1759"/>
                  </a:lnTo>
                  <a:lnTo>
                    <a:pt x="584" y="1759"/>
                  </a:lnTo>
                  <a:lnTo>
                    <a:pt x="592" y="1767"/>
                  </a:lnTo>
                  <a:lnTo>
                    <a:pt x="600" y="1767"/>
                  </a:lnTo>
                  <a:lnTo>
                    <a:pt x="608" y="1775"/>
                  </a:lnTo>
                  <a:lnTo>
                    <a:pt x="616" y="1783"/>
                  </a:lnTo>
                  <a:lnTo>
                    <a:pt x="624" y="1783"/>
                  </a:lnTo>
                  <a:lnTo>
                    <a:pt x="632" y="1791"/>
                  </a:lnTo>
                  <a:lnTo>
                    <a:pt x="640" y="1799"/>
                  </a:lnTo>
                  <a:lnTo>
                    <a:pt x="648" y="1799"/>
                  </a:lnTo>
                  <a:lnTo>
                    <a:pt x="656" y="1799"/>
                  </a:lnTo>
                  <a:lnTo>
                    <a:pt x="664" y="1799"/>
                  </a:lnTo>
                  <a:lnTo>
                    <a:pt x="672" y="1799"/>
                  </a:lnTo>
                  <a:lnTo>
                    <a:pt x="680" y="1799"/>
                  </a:lnTo>
                  <a:lnTo>
                    <a:pt x="688" y="1799"/>
                  </a:lnTo>
                  <a:lnTo>
                    <a:pt x="696" y="1791"/>
                  </a:lnTo>
                  <a:lnTo>
                    <a:pt x="704" y="1783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1564" name="Freeform 60"/>
            <p:cNvSpPr>
              <a:spLocks/>
            </p:cNvSpPr>
            <p:nvPr/>
          </p:nvSpPr>
          <p:spPr bwMode="auto">
            <a:xfrm>
              <a:off x="1301" y="1765"/>
              <a:ext cx="721" cy="1879"/>
            </a:xfrm>
            <a:custGeom>
              <a:avLst/>
              <a:gdLst/>
              <a:ahLst/>
              <a:cxnLst>
                <a:cxn ang="0">
                  <a:pos x="16" y="456"/>
                </a:cxn>
                <a:cxn ang="0">
                  <a:pos x="33" y="432"/>
                </a:cxn>
                <a:cxn ang="0">
                  <a:pos x="49" y="400"/>
                </a:cxn>
                <a:cxn ang="0">
                  <a:pos x="57" y="368"/>
                </a:cxn>
                <a:cxn ang="0">
                  <a:pos x="73" y="336"/>
                </a:cxn>
                <a:cxn ang="0">
                  <a:pos x="89" y="296"/>
                </a:cxn>
                <a:cxn ang="0">
                  <a:pos x="105" y="256"/>
                </a:cxn>
                <a:cxn ang="0">
                  <a:pos x="113" y="224"/>
                </a:cxn>
                <a:cxn ang="0">
                  <a:pos x="129" y="192"/>
                </a:cxn>
                <a:cxn ang="0">
                  <a:pos x="145" y="160"/>
                </a:cxn>
                <a:cxn ang="0">
                  <a:pos x="161" y="136"/>
                </a:cxn>
                <a:cxn ang="0">
                  <a:pos x="185" y="112"/>
                </a:cxn>
                <a:cxn ang="0">
                  <a:pos x="209" y="112"/>
                </a:cxn>
                <a:cxn ang="0">
                  <a:pos x="233" y="112"/>
                </a:cxn>
                <a:cxn ang="0">
                  <a:pos x="257" y="128"/>
                </a:cxn>
                <a:cxn ang="0">
                  <a:pos x="281" y="144"/>
                </a:cxn>
                <a:cxn ang="0">
                  <a:pos x="305" y="152"/>
                </a:cxn>
                <a:cxn ang="0">
                  <a:pos x="329" y="152"/>
                </a:cxn>
                <a:cxn ang="0">
                  <a:pos x="353" y="136"/>
                </a:cxn>
                <a:cxn ang="0">
                  <a:pos x="369" y="120"/>
                </a:cxn>
                <a:cxn ang="0">
                  <a:pos x="385" y="96"/>
                </a:cxn>
                <a:cxn ang="0">
                  <a:pos x="401" y="72"/>
                </a:cxn>
                <a:cxn ang="0">
                  <a:pos x="409" y="48"/>
                </a:cxn>
                <a:cxn ang="0">
                  <a:pos x="441" y="16"/>
                </a:cxn>
                <a:cxn ang="0">
                  <a:pos x="457" y="0"/>
                </a:cxn>
                <a:cxn ang="0">
                  <a:pos x="481" y="16"/>
                </a:cxn>
                <a:cxn ang="0">
                  <a:pos x="497" y="48"/>
                </a:cxn>
                <a:cxn ang="0">
                  <a:pos x="513" y="96"/>
                </a:cxn>
                <a:cxn ang="0">
                  <a:pos x="529" y="160"/>
                </a:cxn>
                <a:cxn ang="0">
                  <a:pos x="537" y="240"/>
                </a:cxn>
                <a:cxn ang="0">
                  <a:pos x="553" y="344"/>
                </a:cxn>
                <a:cxn ang="0">
                  <a:pos x="569" y="464"/>
                </a:cxn>
                <a:cxn ang="0">
                  <a:pos x="585" y="600"/>
                </a:cxn>
                <a:cxn ang="0">
                  <a:pos x="601" y="752"/>
                </a:cxn>
                <a:cxn ang="0">
                  <a:pos x="609" y="912"/>
                </a:cxn>
                <a:cxn ang="0">
                  <a:pos x="625" y="1071"/>
                </a:cxn>
                <a:cxn ang="0">
                  <a:pos x="641" y="1231"/>
                </a:cxn>
                <a:cxn ang="0">
                  <a:pos x="657" y="1391"/>
                </a:cxn>
                <a:cxn ang="0">
                  <a:pos x="665" y="1535"/>
                </a:cxn>
                <a:cxn ang="0">
                  <a:pos x="681" y="1663"/>
                </a:cxn>
                <a:cxn ang="0">
                  <a:pos x="697" y="1767"/>
                </a:cxn>
                <a:cxn ang="0">
                  <a:pos x="713" y="1847"/>
                </a:cxn>
              </a:cxnLst>
              <a:rect l="0" t="0" r="r" b="b"/>
              <a:pathLst>
                <a:path w="721" h="1879">
                  <a:moveTo>
                    <a:pt x="0" y="472"/>
                  </a:moveTo>
                  <a:lnTo>
                    <a:pt x="8" y="464"/>
                  </a:lnTo>
                  <a:lnTo>
                    <a:pt x="16" y="456"/>
                  </a:lnTo>
                  <a:lnTo>
                    <a:pt x="24" y="448"/>
                  </a:lnTo>
                  <a:lnTo>
                    <a:pt x="24" y="440"/>
                  </a:lnTo>
                  <a:lnTo>
                    <a:pt x="33" y="432"/>
                  </a:lnTo>
                  <a:lnTo>
                    <a:pt x="33" y="424"/>
                  </a:lnTo>
                  <a:lnTo>
                    <a:pt x="41" y="408"/>
                  </a:lnTo>
                  <a:lnTo>
                    <a:pt x="49" y="400"/>
                  </a:lnTo>
                  <a:lnTo>
                    <a:pt x="49" y="392"/>
                  </a:lnTo>
                  <a:lnTo>
                    <a:pt x="57" y="376"/>
                  </a:lnTo>
                  <a:lnTo>
                    <a:pt x="57" y="368"/>
                  </a:lnTo>
                  <a:lnTo>
                    <a:pt x="65" y="360"/>
                  </a:lnTo>
                  <a:lnTo>
                    <a:pt x="65" y="344"/>
                  </a:lnTo>
                  <a:lnTo>
                    <a:pt x="73" y="336"/>
                  </a:lnTo>
                  <a:lnTo>
                    <a:pt x="81" y="320"/>
                  </a:lnTo>
                  <a:lnTo>
                    <a:pt x="81" y="312"/>
                  </a:lnTo>
                  <a:lnTo>
                    <a:pt x="89" y="296"/>
                  </a:lnTo>
                  <a:lnTo>
                    <a:pt x="89" y="280"/>
                  </a:lnTo>
                  <a:lnTo>
                    <a:pt x="97" y="272"/>
                  </a:lnTo>
                  <a:lnTo>
                    <a:pt x="105" y="256"/>
                  </a:lnTo>
                  <a:lnTo>
                    <a:pt x="105" y="248"/>
                  </a:lnTo>
                  <a:lnTo>
                    <a:pt x="113" y="232"/>
                  </a:lnTo>
                  <a:lnTo>
                    <a:pt x="113" y="224"/>
                  </a:lnTo>
                  <a:lnTo>
                    <a:pt x="121" y="216"/>
                  </a:lnTo>
                  <a:lnTo>
                    <a:pt x="129" y="200"/>
                  </a:lnTo>
                  <a:lnTo>
                    <a:pt x="129" y="192"/>
                  </a:lnTo>
                  <a:lnTo>
                    <a:pt x="137" y="184"/>
                  </a:lnTo>
                  <a:lnTo>
                    <a:pt x="137" y="176"/>
                  </a:lnTo>
                  <a:lnTo>
                    <a:pt x="145" y="160"/>
                  </a:lnTo>
                  <a:lnTo>
                    <a:pt x="153" y="152"/>
                  </a:lnTo>
                  <a:lnTo>
                    <a:pt x="161" y="144"/>
                  </a:lnTo>
                  <a:lnTo>
                    <a:pt x="161" y="136"/>
                  </a:lnTo>
                  <a:lnTo>
                    <a:pt x="169" y="128"/>
                  </a:lnTo>
                  <a:lnTo>
                    <a:pt x="177" y="120"/>
                  </a:lnTo>
                  <a:lnTo>
                    <a:pt x="185" y="112"/>
                  </a:lnTo>
                  <a:lnTo>
                    <a:pt x="193" y="112"/>
                  </a:lnTo>
                  <a:lnTo>
                    <a:pt x="201" y="112"/>
                  </a:lnTo>
                  <a:lnTo>
                    <a:pt x="209" y="112"/>
                  </a:lnTo>
                  <a:lnTo>
                    <a:pt x="217" y="112"/>
                  </a:lnTo>
                  <a:lnTo>
                    <a:pt x="225" y="112"/>
                  </a:lnTo>
                  <a:lnTo>
                    <a:pt x="233" y="112"/>
                  </a:lnTo>
                  <a:lnTo>
                    <a:pt x="241" y="120"/>
                  </a:lnTo>
                  <a:lnTo>
                    <a:pt x="249" y="128"/>
                  </a:lnTo>
                  <a:lnTo>
                    <a:pt x="257" y="128"/>
                  </a:lnTo>
                  <a:lnTo>
                    <a:pt x="265" y="136"/>
                  </a:lnTo>
                  <a:lnTo>
                    <a:pt x="273" y="136"/>
                  </a:lnTo>
                  <a:lnTo>
                    <a:pt x="281" y="144"/>
                  </a:lnTo>
                  <a:lnTo>
                    <a:pt x="289" y="152"/>
                  </a:lnTo>
                  <a:lnTo>
                    <a:pt x="297" y="152"/>
                  </a:lnTo>
                  <a:lnTo>
                    <a:pt x="305" y="152"/>
                  </a:lnTo>
                  <a:lnTo>
                    <a:pt x="313" y="152"/>
                  </a:lnTo>
                  <a:lnTo>
                    <a:pt x="321" y="152"/>
                  </a:lnTo>
                  <a:lnTo>
                    <a:pt x="329" y="152"/>
                  </a:lnTo>
                  <a:lnTo>
                    <a:pt x="337" y="144"/>
                  </a:lnTo>
                  <a:lnTo>
                    <a:pt x="345" y="144"/>
                  </a:lnTo>
                  <a:lnTo>
                    <a:pt x="353" y="136"/>
                  </a:lnTo>
                  <a:lnTo>
                    <a:pt x="369" y="120"/>
                  </a:lnTo>
                  <a:lnTo>
                    <a:pt x="361" y="120"/>
                  </a:lnTo>
                  <a:lnTo>
                    <a:pt x="369" y="120"/>
                  </a:lnTo>
                  <a:lnTo>
                    <a:pt x="377" y="112"/>
                  </a:lnTo>
                  <a:lnTo>
                    <a:pt x="377" y="104"/>
                  </a:lnTo>
                  <a:lnTo>
                    <a:pt x="385" y="96"/>
                  </a:lnTo>
                  <a:lnTo>
                    <a:pt x="385" y="88"/>
                  </a:lnTo>
                  <a:lnTo>
                    <a:pt x="393" y="80"/>
                  </a:lnTo>
                  <a:lnTo>
                    <a:pt x="401" y="72"/>
                  </a:lnTo>
                  <a:lnTo>
                    <a:pt x="401" y="64"/>
                  </a:lnTo>
                  <a:lnTo>
                    <a:pt x="409" y="56"/>
                  </a:lnTo>
                  <a:lnTo>
                    <a:pt x="409" y="48"/>
                  </a:lnTo>
                  <a:lnTo>
                    <a:pt x="417" y="40"/>
                  </a:lnTo>
                  <a:lnTo>
                    <a:pt x="425" y="32"/>
                  </a:lnTo>
                  <a:lnTo>
                    <a:pt x="441" y="16"/>
                  </a:lnTo>
                  <a:lnTo>
                    <a:pt x="441" y="8"/>
                  </a:lnTo>
                  <a:lnTo>
                    <a:pt x="449" y="8"/>
                  </a:lnTo>
                  <a:lnTo>
                    <a:pt x="457" y="0"/>
                  </a:lnTo>
                  <a:lnTo>
                    <a:pt x="465" y="8"/>
                  </a:lnTo>
                  <a:lnTo>
                    <a:pt x="473" y="8"/>
                  </a:lnTo>
                  <a:lnTo>
                    <a:pt x="481" y="16"/>
                  </a:lnTo>
                  <a:lnTo>
                    <a:pt x="489" y="24"/>
                  </a:lnTo>
                  <a:lnTo>
                    <a:pt x="489" y="32"/>
                  </a:lnTo>
                  <a:lnTo>
                    <a:pt x="497" y="48"/>
                  </a:lnTo>
                  <a:lnTo>
                    <a:pt x="505" y="64"/>
                  </a:lnTo>
                  <a:lnTo>
                    <a:pt x="505" y="80"/>
                  </a:lnTo>
                  <a:lnTo>
                    <a:pt x="513" y="96"/>
                  </a:lnTo>
                  <a:lnTo>
                    <a:pt x="513" y="112"/>
                  </a:lnTo>
                  <a:lnTo>
                    <a:pt x="521" y="136"/>
                  </a:lnTo>
                  <a:lnTo>
                    <a:pt x="529" y="160"/>
                  </a:lnTo>
                  <a:lnTo>
                    <a:pt x="529" y="184"/>
                  </a:lnTo>
                  <a:lnTo>
                    <a:pt x="537" y="216"/>
                  </a:lnTo>
                  <a:lnTo>
                    <a:pt x="537" y="240"/>
                  </a:lnTo>
                  <a:lnTo>
                    <a:pt x="545" y="272"/>
                  </a:lnTo>
                  <a:lnTo>
                    <a:pt x="553" y="312"/>
                  </a:lnTo>
                  <a:lnTo>
                    <a:pt x="553" y="344"/>
                  </a:lnTo>
                  <a:lnTo>
                    <a:pt x="561" y="384"/>
                  </a:lnTo>
                  <a:lnTo>
                    <a:pt x="561" y="424"/>
                  </a:lnTo>
                  <a:lnTo>
                    <a:pt x="569" y="464"/>
                  </a:lnTo>
                  <a:lnTo>
                    <a:pt x="577" y="512"/>
                  </a:lnTo>
                  <a:lnTo>
                    <a:pt x="577" y="552"/>
                  </a:lnTo>
                  <a:lnTo>
                    <a:pt x="585" y="600"/>
                  </a:lnTo>
                  <a:lnTo>
                    <a:pt x="585" y="648"/>
                  </a:lnTo>
                  <a:lnTo>
                    <a:pt x="593" y="704"/>
                  </a:lnTo>
                  <a:lnTo>
                    <a:pt x="601" y="752"/>
                  </a:lnTo>
                  <a:lnTo>
                    <a:pt x="601" y="800"/>
                  </a:lnTo>
                  <a:lnTo>
                    <a:pt x="609" y="856"/>
                  </a:lnTo>
                  <a:lnTo>
                    <a:pt x="609" y="912"/>
                  </a:lnTo>
                  <a:lnTo>
                    <a:pt x="617" y="960"/>
                  </a:lnTo>
                  <a:lnTo>
                    <a:pt x="625" y="1015"/>
                  </a:lnTo>
                  <a:lnTo>
                    <a:pt x="625" y="1071"/>
                  </a:lnTo>
                  <a:lnTo>
                    <a:pt x="633" y="1127"/>
                  </a:lnTo>
                  <a:lnTo>
                    <a:pt x="633" y="1183"/>
                  </a:lnTo>
                  <a:lnTo>
                    <a:pt x="641" y="1231"/>
                  </a:lnTo>
                  <a:lnTo>
                    <a:pt x="641" y="1287"/>
                  </a:lnTo>
                  <a:lnTo>
                    <a:pt x="649" y="1335"/>
                  </a:lnTo>
                  <a:lnTo>
                    <a:pt x="657" y="1391"/>
                  </a:lnTo>
                  <a:lnTo>
                    <a:pt x="657" y="1439"/>
                  </a:lnTo>
                  <a:lnTo>
                    <a:pt x="665" y="1487"/>
                  </a:lnTo>
                  <a:lnTo>
                    <a:pt x="665" y="1535"/>
                  </a:lnTo>
                  <a:lnTo>
                    <a:pt x="673" y="1583"/>
                  </a:lnTo>
                  <a:lnTo>
                    <a:pt x="681" y="1623"/>
                  </a:lnTo>
                  <a:lnTo>
                    <a:pt x="681" y="1663"/>
                  </a:lnTo>
                  <a:lnTo>
                    <a:pt x="689" y="1703"/>
                  </a:lnTo>
                  <a:lnTo>
                    <a:pt x="689" y="1735"/>
                  </a:lnTo>
                  <a:lnTo>
                    <a:pt x="697" y="1767"/>
                  </a:lnTo>
                  <a:lnTo>
                    <a:pt x="705" y="1799"/>
                  </a:lnTo>
                  <a:lnTo>
                    <a:pt x="705" y="1823"/>
                  </a:lnTo>
                  <a:lnTo>
                    <a:pt x="713" y="1847"/>
                  </a:lnTo>
                  <a:lnTo>
                    <a:pt x="713" y="1863"/>
                  </a:lnTo>
                  <a:lnTo>
                    <a:pt x="721" y="187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1565" name="Freeform 61"/>
            <p:cNvSpPr>
              <a:spLocks/>
            </p:cNvSpPr>
            <p:nvPr/>
          </p:nvSpPr>
          <p:spPr bwMode="auto">
            <a:xfrm>
              <a:off x="2022" y="454"/>
              <a:ext cx="641" cy="3222"/>
            </a:xfrm>
            <a:custGeom>
              <a:avLst/>
              <a:gdLst/>
              <a:ahLst/>
              <a:cxnLst>
                <a:cxn ang="0">
                  <a:pos x="16" y="3222"/>
                </a:cxn>
                <a:cxn ang="0">
                  <a:pos x="32" y="3198"/>
                </a:cxn>
                <a:cxn ang="0">
                  <a:pos x="48" y="3134"/>
                </a:cxn>
                <a:cxn ang="0">
                  <a:pos x="64" y="3030"/>
                </a:cxn>
                <a:cxn ang="0">
                  <a:pos x="80" y="2902"/>
                </a:cxn>
                <a:cxn ang="0">
                  <a:pos x="88" y="2726"/>
                </a:cxn>
                <a:cxn ang="0">
                  <a:pos x="104" y="2534"/>
                </a:cxn>
                <a:cxn ang="0">
                  <a:pos x="120" y="2310"/>
                </a:cxn>
                <a:cxn ang="0">
                  <a:pos x="136" y="2071"/>
                </a:cxn>
                <a:cxn ang="0">
                  <a:pos x="144" y="1815"/>
                </a:cxn>
                <a:cxn ang="0">
                  <a:pos x="160" y="1551"/>
                </a:cxn>
                <a:cxn ang="0">
                  <a:pos x="176" y="1295"/>
                </a:cxn>
                <a:cxn ang="0">
                  <a:pos x="192" y="1048"/>
                </a:cxn>
                <a:cxn ang="0">
                  <a:pos x="208" y="808"/>
                </a:cxn>
                <a:cxn ang="0">
                  <a:pos x="216" y="600"/>
                </a:cxn>
                <a:cxn ang="0">
                  <a:pos x="232" y="416"/>
                </a:cxn>
                <a:cxn ang="0">
                  <a:pos x="248" y="256"/>
                </a:cxn>
                <a:cxn ang="0">
                  <a:pos x="264" y="136"/>
                </a:cxn>
                <a:cxn ang="0">
                  <a:pos x="280" y="56"/>
                </a:cxn>
                <a:cxn ang="0">
                  <a:pos x="288" y="16"/>
                </a:cxn>
                <a:cxn ang="0">
                  <a:pos x="304" y="8"/>
                </a:cxn>
                <a:cxn ang="0">
                  <a:pos x="320" y="32"/>
                </a:cxn>
                <a:cxn ang="0">
                  <a:pos x="337" y="96"/>
                </a:cxn>
                <a:cxn ang="0">
                  <a:pos x="345" y="184"/>
                </a:cxn>
                <a:cxn ang="0">
                  <a:pos x="361" y="304"/>
                </a:cxn>
                <a:cxn ang="0">
                  <a:pos x="377" y="440"/>
                </a:cxn>
                <a:cxn ang="0">
                  <a:pos x="393" y="592"/>
                </a:cxn>
                <a:cxn ang="0">
                  <a:pos x="409" y="752"/>
                </a:cxn>
                <a:cxn ang="0">
                  <a:pos x="417" y="912"/>
                </a:cxn>
                <a:cxn ang="0">
                  <a:pos x="433" y="1072"/>
                </a:cxn>
                <a:cxn ang="0">
                  <a:pos x="449" y="1231"/>
                </a:cxn>
                <a:cxn ang="0">
                  <a:pos x="465" y="1367"/>
                </a:cxn>
                <a:cxn ang="0">
                  <a:pos x="481" y="1503"/>
                </a:cxn>
                <a:cxn ang="0">
                  <a:pos x="489" y="1615"/>
                </a:cxn>
                <a:cxn ang="0">
                  <a:pos x="505" y="1711"/>
                </a:cxn>
                <a:cxn ang="0">
                  <a:pos x="521" y="1783"/>
                </a:cxn>
                <a:cxn ang="0">
                  <a:pos x="537" y="1839"/>
                </a:cxn>
                <a:cxn ang="0">
                  <a:pos x="545" y="1879"/>
                </a:cxn>
                <a:cxn ang="0">
                  <a:pos x="569" y="1911"/>
                </a:cxn>
                <a:cxn ang="0">
                  <a:pos x="593" y="1903"/>
                </a:cxn>
                <a:cxn ang="0">
                  <a:pos x="617" y="1879"/>
                </a:cxn>
                <a:cxn ang="0">
                  <a:pos x="633" y="1855"/>
                </a:cxn>
              </a:cxnLst>
              <a:rect l="0" t="0" r="r" b="b"/>
              <a:pathLst>
                <a:path w="641" h="3222">
                  <a:moveTo>
                    <a:pt x="0" y="3190"/>
                  </a:moveTo>
                  <a:lnTo>
                    <a:pt x="16" y="3214"/>
                  </a:lnTo>
                  <a:lnTo>
                    <a:pt x="16" y="3222"/>
                  </a:lnTo>
                  <a:lnTo>
                    <a:pt x="24" y="3214"/>
                  </a:lnTo>
                  <a:lnTo>
                    <a:pt x="32" y="3206"/>
                  </a:lnTo>
                  <a:lnTo>
                    <a:pt x="32" y="3198"/>
                  </a:lnTo>
                  <a:lnTo>
                    <a:pt x="40" y="3182"/>
                  </a:lnTo>
                  <a:lnTo>
                    <a:pt x="40" y="3158"/>
                  </a:lnTo>
                  <a:lnTo>
                    <a:pt x="48" y="3134"/>
                  </a:lnTo>
                  <a:lnTo>
                    <a:pt x="56" y="3102"/>
                  </a:lnTo>
                  <a:lnTo>
                    <a:pt x="56" y="3070"/>
                  </a:lnTo>
                  <a:lnTo>
                    <a:pt x="64" y="3030"/>
                  </a:lnTo>
                  <a:lnTo>
                    <a:pt x="64" y="2990"/>
                  </a:lnTo>
                  <a:lnTo>
                    <a:pt x="72" y="2950"/>
                  </a:lnTo>
                  <a:lnTo>
                    <a:pt x="80" y="2902"/>
                  </a:lnTo>
                  <a:lnTo>
                    <a:pt x="80" y="2846"/>
                  </a:lnTo>
                  <a:lnTo>
                    <a:pt x="88" y="2790"/>
                  </a:lnTo>
                  <a:lnTo>
                    <a:pt x="88" y="2726"/>
                  </a:lnTo>
                  <a:lnTo>
                    <a:pt x="96" y="2670"/>
                  </a:lnTo>
                  <a:lnTo>
                    <a:pt x="96" y="2598"/>
                  </a:lnTo>
                  <a:lnTo>
                    <a:pt x="104" y="2534"/>
                  </a:lnTo>
                  <a:lnTo>
                    <a:pt x="112" y="2462"/>
                  </a:lnTo>
                  <a:lnTo>
                    <a:pt x="112" y="2382"/>
                  </a:lnTo>
                  <a:lnTo>
                    <a:pt x="120" y="2310"/>
                  </a:lnTo>
                  <a:lnTo>
                    <a:pt x="120" y="2231"/>
                  </a:lnTo>
                  <a:lnTo>
                    <a:pt x="128" y="2151"/>
                  </a:lnTo>
                  <a:lnTo>
                    <a:pt x="136" y="2071"/>
                  </a:lnTo>
                  <a:lnTo>
                    <a:pt x="136" y="1983"/>
                  </a:lnTo>
                  <a:lnTo>
                    <a:pt x="144" y="1895"/>
                  </a:lnTo>
                  <a:lnTo>
                    <a:pt x="144" y="1815"/>
                  </a:lnTo>
                  <a:lnTo>
                    <a:pt x="152" y="1727"/>
                  </a:lnTo>
                  <a:lnTo>
                    <a:pt x="160" y="1639"/>
                  </a:lnTo>
                  <a:lnTo>
                    <a:pt x="160" y="1551"/>
                  </a:lnTo>
                  <a:lnTo>
                    <a:pt x="168" y="1463"/>
                  </a:lnTo>
                  <a:lnTo>
                    <a:pt x="168" y="1383"/>
                  </a:lnTo>
                  <a:lnTo>
                    <a:pt x="176" y="1295"/>
                  </a:lnTo>
                  <a:lnTo>
                    <a:pt x="184" y="1207"/>
                  </a:lnTo>
                  <a:lnTo>
                    <a:pt x="184" y="1127"/>
                  </a:lnTo>
                  <a:lnTo>
                    <a:pt x="192" y="1048"/>
                  </a:lnTo>
                  <a:lnTo>
                    <a:pt x="192" y="968"/>
                  </a:lnTo>
                  <a:lnTo>
                    <a:pt x="200" y="888"/>
                  </a:lnTo>
                  <a:lnTo>
                    <a:pt x="208" y="808"/>
                  </a:lnTo>
                  <a:lnTo>
                    <a:pt x="208" y="736"/>
                  </a:lnTo>
                  <a:lnTo>
                    <a:pt x="216" y="664"/>
                  </a:lnTo>
                  <a:lnTo>
                    <a:pt x="216" y="600"/>
                  </a:lnTo>
                  <a:lnTo>
                    <a:pt x="224" y="536"/>
                  </a:lnTo>
                  <a:lnTo>
                    <a:pt x="232" y="472"/>
                  </a:lnTo>
                  <a:lnTo>
                    <a:pt x="232" y="416"/>
                  </a:lnTo>
                  <a:lnTo>
                    <a:pt x="240" y="360"/>
                  </a:lnTo>
                  <a:lnTo>
                    <a:pt x="240" y="304"/>
                  </a:lnTo>
                  <a:lnTo>
                    <a:pt x="248" y="256"/>
                  </a:lnTo>
                  <a:lnTo>
                    <a:pt x="256" y="216"/>
                  </a:lnTo>
                  <a:lnTo>
                    <a:pt x="256" y="176"/>
                  </a:lnTo>
                  <a:lnTo>
                    <a:pt x="264" y="136"/>
                  </a:lnTo>
                  <a:lnTo>
                    <a:pt x="264" y="112"/>
                  </a:lnTo>
                  <a:lnTo>
                    <a:pt x="272" y="80"/>
                  </a:lnTo>
                  <a:lnTo>
                    <a:pt x="280" y="56"/>
                  </a:lnTo>
                  <a:lnTo>
                    <a:pt x="280" y="40"/>
                  </a:lnTo>
                  <a:lnTo>
                    <a:pt x="288" y="24"/>
                  </a:lnTo>
                  <a:lnTo>
                    <a:pt x="288" y="16"/>
                  </a:lnTo>
                  <a:lnTo>
                    <a:pt x="296" y="8"/>
                  </a:lnTo>
                  <a:lnTo>
                    <a:pt x="296" y="0"/>
                  </a:lnTo>
                  <a:lnTo>
                    <a:pt x="304" y="8"/>
                  </a:lnTo>
                  <a:lnTo>
                    <a:pt x="312" y="8"/>
                  </a:lnTo>
                  <a:lnTo>
                    <a:pt x="312" y="24"/>
                  </a:lnTo>
                  <a:lnTo>
                    <a:pt x="320" y="32"/>
                  </a:lnTo>
                  <a:lnTo>
                    <a:pt x="320" y="48"/>
                  </a:lnTo>
                  <a:lnTo>
                    <a:pt x="328" y="72"/>
                  </a:lnTo>
                  <a:lnTo>
                    <a:pt x="337" y="96"/>
                  </a:lnTo>
                  <a:lnTo>
                    <a:pt x="337" y="120"/>
                  </a:lnTo>
                  <a:lnTo>
                    <a:pt x="345" y="152"/>
                  </a:lnTo>
                  <a:lnTo>
                    <a:pt x="345" y="184"/>
                  </a:lnTo>
                  <a:lnTo>
                    <a:pt x="353" y="224"/>
                  </a:lnTo>
                  <a:lnTo>
                    <a:pt x="361" y="264"/>
                  </a:lnTo>
                  <a:lnTo>
                    <a:pt x="361" y="304"/>
                  </a:lnTo>
                  <a:lnTo>
                    <a:pt x="369" y="344"/>
                  </a:lnTo>
                  <a:lnTo>
                    <a:pt x="369" y="392"/>
                  </a:lnTo>
                  <a:lnTo>
                    <a:pt x="377" y="440"/>
                  </a:lnTo>
                  <a:lnTo>
                    <a:pt x="385" y="488"/>
                  </a:lnTo>
                  <a:lnTo>
                    <a:pt x="385" y="536"/>
                  </a:lnTo>
                  <a:lnTo>
                    <a:pt x="393" y="592"/>
                  </a:lnTo>
                  <a:lnTo>
                    <a:pt x="393" y="640"/>
                  </a:lnTo>
                  <a:lnTo>
                    <a:pt x="401" y="696"/>
                  </a:lnTo>
                  <a:lnTo>
                    <a:pt x="409" y="752"/>
                  </a:lnTo>
                  <a:lnTo>
                    <a:pt x="409" y="800"/>
                  </a:lnTo>
                  <a:lnTo>
                    <a:pt x="417" y="856"/>
                  </a:lnTo>
                  <a:lnTo>
                    <a:pt x="417" y="912"/>
                  </a:lnTo>
                  <a:lnTo>
                    <a:pt x="425" y="968"/>
                  </a:lnTo>
                  <a:lnTo>
                    <a:pt x="433" y="1024"/>
                  </a:lnTo>
                  <a:lnTo>
                    <a:pt x="433" y="1072"/>
                  </a:lnTo>
                  <a:lnTo>
                    <a:pt x="441" y="1127"/>
                  </a:lnTo>
                  <a:lnTo>
                    <a:pt x="441" y="1175"/>
                  </a:lnTo>
                  <a:lnTo>
                    <a:pt x="449" y="1231"/>
                  </a:lnTo>
                  <a:lnTo>
                    <a:pt x="457" y="1279"/>
                  </a:lnTo>
                  <a:lnTo>
                    <a:pt x="457" y="1327"/>
                  </a:lnTo>
                  <a:lnTo>
                    <a:pt x="465" y="1367"/>
                  </a:lnTo>
                  <a:lnTo>
                    <a:pt x="465" y="1415"/>
                  </a:lnTo>
                  <a:lnTo>
                    <a:pt x="473" y="1463"/>
                  </a:lnTo>
                  <a:lnTo>
                    <a:pt x="481" y="1503"/>
                  </a:lnTo>
                  <a:lnTo>
                    <a:pt x="481" y="1543"/>
                  </a:lnTo>
                  <a:lnTo>
                    <a:pt x="489" y="1575"/>
                  </a:lnTo>
                  <a:lnTo>
                    <a:pt x="489" y="1615"/>
                  </a:lnTo>
                  <a:lnTo>
                    <a:pt x="497" y="1647"/>
                  </a:lnTo>
                  <a:lnTo>
                    <a:pt x="497" y="1679"/>
                  </a:lnTo>
                  <a:lnTo>
                    <a:pt x="505" y="1711"/>
                  </a:lnTo>
                  <a:lnTo>
                    <a:pt x="513" y="1735"/>
                  </a:lnTo>
                  <a:lnTo>
                    <a:pt x="513" y="1759"/>
                  </a:lnTo>
                  <a:lnTo>
                    <a:pt x="521" y="1783"/>
                  </a:lnTo>
                  <a:lnTo>
                    <a:pt x="521" y="1807"/>
                  </a:lnTo>
                  <a:lnTo>
                    <a:pt x="529" y="1823"/>
                  </a:lnTo>
                  <a:lnTo>
                    <a:pt x="537" y="1839"/>
                  </a:lnTo>
                  <a:lnTo>
                    <a:pt x="537" y="1855"/>
                  </a:lnTo>
                  <a:lnTo>
                    <a:pt x="545" y="1871"/>
                  </a:lnTo>
                  <a:lnTo>
                    <a:pt x="545" y="1879"/>
                  </a:lnTo>
                  <a:lnTo>
                    <a:pt x="553" y="1887"/>
                  </a:lnTo>
                  <a:lnTo>
                    <a:pt x="569" y="1903"/>
                  </a:lnTo>
                  <a:lnTo>
                    <a:pt x="569" y="1911"/>
                  </a:lnTo>
                  <a:lnTo>
                    <a:pt x="577" y="1911"/>
                  </a:lnTo>
                  <a:lnTo>
                    <a:pt x="585" y="1911"/>
                  </a:lnTo>
                  <a:lnTo>
                    <a:pt x="593" y="1903"/>
                  </a:lnTo>
                  <a:lnTo>
                    <a:pt x="601" y="1895"/>
                  </a:lnTo>
                  <a:lnTo>
                    <a:pt x="609" y="1887"/>
                  </a:lnTo>
                  <a:lnTo>
                    <a:pt x="617" y="1879"/>
                  </a:lnTo>
                  <a:lnTo>
                    <a:pt x="617" y="1871"/>
                  </a:lnTo>
                  <a:lnTo>
                    <a:pt x="625" y="1863"/>
                  </a:lnTo>
                  <a:lnTo>
                    <a:pt x="633" y="1855"/>
                  </a:lnTo>
                  <a:lnTo>
                    <a:pt x="633" y="1847"/>
                  </a:lnTo>
                  <a:lnTo>
                    <a:pt x="641" y="183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1566" name="Freeform 62"/>
            <p:cNvSpPr>
              <a:spLocks/>
            </p:cNvSpPr>
            <p:nvPr/>
          </p:nvSpPr>
          <p:spPr bwMode="auto">
            <a:xfrm>
              <a:off x="2663" y="1765"/>
              <a:ext cx="801" cy="528"/>
            </a:xfrm>
            <a:custGeom>
              <a:avLst/>
              <a:gdLst/>
              <a:ahLst/>
              <a:cxnLst>
                <a:cxn ang="0">
                  <a:pos x="16" y="512"/>
                </a:cxn>
                <a:cxn ang="0">
                  <a:pos x="24" y="488"/>
                </a:cxn>
                <a:cxn ang="0">
                  <a:pos x="40" y="472"/>
                </a:cxn>
                <a:cxn ang="0">
                  <a:pos x="64" y="448"/>
                </a:cxn>
                <a:cxn ang="0">
                  <a:pos x="88" y="448"/>
                </a:cxn>
                <a:cxn ang="0">
                  <a:pos x="112" y="456"/>
                </a:cxn>
                <a:cxn ang="0">
                  <a:pos x="136" y="464"/>
                </a:cxn>
                <a:cxn ang="0">
                  <a:pos x="160" y="480"/>
                </a:cxn>
                <a:cxn ang="0">
                  <a:pos x="184" y="488"/>
                </a:cxn>
                <a:cxn ang="0">
                  <a:pos x="208" y="488"/>
                </a:cxn>
                <a:cxn ang="0">
                  <a:pos x="232" y="464"/>
                </a:cxn>
                <a:cxn ang="0">
                  <a:pos x="248" y="440"/>
                </a:cxn>
                <a:cxn ang="0">
                  <a:pos x="264" y="416"/>
                </a:cxn>
                <a:cxn ang="0">
                  <a:pos x="280" y="384"/>
                </a:cxn>
                <a:cxn ang="0">
                  <a:pos x="296" y="352"/>
                </a:cxn>
                <a:cxn ang="0">
                  <a:pos x="304" y="312"/>
                </a:cxn>
                <a:cxn ang="0">
                  <a:pos x="320" y="272"/>
                </a:cxn>
                <a:cxn ang="0">
                  <a:pos x="336" y="240"/>
                </a:cxn>
                <a:cxn ang="0">
                  <a:pos x="352" y="208"/>
                </a:cxn>
                <a:cxn ang="0">
                  <a:pos x="368" y="176"/>
                </a:cxn>
                <a:cxn ang="0">
                  <a:pos x="376" y="152"/>
                </a:cxn>
                <a:cxn ang="0">
                  <a:pos x="400" y="120"/>
                </a:cxn>
                <a:cxn ang="0">
                  <a:pos x="424" y="112"/>
                </a:cxn>
                <a:cxn ang="0">
                  <a:pos x="448" y="112"/>
                </a:cxn>
                <a:cxn ang="0">
                  <a:pos x="472" y="120"/>
                </a:cxn>
                <a:cxn ang="0">
                  <a:pos x="496" y="136"/>
                </a:cxn>
                <a:cxn ang="0">
                  <a:pos x="520" y="152"/>
                </a:cxn>
                <a:cxn ang="0">
                  <a:pos x="544" y="152"/>
                </a:cxn>
                <a:cxn ang="0">
                  <a:pos x="568" y="144"/>
                </a:cxn>
                <a:cxn ang="0">
                  <a:pos x="592" y="120"/>
                </a:cxn>
                <a:cxn ang="0">
                  <a:pos x="608" y="96"/>
                </a:cxn>
                <a:cxn ang="0">
                  <a:pos x="624" y="72"/>
                </a:cxn>
                <a:cxn ang="0">
                  <a:pos x="640" y="48"/>
                </a:cxn>
                <a:cxn ang="0">
                  <a:pos x="664" y="16"/>
                </a:cxn>
                <a:cxn ang="0">
                  <a:pos x="672" y="8"/>
                </a:cxn>
                <a:cxn ang="0">
                  <a:pos x="696" y="8"/>
                </a:cxn>
                <a:cxn ang="0">
                  <a:pos x="721" y="32"/>
                </a:cxn>
                <a:cxn ang="0">
                  <a:pos x="729" y="72"/>
                </a:cxn>
                <a:cxn ang="0">
                  <a:pos x="745" y="128"/>
                </a:cxn>
                <a:cxn ang="0">
                  <a:pos x="761" y="200"/>
                </a:cxn>
                <a:cxn ang="0">
                  <a:pos x="777" y="296"/>
                </a:cxn>
                <a:cxn ang="0">
                  <a:pos x="793" y="408"/>
                </a:cxn>
              </a:cxnLst>
              <a:rect l="0" t="0" r="r" b="b"/>
              <a:pathLst>
                <a:path w="801" h="528">
                  <a:moveTo>
                    <a:pt x="0" y="528"/>
                  </a:moveTo>
                  <a:lnTo>
                    <a:pt x="8" y="520"/>
                  </a:lnTo>
                  <a:lnTo>
                    <a:pt x="16" y="512"/>
                  </a:lnTo>
                  <a:lnTo>
                    <a:pt x="16" y="504"/>
                  </a:lnTo>
                  <a:lnTo>
                    <a:pt x="24" y="496"/>
                  </a:lnTo>
                  <a:lnTo>
                    <a:pt x="24" y="488"/>
                  </a:lnTo>
                  <a:lnTo>
                    <a:pt x="40" y="472"/>
                  </a:lnTo>
                  <a:lnTo>
                    <a:pt x="32" y="472"/>
                  </a:lnTo>
                  <a:lnTo>
                    <a:pt x="40" y="472"/>
                  </a:lnTo>
                  <a:lnTo>
                    <a:pt x="48" y="464"/>
                  </a:lnTo>
                  <a:lnTo>
                    <a:pt x="56" y="456"/>
                  </a:lnTo>
                  <a:lnTo>
                    <a:pt x="64" y="448"/>
                  </a:lnTo>
                  <a:lnTo>
                    <a:pt x="72" y="448"/>
                  </a:lnTo>
                  <a:lnTo>
                    <a:pt x="80" y="448"/>
                  </a:lnTo>
                  <a:lnTo>
                    <a:pt x="88" y="448"/>
                  </a:lnTo>
                  <a:lnTo>
                    <a:pt x="96" y="448"/>
                  </a:lnTo>
                  <a:lnTo>
                    <a:pt x="104" y="448"/>
                  </a:lnTo>
                  <a:lnTo>
                    <a:pt x="112" y="456"/>
                  </a:lnTo>
                  <a:lnTo>
                    <a:pt x="120" y="456"/>
                  </a:lnTo>
                  <a:lnTo>
                    <a:pt x="128" y="464"/>
                  </a:lnTo>
                  <a:lnTo>
                    <a:pt x="136" y="464"/>
                  </a:lnTo>
                  <a:lnTo>
                    <a:pt x="144" y="472"/>
                  </a:lnTo>
                  <a:lnTo>
                    <a:pt x="152" y="480"/>
                  </a:lnTo>
                  <a:lnTo>
                    <a:pt x="160" y="480"/>
                  </a:lnTo>
                  <a:lnTo>
                    <a:pt x="168" y="488"/>
                  </a:lnTo>
                  <a:lnTo>
                    <a:pt x="176" y="488"/>
                  </a:lnTo>
                  <a:lnTo>
                    <a:pt x="184" y="488"/>
                  </a:lnTo>
                  <a:lnTo>
                    <a:pt x="192" y="488"/>
                  </a:lnTo>
                  <a:lnTo>
                    <a:pt x="200" y="488"/>
                  </a:lnTo>
                  <a:lnTo>
                    <a:pt x="208" y="488"/>
                  </a:lnTo>
                  <a:lnTo>
                    <a:pt x="216" y="480"/>
                  </a:lnTo>
                  <a:lnTo>
                    <a:pt x="224" y="472"/>
                  </a:lnTo>
                  <a:lnTo>
                    <a:pt x="232" y="464"/>
                  </a:lnTo>
                  <a:lnTo>
                    <a:pt x="240" y="456"/>
                  </a:lnTo>
                  <a:lnTo>
                    <a:pt x="248" y="448"/>
                  </a:lnTo>
                  <a:lnTo>
                    <a:pt x="248" y="440"/>
                  </a:lnTo>
                  <a:lnTo>
                    <a:pt x="256" y="432"/>
                  </a:lnTo>
                  <a:lnTo>
                    <a:pt x="256" y="424"/>
                  </a:lnTo>
                  <a:lnTo>
                    <a:pt x="264" y="416"/>
                  </a:lnTo>
                  <a:lnTo>
                    <a:pt x="272" y="408"/>
                  </a:lnTo>
                  <a:lnTo>
                    <a:pt x="272" y="392"/>
                  </a:lnTo>
                  <a:lnTo>
                    <a:pt x="280" y="384"/>
                  </a:lnTo>
                  <a:lnTo>
                    <a:pt x="280" y="376"/>
                  </a:lnTo>
                  <a:lnTo>
                    <a:pt x="288" y="360"/>
                  </a:lnTo>
                  <a:lnTo>
                    <a:pt x="296" y="352"/>
                  </a:lnTo>
                  <a:lnTo>
                    <a:pt x="296" y="336"/>
                  </a:lnTo>
                  <a:lnTo>
                    <a:pt x="304" y="328"/>
                  </a:lnTo>
                  <a:lnTo>
                    <a:pt x="304" y="312"/>
                  </a:lnTo>
                  <a:lnTo>
                    <a:pt x="312" y="304"/>
                  </a:lnTo>
                  <a:lnTo>
                    <a:pt x="320" y="288"/>
                  </a:lnTo>
                  <a:lnTo>
                    <a:pt x="320" y="272"/>
                  </a:lnTo>
                  <a:lnTo>
                    <a:pt x="328" y="264"/>
                  </a:lnTo>
                  <a:lnTo>
                    <a:pt x="328" y="248"/>
                  </a:lnTo>
                  <a:lnTo>
                    <a:pt x="336" y="240"/>
                  </a:lnTo>
                  <a:lnTo>
                    <a:pt x="344" y="224"/>
                  </a:lnTo>
                  <a:lnTo>
                    <a:pt x="344" y="216"/>
                  </a:lnTo>
                  <a:lnTo>
                    <a:pt x="352" y="208"/>
                  </a:lnTo>
                  <a:lnTo>
                    <a:pt x="352" y="192"/>
                  </a:lnTo>
                  <a:lnTo>
                    <a:pt x="360" y="184"/>
                  </a:lnTo>
                  <a:lnTo>
                    <a:pt x="368" y="176"/>
                  </a:lnTo>
                  <a:lnTo>
                    <a:pt x="368" y="168"/>
                  </a:lnTo>
                  <a:lnTo>
                    <a:pt x="376" y="160"/>
                  </a:lnTo>
                  <a:lnTo>
                    <a:pt x="376" y="152"/>
                  </a:lnTo>
                  <a:lnTo>
                    <a:pt x="384" y="144"/>
                  </a:lnTo>
                  <a:lnTo>
                    <a:pt x="400" y="128"/>
                  </a:lnTo>
                  <a:lnTo>
                    <a:pt x="400" y="120"/>
                  </a:lnTo>
                  <a:lnTo>
                    <a:pt x="408" y="112"/>
                  </a:lnTo>
                  <a:lnTo>
                    <a:pt x="416" y="112"/>
                  </a:lnTo>
                  <a:lnTo>
                    <a:pt x="424" y="112"/>
                  </a:lnTo>
                  <a:lnTo>
                    <a:pt x="432" y="112"/>
                  </a:lnTo>
                  <a:lnTo>
                    <a:pt x="440" y="112"/>
                  </a:lnTo>
                  <a:lnTo>
                    <a:pt x="448" y="112"/>
                  </a:lnTo>
                  <a:lnTo>
                    <a:pt x="456" y="112"/>
                  </a:lnTo>
                  <a:lnTo>
                    <a:pt x="464" y="120"/>
                  </a:lnTo>
                  <a:lnTo>
                    <a:pt x="472" y="120"/>
                  </a:lnTo>
                  <a:lnTo>
                    <a:pt x="480" y="128"/>
                  </a:lnTo>
                  <a:lnTo>
                    <a:pt x="488" y="136"/>
                  </a:lnTo>
                  <a:lnTo>
                    <a:pt x="496" y="136"/>
                  </a:lnTo>
                  <a:lnTo>
                    <a:pt x="504" y="144"/>
                  </a:lnTo>
                  <a:lnTo>
                    <a:pt x="512" y="144"/>
                  </a:lnTo>
                  <a:lnTo>
                    <a:pt x="520" y="152"/>
                  </a:lnTo>
                  <a:lnTo>
                    <a:pt x="528" y="152"/>
                  </a:lnTo>
                  <a:lnTo>
                    <a:pt x="536" y="152"/>
                  </a:lnTo>
                  <a:lnTo>
                    <a:pt x="544" y="152"/>
                  </a:lnTo>
                  <a:lnTo>
                    <a:pt x="552" y="152"/>
                  </a:lnTo>
                  <a:lnTo>
                    <a:pt x="560" y="152"/>
                  </a:lnTo>
                  <a:lnTo>
                    <a:pt x="568" y="144"/>
                  </a:lnTo>
                  <a:lnTo>
                    <a:pt x="576" y="136"/>
                  </a:lnTo>
                  <a:lnTo>
                    <a:pt x="584" y="128"/>
                  </a:lnTo>
                  <a:lnTo>
                    <a:pt x="592" y="120"/>
                  </a:lnTo>
                  <a:lnTo>
                    <a:pt x="600" y="112"/>
                  </a:lnTo>
                  <a:lnTo>
                    <a:pt x="600" y="104"/>
                  </a:lnTo>
                  <a:lnTo>
                    <a:pt x="608" y="96"/>
                  </a:lnTo>
                  <a:lnTo>
                    <a:pt x="608" y="88"/>
                  </a:lnTo>
                  <a:lnTo>
                    <a:pt x="616" y="80"/>
                  </a:lnTo>
                  <a:lnTo>
                    <a:pt x="624" y="72"/>
                  </a:lnTo>
                  <a:lnTo>
                    <a:pt x="632" y="64"/>
                  </a:lnTo>
                  <a:lnTo>
                    <a:pt x="632" y="56"/>
                  </a:lnTo>
                  <a:lnTo>
                    <a:pt x="640" y="48"/>
                  </a:lnTo>
                  <a:lnTo>
                    <a:pt x="648" y="40"/>
                  </a:lnTo>
                  <a:lnTo>
                    <a:pt x="648" y="32"/>
                  </a:lnTo>
                  <a:lnTo>
                    <a:pt x="664" y="16"/>
                  </a:lnTo>
                  <a:lnTo>
                    <a:pt x="656" y="16"/>
                  </a:lnTo>
                  <a:lnTo>
                    <a:pt x="664" y="16"/>
                  </a:lnTo>
                  <a:lnTo>
                    <a:pt x="672" y="8"/>
                  </a:lnTo>
                  <a:lnTo>
                    <a:pt x="680" y="0"/>
                  </a:lnTo>
                  <a:lnTo>
                    <a:pt x="688" y="0"/>
                  </a:lnTo>
                  <a:lnTo>
                    <a:pt x="696" y="8"/>
                  </a:lnTo>
                  <a:lnTo>
                    <a:pt x="704" y="16"/>
                  </a:lnTo>
                  <a:lnTo>
                    <a:pt x="712" y="24"/>
                  </a:lnTo>
                  <a:lnTo>
                    <a:pt x="721" y="32"/>
                  </a:lnTo>
                  <a:lnTo>
                    <a:pt x="721" y="40"/>
                  </a:lnTo>
                  <a:lnTo>
                    <a:pt x="729" y="56"/>
                  </a:lnTo>
                  <a:lnTo>
                    <a:pt x="729" y="72"/>
                  </a:lnTo>
                  <a:lnTo>
                    <a:pt x="737" y="88"/>
                  </a:lnTo>
                  <a:lnTo>
                    <a:pt x="745" y="104"/>
                  </a:lnTo>
                  <a:lnTo>
                    <a:pt x="745" y="128"/>
                  </a:lnTo>
                  <a:lnTo>
                    <a:pt x="753" y="152"/>
                  </a:lnTo>
                  <a:lnTo>
                    <a:pt x="753" y="176"/>
                  </a:lnTo>
                  <a:lnTo>
                    <a:pt x="761" y="200"/>
                  </a:lnTo>
                  <a:lnTo>
                    <a:pt x="769" y="232"/>
                  </a:lnTo>
                  <a:lnTo>
                    <a:pt x="769" y="264"/>
                  </a:lnTo>
                  <a:lnTo>
                    <a:pt x="777" y="296"/>
                  </a:lnTo>
                  <a:lnTo>
                    <a:pt x="777" y="336"/>
                  </a:lnTo>
                  <a:lnTo>
                    <a:pt x="785" y="368"/>
                  </a:lnTo>
                  <a:lnTo>
                    <a:pt x="793" y="408"/>
                  </a:lnTo>
                  <a:lnTo>
                    <a:pt x="793" y="448"/>
                  </a:lnTo>
                  <a:lnTo>
                    <a:pt x="801" y="496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1567" name="Freeform 63"/>
            <p:cNvSpPr>
              <a:spLocks/>
            </p:cNvSpPr>
            <p:nvPr/>
          </p:nvSpPr>
          <p:spPr bwMode="auto">
            <a:xfrm>
              <a:off x="3464" y="462"/>
              <a:ext cx="608" cy="3214"/>
            </a:xfrm>
            <a:custGeom>
              <a:avLst/>
              <a:gdLst/>
              <a:ahLst/>
              <a:cxnLst>
                <a:cxn ang="0">
                  <a:pos x="8" y="1887"/>
                </a:cxn>
                <a:cxn ang="0">
                  <a:pos x="24" y="2039"/>
                </a:cxn>
                <a:cxn ang="0">
                  <a:pos x="32" y="2191"/>
                </a:cxn>
                <a:cxn ang="0">
                  <a:pos x="48" y="2358"/>
                </a:cxn>
                <a:cxn ang="0">
                  <a:pos x="64" y="2518"/>
                </a:cxn>
                <a:cxn ang="0">
                  <a:pos x="80" y="2678"/>
                </a:cxn>
                <a:cxn ang="0">
                  <a:pos x="96" y="2822"/>
                </a:cxn>
                <a:cxn ang="0">
                  <a:pos x="104" y="2950"/>
                </a:cxn>
                <a:cxn ang="0">
                  <a:pos x="120" y="3062"/>
                </a:cxn>
                <a:cxn ang="0">
                  <a:pos x="136" y="3142"/>
                </a:cxn>
                <a:cxn ang="0">
                  <a:pos x="152" y="3190"/>
                </a:cxn>
                <a:cxn ang="0">
                  <a:pos x="168" y="3214"/>
                </a:cxn>
                <a:cxn ang="0">
                  <a:pos x="176" y="3190"/>
                </a:cxn>
                <a:cxn ang="0">
                  <a:pos x="192" y="3134"/>
                </a:cxn>
                <a:cxn ang="0">
                  <a:pos x="208" y="3038"/>
                </a:cxn>
                <a:cxn ang="0">
                  <a:pos x="224" y="2910"/>
                </a:cxn>
                <a:cxn ang="0">
                  <a:pos x="232" y="2742"/>
                </a:cxn>
                <a:cxn ang="0">
                  <a:pos x="248" y="2550"/>
                </a:cxn>
                <a:cxn ang="0">
                  <a:pos x="264" y="2326"/>
                </a:cxn>
                <a:cxn ang="0">
                  <a:pos x="280" y="2087"/>
                </a:cxn>
                <a:cxn ang="0">
                  <a:pos x="296" y="1831"/>
                </a:cxn>
                <a:cxn ang="0">
                  <a:pos x="304" y="1575"/>
                </a:cxn>
                <a:cxn ang="0">
                  <a:pos x="320" y="1319"/>
                </a:cxn>
                <a:cxn ang="0">
                  <a:pos x="336" y="1064"/>
                </a:cxn>
                <a:cxn ang="0">
                  <a:pos x="352" y="832"/>
                </a:cxn>
                <a:cxn ang="0">
                  <a:pos x="368" y="616"/>
                </a:cxn>
                <a:cxn ang="0">
                  <a:pos x="376" y="424"/>
                </a:cxn>
                <a:cxn ang="0">
                  <a:pos x="392" y="264"/>
                </a:cxn>
                <a:cxn ang="0">
                  <a:pos x="408" y="144"/>
                </a:cxn>
                <a:cxn ang="0">
                  <a:pos x="424" y="56"/>
                </a:cxn>
                <a:cxn ang="0">
                  <a:pos x="432" y="8"/>
                </a:cxn>
                <a:cxn ang="0">
                  <a:pos x="456" y="8"/>
                </a:cxn>
                <a:cxn ang="0">
                  <a:pos x="472" y="56"/>
                </a:cxn>
                <a:cxn ang="0">
                  <a:pos x="488" y="136"/>
                </a:cxn>
                <a:cxn ang="0">
                  <a:pos x="504" y="240"/>
                </a:cxn>
                <a:cxn ang="0">
                  <a:pos x="520" y="368"/>
                </a:cxn>
                <a:cxn ang="0">
                  <a:pos x="528" y="512"/>
                </a:cxn>
                <a:cxn ang="0">
                  <a:pos x="544" y="672"/>
                </a:cxn>
                <a:cxn ang="0">
                  <a:pos x="560" y="832"/>
                </a:cxn>
                <a:cxn ang="0">
                  <a:pos x="576" y="992"/>
                </a:cxn>
                <a:cxn ang="0">
                  <a:pos x="584" y="1151"/>
                </a:cxn>
                <a:cxn ang="0">
                  <a:pos x="600" y="1303"/>
                </a:cxn>
              </a:cxnLst>
              <a:rect l="0" t="0" r="r" b="b"/>
              <a:pathLst>
                <a:path w="608" h="3214">
                  <a:moveTo>
                    <a:pt x="0" y="1799"/>
                  </a:moveTo>
                  <a:lnTo>
                    <a:pt x="0" y="1847"/>
                  </a:lnTo>
                  <a:lnTo>
                    <a:pt x="8" y="1887"/>
                  </a:lnTo>
                  <a:lnTo>
                    <a:pt x="8" y="1935"/>
                  </a:lnTo>
                  <a:lnTo>
                    <a:pt x="16" y="1983"/>
                  </a:lnTo>
                  <a:lnTo>
                    <a:pt x="24" y="2039"/>
                  </a:lnTo>
                  <a:lnTo>
                    <a:pt x="24" y="2087"/>
                  </a:lnTo>
                  <a:lnTo>
                    <a:pt x="32" y="2143"/>
                  </a:lnTo>
                  <a:lnTo>
                    <a:pt x="32" y="2191"/>
                  </a:lnTo>
                  <a:lnTo>
                    <a:pt x="40" y="2247"/>
                  </a:lnTo>
                  <a:lnTo>
                    <a:pt x="48" y="2302"/>
                  </a:lnTo>
                  <a:lnTo>
                    <a:pt x="48" y="2358"/>
                  </a:lnTo>
                  <a:lnTo>
                    <a:pt x="56" y="2414"/>
                  </a:lnTo>
                  <a:lnTo>
                    <a:pt x="56" y="2462"/>
                  </a:lnTo>
                  <a:lnTo>
                    <a:pt x="64" y="2518"/>
                  </a:lnTo>
                  <a:lnTo>
                    <a:pt x="72" y="2574"/>
                  </a:lnTo>
                  <a:lnTo>
                    <a:pt x="72" y="2622"/>
                  </a:lnTo>
                  <a:lnTo>
                    <a:pt x="80" y="2678"/>
                  </a:lnTo>
                  <a:lnTo>
                    <a:pt x="80" y="2726"/>
                  </a:lnTo>
                  <a:lnTo>
                    <a:pt x="88" y="2774"/>
                  </a:lnTo>
                  <a:lnTo>
                    <a:pt x="96" y="2822"/>
                  </a:lnTo>
                  <a:lnTo>
                    <a:pt x="96" y="2870"/>
                  </a:lnTo>
                  <a:lnTo>
                    <a:pt x="104" y="2910"/>
                  </a:lnTo>
                  <a:lnTo>
                    <a:pt x="104" y="2950"/>
                  </a:lnTo>
                  <a:lnTo>
                    <a:pt x="112" y="2990"/>
                  </a:lnTo>
                  <a:lnTo>
                    <a:pt x="120" y="3030"/>
                  </a:lnTo>
                  <a:lnTo>
                    <a:pt x="120" y="3062"/>
                  </a:lnTo>
                  <a:lnTo>
                    <a:pt x="128" y="3094"/>
                  </a:lnTo>
                  <a:lnTo>
                    <a:pt x="128" y="3118"/>
                  </a:lnTo>
                  <a:lnTo>
                    <a:pt x="136" y="3142"/>
                  </a:lnTo>
                  <a:lnTo>
                    <a:pt x="144" y="3166"/>
                  </a:lnTo>
                  <a:lnTo>
                    <a:pt x="144" y="3182"/>
                  </a:lnTo>
                  <a:lnTo>
                    <a:pt x="152" y="3190"/>
                  </a:lnTo>
                  <a:lnTo>
                    <a:pt x="152" y="3206"/>
                  </a:lnTo>
                  <a:lnTo>
                    <a:pt x="160" y="3206"/>
                  </a:lnTo>
                  <a:lnTo>
                    <a:pt x="168" y="3214"/>
                  </a:lnTo>
                  <a:lnTo>
                    <a:pt x="168" y="3206"/>
                  </a:lnTo>
                  <a:lnTo>
                    <a:pt x="176" y="3198"/>
                  </a:lnTo>
                  <a:lnTo>
                    <a:pt x="176" y="3190"/>
                  </a:lnTo>
                  <a:lnTo>
                    <a:pt x="184" y="3174"/>
                  </a:lnTo>
                  <a:lnTo>
                    <a:pt x="184" y="3158"/>
                  </a:lnTo>
                  <a:lnTo>
                    <a:pt x="192" y="3134"/>
                  </a:lnTo>
                  <a:lnTo>
                    <a:pt x="200" y="3102"/>
                  </a:lnTo>
                  <a:lnTo>
                    <a:pt x="200" y="3078"/>
                  </a:lnTo>
                  <a:lnTo>
                    <a:pt x="208" y="3038"/>
                  </a:lnTo>
                  <a:lnTo>
                    <a:pt x="208" y="2998"/>
                  </a:lnTo>
                  <a:lnTo>
                    <a:pt x="216" y="2958"/>
                  </a:lnTo>
                  <a:lnTo>
                    <a:pt x="224" y="2910"/>
                  </a:lnTo>
                  <a:lnTo>
                    <a:pt x="224" y="2854"/>
                  </a:lnTo>
                  <a:lnTo>
                    <a:pt x="232" y="2798"/>
                  </a:lnTo>
                  <a:lnTo>
                    <a:pt x="232" y="2742"/>
                  </a:lnTo>
                  <a:lnTo>
                    <a:pt x="240" y="2678"/>
                  </a:lnTo>
                  <a:lnTo>
                    <a:pt x="248" y="2614"/>
                  </a:lnTo>
                  <a:lnTo>
                    <a:pt x="248" y="2550"/>
                  </a:lnTo>
                  <a:lnTo>
                    <a:pt x="256" y="2478"/>
                  </a:lnTo>
                  <a:lnTo>
                    <a:pt x="256" y="2406"/>
                  </a:lnTo>
                  <a:lnTo>
                    <a:pt x="264" y="2326"/>
                  </a:lnTo>
                  <a:lnTo>
                    <a:pt x="272" y="2247"/>
                  </a:lnTo>
                  <a:lnTo>
                    <a:pt x="272" y="2167"/>
                  </a:lnTo>
                  <a:lnTo>
                    <a:pt x="280" y="2087"/>
                  </a:lnTo>
                  <a:lnTo>
                    <a:pt x="280" y="2007"/>
                  </a:lnTo>
                  <a:lnTo>
                    <a:pt x="288" y="1919"/>
                  </a:lnTo>
                  <a:lnTo>
                    <a:pt x="296" y="1831"/>
                  </a:lnTo>
                  <a:lnTo>
                    <a:pt x="296" y="1751"/>
                  </a:lnTo>
                  <a:lnTo>
                    <a:pt x="304" y="1663"/>
                  </a:lnTo>
                  <a:lnTo>
                    <a:pt x="304" y="1575"/>
                  </a:lnTo>
                  <a:lnTo>
                    <a:pt x="312" y="1487"/>
                  </a:lnTo>
                  <a:lnTo>
                    <a:pt x="320" y="1399"/>
                  </a:lnTo>
                  <a:lnTo>
                    <a:pt x="320" y="1319"/>
                  </a:lnTo>
                  <a:lnTo>
                    <a:pt x="328" y="1231"/>
                  </a:lnTo>
                  <a:lnTo>
                    <a:pt x="328" y="1143"/>
                  </a:lnTo>
                  <a:lnTo>
                    <a:pt x="336" y="1064"/>
                  </a:lnTo>
                  <a:lnTo>
                    <a:pt x="344" y="984"/>
                  </a:lnTo>
                  <a:lnTo>
                    <a:pt x="344" y="904"/>
                  </a:lnTo>
                  <a:lnTo>
                    <a:pt x="352" y="832"/>
                  </a:lnTo>
                  <a:lnTo>
                    <a:pt x="352" y="752"/>
                  </a:lnTo>
                  <a:lnTo>
                    <a:pt x="360" y="680"/>
                  </a:lnTo>
                  <a:lnTo>
                    <a:pt x="368" y="616"/>
                  </a:lnTo>
                  <a:lnTo>
                    <a:pt x="368" y="544"/>
                  </a:lnTo>
                  <a:lnTo>
                    <a:pt x="376" y="488"/>
                  </a:lnTo>
                  <a:lnTo>
                    <a:pt x="376" y="424"/>
                  </a:lnTo>
                  <a:lnTo>
                    <a:pt x="384" y="368"/>
                  </a:lnTo>
                  <a:lnTo>
                    <a:pt x="384" y="312"/>
                  </a:lnTo>
                  <a:lnTo>
                    <a:pt x="392" y="264"/>
                  </a:lnTo>
                  <a:lnTo>
                    <a:pt x="400" y="224"/>
                  </a:lnTo>
                  <a:lnTo>
                    <a:pt x="400" y="184"/>
                  </a:lnTo>
                  <a:lnTo>
                    <a:pt x="408" y="144"/>
                  </a:lnTo>
                  <a:lnTo>
                    <a:pt x="408" y="112"/>
                  </a:lnTo>
                  <a:lnTo>
                    <a:pt x="416" y="80"/>
                  </a:lnTo>
                  <a:lnTo>
                    <a:pt x="424" y="56"/>
                  </a:lnTo>
                  <a:lnTo>
                    <a:pt x="424" y="32"/>
                  </a:lnTo>
                  <a:lnTo>
                    <a:pt x="432" y="16"/>
                  </a:lnTo>
                  <a:lnTo>
                    <a:pt x="432" y="8"/>
                  </a:lnTo>
                  <a:lnTo>
                    <a:pt x="440" y="0"/>
                  </a:lnTo>
                  <a:lnTo>
                    <a:pt x="456" y="0"/>
                  </a:lnTo>
                  <a:lnTo>
                    <a:pt x="456" y="8"/>
                  </a:lnTo>
                  <a:lnTo>
                    <a:pt x="464" y="24"/>
                  </a:lnTo>
                  <a:lnTo>
                    <a:pt x="472" y="40"/>
                  </a:lnTo>
                  <a:lnTo>
                    <a:pt x="472" y="56"/>
                  </a:lnTo>
                  <a:lnTo>
                    <a:pt x="480" y="80"/>
                  </a:lnTo>
                  <a:lnTo>
                    <a:pt x="480" y="104"/>
                  </a:lnTo>
                  <a:lnTo>
                    <a:pt x="488" y="136"/>
                  </a:lnTo>
                  <a:lnTo>
                    <a:pt x="496" y="168"/>
                  </a:lnTo>
                  <a:lnTo>
                    <a:pt x="496" y="200"/>
                  </a:lnTo>
                  <a:lnTo>
                    <a:pt x="504" y="240"/>
                  </a:lnTo>
                  <a:lnTo>
                    <a:pt x="504" y="280"/>
                  </a:lnTo>
                  <a:lnTo>
                    <a:pt x="512" y="320"/>
                  </a:lnTo>
                  <a:lnTo>
                    <a:pt x="520" y="368"/>
                  </a:lnTo>
                  <a:lnTo>
                    <a:pt x="520" y="416"/>
                  </a:lnTo>
                  <a:lnTo>
                    <a:pt x="528" y="464"/>
                  </a:lnTo>
                  <a:lnTo>
                    <a:pt x="528" y="512"/>
                  </a:lnTo>
                  <a:lnTo>
                    <a:pt x="536" y="568"/>
                  </a:lnTo>
                  <a:lnTo>
                    <a:pt x="544" y="616"/>
                  </a:lnTo>
                  <a:lnTo>
                    <a:pt x="544" y="672"/>
                  </a:lnTo>
                  <a:lnTo>
                    <a:pt x="552" y="720"/>
                  </a:lnTo>
                  <a:lnTo>
                    <a:pt x="552" y="776"/>
                  </a:lnTo>
                  <a:lnTo>
                    <a:pt x="560" y="832"/>
                  </a:lnTo>
                  <a:lnTo>
                    <a:pt x="560" y="888"/>
                  </a:lnTo>
                  <a:lnTo>
                    <a:pt x="568" y="944"/>
                  </a:lnTo>
                  <a:lnTo>
                    <a:pt x="576" y="992"/>
                  </a:lnTo>
                  <a:lnTo>
                    <a:pt x="576" y="1048"/>
                  </a:lnTo>
                  <a:lnTo>
                    <a:pt x="584" y="1104"/>
                  </a:lnTo>
                  <a:lnTo>
                    <a:pt x="584" y="1151"/>
                  </a:lnTo>
                  <a:lnTo>
                    <a:pt x="592" y="1199"/>
                  </a:lnTo>
                  <a:lnTo>
                    <a:pt x="600" y="1255"/>
                  </a:lnTo>
                  <a:lnTo>
                    <a:pt x="600" y="1303"/>
                  </a:lnTo>
                  <a:lnTo>
                    <a:pt x="608" y="1351"/>
                  </a:lnTo>
                  <a:lnTo>
                    <a:pt x="608" y="1391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1568" name="Freeform 64"/>
            <p:cNvSpPr>
              <a:spLocks/>
            </p:cNvSpPr>
            <p:nvPr/>
          </p:nvSpPr>
          <p:spPr bwMode="auto">
            <a:xfrm>
              <a:off x="4072" y="1837"/>
              <a:ext cx="801" cy="528"/>
            </a:xfrm>
            <a:custGeom>
              <a:avLst/>
              <a:gdLst/>
              <a:ahLst/>
              <a:cxnLst>
                <a:cxn ang="0">
                  <a:pos x="16" y="104"/>
                </a:cxn>
                <a:cxn ang="0">
                  <a:pos x="24" y="216"/>
                </a:cxn>
                <a:cxn ang="0">
                  <a:pos x="40" y="312"/>
                </a:cxn>
                <a:cxn ang="0">
                  <a:pos x="56" y="392"/>
                </a:cxn>
                <a:cxn ang="0">
                  <a:pos x="72" y="448"/>
                </a:cxn>
                <a:cxn ang="0">
                  <a:pos x="88" y="496"/>
                </a:cxn>
                <a:cxn ang="0">
                  <a:pos x="96" y="520"/>
                </a:cxn>
                <a:cxn ang="0">
                  <a:pos x="120" y="528"/>
                </a:cxn>
                <a:cxn ang="0">
                  <a:pos x="144" y="504"/>
                </a:cxn>
                <a:cxn ang="0">
                  <a:pos x="168" y="480"/>
                </a:cxn>
                <a:cxn ang="0">
                  <a:pos x="176" y="456"/>
                </a:cxn>
                <a:cxn ang="0">
                  <a:pos x="192" y="432"/>
                </a:cxn>
                <a:cxn ang="0">
                  <a:pos x="208" y="408"/>
                </a:cxn>
                <a:cxn ang="0">
                  <a:pos x="232" y="384"/>
                </a:cxn>
                <a:cxn ang="0">
                  <a:pos x="256" y="376"/>
                </a:cxn>
                <a:cxn ang="0">
                  <a:pos x="280" y="376"/>
                </a:cxn>
                <a:cxn ang="0">
                  <a:pos x="304" y="392"/>
                </a:cxn>
                <a:cxn ang="0">
                  <a:pos x="328" y="400"/>
                </a:cxn>
                <a:cxn ang="0">
                  <a:pos x="353" y="416"/>
                </a:cxn>
                <a:cxn ang="0">
                  <a:pos x="377" y="416"/>
                </a:cxn>
                <a:cxn ang="0">
                  <a:pos x="401" y="400"/>
                </a:cxn>
                <a:cxn ang="0">
                  <a:pos x="417" y="384"/>
                </a:cxn>
                <a:cxn ang="0">
                  <a:pos x="441" y="352"/>
                </a:cxn>
                <a:cxn ang="0">
                  <a:pos x="449" y="328"/>
                </a:cxn>
                <a:cxn ang="0">
                  <a:pos x="465" y="296"/>
                </a:cxn>
                <a:cxn ang="0">
                  <a:pos x="481" y="256"/>
                </a:cxn>
                <a:cxn ang="0">
                  <a:pos x="497" y="216"/>
                </a:cxn>
                <a:cxn ang="0">
                  <a:pos x="513" y="184"/>
                </a:cxn>
                <a:cxn ang="0">
                  <a:pos x="521" y="152"/>
                </a:cxn>
                <a:cxn ang="0">
                  <a:pos x="537" y="120"/>
                </a:cxn>
                <a:cxn ang="0">
                  <a:pos x="553" y="88"/>
                </a:cxn>
                <a:cxn ang="0">
                  <a:pos x="569" y="64"/>
                </a:cxn>
                <a:cxn ang="0">
                  <a:pos x="585" y="48"/>
                </a:cxn>
                <a:cxn ang="0">
                  <a:pos x="609" y="40"/>
                </a:cxn>
                <a:cxn ang="0">
                  <a:pos x="633" y="40"/>
                </a:cxn>
                <a:cxn ang="0">
                  <a:pos x="657" y="56"/>
                </a:cxn>
                <a:cxn ang="0">
                  <a:pos x="681" y="72"/>
                </a:cxn>
                <a:cxn ang="0">
                  <a:pos x="705" y="80"/>
                </a:cxn>
                <a:cxn ang="0">
                  <a:pos x="729" y="80"/>
                </a:cxn>
                <a:cxn ang="0">
                  <a:pos x="753" y="64"/>
                </a:cxn>
                <a:cxn ang="0">
                  <a:pos x="777" y="40"/>
                </a:cxn>
                <a:cxn ang="0">
                  <a:pos x="793" y="16"/>
                </a:cxn>
              </a:cxnLst>
              <a:rect l="0" t="0" r="r" b="b"/>
              <a:pathLst>
                <a:path w="801" h="528">
                  <a:moveTo>
                    <a:pt x="0" y="16"/>
                  </a:moveTo>
                  <a:lnTo>
                    <a:pt x="8" y="64"/>
                  </a:lnTo>
                  <a:lnTo>
                    <a:pt x="16" y="104"/>
                  </a:lnTo>
                  <a:lnTo>
                    <a:pt x="16" y="144"/>
                  </a:lnTo>
                  <a:lnTo>
                    <a:pt x="24" y="184"/>
                  </a:lnTo>
                  <a:lnTo>
                    <a:pt x="24" y="216"/>
                  </a:lnTo>
                  <a:lnTo>
                    <a:pt x="32" y="256"/>
                  </a:lnTo>
                  <a:lnTo>
                    <a:pt x="40" y="288"/>
                  </a:lnTo>
                  <a:lnTo>
                    <a:pt x="40" y="312"/>
                  </a:lnTo>
                  <a:lnTo>
                    <a:pt x="48" y="344"/>
                  </a:lnTo>
                  <a:lnTo>
                    <a:pt x="48" y="368"/>
                  </a:lnTo>
                  <a:lnTo>
                    <a:pt x="56" y="392"/>
                  </a:lnTo>
                  <a:lnTo>
                    <a:pt x="64" y="416"/>
                  </a:lnTo>
                  <a:lnTo>
                    <a:pt x="64" y="432"/>
                  </a:lnTo>
                  <a:lnTo>
                    <a:pt x="72" y="448"/>
                  </a:lnTo>
                  <a:lnTo>
                    <a:pt x="72" y="464"/>
                  </a:lnTo>
                  <a:lnTo>
                    <a:pt x="80" y="480"/>
                  </a:lnTo>
                  <a:lnTo>
                    <a:pt x="88" y="496"/>
                  </a:lnTo>
                  <a:lnTo>
                    <a:pt x="88" y="504"/>
                  </a:lnTo>
                  <a:lnTo>
                    <a:pt x="104" y="520"/>
                  </a:lnTo>
                  <a:lnTo>
                    <a:pt x="96" y="520"/>
                  </a:lnTo>
                  <a:lnTo>
                    <a:pt x="104" y="520"/>
                  </a:lnTo>
                  <a:lnTo>
                    <a:pt x="112" y="528"/>
                  </a:lnTo>
                  <a:lnTo>
                    <a:pt x="120" y="528"/>
                  </a:lnTo>
                  <a:lnTo>
                    <a:pt x="128" y="520"/>
                  </a:lnTo>
                  <a:lnTo>
                    <a:pt x="136" y="512"/>
                  </a:lnTo>
                  <a:lnTo>
                    <a:pt x="144" y="504"/>
                  </a:lnTo>
                  <a:lnTo>
                    <a:pt x="152" y="496"/>
                  </a:lnTo>
                  <a:lnTo>
                    <a:pt x="160" y="488"/>
                  </a:lnTo>
                  <a:lnTo>
                    <a:pt x="168" y="480"/>
                  </a:lnTo>
                  <a:lnTo>
                    <a:pt x="168" y="472"/>
                  </a:lnTo>
                  <a:lnTo>
                    <a:pt x="176" y="464"/>
                  </a:lnTo>
                  <a:lnTo>
                    <a:pt x="176" y="456"/>
                  </a:lnTo>
                  <a:lnTo>
                    <a:pt x="184" y="448"/>
                  </a:lnTo>
                  <a:lnTo>
                    <a:pt x="192" y="440"/>
                  </a:lnTo>
                  <a:lnTo>
                    <a:pt x="192" y="432"/>
                  </a:lnTo>
                  <a:lnTo>
                    <a:pt x="200" y="424"/>
                  </a:lnTo>
                  <a:lnTo>
                    <a:pt x="200" y="416"/>
                  </a:lnTo>
                  <a:lnTo>
                    <a:pt x="208" y="408"/>
                  </a:lnTo>
                  <a:lnTo>
                    <a:pt x="216" y="400"/>
                  </a:lnTo>
                  <a:lnTo>
                    <a:pt x="224" y="392"/>
                  </a:lnTo>
                  <a:lnTo>
                    <a:pt x="232" y="384"/>
                  </a:lnTo>
                  <a:lnTo>
                    <a:pt x="240" y="376"/>
                  </a:lnTo>
                  <a:lnTo>
                    <a:pt x="248" y="376"/>
                  </a:lnTo>
                  <a:lnTo>
                    <a:pt x="256" y="376"/>
                  </a:lnTo>
                  <a:lnTo>
                    <a:pt x="264" y="376"/>
                  </a:lnTo>
                  <a:lnTo>
                    <a:pt x="272" y="376"/>
                  </a:lnTo>
                  <a:lnTo>
                    <a:pt x="280" y="376"/>
                  </a:lnTo>
                  <a:lnTo>
                    <a:pt x="288" y="384"/>
                  </a:lnTo>
                  <a:lnTo>
                    <a:pt x="296" y="384"/>
                  </a:lnTo>
                  <a:lnTo>
                    <a:pt x="304" y="392"/>
                  </a:lnTo>
                  <a:lnTo>
                    <a:pt x="312" y="392"/>
                  </a:lnTo>
                  <a:lnTo>
                    <a:pt x="320" y="400"/>
                  </a:lnTo>
                  <a:lnTo>
                    <a:pt x="328" y="400"/>
                  </a:lnTo>
                  <a:lnTo>
                    <a:pt x="337" y="408"/>
                  </a:lnTo>
                  <a:lnTo>
                    <a:pt x="345" y="416"/>
                  </a:lnTo>
                  <a:lnTo>
                    <a:pt x="353" y="416"/>
                  </a:lnTo>
                  <a:lnTo>
                    <a:pt x="361" y="416"/>
                  </a:lnTo>
                  <a:lnTo>
                    <a:pt x="369" y="416"/>
                  </a:lnTo>
                  <a:lnTo>
                    <a:pt x="377" y="416"/>
                  </a:lnTo>
                  <a:lnTo>
                    <a:pt x="385" y="416"/>
                  </a:lnTo>
                  <a:lnTo>
                    <a:pt x="393" y="408"/>
                  </a:lnTo>
                  <a:lnTo>
                    <a:pt x="401" y="400"/>
                  </a:lnTo>
                  <a:lnTo>
                    <a:pt x="409" y="400"/>
                  </a:lnTo>
                  <a:lnTo>
                    <a:pt x="417" y="392"/>
                  </a:lnTo>
                  <a:lnTo>
                    <a:pt x="417" y="384"/>
                  </a:lnTo>
                  <a:lnTo>
                    <a:pt x="425" y="376"/>
                  </a:lnTo>
                  <a:lnTo>
                    <a:pt x="433" y="368"/>
                  </a:lnTo>
                  <a:lnTo>
                    <a:pt x="441" y="352"/>
                  </a:lnTo>
                  <a:lnTo>
                    <a:pt x="441" y="344"/>
                  </a:lnTo>
                  <a:lnTo>
                    <a:pt x="449" y="336"/>
                  </a:lnTo>
                  <a:lnTo>
                    <a:pt x="449" y="328"/>
                  </a:lnTo>
                  <a:lnTo>
                    <a:pt x="457" y="312"/>
                  </a:lnTo>
                  <a:lnTo>
                    <a:pt x="465" y="304"/>
                  </a:lnTo>
                  <a:lnTo>
                    <a:pt x="465" y="296"/>
                  </a:lnTo>
                  <a:lnTo>
                    <a:pt x="473" y="280"/>
                  </a:lnTo>
                  <a:lnTo>
                    <a:pt x="473" y="272"/>
                  </a:lnTo>
                  <a:lnTo>
                    <a:pt x="481" y="256"/>
                  </a:lnTo>
                  <a:lnTo>
                    <a:pt x="489" y="248"/>
                  </a:lnTo>
                  <a:lnTo>
                    <a:pt x="489" y="232"/>
                  </a:lnTo>
                  <a:lnTo>
                    <a:pt x="497" y="216"/>
                  </a:lnTo>
                  <a:lnTo>
                    <a:pt x="497" y="208"/>
                  </a:lnTo>
                  <a:lnTo>
                    <a:pt x="505" y="192"/>
                  </a:lnTo>
                  <a:lnTo>
                    <a:pt x="513" y="184"/>
                  </a:lnTo>
                  <a:lnTo>
                    <a:pt x="513" y="168"/>
                  </a:lnTo>
                  <a:lnTo>
                    <a:pt x="521" y="160"/>
                  </a:lnTo>
                  <a:lnTo>
                    <a:pt x="521" y="152"/>
                  </a:lnTo>
                  <a:lnTo>
                    <a:pt x="529" y="136"/>
                  </a:lnTo>
                  <a:lnTo>
                    <a:pt x="529" y="128"/>
                  </a:lnTo>
                  <a:lnTo>
                    <a:pt x="537" y="120"/>
                  </a:lnTo>
                  <a:lnTo>
                    <a:pt x="545" y="104"/>
                  </a:lnTo>
                  <a:lnTo>
                    <a:pt x="545" y="96"/>
                  </a:lnTo>
                  <a:lnTo>
                    <a:pt x="553" y="88"/>
                  </a:lnTo>
                  <a:lnTo>
                    <a:pt x="553" y="80"/>
                  </a:lnTo>
                  <a:lnTo>
                    <a:pt x="561" y="72"/>
                  </a:lnTo>
                  <a:lnTo>
                    <a:pt x="569" y="64"/>
                  </a:lnTo>
                  <a:lnTo>
                    <a:pt x="585" y="48"/>
                  </a:lnTo>
                  <a:lnTo>
                    <a:pt x="577" y="48"/>
                  </a:lnTo>
                  <a:lnTo>
                    <a:pt x="585" y="48"/>
                  </a:lnTo>
                  <a:lnTo>
                    <a:pt x="593" y="40"/>
                  </a:lnTo>
                  <a:lnTo>
                    <a:pt x="601" y="40"/>
                  </a:lnTo>
                  <a:lnTo>
                    <a:pt x="609" y="40"/>
                  </a:lnTo>
                  <a:lnTo>
                    <a:pt x="617" y="40"/>
                  </a:lnTo>
                  <a:lnTo>
                    <a:pt x="625" y="40"/>
                  </a:lnTo>
                  <a:lnTo>
                    <a:pt x="633" y="40"/>
                  </a:lnTo>
                  <a:lnTo>
                    <a:pt x="641" y="48"/>
                  </a:lnTo>
                  <a:lnTo>
                    <a:pt x="649" y="48"/>
                  </a:lnTo>
                  <a:lnTo>
                    <a:pt x="657" y="56"/>
                  </a:lnTo>
                  <a:lnTo>
                    <a:pt x="665" y="56"/>
                  </a:lnTo>
                  <a:lnTo>
                    <a:pt x="673" y="64"/>
                  </a:lnTo>
                  <a:lnTo>
                    <a:pt x="681" y="72"/>
                  </a:lnTo>
                  <a:lnTo>
                    <a:pt x="689" y="72"/>
                  </a:lnTo>
                  <a:lnTo>
                    <a:pt x="697" y="80"/>
                  </a:lnTo>
                  <a:lnTo>
                    <a:pt x="705" y="80"/>
                  </a:lnTo>
                  <a:lnTo>
                    <a:pt x="713" y="80"/>
                  </a:lnTo>
                  <a:lnTo>
                    <a:pt x="721" y="80"/>
                  </a:lnTo>
                  <a:lnTo>
                    <a:pt x="729" y="80"/>
                  </a:lnTo>
                  <a:lnTo>
                    <a:pt x="737" y="80"/>
                  </a:lnTo>
                  <a:lnTo>
                    <a:pt x="745" y="72"/>
                  </a:lnTo>
                  <a:lnTo>
                    <a:pt x="753" y="64"/>
                  </a:lnTo>
                  <a:lnTo>
                    <a:pt x="761" y="56"/>
                  </a:lnTo>
                  <a:lnTo>
                    <a:pt x="769" y="48"/>
                  </a:lnTo>
                  <a:lnTo>
                    <a:pt x="777" y="40"/>
                  </a:lnTo>
                  <a:lnTo>
                    <a:pt x="785" y="32"/>
                  </a:lnTo>
                  <a:lnTo>
                    <a:pt x="793" y="24"/>
                  </a:lnTo>
                  <a:lnTo>
                    <a:pt x="793" y="16"/>
                  </a:lnTo>
                  <a:lnTo>
                    <a:pt x="801" y="8"/>
                  </a:lnTo>
                  <a:lnTo>
                    <a:pt x="801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1569" name="Freeform 65"/>
            <p:cNvSpPr>
              <a:spLocks/>
            </p:cNvSpPr>
            <p:nvPr/>
          </p:nvSpPr>
          <p:spPr bwMode="auto">
            <a:xfrm>
              <a:off x="4873" y="1765"/>
              <a:ext cx="488" cy="1903"/>
            </a:xfrm>
            <a:custGeom>
              <a:avLst/>
              <a:gdLst/>
              <a:ahLst/>
              <a:cxnLst>
                <a:cxn ang="0">
                  <a:pos x="8" y="64"/>
                </a:cxn>
                <a:cxn ang="0">
                  <a:pos x="16" y="48"/>
                </a:cxn>
                <a:cxn ang="0">
                  <a:pos x="24" y="32"/>
                </a:cxn>
                <a:cxn ang="0">
                  <a:pos x="40" y="16"/>
                </a:cxn>
                <a:cxn ang="0">
                  <a:pos x="56" y="8"/>
                </a:cxn>
                <a:cxn ang="0">
                  <a:pos x="72" y="8"/>
                </a:cxn>
                <a:cxn ang="0">
                  <a:pos x="88" y="16"/>
                </a:cxn>
                <a:cxn ang="0">
                  <a:pos x="96" y="32"/>
                </a:cxn>
                <a:cxn ang="0">
                  <a:pos x="104" y="48"/>
                </a:cxn>
                <a:cxn ang="0">
                  <a:pos x="112" y="80"/>
                </a:cxn>
                <a:cxn ang="0">
                  <a:pos x="120" y="120"/>
                </a:cxn>
                <a:cxn ang="0">
                  <a:pos x="128" y="168"/>
                </a:cxn>
                <a:cxn ang="0">
                  <a:pos x="144" y="224"/>
                </a:cxn>
                <a:cxn ang="0">
                  <a:pos x="152" y="288"/>
                </a:cxn>
                <a:cxn ang="0">
                  <a:pos x="160" y="360"/>
                </a:cxn>
                <a:cxn ang="0">
                  <a:pos x="168" y="440"/>
                </a:cxn>
                <a:cxn ang="0">
                  <a:pos x="176" y="528"/>
                </a:cxn>
                <a:cxn ang="0">
                  <a:pos x="192" y="616"/>
                </a:cxn>
                <a:cxn ang="0">
                  <a:pos x="200" y="720"/>
                </a:cxn>
                <a:cxn ang="0">
                  <a:pos x="208" y="824"/>
                </a:cxn>
                <a:cxn ang="0">
                  <a:pos x="216" y="928"/>
                </a:cxn>
                <a:cxn ang="0">
                  <a:pos x="224" y="1031"/>
                </a:cxn>
                <a:cxn ang="0">
                  <a:pos x="240" y="1143"/>
                </a:cxn>
                <a:cxn ang="0">
                  <a:pos x="248" y="1247"/>
                </a:cxn>
                <a:cxn ang="0">
                  <a:pos x="256" y="1359"/>
                </a:cxn>
                <a:cxn ang="0">
                  <a:pos x="264" y="1455"/>
                </a:cxn>
                <a:cxn ang="0">
                  <a:pos x="272" y="1551"/>
                </a:cxn>
                <a:cxn ang="0">
                  <a:pos x="288" y="1639"/>
                </a:cxn>
                <a:cxn ang="0">
                  <a:pos x="296" y="1711"/>
                </a:cxn>
                <a:cxn ang="0">
                  <a:pos x="304" y="1775"/>
                </a:cxn>
                <a:cxn ang="0">
                  <a:pos x="312" y="1831"/>
                </a:cxn>
                <a:cxn ang="0">
                  <a:pos x="320" y="1871"/>
                </a:cxn>
                <a:cxn ang="0">
                  <a:pos x="328" y="1895"/>
                </a:cxn>
                <a:cxn ang="0">
                  <a:pos x="352" y="1903"/>
                </a:cxn>
                <a:cxn ang="0">
                  <a:pos x="360" y="1879"/>
                </a:cxn>
                <a:cxn ang="0">
                  <a:pos x="368" y="1839"/>
                </a:cxn>
                <a:cxn ang="0">
                  <a:pos x="376" y="1783"/>
                </a:cxn>
                <a:cxn ang="0">
                  <a:pos x="392" y="1711"/>
                </a:cxn>
                <a:cxn ang="0">
                  <a:pos x="400" y="1623"/>
                </a:cxn>
                <a:cxn ang="0">
                  <a:pos x="408" y="1519"/>
                </a:cxn>
                <a:cxn ang="0">
                  <a:pos x="416" y="1399"/>
                </a:cxn>
                <a:cxn ang="0">
                  <a:pos x="424" y="1263"/>
                </a:cxn>
                <a:cxn ang="0">
                  <a:pos x="440" y="1127"/>
                </a:cxn>
                <a:cxn ang="0">
                  <a:pos x="448" y="975"/>
                </a:cxn>
                <a:cxn ang="0">
                  <a:pos x="456" y="808"/>
                </a:cxn>
                <a:cxn ang="0">
                  <a:pos x="464" y="648"/>
                </a:cxn>
                <a:cxn ang="0">
                  <a:pos x="472" y="472"/>
                </a:cxn>
                <a:cxn ang="0">
                  <a:pos x="488" y="304"/>
                </a:cxn>
              </a:cxnLst>
              <a:rect l="0" t="0" r="r" b="b"/>
              <a:pathLst>
                <a:path w="488" h="1903">
                  <a:moveTo>
                    <a:pt x="0" y="72"/>
                  </a:moveTo>
                  <a:lnTo>
                    <a:pt x="8" y="64"/>
                  </a:lnTo>
                  <a:lnTo>
                    <a:pt x="16" y="56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48" y="8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0" y="8"/>
                  </a:lnTo>
                  <a:lnTo>
                    <a:pt x="88" y="16"/>
                  </a:lnTo>
                  <a:lnTo>
                    <a:pt x="88" y="24"/>
                  </a:lnTo>
                  <a:lnTo>
                    <a:pt x="96" y="32"/>
                  </a:lnTo>
                  <a:lnTo>
                    <a:pt x="96" y="40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12" y="80"/>
                  </a:lnTo>
                  <a:lnTo>
                    <a:pt x="120" y="104"/>
                  </a:lnTo>
                  <a:lnTo>
                    <a:pt x="120" y="120"/>
                  </a:lnTo>
                  <a:lnTo>
                    <a:pt x="128" y="144"/>
                  </a:lnTo>
                  <a:lnTo>
                    <a:pt x="128" y="168"/>
                  </a:lnTo>
                  <a:lnTo>
                    <a:pt x="136" y="192"/>
                  </a:lnTo>
                  <a:lnTo>
                    <a:pt x="144" y="224"/>
                  </a:lnTo>
                  <a:lnTo>
                    <a:pt x="144" y="256"/>
                  </a:lnTo>
                  <a:lnTo>
                    <a:pt x="152" y="288"/>
                  </a:lnTo>
                  <a:lnTo>
                    <a:pt x="152" y="320"/>
                  </a:lnTo>
                  <a:lnTo>
                    <a:pt x="160" y="360"/>
                  </a:lnTo>
                  <a:lnTo>
                    <a:pt x="168" y="400"/>
                  </a:lnTo>
                  <a:lnTo>
                    <a:pt x="168" y="440"/>
                  </a:lnTo>
                  <a:lnTo>
                    <a:pt x="176" y="480"/>
                  </a:lnTo>
                  <a:lnTo>
                    <a:pt x="176" y="528"/>
                  </a:lnTo>
                  <a:lnTo>
                    <a:pt x="184" y="568"/>
                  </a:lnTo>
                  <a:lnTo>
                    <a:pt x="192" y="616"/>
                  </a:lnTo>
                  <a:lnTo>
                    <a:pt x="192" y="664"/>
                  </a:lnTo>
                  <a:lnTo>
                    <a:pt x="200" y="720"/>
                  </a:lnTo>
                  <a:lnTo>
                    <a:pt x="200" y="768"/>
                  </a:lnTo>
                  <a:lnTo>
                    <a:pt x="208" y="824"/>
                  </a:lnTo>
                  <a:lnTo>
                    <a:pt x="216" y="872"/>
                  </a:lnTo>
                  <a:lnTo>
                    <a:pt x="216" y="928"/>
                  </a:lnTo>
                  <a:lnTo>
                    <a:pt x="224" y="983"/>
                  </a:lnTo>
                  <a:lnTo>
                    <a:pt x="224" y="1031"/>
                  </a:lnTo>
                  <a:lnTo>
                    <a:pt x="232" y="1087"/>
                  </a:lnTo>
                  <a:lnTo>
                    <a:pt x="240" y="1143"/>
                  </a:lnTo>
                  <a:lnTo>
                    <a:pt x="240" y="1199"/>
                  </a:lnTo>
                  <a:lnTo>
                    <a:pt x="248" y="1247"/>
                  </a:lnTo>
                  <a:lnTo>
                    <a:pt x="248" y="1303"/>
                  </a:lnTo>
                  <a:lnTo>
                    <a:pt x="256" y="1359"/>
                  </a:lnTo>
                  <a:lnTo>
                    <a:pt x="264" y="1407"/>
                  </a:lnTo>
                  <a:lnTo>
                    <a:pt x="264" y="1455"/>
                  </a:lnTo>
                  <a:lnTo>
                    <a:pt x="272" y="1503"/>
                  </a:lnTo>
                  <a:lnTo>
                    <a:pt x="272" y="1551"/>
                  </a:lnTo>
                  <a:lnTo>
                    <a:pt x="280" y="1591"/>
                  </a:lnTo>
                  <a:lnTo>
                    <a:pt x="288" y="1639"/>
                  </a:lnTo>
                  <a:lnTo>
                    <a:pt x="288" y="1679"/>
                  </a:lnTo>
                  <a:lnTo>
                    <a:pt x="296" y="1711"/>
                  </a:lnTo>
                  <a:lnTo>
                    <a:pt x="296" y="1743"/>
                  </a:lnTo>
                  <a:lnTo>
                    <a:pt x="304" y="1775"/>
                  </a:lnTo>
                  <a:lnTo>
                    <a:pt x="304" y="1807"/>
                  </a:lnTo>
                  <a:lnTo>
                    <a:pt x="312" y="1831"/>
                  </a:lnTo>
                  <a:lnTo>
                    <a:pt x="320" y="1855"/>
                  </a:lnTo>
                  <a:lnTo>
                    <a:pt x="320" y="1871"/>
                  </a:lnTo>
                  <a:lnTo>
                    <a:pt x="328" y="1887"/>
                  </a:lnTo>
                  <a:lnTo>
                    <a:pt x="328" y="1895"/>
                  </a:lnTo>
                  <a:lnTo>
                    <a:pt x="336" y="1903"/>
                  </a:lnTo>
                  <a:lnTo>
                    <a:pt x="352" y="1903"/>
                  </a:lnTo>
                  <a:lnTo>
                    <a:pt x="352" y="1895"/>
                  </a:lnTo>
                  <a:lnTo>
                    <a:pt x="360" y="1879"/>
                  </a:lnTo>
                  <a:lnTo>
                    <a:pt x="368" y="1863"/>
                  </a:lnTo>
                  <a:lnTo>
                    <a:pt x="368" y="1839"/>
                  </a:lnTo>
                  <a:lnTo>
                    <a:pt x="376" y="1815"/>
                  </a:lnTo>
                  <a:lnTo>
                    <a:pt x="376" y="1783"/>
                  </a:lnTo>
                  <a:lnTo>
                    <a:pt x="384" y="1751"/>
                  </a:lnTo>
                  <a:lnTo>
                    <a:pt x="392" y="1711"/>
                  </a:lnTo>
                  <a:lnTo>
                    <a:pt x="392" y="1663"/>
                  </a:lnTo>
                  <a:lnTo>
                    <a:pt x="400" y="1623"/>
                  </a:lnTo>
                  <a:lnTo>
                    <a:pt x="400" y="1567"/>
                  </a:lnTo>
                  <a:lnTo>
                    <a:pt x="408" y="1519"/>
                  </a:lnTo>
                  <a:lnTo>
                    <a:pt x="416" y="1455"/>
                  </a:lnTo>
                  <a:lnTo>
                    <a:pt x="416" y="1399"/>
                  </a:lnTo>
                  <a:lnTo>
                    <a:pt x="424" y="1335"/>
                  </a:lnTo>
                  <a:lnTo>
                    <a:pt x="424" y="1263"/>
                  </a:lnTo>
                  <a:lnTo>
                    <a:pt x="432" y="1199"/>
                  </a:lnTo>
                  <a:lnTo>
                    <a:pt x="440" y="1127"/>
                  </a:lnTo>
                  <a:lnTo>
                    <a:pt x="440" y="1047"/>
                  </a:lnTo>
                  <a:lnTo>
                    <a:pt x="448" y="975"/>
                  </a:lnTo>
                  <a:lnTo>
                    <a:pt x="448" y="896"/>
                  </a:lnTo>
                  <a:lnTo>
                    <a:pt x="456" y="808"/>
                  </a:lnTo>
                  <a:lnTo>
                    <a:pt x="464" y="728"/>
                  </a:lnTo>
                  <a:lnTo>
                    <a:pt x="464" y="648"/>
                  </a:lnTo>
                  <a:lnTo>
                    <a:pt x="472" y="560"/>
                  </a:lnTo>
                  <a:lnTo>
                    <a:pt x="472" y="472"/>
                  </a:lnTo>
                  <a:lnTo>
                    <a:pt x="480" y="384"/>
                  </a:lnTo>
                  <a:lnTo>
                    <a:pt x="488" y="304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sp>
        <p:nvSpPr>
          <p:cNvPr id="21570" name="Text Box 66"/>
          <p:cNvSpPr txBox="1">
            <a:spLocks noChangeArrowheads="1"/>
          </p:cNvSpPr>
          <p:nvPr/>
        </p:nvSpPr>
        <p:spPr bwMode="auto">
          <a:xfrm>
            <a:off x="6794500" y="43894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1571" name="Text Box 67"/>
          <p:cNvSpPr txBox="1">
            <a:spLocks noChangeArrowheads="1"/>
          </p:cNvSpPr>
          <p:nvPr/>
        </p:nvSpPr>
        <p:spPr bwMode="auto">
          <a:xfrm>
            <a:off x="7353300" y="4389438"/>
            <a:ext cx="484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1572" name="Text Box 68"/>
          <p:cNvSpPr txBox="1">
            <a:spLocks noChangeArrowheads="1"/>
          </p:cNvSpPr>
          <p:nvPr/>
        </p:nvSpPr>
        <p:spPr bwMode="auto">
          <a:xfrm>
            <a:off x="7950200" y="4389438"/>
            <a:ext cx="484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1573" name="Text Box 69"/>
          <p:cNvSpPr txBox="1">
            <a:spLocks noChangeArrowheads="1"/>
          </p:cNvSpPr>
          <p:nvPr/>
        </p:nvSpPr>
        <p:spPr bwMode="auto">
          <a:xfrm>
            <a:off x="8523289" y="4389438"/>
            <a:ext cx="484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C6F957-4EEA-F6C6-2509-C61B5ACD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5A9AC6-93A0-774B-D2EA-3B505163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41</a:t>
            </a:fld>
            <a:endParaRPr lang="en-CL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2"/>
          <p:cNvSpPr>
            <a:spLocks noChangeShapeType="1"/>
          </p:cNvSpPr>
          <p:nvPr/>
        </p:nvSpPr>
        <p:spPr bwMode="auto">
          <a:xfrm>
            <a:off x="6256339" y="4337050"/>
            <a:ext cx="340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55" name="Line 3"/>
          <p:cNvSpPr>
            <a:spLocks noChangeShapeType="1"/>
          </p:cNvSpPr>
          <p:nvPr/>
        </p:nvSpPr>
        <p:spPr bwMode="auto">
          <a:xfrm flipV="1">
            <a:off x="6413500" y="1665289"/>
            <a:ext cx="0" cy="282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6794500" y="43894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6959600" y="42767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7353300" y="4389438"/>
            <a:ext cx="484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7537450" y="42767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7950200" y="4389438"/>
            <a:ext cx="484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8115300" y="42767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8523289" y="4389438"/>
            <a:ext cx="484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8693150" y="42767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6119814" y="1190625"/>
            <a:ext cx="56938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600" dirty="0">
                <a:latin typeface="Gill Sans MT" panose="020B0502020104020203" pitchFamily="34" charset="77"/>
              </a:rPr>
              <a:t>F(</a:t>
            </a:r>
            <a:r>
              <a:rPr lang="es-CL" sz="1600" dirty="0">
                <a:latin typeface="Gill Sans MT" panose="020B0502020104020203" pitchFamily="34" charset="77"/>
                <a:sym typeface="Symbol" charset="2"/>
              </a:rPr>
              <a:t>w</a:t>
            </a:r>
            <a:r>
              <a:rPr lang="es-CL" sz="1600" dirty="0">
                <a:latin typeface="Gill Sans MT" panose="020B0502020104020203" pitchFamily="34" charset="77"/>
              </a:rPr>
              <a:t>)</a:t>
            </a:r>
            <a:endParaRPr lang="es-ES" sz="1600" dirty="0">
              <a:latin typeface="Gill Sans MT" panose="020B0502020104020203" pitchFamily="34" charset="77"/>
            </a:endParaRPr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 flipV="1">
            <a:off x="6950075" y="3040063"/>
            <a:ext cx="0" cy="1282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 flipH="1" flipV="1">
            <a:off x="7510463" y="2359026"/>
            <a:ext cx="11112" cy="197326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72" name="Line 20"/>
          <p:cNvSpPr>
            <a:spLocks noChangeShapeType="1"/>
          </p:cNvSpPr>
          <p:nvPr/>
        </p:nvSpPr>
        <p:spPr bwMode="auto">
          <a:xfrm flipH="1" flipV="1">
            <a:off x="8094663" y="2563813"/>
            <a:ext cx="11112" cy="177165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73" name="Line 21"/>
          <p:cNvSpPr>
            <a:spLocks noChangeShapeType="1"/>
          </p:cNvSpPr>
          <p:nvPr/>
        </p:nvSpPr>
        <p:spPr bwMode="auto">
          <a:xfrm flipV="1">
            <a:off x="8682039" y="3206751"/>
            <a:ext cx="1587" cy="112236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74" name="Line 22"/>
          <p:cNvSpPr>
            <a:spLocks noChangeShapeType="1"/>
          </p:cNvSpPr>
          <p:nvPr/>
        </p:nvSpPr>
        <p:spPr bwMode="auto">
          <a:xfrm>
            <a:off x="5299076" y="3309938"/>
            <a:ext cx="61436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83" name="Line 31"/>
          <p:cNvSpPr>
            <a:spLocks noChangeShapeType="1"/>
          </p:cNvSpPr>
          <p:nvPr/>
        </p:nvSpPr>
        <p:spPr bwMode="auto">
          <a:xfrm>
            <a:off x="2228850" y="3365501"/>
            <a:ext cx="2706688" cy="11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84" name="Line 32"/>
          <p:cNvSpPr>
            <a:spLocks noChangeShapeType="1"/>
          </p:cNvSpPr>
          <p:nvPr/>
        </p:nvSpPr>
        <p:spPr bwMode="auto">
          <a:xfrm flipV="1">
            <a:off x="2322513" y="1516063"/>
            <a:ext cx="0" cy="203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585" name="Text Box 33"/>
          <p:cNvSpPr txBox="1">
            <a:spLocks noChangeArrowheads="1"/>
          </p:cNvSpPr>
          <p:nvPr/>
        </p:nvSpPr>
        <p:spPr bwMode="auto">
          <a:xfrm>
            <a:off x="2398713" y="1306513"/>
            <a:ext cx="470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f(t)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586" name="Text Box 34"/>
          <p:cNvSpPr txBox="1">
            <a:spLocks noChangeArrowheads="1"/>
          </p:cNvSpPr>
          <p:nvPr/>
        </p:nvSpPr>
        <p:spPr bwMode="auto">
          <a:xfrm>
            <a:off x="9434513" y="4338107"/>
            <a:ext cx="33695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600" dirty="0">
                <a:latin typeface="Gill Sans MT" panose="020B0502020104020203" pitchFamily="34" charset="77"/>
                <a:sym typeface="Symbol" charset="2"/>
              </a:rPr>
              <a:t>w</a:t>
            </a:r>
            <a:endParaRPr lang="es-ES" sz="1600" dirty="0">
              <a:latin typeface="Gill Sans MT" panose="020B0502020104020203" pitchFamily="34" charset="77"/>
            </a:endParaRPr>
          </a:p>
        </p:txBody>
      </p:sp>
      <p:sp>
        <p:nvSpPr>
          <p:cNvPr id="23587" name="Text Box 35"/>
          <p:cNvSpPr txBox="1">
            <a:spLocks noChangeArrowheads="1"/>
          </p:cNvSpPr>
          <p:nvPr/>
        </p:nvSpPr>
        <p:spPr bwMode="auto">
          <a:xfrm>
            <a:off x="2562225" y="5262563"/>
            <a:ext cx="63440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       Señal f(t)                                      Espectro de la señal  F(</a:t>
            </a:r>
            <a:r>
              <a:rPr lang="es-CL" dirty="0">
                <a:latin typeface="Gill Sans MT" panose="020B0502020104020203" pitchFamily="34" charset="77"/>
                <a:sym typeface="Symbol" charset="2"/>
              </a:rPr>
              <a:t>w)</a:t>
            </a:r>
          </a:p>
        </p:txBody>
      </p:sp>
      <p:sp>
        <p:nvSpPr>
          <p:cNvPr id="23616" name="Rectangle 64"/>
          <p:cNvSpPr>
            <a:spLocks noChangeArrowheads="1"/>
          </p:cNvSpPr>
          <p:nvPr/>
        </p:nvSpPr>
        <p:spPr bwMode="auto">
          <a:xfrm>
            <a:off x="4906963" y="3281363"/>
            <a:ext cx="26161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t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617" name="Text Box 65"/>
          <p:cNvSpPr txBox="1">
            <a:spLocks noChangeArrowheads="1"/>
          </p:cNvSpPr>
          <p:nvPr/>
        </p:nvSpPr>
        <p:spPr bwMode="auto">
          <a:xfrm>
            <a:off x="4451351" y="5845175"/>
            <a:ext cx="1830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f(t)              F(</a:t>
            </a:r>
            <a:r>
              <a:rPr lang="es-CL" dirty="0">
                <a:latin typeface="Gill Sans MT" panose="020B0502020104020203" pitchFamily="34" charset="77"/>
                <a:sym typeface="Symbol" charset="2"/>
              </a:rPr>
              <a:t>w)</a:t>
            </a:r>
          </a:p>
        </p:txBody>
      </p:sp>
      <p:sp>
        <p:nvSpPr>
          <p:cNvPr id="23618" name="Oval 66"/>
          <p:cNvSpPr>
            <a:spLocks noChangeArrowheads="1"/>
          </p:cNvSpPr>
          <p:nvPr/>
        </p:nvSpPr>
        <p:spPr bwMode="auto">
          <a:xfrm>
            <a:off x="5124450" y="5999164"/>
            <a:ext cx="88900" cy="968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619" name="Oval 67"/>
          <p:cNvSpPr>
            <a:spLocks noChangeArrowheads="1"/>
          </p:cNvSpPr>
          <p:nvPr/>
        </p:nvSpPr>
        <p:spPr bwMode="auto">
          <a:xfrm>
            <a:off x="5549900" y="5999164"/>
            <a:ext cx="88900" cy="968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3620" name="Line 68"/>
          <p:cNvSpPr>
            <a:spLocks noChangeShapeType="1"/>
          </p:cNvSpPr>
          <p:nvPr/>
        </p:nvSpPr>
        <p:spPr bwMode="auto">
          <a:xfrm flipV="1">
            <a:off x="5195888" y="6046789"/>
            <a:ext cx="3556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grpSp>
        <p:nvGrpSpPr>
          <p:cNvPr id="23621" name="Group 69"/>
          <p:cNvGrpSpPr>
            <a:grpSpLocks/>
          </p:cNvGrpSpPr>
          <p:nvPr/>
        </p:nvGrpSpPr>
        <p:grpSpPr bwMode="auto">
          <a:xfrm>
            <a:off x="2413000" y="1954213"/>
            <a:ext cx="2305050" cy="2813050"/>
            <a:chOff x="597" y="454"/>
            <a:chExt cx="4764" cy="3222"/>
          </a:xfrm>
        </p:grpSpPr>
        <p:sp>
          <p:nvSpPr>
            <p:cNvPr id="23622" name="Freeform 70"/>
            <p:cNvSpPr>
              <a:spLocks/>
            </p:cNvSpPr>
            <p:nvPr/>
          </p:nvSpPr>
          <p:spPr bwMode="auto">
            <a:xfrm>
              <a:off x="597" y="454"/>
              <a:ext cx="704" cy="1911"/>
            </a:xfrm>
            <a:custGeom>
              <a:avLst/>
              <a:gdLst/>
              <a:ahLst/>
              <a:cxnLst>
                <a:cxn ang="0">
                  <a:pos x="8" y="1351"/>
                </a:cxn>
                <a:cxn ang="0">
                  <a:pos x="24" y="1104"/>
                </a:cxn>
                <a:cxn ang="0">
                  <a:pos x="40" y="864"/>
                </a:cxn>
                <a:cxn ang="0">
                  <a:pos x="56" y="648"/>
                </a:cxn>
                <a:cxn ang="0">
                  <a:pos x="64" y="456"/>
                </a:cxn>
                <a:cxn ang="0">
                  <a:pos x="80" y="288"/>
                </a:cxn>
                <a:cxn ang="0">
                  <a:pos x="96" y="160"/>
                </a:cxn>
                <a:cxn ang="0">
                  <a:pos x="112" y="72"/>
                </a:cxn>
                <a:cxn ang="0">
                  <a:pos x="136" y="8"/>
                </a:cxn>
                <a:cxn ang="0">
                  <a:pos x="152" y="16"/>
                </a:cxn>
                <a:cxn ang="0">
                  <a:pos x="160" y="56"/>
                </a:cxn>
                <a:cxn ang="0">
                  <a:pos x="176" y="136"/>
                </a:cxn>
                <a:cxn ang="0">
                  <a:pos x="192" y="232"/>
                </a:cxn>
                <a:cxn ang="0">
                  <a:pos x="208" y="360"/>
                </a:cxn>
                <a:cxn ang="0">
                  <a:pos x="216" y="504"/>
                </a:cxn>
                <a:cxn ang="0">
                  <a:pos x="232" y="664"/>
                </a:cxn>
                <a:cxn ang="0">
                  <a:pos x="248" y="824"/>
                </a:cxn>
                <a:cxn ang="0">
                  <a:pos x="264" y="984"/>
                </a:cxn>
                <a:cxn ang="0">
                  <a:pos x="280" y="1143"/>
                </a:cxn>
                <a:cxn ang="0">
                  <a:pos x="288" y="1295"/>
                </a:cxn>
                <a:cxn ang="0">
                  <a:pos x="304" y="1431"/>
                </a:cxn>
                <a:cxn ang="0">
                  <a:pos x="320" y="1551"/>
                </a:cxn>
                <a:cxn ang="0">
                  <a:pos x="336" y="1655"/>
                </a:cxn>
                <a:cxn ang="0">
                  <a:pos x="352" y="1743"/>
                </a:cxn>
                <a:cxn ang="0">
                  <a:pos x="360" y="1807"/>
                </a:cxn>
                <a:cxn ang="0">
                  <a:pos x="376" y="1863"/>
                </a:cxn>
                <a:cxn ang="0">
                  <a:pos x="392" y="1887"/>
                </a:cxn>
                <a:cxn ang="0">
                  <a:pos x="408" y="1911"/>
                </a:cxn>
                <a:cxn ang="0">
                  <a:pos x="432" y="1903"/>
                </a:cxn>
                <a:cxn ang="0">
                  <a:pos x="448" y="1887"/>
                </a:cxn>
                <a:cxn ang="0">
                  <a:pos x="464" y="1863"/>
                </a:cxn>
                <a:cxn ang="0">
                  <a:pos x="480" y="1839"/>
                </a:cxn>
                <a:cxn ang="0">
                  <a:pos x="488" y="1815"/>
                </a:cxn>
                <a:cxn ang="0">
                  <a:pos x="520" y="1783"/>
                </a:cxn>
                <a:cxn ang="0">
                  <a:pos x="536" y="1767"/>
                </a:cxn>
                <a:cxn ang="0">
                  <a:pos x="544" y="1759"/>
                </a:cxn>
                <a:cxn ang="0">
                  <a:pos x="568" y="1759"/>
                </a:cxn>
                <a:cxn ang="0">
                  <a:pos x="592" y="1767"/>
                </a:cxn>
                <a:cxn ang="0">
                  <a:pos x="616" y="1783"/>
                </a:cxn>
                <a:cxn ang="0">
                  <a:pos x="640" y="1799"/>
                </a:cxn>
                <a:cxn ang="0">
                  <a:pos x="664" y="1799"/>
                </a:cxn>
                <a:cxn ang="0">
                  <a:pos x="688" y="1799"/>
                </a:cxn>
              </a:cxnLst>
              <a:rect l="0" t="0" r="r" b="b"/>
              <a:pathLst>
                <a:path w="704" h="1911">
                  <a:moveTo>
                    <a:pt x="0" y="1527"/>
                  </a:moveTo>
                  <a:lnTo>
                    <a:pt x="8" y="1439"/>
                  </a:lnTo>
                  <a:lnTo>
                    <a:pt x="8" y="1351"/>
                  </a:lnTo>
                  <a:lnTo>
                    <a:pt x="16" y="1263"/>
                  </a:lnTo>
                  <a:lnTo>
                    <a:pt x="16" y="1183"/>
                  </a:lnTo>
                  <a:lnTo>
                    <a:pt x="24" y="1104"/>
                  </a:lnTo>
                  <a:lnTo>
                    <a:pt x="32" y="1016"/>
                  </a:lnTo>
                  <a:lnTo>
                    <a:pt x="32" y="936"/>
                  </a:lnTo>
                  <a:lnTo>
                    <a:pt x="40" y="864"/>
                  </a:lnTo>
                  <a:lnTo>
                    <a:pt x="40" y="784"/>
                  </a:lnTo>
                  <a:lnTo>
                    <a:pt x="48" y="712"/>
                  </a:lnTo>
                  <a:lnTo>
                    <a:pt x="56" y="648"/>
                  </a:lnTo>
                  <a:lnTo>
                    <a:pt x="56" y="576"/>
                  </a:lnTo>
                  <a:lnTo>
                    <a:pt x="64" y="512"/>
                  </a:lnTo>
                  <a:lnTo>
                    <a:pt x="64" y="456"/>
                  </a:lnTo>
                  <a:lnTo>
                    <a:pt x="72" y="392"/>
                  </a:lnTo>
                  <a:lnTo>
                    <a:pt x="80" y="344"/>
                  </a:lnTo>
                  <a:lnTo>
                    <a:pt x="80" y="288"/>
                  </a:lnTo>
                  <a:lnTo>
                    <a:pt x="88" y="248"/>
                  </a:lnTo>
                  <a:lnTo>
                    <a:pt x="88" y="200"/>
                  </a:lnTo>
                  <a:lnTo>
                    <a:pt x="96" y="160"/>
                  </a:lnTo>
                  <a:lnTo>
                    <a:pt x="104" y="128"/>
                  </a:lnTo>
                  <a:lnTo>
                    <a:pt x="104" y="96"/>
                  </a:lnTo>
                  <a:lnTo>
                    <a:pt x="112" y="72"/>
                  </a:lnTo>
                  <a:lnTo>
                    <a:pt x="112" y="48"/>
                  </a:lnTo>
                  <a:lnTo>
                    <a:pt x="120" y="32"/>
                  </a:lnTo>
                  <a:lnTo>
                    <a:pt x="136" y="8"/>
                  </a:lnTo>
                  <a:lnTo>
                    <a:pt x="136" y="0"/>
                  </a:lnTo>
                  <a:lnTo>
                    <a:pt x="144" y="8"/>
                  </a:lnTo>
                  <a:lnTo>
                    <a:pt x="152" y="16"/>
                  </a:lnTo>
                  <a:lnTo>
                    <a:pt x="152" y="24"/>
                  </a:lnTo>
                  <a:lnTo>
                    <a:pt x="160" y="40"/>
                  </a:lnTo>
                  <a:lnTo>
                    <a:pt x="160" y="56"/>
                  </a:lnTo>
                  <a:lnTo>
                    <a:pt x="168" y="80"/>
                  </a:lnTo>
                  <a:lnTo>
                    <a:pt x="176" y="104"/>
                  </a:lnTo>
                  <a:lnTo>
                    <a:pt x="176" y="136"/>
                  </a:lnTo>
                  <a:lnTo>
                    <a:pt x="184" y="168"/>
                  </a:lnTo>
                  <a:lnTo>
                    <a:pt x="184" y="200"/>
                  </a:lnTo>
                  <a:lnTo>
                    <a:pt x="192" y="232"/>
                  </a:lnTo>
                  <a:lnTo>
                    <a:pt x="192" y="272"/>
                  </a:lnTo>
                  <a:lnTo>
                    <a:pt x="200" y="320"/>
                  </a:lnTo>
                  <a:lnTo>
                    <a:pt x="208" y="360"/>
                  </a:lnTo>
                  <a:lnTo>
                    <a:pt x="208" y="408"/>
                  </a:lnTo>
                  <a:lnTo>
                    <a:pt x="216" y="456"/>
                  </a:lnTo>
                  <a:lnTo>
                    <a:pt x="216" y="504"/>
                  </a:lnTo>
                  <a:lnTo>
                    <a:pt x="224" y="552"/>
                  </a:lnTo>
                  <a:lnTo>
                    <a:pt x="232" y="608"/>
                  </a:lnTo>
                  <a:lnTo>
                    <a:pt x="232" y="664"/>
                  </a:lnTo>
                  <a:lnTo>
                    <a:pt x="240" y="712"/>
                  </a:lnTo>
                  <a:lnTo>
                    <a:pt x="240" y="768"/>
                  </a:lnTo>
                  <a:lnTo>
                    <a:pt x="248" y="824"/>
                  </a:lnTo>
                  <a:lnTo>
                    <a:pt x="256" y="880"/>
                  </a:lnTo>
                  <a:lnTo>
                    <a:pt x="256" y="928"/>
                  </a:lnTo>
                  <a:lnTo>
                    <a:pt x="264" y="984"/>
                  </a:lnTo>
                  <a:lnTo>
                    <a:pt x="264" y="1040"/>
                  </a:lnTo>
                  <a:lnTo>
                    <a:pt x="272" y="1088"/>
                  </a:lnTo>
                  <a:lnTo>
                    <a:pt x="280" y="1143"/>
                  </a:lnTo>
                  <a:lnTo>
                    <a:pt x="280" y="1191"/>
                  </a:lnTo>
                  <a:lnTo>
                    <a:pt x="288" y="1247"/>
                  </a:lnTo>
                  <a:lnTo>
                    <a:pt x="288" y="1295"/>
                  </a:lnTo>
                  <a:lnTo>
                    <a:pt x="296" y="1343"/>
                  </a:lnTo>
                  <a:lnTo>
                    <a:pt x="304" y="1383"/>
                  </a:lnTo>
                  <a:lnTo>
                    <a:pt x="304" y="1431"/>
                  </a:lnTo>
                  <a:lnTo>
                    <a:pt x="312" y="1471"/>
                  </a:lnTo>
                  <a:lnTo>
                    <a:pt x="312" y="1511"/>
                  </a:lnTo>
                  <a:lnTo>
                    <a:pt x="320" y="1551"/>
                  </a:lnTo>
                  <a:lnTo>
                    <a:pt x="328" y="1591"/>
                  </a:lnTo>
                  <a:lnTo>
                    <a:pt x="328" y="1623"/>
                  </a:lnTo>
                  <a:lnTo>
                    <a:pt x="336" y="1655"/>
                  </a:lnTo>
                  <a:lnTo>
                    <a:pt x="336" y="1687"/>
                  </a:lnTo>
                  <a:lnTo>
                    <a:pt x="344" y="1719"/>
                  </a:lnTo>
                  <a:lnTo>
                    <a:pt x="352" y="1743"/>
                  </a:lnTo>
                  <a:lnTo>
                    <a:pt x="352" y="1767"/>
                  </a:lnTo>
                  <a:lnTo>
                    <a:pt x="360" y="1791"/>
                  </a:lnTo>
                  <a:lnTo>
                    <a:pt x="360" y="1807"/>
                  </a:lnTo>
                  <a:lnTo>
                    <a:pt x="368" y="1831"/>
                  </a:lnTo>
                  <a:lnTo>
                    <a:pt x="376" y="1847"/>
                  </a:lnTo>
                  <a:lnTo>
                    <a:pt x="376" y="1863"/>
                  </a:lnTo>
                  <a:lnTo>
                    <a:pt x="384" y="1871"/>
                  </a:lnTo>
                  <a:lnTo>
                    <a:pt x="384" y="1879"/>
                  </a:lnTo>
                  <a:lnTo>
                    <a:pt x="392" y="1887"/>
                  </a:lnTo>
                  <a:lnTo>
                    <a:pt x="392" y="1895"/>
                  </a:lnTo>
                  <a:lnTo>
                    <a:pt x="400" y="1903"/>
                  </a:lnTo>
                  <a:lnTo>
                    <a:pt x="408" y="1911"/>
                  </a:lnTo>
                  <a:lnTo>
                    <a:pt x="416" y="1911"/>
                  </a:lnTo>
                  <a:lnTo>
                    <a:pt x="424" y="1903"/>
                  </a:lnTo>
                  <a:lnTo>
                    <a:pt x="432" y="1903"/>
                  </a:lnTo>
                  <a:lnTo>
                    <a:pt x="448" y="1887"/>
                  </a:lnTo>
                  <a:lnTo>
                    <a:pt x="440" y="1887"/>
                  </a:lnTo>
                  <a:lnTo>
                    <a:pt x="448" y="1887"/>
                  </a:lnTo>
                  <a:lnTo>
                    <a:pt x="456" y="1879"/>
                  </a:lnTo>
                  <a:lnTo>
                    <a:pt x="456" y="1871"/>
                  </a:lnTo>
                  <a:lnTo>
                    <a:pt x="464" y="1863"/>
                  </a:lnTo>
                  <a:lnTo>
                    <a:pt x="464" y="1855"/>
                  </a:lnTo>
                  <a:lnTo>
                    <a:pt x="472" y="1847"/>
                  </a:lnTo>
                  <a:lnTo>
                    <a:pt x="480" y="1839"/>
                  </a:lnTo>
                  <a:lnTo>
                    <a:pt x="480" y="1831"/>
                  </a:lnTo>
                  <a:lnTo>
                    <a:pt x="488" y="1823"/>
                  </a:lnTo>
                  <a:lnTo>
                    <a:pt x="488" y="1815"/>
                  </a:lnTo>
                  <a:lnTo>
                    <a:pt x="496" y="1807"/>
                  </a:lnTo>
                  <a:lnTo>
                    <a:pt x="504" y="1799"/>
                  </a:lnTo>
                  <a:lnTo>
                    <a:pt x="520" y="1783"/>
                  </a:lnTo>
                  <a:lnTo>
                    <a:pt x="512" y="1783"/>
                  </a:lnTo>
                  <a:lnTo>
                    <a:pt x="520" y="1783"/>
                  </a:lnTo>
                  <a:lnTo>
                    <a:pt x="536" y="1767"/>
                  </a:lnTo>
                  <a:lnTo>
                    <a:pt x="528" y="1767"/>
                  </a:lnTo>
                  <a:lnTo>
                    <a:pt x="536" y="1767"/>
                  </a:lnTo>
                  <a:lnTo>
                    <a:pt x="544" y="1759"/>
                  </a:lnTo>
                  <a:lnTo>
                    <a:pt x="552" y="1759"/>
                  </a:lnTo>
                  <a:lnTo>
                    <a:pt x="560" y="1759"/>
                  </a:lnTo>
                  <a:lnTo>
                    <a:pt x="568" y="1759"/>
                  </a:lnTo>
                  <a:lnTo>
                    <a:pt x="576" y="1759"/>
                  </a:lnTo>
                  <a:lnTo>
                    <a:pt x="584" y="1759"/>
                  </a:lnTo>
                  <a:lnTo>
                    <a:pt x="592" y="1767"/>
                  </a:lnTo>
                  <a:lnTo>
                    <a:pt x="600" y="1767"/>
                  </a:lnTo>
                  <a:lnTo>
                    <a:pt x="608" y="1775"/>
                  </a:lnTo>
                  <a:lnTo>
                    <a:pt x="616" y="1783"/>
                  </a:lnTo>
                  <a:lnTo>
                    <a:pt x="624" y="1783"/>
                  </a:lnTo>
                  <a:lnTo>
                    <a:pt x="632" y="1791"/>
                  </a:lnTo>
                  <a:lnTo>
                    <a:pt x="640" y="1799"/>
                  </a:lnTo>
                  <a:lnTo>
                    <a:pt x="648" y="1799"/>
                  </a:lnTo>
                  <a:lnTo>
                    <a:pt x="656" y="1799"/>
                  </a:lnTo>
                  <a:lnTo>
                    <a:pt x="664" y="1799"/>
                  </a:lnTo>
                  <a:lnTo>
                    <a:pt x="672" y="1799"/>
                  </a:lnTo>
                  <a:lnTo>
                    <a:pt x="680" y="1799"/>
                  </a:lnTo>
                  <a:lnTo>
                    <a:pt x="688" y="1799"/>
                  </a:lnTo>
                  <a:lnTo>
                    <a:pt x="696" y="1791"/>
                  </a:lnTo>
                  <a:lnTo>
                    <a:pt x="704" y="178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3623" name="Freeform 71"/>
            <p:cNvSpPr>
              <a:spLocks/>
            </p:cNvSpPr>
            <p:nvPr/>
          </p:nvSpPr>
          <p:spPr bwMode="auto">
            <a:xfrm>
              <a:off x="1301" y="1765"/>
              <a:ext cx="721" cy="1879"/>
            </a:xfrm>
            <a:custGeom>
              <a:avLst/>
              <a:gdLst/>
              <a:ahLst/>
              <a:cxnLst>
                <a:cxn ang="0">
                  <a:pos x="16" y="456"/>
                </a:cxn>
                <a:cxn ang="0">
                  <a:pos x="33" y="432"/>
                </a:cxn>
                <a:cxn ang="0">
                  <a:pos x="49" y="400"/>
                </a:cxn>
                <a:cxn ang="0">
                  <a:pos x="57" y="368"/>
                </a:cxn>
                <a:cxn ang="0">
                  <a:pos x="73" y="336"/>
                </a:cxn>
                <a:cxn ang="0">
                  <a:pos x="89" y="296"/>
                </a:cxn>
                <a:cxn ang="0">
                  <a:pos x="105" y="256"/>
                </a:cxn>
                <a:cxn ang="0">
                  <a:pos x="113" y="224"/>
                </a:cxn>
                <a:cxn ang="0">
                  <a:pos x="129" y="192"/>
                </a:cxn>
                <a:cxn ang="0">
                  <a:pos x="145" y="160"/>
                </a:cxn>
                <a:cxn ang="0">
                  <a:pos x="161" y="136"/>
                </a:cxn>
                <a:cxn ang="0">
                  <a:pos x="185" y="112"/>
                </a:cxn>
                <a:cxn ang="0">
                  <a:pos x="209" y="112"/>
                </a:cxn>
                <a:cxn ang="0">
                  <a:pos x="233" y="112"/>
                </a:cxn>
                <a:cxn ang="0">
                  <a:pos x="257" y="128"/>
                </a:cxn>
                <a:cxn ang="0">
                  <a:pos x="281" y="144"/>
                </a:cxn>
                <a:cxn ang="0">
                  <a:pos x="305" y="152"/>
                </a:cxn>
                <a:cxn ang="0">
                  <a:pos x="329" y="152"/>
                </a:cxn>
                <a:cxn ang="0">
                  <a:pos x="353" y="136"/>
                </a:cxn>
                <a:cxn ang="0">
                  <a:pos x="369" y="120"/>
                </a:cxn>
                <a:cxn ang="0">
                  <a:pos x="385" y="96"/>
                </a:cxn>
                <a:cxn ang="0">
                  <a:pos x="401" y="72"/>
                </a:cxn>
                <a:cxn ang="0">
                  <a:pos x="409" y="48"/>
                </a:cxn>
                <a:cxn ang="0">
                  <a:pos x="441" y="16"/>
                </a:cxn>
                <a:cxn ang="0">
                  <a:pos x="457" y="0"/>
                </a:cxn>
                <a:cxn ang="0">
                  <a:pos x="481" y="16"/>
                </a:cxn>
                <a:cxn ang="0">
                  <a:pos x="497" y="48"/>
                </a:cxn>
                <a:cxn ang="0">
                  <a:pos x="513" y="96"/>
                </a:cxn>
                <a:cxn ang="0">
                  <a:pos x="529" y="160"/>
                </a:cxn>
                <a:cxn ang="0">
                  <a:pos x="537" y="240"/>
                </a:cxn>
                <a:cxn ang="0">
                  <a:pos x="553" y="344"/>
                </a:cxn>
                <a:cxn ang="0">
                  <a:pos x="569" y="464"/>
                </a:cxn>
                <a:cxn ang="0">
                  <a:pos x="585" y="600"/>
                </a:cxn>
                <a:cxn ang="0">
                  <a:pos x="601" y="752"/>
                </a:cxn>
                <a:cxn ang="0">
                  <a:pos x="609" y="912"/>
                </a:cxn>
                <a:cxn ang="0">
                  <a:pos x="625" y="1071"/>
                </a:cxn>
                <a:cxn ang="0">
                  <a:pos x="641" y="1231"/>
                </a:cxn>
                <a:cxn ang="0">
                  <a:pos x="657" y="1391"/>
                </a:cxn>
                <a:cxn ang="0">
                  <a:pos x="665" y="1535"/>
                </a:cxn>
                <a:cxn ang="0">
                  <a:pos x="681" y="1663"/>
                </a:cxn>
                <a:cxn ang="0">
                  <a:pos x="697" y="1767"/>
                </a:cxn>
                <a:cxn ang="0">
                  <a:pos x="713" y="1847"/>
                </a:cxn>
              </a:cxnLst>
              <a:rect l="0" t="0" r="r" b="b"/>
              <a:pathLst>
                <a:path w="721" h="1879">
                  <a:moveTo>
                    <a:pt x="0" y="472"/>
                  </a:moveTo>
                  <a:lnTo>
                    <a:pt x="8" y="464"/>
                  </a:lnTo>
                  <a:lnTo>
                    <a:pt x="16" y="456"/>
                  </a:lnTo>
                  <a:lnTo>
                    <a:pt x="24" y="448"/>
                  </a:lnTo>
                  <a:lnTo>
                    <a:pt x="24" y="440"/>
                  </a:lnTo>
                  <a:lnTo>
                    <a:pt x="33" y="432"/>
                  </a:lnTo>
                  <a:lnTo>
                    <a:pt x="33" y="424"/>
                  </a:lnTo>
                  <a:lnTo>
                    <a:pt x="41" y="408"/>
                  </a:lnTo>
                  <a:lnTo>
                    <a:pt x="49" y="400"/>
                  </a:lnTo>
                  <a:lnTo>
                    <a:pt x="49" y="392"/>
                  </a:lnTo>
                  <a:lnTo>
                    <a:pt x="57" y="376"/>
                  </a:lnTo>
                  <a:lnTo>
                    <a:pt x="57" y="368"/>
                  </a:lnTo>
                  <a:lnTo>
                    <a:pt x="65" y="360"/>
                  </a:lnTo>
                  <a:lnTo>
                    <a:pt x="65" y="344"/>
                  </a:lnTo>
                  <a:lnTo>
                    <a:pt x="73" y="336"/>
                  </a:lnTo>
                  <a:lnTo>
                    <a:pt x="81" y="320"/>
                  </a:lnTo>
                  <a:lnTo>
                    <a:pt x="81" y="312"/>
                  </a:lnTo>
                  <a:lnTo>
                    <a:pt x="89" y="296"/>
                  </a:lnTo>
                  <a:lnTo>
                    <a:pt x="89" y="280"/>
                  </a:lnTo>
                  <a:lnTo>
                    <a:pt x="97" y="272"/>
                  </a:lnTo>
                  <a:lnTo>
                    <a:pt x="105" y="256"/>
                  </a:lnTo>
                  <a:lnTo>
                    <a:pt x="105" y="248"/>
                  </a:lnTo>
                  <a:lnTo>
                    <a:pt x="113" y="232"/>
                  </a:lnTo>
                  <a:lnTo>
                    <a:pt x="113" y="224"/>
                  </a:lnTo>
                  <a:lnTo>
                    <a:pt x="121" y="216"/>
                  </a:lnTo>
                  <a:lnTo>
                    <a:pt x="129" y="200"/>
                  </a:lnTo>
                  <a:lnTo>
                    <a:pt x="129" y="192"/>
                  </a:lnTo>
                  <a:lnTo>
                    <a:pt x="137" y="184"/>
                  </a:lnTo>
                  <a:lnTo>
                    <a:pt x="137" y="176"/>
                  </a:lnTo>
                  <a:lnTo>
                    <a:pt x="145" y="160"/>
                  </a:lnTo>
                  <a:lnTo>
                    <a:pt x="153" y="152"/>
                  </a:lnTo>
                  <a:lnTo>
                    <a:pt x="161" y="144"/>
                  </a:lnTo>
                  <a:lnTo>
                    <a:pt x="161" y="136"/>
                  </a:lnTo>
                  <a:lnTo>
                    <a:pt x="169" y="128"/>
                  </a:lnTo>
                  <a:lnTo>
                    <a:pt x="177" y="120"/>
                  </a:lnTo>
                  <a:lnTo>
                    <a:pt x="185" y="112"/>
                  </a:lnTo>
                  <a:lnTo>
                    <a:pt x="193" y="112"/>
                  </a:lnTo>
                  <a:lnTo>
                    <a:pt x="201" y="112"/>
                  </a:lnTo>
                  <a:lnTo>
                    <a:pt x="209" y="112"/>
                  </a:lnTo>
                  <a:lnTo>
                    <a:pt x="217" y="112"/>
                  </a:lnTo>
                  <a:lnTo>
                    <a:pt x="225" y="112"/>
                  </a:lnTo>
                  <a:lnTo>
                    <a:pt x="233" y="112"/>
                  </a:lnTo>
                  <a:lnTo>
                    <a:pt x="241" y="120"/>
                  </a:lnTo>
                  <a:lnTo>
                    <a:pt x="249" y="128"/>
                  </a:lnTo>
                  <a:lnTo>
                    <a:pt x="257" y="128"/>
                  </a:lnTo>
                  <a:lnTo>
                    <a:pt x="265" y="136"/>
                  </a:lnTo>
                  <a:lnTo>
                    <a:pt x="273" y="136"/>
                  </a:lnTo>
                  <a:lnTo>
                    <a:pt x="281" y="144"/>
                  </a:lnTo>
                  <a:lnTo>
                    <a:pt x="289" y="152"/>
                  </a:lnTo>
                  <a:lnTo>
                    <a:pt x="297" y="152"/>
                  </a:lnTo>
                  <a:lnTo>
                    <a:pt x="305" y="152"/>
                  </a:lnTo>
                  <a:lnTo>
                    <a:pt x="313" y="152"/>
                  </a:lnTo>
                  <a:lnTo>
                    <a:pt x="321" y="152"/>
                  </a:lnTo>
                  <a:lnTo>
                    <a:pt x="329" y="152"/>
                  </a:lnTo>
                  <a:lnTo>
                    <a:pt x="337" y="144"/>
                  </a:lnTo>
                  <a:lnTo>
                    <a:pt x="345" y="144"/>
                  </a:lnTo>
                  <a:lnTo>
                    <a:pt x="353" y="136"/>
                  </a:lnTo>
                  <a:lnTo>
                    <a:pt x="369" y="120"/>
                  </a:lnTo>
                  <a:lnTo>
                    <a:pt x="361" y="120"/>
                  </a:lnTo>
                  <a:lnTo>
                    <a:pt x="369" y="120"/>
                  </a:lnTo>
                  <a:lnTo>
                    <a:pt x="377" y="112"/>
                  </a:lnTo>
                  <a:lnTo>
                    <a:pt x="377" y="104"/>
                  </a:lnTo>
                  <a:lnTo>
                    <a:pt x="385" y="96"/>
                  </a:lnTo>
                  <a:lnTo>
                    <a:pt x="385" y="88"/>
                  </a:lnTo>
                  <a:lnTo>
                    <a:pt x="393" y="80"/>
                  </a:lnTo>
                  <a:lnTo>
                    <a:pt x="401" y="72"/>
                  </a:lnTo>
                  <a:lnTo>
                    <a:pt x="401" y="64"/>
                  </a:lnTo>
                  <a:lnTo>
                    <a:pt x="409" y="56"/>
                  </a:lnTo>
                  <a:lnTo>
                    <a:pt x="409" y="48"/>
                  </a:lnTo>
                  <a:lnTo>
                    <a:pt x="417" y="40"/>
                  </a:lnTo>
                  <a:lnTo>
                    <a:pt x="425" y="32"/>
                  </a:lnTo>
                  <a:lnTo>
                    <a:pt x="441" y="16"/>
                  </a:lnTo>
                  <a:lnTo>
                    <a:pt x="441" y="8"/>
                  </a:lnTo>
                  <a:lnTo>
                    <a:pt x="449" y="8"/>
                  </a:lnTo>
                  <a:lnTo>
                    <a:pt x="457" y="0"/>
                  </a:lnTo>
                  <a:lnTo>
                    <a:pt x="465" y="8"/>
                  </a:lnTo>
                  <a:lnTo>
                    <a:pt x="473" y="8"/>
                  </a:lnTo>
                  <a:lnTo>
                    <a:pt x="481" y="16"/>
                  </a:lnTo>
                  <a:lnTo>
                    <a:pt x="489" y="24"/>
                  </a:lnTo>
                  <a:lnTo>
                    <a:pt x="489" y="32"/>
                  </a:lnTo>
                  <a:lnTo>
                    <a:pt x="497" y="48"/>
                  </a:lnTo>
                  <a:lnTo>
                    <a:pt x="505" y="64"/>
                  </a:lnTo>
                  <a:lnTo>
                    <a:pt x="505" y="80"/>
                  </a:lnTo>
                  <a:lnTo>
                    <a:pt x="513" y="96"/>
                  </a:lnTo>
                  <a:lnTo>
                    <a:pt x="513" y="112"/>
                  </a:lnTo>
                  <a:lnTo>
                    <a:pt x="521" y="136"/>
                  </a:lnTo>
                  <a:lnTo>
                    <a:pt x="529" y="160"/>
                  </a:lnTo>
                  <a:lnTo>
                    <a:pt x="529" y="184"/>
                  </a:lnTo>
                  <a:lnTo>
                    <a:pt x="537" y="216"/>
                  </a:lnTo>
                  <a:lnTo>
                    <a:pt x="537" y="240"/>
                  </a:lnTo>
                  <a:lnTo>
                    <a:pt x="545" y="272"/>
                  </a:lnTo>
                  <a:lnTo>
                    <a:pt x="553" y="312"/>
                  </a:lnTo>
                  <a:lnTo>
                    <a:pt x="553" y="344"/>
                  </a:lnTo>
                  <a:lnTo>
                    <a:pt x="561" y="384"/>
                  </a:lnTo>
                  <a:lnTo>
                    <a:pt x="561" y="424"/>
                  </a:lnTo>
                  <a:lnTo>
                    <a:pt x="569" y="464"/>
                  </a:lnTo>
                  <a:lnTo>
                    <a:pt x="577" y="512"/>
                  </a:lnTo>
                  <a:lnTo>
                    <a:pt x="577" y="552"/>
                  </a:lnTo>
                  <a:lnTo>
                    <a:pt x="585" y="600"/>
                  </a:lnTo>
                  <a:lnTo>
                    <a:pt x="585" y="648"/>
                  </a:lnTo>
                  <a:lnTo>
                    <a:pt x="593" y="704"/>
                  </a:lnTo>
                  <a:lnTo>
                    <a:pt x="601" y="752"/>
                  </a:lnTo>
                  <a:lnTo>
                    <a:pt x="601" y="800"/>
                  </a:lnTo>
                  <a:lnTo>
                    <a:pt x="609" y="856"/>
                  </a:lnTo>
                  <a:lnTo>
                    <a:pt x="609" y="912"/>
                  </a:lnTo>
                  <a:lnTo>
                    <a:pt x="617" y="960"/>
                  </a:lnTo>
                  <a:lnTo>
                    <a:pt x="625" y="1015"/>
                  </a:lnTo>
                  <a:lnTo>
                    <a:pt x="625" y="1071"/>
                  </a:lnTo>
                  <a:lnTo>
                    <a:pt x="633" y="1127"/>
                  </a:lnTo>
                  <a:lnTo>
                    <a:pt x="633" y="1183"/>
                  </a:lnTo>
                  <a:lnTo>
                    <a:pt x="641" y="1231"/>
                  </a:lnTo>
                  <a:lnTo>
                    <a:pt x="641" y="1287"/>
                  </a:lnTo>
                  <a:lnTo>
                    <a:pt x="649" y="1335"/>
                  </a:lnTo>
                  <a:lnTo>
                    <a:pt x="657" y="1391"/>
                  </a:lnTo>
                  <a:lnTo>
                    <a:pt x="657" y="1439"/>
                  </a:lnTo>
                  <a:lnTo>
                    <a:pt x="665" y="1487"/>
                  </a:lnTo>
                  <a:lnTo>
                    <a:pt x="665" y="1535"/>
                  </a:lnTo>
                  <a:lnTo>
                    <a:pt x="673" y="1583"/>
                  </a:lnTo>
                  <a:lnTo>
                    <a:pt x="681" y="1623"/>
                  </a:lnTo>
                  <a:lnTo>
                    <a:pt x="681" y="1663"/>
                  </a:lnTo>
                  <a:lnTo>
                    <a:pt x="689" y="1703"/>
                  </a:lnTo>
                  <a:lnTo>
                    <a:pt x="689" y="1735"/>
                  </a:lnTo>
                  <a:lnTo>
                    <a:pt x="697" y="1767"/>
                  </a:lnTo>
                  <a:lnTo>
                    <a:pt x="705" y="1799"/>
                  </a:lnTo>
                  <a:lnTo>
                    <a:pt x="705" y="1823"/>
                  </a:lnTo>
                  <a:lnTo>
                    <a:pt x="713" y="1847"/>
                  </a:lnTo>
                  <a:lnTo>
                    <a:pt x="713" y="1863"/>
                  </a:lnTo>
                  <a:lnTo>
                    <a:pt x="721" y="187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3624" name="Freeform 72"/>
            <p:cNvSpPr>
              <a:spLocks/>
            </p:cNvSpPr>
            <p:nvPr/>
          </p:nvSpPr>
          <p:spPr bwMode="auto">
            <a:xfrm>
              <a:off x="2022" y="454"/>
              <a:ext cx="641" cy="3222"/>
            </a:xfrm>
            <a:custGeom>
              <a:avLst/>
              <a:gdLst/>
              <a:ahLst/>
              <a:cxnLst>
                <a:cxn ang="0">
                  <a:pos x="16" y="3222"/>
                </a:cxn>
                <a:cxn ang="0">
                  <a:pos x="32" y="3198"/>
                </a:cxn>
                <a:cxn ang="0">
                  <a:pos x="48" y="3134"/>
                </a:cxn>
                <a:cxn ang="0">
                  <a:pos x="64" y="3030"/>
                </a:cxn>
                <a:cxn ang="0">
                  <a:pos x="80" y="2902"/>
                </a:cxn>
                <a:cxn ang="0">
                  <a:pos x="88" y="2726"/>
                </a:cxn>
                <a:cxn ang="0">
                  <a:pos x="104" y="2534"/>
                </a:cxn>
                <a:cxn ang="0">
                  <a:pos x="120" y="2310"/>
                </a:cxn>
                <a:cxn ang="0">
                  <a:pos x="136" y="2071"/>
                </a:cxn>
                <a:cxn ang="0">
                  <a:pos x="144" y="1815"/>
                </a:cxn>
                <a:cxn ang="0">
                  <a:pos x="160" y="1551"/>
                </a:cxn>
                <a:cxn ang="0">
                  <a:pos x="176" y="1295"/>
                </a:cxn>
                <a:cxn ang="0">
                  <a:pos x="192" y="1048"/>
                </a:cxn>
                <a:cxn ang="0">
                  <a:pos x="208" y="808"/>
                </a:cxn>
                <a:cxn ang="0">
                  <a:pos x="216" y="600"/>
                </a:cxn>
                <a:cxn ang="0">
                  <a:pos x="232" y="416"/>
                </a:cxn>
                <a:cxn ang="0">
                  <a:pos x="248" y="256"/>
                </a:cxn>
                <a:cxn ang="0">
                  <a:pos x="264" y="136"/>
                </a:cxn>
                <a:cxn ang="0">
                  <a:pos x="280" y="56"/>
                </a:cxn>
                <a:cxn ang="0">
                  <a:pos x="288" y="16"/>
                </a:cxn>
                <a:cxn ang="0">
                  <a:pos x="304" y="8"/>
                </a:cxn>
                <a:cxn ang="0">
                  <a:pos x="320" y="32"/>
                </a:cxn>
                <a:cxn ang="0">
                  <a:pos x="337" y="96"/>
                </a:cxn>
                <a:cxn ang="0">
                  <a:pos x="345" y="184"/>
                </a:cxn>
                <a:cxn ang="0">
                  <a:pos x="361" y="304"/>
                </a:cxn>
                <a:cxn ang="0">
                  <a:pos x="377" y="440"/>
                </a:cxn>
                <a:cxn ang="0">
                  <a:pos x="393" y="592"/>
                </a:cxn>
                <a:cxn ang="0">
                  <a:pos x="409" y="752"/>
                </a:cxn>
                <a:cxn ang="0">
                  <a:pos x="417" y="912"/>
                </a:cxn>
                <a:cxn ang="0">
                  <a:pos x="433" y="1072"/>
                </a:cxn>
                <a:cxn ang="0">
                  <a:pos x="449" y="1231"/>
                </a:cxn>
                <a:cxn ang="0">
                  <a:pos x="465" y="1367"/>
                </a:cxn>
                <a:cxn ang="0">
                  <a:pos x="481" y="1503"/>
                </a:cxn>
                <a:cxn ang="0">
                  <a:pos x="489" y="1615"/>
                </a:cxn>
                <a:cxn ang="0">
                  <a:pos x="505" y="1711"/>
                </a:cxn>
                <a:cxn ang="0">
                  <a:pos x="521" y="1783"/>
                </a:cxn>
                <a:cxn ang="0">
                  <a:pos x="537" y="1839"/>
                </a:cxn>
                <a:cxn ang="0">
                  <a:pos x="545" y="1879"/>
                </a:cxn>
                <a:cxn ang="0">
                  <a:pos x="569" y="1911"/>
                </a:cxn>
                <a:cxn ang="0">
                  <a:pos x="593" y="1903"/>
                </a:cxn>
                <a:cxn ang="0">
                  <a:pos x="617" y="1879"/>
                </a:cxn>
                <a:cxn ang="0">
                  <a:pos x="633" y="1855"/>
                </a:cxn>
              </a:cxnLst>
              <a:rect l="0" t="0" r="r" b="b"/>
              <a:pathLst>
                <a:path w="641" h="3222">
                  <a:moveTo>
                    <a:pt x="0" y="3190"/>
                  </a:moveTo>
                  <a:lnTo>
                    <a:pt x="16" y="3214"/>
                  </a:lnTo>
                  <a:lnTo>
                    <a:pt x="16" y="3222"/>
                  </a:lnTo>
                  <a:lnTo>
                    <a:pt x="24" y="3214"/>
                  </a:lnTo>
                  <a:lnTo>
                    <a:pt x="32" y="3206"/>
                  </a:lnTo>
                  <a:lnTo>
                    <a:pt x="32" y="3198"/>
                  </a:lnTo>
                  <a:lnTo>
                    <a:pt x="40" y="3182"/>
                  </a:lnTo>
                  <a:lnTo>
                    <a:pt x="40" y="3158"/>
                  </a:lnTo>
                  <a:lnTo>
                    <a:pt x="48" y="3134"/>
                  </a:lnTo>
                  <a:lnTo>
                    <a:pt x="56" y="3102"/>
                  </a:lnTo>
                  <a:lnTo>
                    <a:pt x="56" y="3070"/>
                  </a:lnTo>
                  <a:lnTo>
                    <a:pt x="64" y="3030"/>
                  </a:lnTo>
                  <a:lnTo>
                    <a:pt x="64" y="2990"/>
                  </a:lnTo>
                  <a:lnTo>
                    <a:pt x="72" y="2950"/>
                  </a:lnTo>
                  <a:lnTo>
                    <a:pt x="80" y="2902"/>
                  </a:lnTo>
                  <a:lnTo>
                    <a:pt x="80" y="2846"/>
                  </a:lnTo>
                  <a:lnTo>
                    <a:pt x="88" y="2790"/>
                  </a:lnTo>
                  <a:lnTo>
                    <a:pt x="88" y="2726"/>
                  </a:lnTo>
                  <a:lnTo>
                    <a:pt x="96" y="2670"/>
                  </a:lnTo>
                  <a:lnTo>
                    <a:pt x="96" y="2598"/>
                  </a:lnTo>
                  <a:lnTo>
                    <a:pt x="104" y="2534"/>
                  </a:lnTo>
                  <a:lnTo>
                    <a:pt x="112" y="2462"/>
                  </a:lnTo>
                  <a:lnTo>
                    <a:pt x="112" y="2382"/>
                  </a:lnTo>
                  <a:lnTo>
                    <a:pt x="120" y="2310"/>
                  </a:lnTo>
                  <a:lnTo>
                    <a:pt x="120" y="2231"/>
                  </a:lnTo>
                  <a:lnTo>
                    <a:pt x="128" y="2151"/>
                  </a:lnTo>
                  <a:lnTo>
                    <a:pt x="136" y="2071"/>
                  </a:lnTo>
                  <a:lnTo>
                    <a:pt x="136" y="1983"/>
                  </a:lnTo>
                  <a:lnTo>
                    <a:pt x="144" y="1895"/>
                  </a:lnTo>
                  <a:lnTo>
                    <a:pt x="144" y="1815"/>
                  </a:lnTo>
                  <a:lnTo>
                    <a:pt x="152" y="1727"/>
                  </a:lnTo>
                  <a:lnTo>
                    <a:pt x="160" y="1639"/>
                  </a:lnTo>
                  <a:lnTo>
                    <a:pt x="160" y="1551"/>
                  </a:lnTo>
                  <a:lnTo>
                    <a:pt x="168" y="1463"/>
                  </a:lnTo>
                  <a:lnTo>
                    <a:pt x="168" y="1383"/>
                  </a:lnTo>
                  <a:lnTo>
                    <a:pt x="176" y="1295"/>
                  </a:lnTo>
                  <a:lnTo>
                    <a:pt x="184" y="1207"/>
                  </a:lnTo>
                  <a:lnTo>
                    <a:pt x="184" y="1127"/>
                  </a:lnTo>
                  <a:lnTo>
                    <a:pt x="192" y="1048"/>
                  </a:lnTo>
                  <a:lnTo>
                    <a:pt x="192" y="968"/>
                  </a:lnTo>
                  <a:lnTo>
                    <a:pt x="200" y="888"/>
                  </a:lnTo>
                  <a:lnTo>
                    <a:pt x="208" y="808"/>
                  </a:lnTo>
                  <a:lnTo>
                    <a:pt x="208" y="736"/>
                  </a:lnTo>
                  <a:lnTo>
                    <a:pt x="216" y="664"/>
                  </a:lnTo>
                  <a:lnTo>
                    <a:pt x="216" y="600"/>
                  </a:lnTo>
                  <a:lnTo>
                    <a:pt x="224" y="536"/>
                  </a:lnTo>
                  <a:lnTo>
                    <a:pt x="232" y="472"/>
                  </a:lnTo>
                  <a:lnTo>
                    <a:pt x="232" y="416"/>
                  </a:lnTo>
                  <a:lnTo>
                    <a:pt x="240" y="360"/>
                  </a:lnTo>
                  <a:lnTo>
                    <a:pt x="240" y="304"/>
                  </a:lnTo>
                  <a:lnTo>
                    <a:pt x="248" y="256"/>
                  </a:lnTo>
                  <a:lnTo>
                    <a:pt x="256" y="216"/>
                  </a:lnTo>
                  <a:lnTo>
                    <a:pt x="256" y="176"/>
                  </a:lnTo>
                  <a:lnTo>
                    <a:pt x="264" y="136"/>
                  </a:lnTo>
                  <a:lnTo>
                    <a:pt x="264" y="112"/>
                  </a:lnTo>
                  <a:lnTo>
                    <a:pt x="272" y="80"/>
                  </a:lnTo>
                  <a:lnTo>
                    <a:pt x="280" y="56"/>
                  </a:lnTo>
                  <a:lnTo>
                    <a:pt x="280" y="40"/>
                  </a:lnTo>
                  <a:lnTo>
                    <a:pt x="288" y="24"/>
                  </a:lnTo>
                  <a:lnTo>
                    <a:pt x="288" y="16"/>
                  </a:lnTo>
                  <a:lnTo>
                    <a:pt x="296" y="8"/>
                  </a:lnTo>
                  <a:lnTo>
                    <a:pt x="296" y="0"/>
                  </a:lnTo>
                  <a:lnTo>
                    <a:pt x="304" y="8"/>
                  </a:lnTo>
                  <a:lnTo>
                    <a:pt x="312" y="8"/>
                  </a:lnTo>
                  <a:lnTo>
                    <a:pt x="312" y="24"/>
                  </a:lnTo>
                  <a:lnTo>
                    <a:pt x="320" y="32"/>
                  </a:lnTo>
                  <a:lnTo>
                    <a:pt x="320" y="48"/>
                  </a:lnTo>
                  <a:lnTo>
                    <a:pt x="328" y="72"/>
                  </a:lnTo>
                  <a:lnTo>
                    <a:pt x="337" y="96"/>
                  </a:lnTo>
                  <a:lnTo>
                    <a:pt x="337" y="120"/>
                  </a:lnTo>
                  <a:lnTo>
                    <a:pt x="345" y="152"/>
                  </a:lnTo>
                  <a:lnTo>
                    <a:pt x="345" y="184"/>
                  </a:lnTo>
                  <a:lnTo>
                    <a:pt x="353" y="224"/>
                  </a:lnTo>
                  <a:lnTo>
                    <a:pt x="361" y="264"/>
                  </a:lnTo>
                  <a:lnTo>
                    <a:pt x="361" y="304"/>
                  </a:lnTo>
                  <a:lnTo>
                    <a:pt x="369" y="344"/>
                  </a:lnTo>
                  <a:lnTo>
                    <a:pt x="369" y="392"/>
                  </a:lnTo>
                  <a:lnTo>
                    <a:pt x="377" y="440"/>
                  </a:lnTo>
                  <a:lnTo>
                    <a:pt x="385" y="488"/>
                  </a:lnTo>
                  <a:lnTo>
                    <a:pt x="385" y="536"/>
                  </a:lnTo>
                  <a:lnTo>
                    <a:pt x="393" y="592"/>
                  </a:lnTo>
                  <a:lnTo>
                    <a:pt x="393" y="640"/>
                  </a:lnTo>
                  <a:lnTo>
                    <a:pt x="401" y="696"/>
                  </a:lnTo>
                  <a:lnTo>
                    <a:pt x="409" y="752"/>
                  </a:lnTo>
                  <a:lnTo>
                    <a:pt x="409" y="800"/>
                  </a:lnTo>
                  <a:lnTo>
                    <a:pt x="417" y="856"/>
                  </a:lnTo>
                  <a:lnTo>
                    <a:pt x="417" y="912"/>
                  </a:lnTo>
                  <a:lnTo>
                    <a:pt x="425" y="968"/>
                  </a:lnTo>
                  <a:lnTo>
                    <a:pt x="433" y="1024"/>
                  </a:lnTo>
                  <a:lnTo>
                    <a:pt x="433" y="1072"/>
                  </a:lnTo>
                  <a:lnTo>
                    <a:pt x="441" y="1127"/>
                  </a:lnTo>
                  <a:lnTo>
                    <a:pt x="441" y="1175"/>
                  </a:lnTo>
                  <a:lnTo>
                    <a:pt x="449" y="1231"/>
                  </a:lnTo>
                  <a:lnTo>
                    <a:pt x="457" y="1279"/>
                  </a:lnTo>
                  <a:lnTo>
                    <a:pt x="457" y="1327"/>
                  </a:lnTo>
                  <a:lnTo>
                    <a:pt x="465" y="1367"/>
                  </a:lnTo>
                  <a:lnTo>
                    <a:pt x="465" y="1415"/>
                  </a:lnTo>
                  <a:lnTo>
                    <a:pt x="473" y="1463"/>
                  </a:lnTo>
                  <a:lnTo>
                    <a:pt x="481" y="1503"/>
                  </a:lnTo>
                  <a:lnTo>
                    <a:pt x="481" y="1543"/>
                  </a:lnTo>
                  <a:lnTo>
                    <a:pt x="489" y="1575"/>
                  </a:lnTo>
                  <a:lnTo>
                    <a:pt x="489" y="1615"/>
                  </a:lnTo>
                  <a:lnTo>
                    <a:pt x="497" y="1647"/>
                  </a:lnTo>
                  <a:lnTo>
                    <a:pt x="497" y="1679"/>
                  </a:lnTo>
                  <a:lnTo>
                    <a:pt x="505" y="1711"/>
                  </a:lnTo>
                  <a:lnTo>
                    <a:pt x="513" y="1735"/>
                  </a:lnTo>
                  <a:lnTo>
                    <a:pt x="513" y="1759"/>
                  </a:lnTo>
                  <a:lnTo>
                    <a:pt x="521" y="1783"/>
                  </a:lnTo>
                  <a:lnTo>
                    <a:pt x="521" y="1807"/>
                  </a:lnTo>
                  <a:lnTo>
                    <a:pt x="529" y="1823"/>
                  </a:lnTo>
                  <a:lnTo>
                    <a:pt x="537" y="1839"/>
                  </a:lnTo>
                  <a:lnTo>
                    <a:pt x="537" y="1855"/>
                  </a:lnTo>
                  <a:lnTo>
                    <a:pt x="545" y="1871"/>
                  </a:lnTo>
                  <a:lnTo>
                    <a:pt x="545" y="1879"/>
                  </a:lnTo>
                  <a:lnTo>
                    <a:pt x="553" y="1887"/>
                  </a:lnTo>
                  <a:lnTo>
                    <a:pt x="569" y="1903"/>
                  </a:lnTo>
                  <a:lnTo>
                    <a:pt x="569" y="1911"/>
                  </a:lnTo>
                  <a:lnTo>
                    <a:pt x="577" y="1911"/>
                  </a:lnTo>
                  <a:lnTo>
                    <a:pt x="585" y="1911"/>
                  </a:lnTo>
                  <a:lnTo>
                    <a:pt x="593" y="1903"/>
                  </a:lnTo>
                  <a:lnTo>
                    <a:pt x="601" y="1895"/>
                  </a:lnTo>
                  <a:lnTo>
                    <a:pt x="609" y="1887"/>
                  </a:lnTo>
                  <a:lnTo>
                    <a:pt x="617" y="1879"/>
                  </a:lnTo>
                  <a:lnTo>
                    <a:pt x="617" y="1871"/>
                  </a:lnTo>
                  <a:lnTo>
                    <a:pt x="625" y="1863"/>
                  </a:lnTo>
                  <a:lnTo>
                    <a:pt x="633" y="1855"/>
                  </a:lnTo>
                  <a:lnTo>
                    <a:pt x="633" y="1847"/>
                  </a:lnTo>
                  <a:lnTo>
                    <a:pt x="641" y="183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3625" name="Freeform 73"/>
            <p:cNvSpPr>
              <a:spLocks/>
            </p:cNvSpPr>
            <p:nvPr/>
          </p:nvSpPr>
          <p:spPr bwMode="auto">
            <a:xfrm>
              <a:off x="2663" y="1765"/>
              <a:ext cx="801" cy="528"/>
            </a:xfrm>
            <a:custGeom>
              <a:avLst/>
              <a:gdLst/>
              <a:ahLst/>
              <a:cxnLst>
                <a:cxn ang="0">
                  <a:pos x="16" y="512"/>
                </a:cxn>
                <a:cxn ang="0">
                  <a:pos x="24" y="488"/>
                </a:cxn>
                <a:cxn ang="0">
                  <a:pos x="40" y="472"/>
                </a:cxn>
                <a:cxn ang="0">
                  <a:pos x="64" y="448"/>
                </a:cxn>
                <a:cxn ang="0">
                  <a:pos x="88" y="448"/>
                </a:cxn>
                <a:cxn ang="0">
                  <a:pos x="112" y="456"/>
                </a:cxn>
                <a:cxn ang="0">
                  <a:pos x="136" y="464"/>
                </a:cxn>
                <a:cxn ang="0">
                  <a:pos x="160" y="480"/>
                </a:cxn>
                <a:cxn ang="0">
                  <a:pos x="184" y="488"/>
                </a:cxn>
                <a:cxn ang="0">
                  <a:pos x="208" y="488"/>
                </a:cxn>
                <a:cxn ang="0">
                  <a:pos x="232" y="464"/>
                </a:cxn>
                <a:cxn ang="0">
                  <a:pos x="248" y="440"/>
                </a:cxn>
                <a:cxn ang="0">
                  <a:pos x="264" y="416"/>
                </a:cxn>
                <a:cxn ang="0">
                  <a:pos x="280" y="384"/>
                </a:cxn>
                <a:cxn ang="0">
                  <a:pos x="296" y="352"/>
                </a:cxn>
                <a:cxn ang="0">
                  <a:pos x="304" y="312"/>
                </a:cxn>
                <a:cxn ang="0">
                  <a:pos x="320" y="272"/>
                </a:cxn>
                <a:cxn ang="0">
                  <a:pos x="336" y="240"/>
                </a:cxn>
                <a:cxn ang="0">
                  <a:pos x="352" y="208"/>
                </a:cxn>
                <a:cxn ang="0">
                  <a:pos x="368" y="176"/>
                </a:cxn>
                <a:cxn ang="0">
                  <a:pos x="376" y="152"/>
                </a:cxn>
                <a:cxn ang="0">
                  <a:pos x="400" y="120"/>
                </a:cxn>
                <a:cxn ang="0">
                  <a:pos x="424" y="112"/>
                </a:cxn>
                <a:cxn ang="0">
                  <a:pos x="448" y="112"/>
                </a:cxn>
                <a:cxn ang="0">
                  <a:pos x="472" y="120"/>
                </a:cxn>
                <a:cxn ang="0">
                  <a:pos x="496" y="136"/>
                </a:cxn>
                <a:cxn ang="0">
                  <a:pos x="520" y="152"/>
                </a:cxn>
                <a:cxn ang="0">
                  <a:pos x="544" y="152"/>
                </a:cxn>
                <a:cxn ang="0">
                  <a:pos x="568" y="144"/>
                </a:cxn>
                <a:cxn ang="0">
                  <a:pos x="592" y="120"/>
                </a:cxn>
                <a:cxn ang="0">
                  <a:pos x="608" y="96"/>
                </a:cxn>
                <a:cxn ang="0">
                  <a:pos x="624" y="72"/>
                </a:cxn>
                <a:cxn ang="0">
                  <a:pos x="640" y="48"/>
                </a:cxn>
                <a:cxn ang="0">
                  <a:pos x="664" y="16"/>
                </a:cxn>
                <a:cxn ang="0">
                  <a:pos x="672" y="8"/>
                </a:cxn>
                <a:cxn ang="0">
                  <a:pos x="696" y="8"/>
                </a:cxn>
                <a:cxn ang="0">
                  <a:pos x="721" y="32"/>
                </a:cxn>
                <a:cxn ang="0">
                  <a:pos x="729" y="72"/>
                </a:cxn>
                <a:cxn ang="0">
                  <a:pos x="745" y="128"/>
                </a:cxn>
                <a:cxn ang="0">
                  <a:pos x="761" y="200"/>
                </a:cxn>
                <a:cxn ang="0">
                  <a:pos x="777" y="296"/>
                </a:cxn>
                <a:cxn ang="0">
                  <a:pos x="793" y="408"/>
                </a:cxn>
              </a:cxnLst>
              <a:rect l="0" t="0" r="r" b="b"/>
              <a:pathLst>
                <a:path w="801" h="528">
                  <a:moveTo>
                    <a:pt x="0" y="528"/>
                  </a:moveTo>
                  <a:lnTo>
                    <a:pt x="8" y="520"/>
                  </a:lnTo>
                  <a:lnTo>
                    <a:pt x="16" y="512"/>
                  </a:lnTo>
                  <a:lnTo>
                    <a:pt x="16" y="504"/>
                  </a:lnTo>
                  <a:lnTo>
                    <a:pt x="24" y="496"/>
                  </a:lnTo>
                  <a:lnTo>
                    <a:pt x="24" y="488"/>
                  </a:lnTo>
                  <a:lnTo>
                    <a:pt x="40" y="472"/>
                  </a:lnTo>
                  <a:lnTo>
                    <a:pt x="32" y="472"/>
                  </a:lnTo>
                  <a:lnTo>
                    <a:pt x="40" y="472"/>
                  </a:lnTo>
                  <a:lnTo>
                    <a:pt x="48" y="464"/>
                  </a:lnTo>
                  <a:lnTo>
                    <a:pt x="56" y="456"/>
                  </a:lnTo>
                  <a:lnTo>
                    <a:pt x="64" y="448"/>
                  </a:lnTo>
                  <a:lnTo>
                    <a:pt x="72" y="448"/>
                  </a:lnTo>
                  <a:lnTo>
                    <a:pt x="80" y="448"/>
                  </a:lnTo>
                  <a:lnTo>
                    <a:pt x="88" y="448"/>
                  </a:lnTo>
                  <a:lnTo>
                    <a:pt x="96" y="448"/>
                  </a:lnTo>
                  <a:lnTo>
                    <a:pt x="104" y="448"/>
                  </a:lnTo>
                  <a:lnTo>
                    <a:pt x="112" y="456"/>
                  </a:lnTo>
                  <a:lnTo>
                    <a:pt x="120" y="456"/>
                  </a:lnTo>
                  <a:lnTo>
                    <a:pt x="128" y="464"/>
                  </a:lnTo>
                  <a:lnTo>
                    <a:pt x="136" y="464"/>
                  </a:lnTo>
                  <a:lnTo>
                    <a:pt x="144" y="472"/>
                  </a:lnTo>
                  <a:lnTo>
                    <a:pt x="152" y="480"/>
                  </a:lnTo>
                  <a:lnTo>
                    <a:pt x="160" y="480"/>
                  </a:lnTo>
                  <a:lnTo>
                    <a:pt x="168" y="488"/>
                  </a:lnTo>
                  <a:lnTo>
                    <a:pt x="176" y="488"/>
                  </a:lnTo>
                  <a:lnTo>
                    <a:pt x="184" y="488"/>
                  </a:lnTo>
                  <a:lnTo>
                    <a:pt x="192" y="488"/>
                  </a:lnTo>
                  <a:lnTo>
                    <a:pt x="200" y="488"/>
                  </a:lnTo>
                  <a:lnTo>
                    <a:pt x="208" y="488"/>
                  </a:lnTo>
                  <a:lnTo>
                    <a:pt x="216" y="480"/>
                  </a:lnTo>
                  <a:lnTo>
                    <a:pt x="224" y="472"/>
                  </a:lnTo>
                  <a:lnTo>
                    <a:pt x="232" y="464"/>
                  </a:lnTo>
                  <a:lnTo>
                    <a:pt x="240" y="456"/>
                  </a:lnTo>
                  <a:lnTo>
                    <a:pt x="248" y="448"/>
                  </a:lnTo>
                  <a:lnTo>
                    <a:pt x="248" y="440"/>
                  </a:lnTo>
                  <a:lnTo>
                    <a:pt x="256" y="432"/>
                  </a:lnTo>
                  <a:lnTo>
                    <a:pt x="256" y="424"/>
                  </a:lnTo>
                  <a:lnTo>
                    <a:pt x="264" y="416"/>
                  </a:lnTo>
                  <a:lnTo>
                    <a:pt x="272" y="408"/>
                  </a:lnTo>
                  <a:lnTo>
                    <a:pt x="272" y="392"/>
                  </a:lnTo>
                  <a:lnTo>
                    <a:pt x="280" y="384"/>
                  </a:lnTo>
                  <a:lnTo>
                    <a:pt x="280" y="376"/>
                  </a:lnTo>
                  <a:lnTo>
                    <a:pt x="288" y="360"/>
                  </a:lnTo>
                  <a:lnTo>
                    <a:pt x="296" y="352"/>
                  </a:lnTo>
                  <a:lnTo>
                    <a:pt x="296" y="336"/>
                  </a:lnTo>
                  <a:lnTo>
                    <a:pt x="304" y="328"/>
                  </a:lnTo>
                  <a:lnTo>
                    <a:pt x="304" y="312"/>
                  </a:lnTo>
                  <a:lnTo>
                    <a:pt x="312" y="304"/>
                  </a:lnTo>
                  <a:lnTo>
                    <a:pt x="320" y="288"/>
                  </a:lnTo>
                  <a:lnTo>
                    <a:pt x="320" y="272"/>
                  </a:lnTo>
                  <a:lnTo>
                    <a:pt x="328" y="264"/>
                  </a:lnTo>
                  <a:lnTo>
                    <a:pt x="328" y="248"/>
                  </a:lnTo>
                  <a:lnTo>
                    <a:pt x="336" y="240"/>
                  </a:lnTo>
                  <a:lnTo>
                    <a:pt x="344" y="224"/>
                  </a:lnTo>
                  <a:lnTo>
                    <a:pt x="344" y="216"/>
                  </a:lnTo>
                  <a:lnTo>
                    <a:pt x="352" y="208"/>
                  </a:lnTo>
                  <a:lnTo>
                    <a:pt x="352" y="192"/>
                  </a:lnTo>
                  <a:lnTo>
                    <a:pt x="360" y="184"/>
                  </a:lnTo>
                  <a:lnTo>
                    <a:pt x="368" y="176"/>
                  </a:lnTo>
                  <a:lnTo>
                    <a:pt x="368" y="168"/>
                  </a:lnTo>
                  <a:lnTo>
                    <a:pt x="376" y="160"/>
                  </a:lnTo>
                  <a:lnTo>
                    <a:pt x="376" y="152"/>
                  </a:lnTo>
                  <a:lnTo>
                    <a:pt x="384" y="144"/>
                  </a:lnTo>
                  <a:lnTo>
                    <a:pt x="400" y="128"/>
                  </a:lnTo>
                  <a:lnTo>
                    <a:pt x="400" y="120"/>
                  </a:lnTo>
                  <a:lnTo>
                    <a:pt x="408" y="112"/>
                  </a:lnTo>
                  <a:lnTo>
                    <a:pt x="416" y="112"/>
                  </a:lnTo>
                  <a:lnTo>
                    <a:pt x="424" y="112"/>
                  </a:lnTo>
                  <a:lnTo>
                    <a:pt x="432" y="112"/>
                  </a:lnTo>
                  <a:lnTo>
                    <a:pt x="440" y="112"/>
                  </a:lnTo>
                  <a:lnTo>
                    <a:pt x="448" y="112"/>
                  </a:lnTo>
                  <a:lnTo>
                    <a:pt x="456" y="112"/>
                  </a:lnTo>
                  <a:lnTo>
                    <a:pt x="464" y="120"/>
                  </a:lnTo>
                  <a:lnTo>
                    <a:pt x="472" y="120"/>
                  </a:lnTo>
                  <a:lnTo>
                    <a:pt x="480" y="128"/>
                  </a:lnTo>
                  <a:lnTo>
                    <a:pt x="488" y="136"/>
                  </a:lnTo>
                  <a:lnTo>
                    <a:pt x="496" y="136"/>
                  </a:lnTo>
                  <a:lnTo>
                    <a:pt x="504" y="144"/>
                  </a:lnTo>
                  <a:lnTo>
                    <a:pt x="512" y="144"/>
                  </a:lnTo>
                  <a:lnTo>
                    <a:pt x="520" y="152"/>
                  </a:lnTo>
                  <a:lnTo>
                    <a:pt x="528" y="152"/>
                  </a:lnTo>
                  <a:lnTo>
                    <a:pt x="536" y="152"/>
                  </a:lnTo>
                  <a:lnTo>
                    <a:pt x="544" y="152"/>
                  </a:lnTo>
                  <a:lnTo>
                    <a:pt x="552" y="152"/>
                  </a:lnTo>
                  <a:lnTo>
                    <a:pt x="560" y="152"/>
                  </a:lnTo>
                  <a:lnTo>
                    <a:pt x="568" y="144"/>
                  </a:lnTo>
                  <a:lnTo>
                    <a:pt x="576" y="136"/>
                  </a:lnTo>
                  <a:lnTo>
                    <a:pt x="584" y="128"/>
                  </a:lnTo>
                  <a:lnTo>
                    <a:pt x="592" y="120"/>
                  </a:lnTo>
                  <a:lnTo>
                    <a:pt x="600" y="112"/>
                  </a:lnTo>
                  <a:lnTo>
                    <a:pt x="600" y="104"/>
                  </a:lnTo>
                  <a:lnTo>
                    <a:pt x="608" y="96"/>
                  </a:lnTo>
                  <a:lnTo>
                    <a:pt x="608" y="88"/>
                  </a:lnTo>
                  <a:lnTo>
                    <a:pt x="616" y="80"/>
                  </a:lnTo>
                  <a:lnTo>
                    <a:pt x="624" y="72"/>
                  </a:lnTo>
                  <a:lnTo>
                    <a:pt x="632" y="64"/>
                  </a:lnTo>
                  <a:lnTo>
                    <a:pt x="632" y="56"/>
                  </a:lnTo>
                  <a:lnTo>
                    <a:pt x="640" y="48"/>
                  </a:lnTo>
                  <a:lnTo>
                    <a:pt x="648" y="40"/>
                  </a:lnTo>
                  <a:lnTo>
                    <a:pt x="648" y="32"/>
                  </a:lnTo>
                  <a:lnTo>
                    <a:pt x="664" y="16"/>
                  </a:lnTo>
                  <a:lnTo>
                    <a:pt x="656" y="16"/>
                  </a:lnTo>
                  <a:lnTo>
                    <a:pt x="664" y="16"/>
                  </a:lnTo>
                  <a:lnTo>
                    <a:pt x="672" y="8"/>
                  </a:lnTo>
                  <a:lnTo>
                    <a:pt x="680" y="0"/>
                  </a:lnTo>
                  <a:lnTo>
                    <a:pt x="688" y="0"/>
                  </a:lnTo>
                  <a:lnTo>
                    <a:pt x="696" y="8"/>
                  </a:lnTo>
                  <a:lnTo>
                    <a:pt x="704" y="16"/>
                  </a:lnTo>
                  <a:lnTo>
                    <a:pt x="712" y="24"/>
                  </a:lnTo>
                  <a:lnTo>
                    <a:pt x="721" y="32"/>
                  </a:lnTo>
                  <a:lnTo>
                    <a:pt x="721" y="40"/>
                  </a:lnTo>
                  <a:lnTo>
                    <a:pt x="729" y="56"/>
                  </a:lnTo>
                  <a:lnTo>
                    <a:pt x="729" y="72"/>
                  </a:lnTo>
                  <a:lnTo>
                    <a:pt x="737" y="88"/>
                  </a:lnTo>
                  <a:lnTo>
                    <a:pt x="745" y="104"/>
                  </a:lnTo>
                  <a:lnTo>
                    <a:pt x="745" y="128"/>
                  </a:lnTo>
                  <a:lnTo>
                    <a:pt x="753" y="152"/>
                  </a:lnTo>
                  <a:lnTo>
                    <a:pt x="753" y="176"/>
                  </a:lnTo>
                  <a:lnTo>
                    <a:pt x="761" y="200"/>
                  </a:lnTo>
                  <a:lnTo>
                    <a:pt x="769" y="232"/>
                  </a:lnTo>
                  <a:lnTo>
                    <a:pt x="769" y="264"/>
                  </a:lnTo>
                  <a:lnTo>
                    <a:pt x="777" y="296"/>
                  </a:lnTo>
                  <a:lnTo>
                    <a:pt x="777" y="336"/>
                  </a:lnTo>
                  <a:lnTo>
                    <a:pt x="785" y="368"/>
                  </a:lnTo>
                  <a:lnTo>
                    <a:pt x="793" y="408"/>
                  </a:lnTo>
                  <a:lnTo>
                    <a:pt x="793" y="448"/>
                  </a:lnTo>
                  <a:lnTo>
                    <a:pt x="801" y="49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3626" name="Freeform 74"/>
            <p:cNvSpPr>
              <a:spLocks/>
            </p:cNvSpPr>
            <p:nvPr/>
          </p:nvSpPr>
          <p:spPr bwMode="auto">
            <a:xfrm>
              <a:off x="3464" y="462"/>
              <a:ext cx="608" cy="3214"/>
            </a:xfrm>
            <a:custGeom>
              <a:avLst/>
              <a:gdLst/>
              <a:ahLst/>
              <a:cxnLst>
                <a:cxn ang="0">
                  <a:pos x="8" y="1887"/>
                </a:cxn>
                <a:cxn ang="0">
                  <a:pos x="24" y="2039"/>
                </a:cxn>
                <a:cxn ang="0">
                  <a:pos x="32" y="2191"/>
                </a:cxn>
                <a:cxn ang="0">
                  <a:pos x="48" y="2358"/>
                </a:cxn>
                <a:cxn ang="0">
                  <a:pos x="64" y="2518"/>
                </a:cxn>
                <a:cxn ang="0">
                  <a:pos x="80" y="2678"/>
                </a:cxn>
                <a:cxn ang="0">
                  <a:pos x="96" y="2822"/>
                </a:cxn>
                <a:cxn ang="0">
                  <a:pos x="104" y="2950"/>
                </a:cxn>
                <a:cxn ang="0">
                  <a:pos x="120" y="3062"/>
                </a:cxn>
                <a:cxn ang="0">
                  <a:pos x="136" y="3142"/>
                </a:cxn>
                <a:cxn ang="0">
                  <a:pos x="152" y="3190"/>
                </a:cxn>
                <a:cxn ang="0">
                  <a:pos x="168" y="3214"/>
                </a:cxn>
                <a:cxn ang="0">
                  <a:pos x="176" y="3190"/>
                </a:cxn>
                <a:cxn ang="0">
                  <a:pos x="192" y="3134"/>
                </a:cxn>
                <a:cxn ang="0">
                  <a:pos x="208" y="3038"/>
                </a:cxn>
                <a:cxn ang="0">
                  <a:pos x="224" y="2910"/>
                </a:cxn>
                <a:cxn ang="0">
                  <a:pos x="232" y="2742"/>
                </a:cxn>
                <a:cxn ang="0">
                  <a:pos x="248" y="2550"/>
                </a:cxn>
                <a:cxn ang="0">
                  <a:pos x="264" y="2326"/>
                </a:cxn>
                <a:cxn ang="0">
                  <a:pos x="280" y="2087"/>
                </a:cxn>
                <a:cxn ang="0">
                  <a:pos x="296" y="1831"/>
                </a:cxn>
                <a:cxn ang="0">
                  <a:pos x="304" y="1575"/>
                </a:cxn>
                <a:cxn ang="0">
                  <a:pos x="320" y="1319"/>
                </a:cxn>
                <a:cxn ang="0">
                  <a:pos x="336" y="1064"/>
                </a:cxn>
                <a:cxn ang="0">
                  <a:pos x="352" y="832"/>
                </a:cxn>
                <a:cxn ang="0">
                  <a:pos x="368" y="616"/>
                </a:cxn>
                <a:cxn ang="0">
                  <a:pos x="376" y="424"/>
                </a:cxn>
                <a:cxn ang="0">
                  <a:pos x="392" y="264"/>
                </a:cxn>
                <a:cxn ang="0">
                  <a:pos x="408" y="144"/>
                </a:cxn>
                <a:cxn ang="0">
                  <a:pos x="424" y="56"/>
                </a:cxn>
                <a:cxn ang="0">
                  <a:pos x="432" y="8"/>
                </a:cxn>
                <a:cxn ang="0">
                  <a:pos x="456" y="8"/>
                </a:cxn>
                <a:cxn ang="0">
                  <a:pos x="472" y="56"/>
                </a:cxn>
                <a:cxn ang="0">
                  <a:pos x="488" y="136"/>
                </a:cxn>
                <a:cxn ang="0">
                  <a:pos x="504" y="240"/>
                </a:cxn>
                <a:cxn ang="0">
                  <a:pos x="520" y="368"/>
                </a:cxn>
                <a:cxn ang="0">
                  <a:pos x="528" y="512"/>
                </a:cxn>
                <a:cxn ang="0">
                  <a:pos x="544" y="672"/>
                </a:cxn>
                <a:cxn ang="0">
                  <a:pos x="560" y="832"/>
                </a:cxn>
                <a:cxn ang="0">
                  <a:pos x="576" y="992"/>
                </a:cxn>
                <a:cxn ang="0">
                  <a:pos x="584" y="1151"/>
                </a:cxn>
                <a:cxn ang="0">
                  <a:pos x="600" y="1303"/>
                </a:cxn>
              </a:cxnLst>
              <a:rect l="0" t="0" r="r" b="b"/>
              <a:pathLst>
                <a:path w="608" h="3214">
                  <a:moveTo>
                    <a:pt x="0" y="1799"/>
                  </a:moveTo>
                  <a:lnTo>
                    <a:pt x="0" y="1847"/>
                  </a:lnTo>
                  <a:lnTo>
                    <a:pt x="8" y="1887"/>
                  </a:lnTo>
                  <a:lnTo>
                    <a:pt x="8" y="1935"/>
                  </a:lnTo>
                  <a:lnTo>
                    <a:pt x="16" y="1983"/>
                  </a:lnTo>
                  <a:lnTo>
                    <a:pt x="24" y="2039"/>
                  </a:lnTo>
                  <a:lnTo>
                    <a:pt x="24" y="2087"/>
                  </a:lnTo>
                  <a:lnTo>
                    <a:pt x="32" y="2143"/>
                  </a:lnTo>
                  <a:lnTo>
                    <a:pt x="32" y="2191"/>
                  </a:lnTo>
                  <a:lnTo>
                    <a:pt x="40" y="2247"/>
                  </a:lnTo>
                  <a:lnTo>
                    <a:pt x="48" y="2302"/>
                  </a:lnTo>
                  <a:lnTo>
                    <a:pt x="48" y="2358"/>
                  </a:lnTo>
                  <a:lnTo>
                    <a:pt x="56" y="2414"/>
                  </a:lnTo>
                  <a:lnTo>
                    <a:pt x="56" y="2462"/>
                  </a:lnTo>
                  <a:lnTo>
                    <a:pt x="64" y="2518"/>
                  </a:lnTo>
                  <a:lnTo>
                    <a:pt x="72" y="2574"/>
                  </a:lnTo>
                  <a:lnTo>
                    <a:pt x="72" y="2622"/>
                  </a:lnTo>
                  <a:lnTo>
                    <a:pt x="80" y="2678"/>
                  </a:lnTo>
                  <a:lnTo>
                    <a:pt x="80" y="2726"/>
                  </a:lnTo>
                  <a:lnTo>
                    <a:pt x="88" y="2774"/>
                  </a:lnTo>
                  <a:lnTo>
                    <a:pt x="96" y="2822"/>
                  </a:lnTo>
                  <a:lnTo>
                    <a:pt x="96" y="2870"/>
                  </a:lnTo>
                  <a:lnTo>
                    <a:pt x="104" y="2910"/>
                  </a:lnTo>
                  <a:lnTo>
                    <a:pt x="104" y="2950"/>
                  </a:lnTo>
                  <a:lnTo>
                    <a:pt x="112" y="2990"/>
                  </a:lnTo>
                  <a:lnTo>
                    <a:pt x="120" y="3030"/>
                  </a:lnTo>
                  <a:lnTo>
                    <a:pt x="120" y="3062"/>
                  </a:lnTo>
                  <a:lnTo>
                    <a:pt x="128" y="3094"/>
                  </a:lnTo>
                  <a:lnTo>
                    <a:pt x="128" y="3118"/>
                  </a:lnTo>
                  <a:lnTo>
                    <a:pt x="136" y="3142"/>
                  </a:lnTo>
                  <a:lnTo>
                    <a:pt x="144" y="3166"/>
                  </a:lnTo>
                  <a:lnTo>
                    <a:pt x="144" y="3182"/>
                  </a:lnTo>
                  <a:lnTo>
                    <a:pt x="152" y="3190"/>
                  </a:lnTo>
                  <a:lnTo>
                    <a:pt x="152" y="3206"/>
                  </a:lnTo>
                  <a:lnTo>
                    <a:pt x="160" y="3206"/>
                  </a:lnTo>
                  <a:lnTo>
                    <a:pt x="168" y="3214"/>
                  </a:lnTo>
                  <a:lnTo>
                    <a:pt x="168" y="3206"/>
                  </a:lnTo>
                  <a:lnTo>
                    <a:pt x="176" y="3198"/>
                  </a:lnTo>
                  <a:lnTo>
                    <a:pt x="176" y="3190"/>
                  </a:lnTo>
                  <a:lnTo>
                    <a:pt x="184" y="3174"/>
                  </a:lnTo>
                  <a:lnTo>
                    <a:pt x="184" y="3158"/>
                  </a:lnTo>
                  <a:lnTo>
                    <a:pt x="192" y="3134"/>
                  </a:lnTo>
                  <a:lnTo>
                    <a:pt x="200" y="3102"/>
                  </a:lnTo>
                  <a:lnTo>
                    <a:pt x="200" y="3078"/>
                  </a:lnTo>
                  <a:lnTo>
                    <a:pt x="208" y="3038"/>
                  </a:lnTo>
                  <a:lnTo>
                    <a:pt x="208" y="2998"/>
                  </a:lnTo>
                  <a:lnTo>
                    <a:pt x="216" y="2958"/>
                  </a:lnTo>
                  <a:lnTo>
                    <a:pt x="224" y="2910"/>
                  </a:lnTo>
                  <a:lnTo>
                    <a:pt x="224" y="2854"/>
                  </a:lnTo>
                  <a:lnTo>
                    <a:pt x="232" y="2798"/>
                  </a:lnTo>
                  <a:lnTo>
                    <a:pt x="232" y="2742"/>
                  </a:lnTo>
                  <a:lnTo>
                    <a:pt x="240" y="2678"/>
                  </a:lnTo>
                  <a:lnTo>
                    <a:pt x="248" y="2614"/>
                  </a:lnTo>
                  <a:lnTo>
                    <a:pt x="248" y="2550"/>
                  </a:lnTo>
                  <a:lnTo>
                    <a:pt x="256" y="2478"/>
                  </a:lnTo>
                  <a:lnTo>
                    <a:pt x="256" y="2406"/>
                  </a:lnTo>
                  <a:lnTo>
                    <a:pt x="264" y="2326"/>
                  </a:lnTo>
                  <a:lnTo>
                    <a:pt x="272" y="2247"/>
                  </a:lnTo>
                  <a:lnTo>
                    <a:pt x="272" y="2167"/>
                  </a:lnTo>
                  <a:lnTo>
                    <a:pt x="280" y="2087"/>
                  </a:lnTo>
                  <a:lnTo>
                    <a:pt x="280" y="2007"/>
                  </a:lnTo>
                  <a:lnTo>
                    <a:pt x="288" y="1919"/>
                  </a:lnTo>
                  <a:lnTo>
                    <a:pt x="296" y="1831"/>
                  </a:lnTo>
                  <a:lnTo>
                    <a:pt x="296" y="1751"/>
                  </a:lnTo>
                  <a:lnTo>
                    <a:pt x="304" y="1663"/>
                  </a:lnTo>
                  <a:lnTo>
                    <a:pt x="304" y="1575"/>
                  </a:lnTo>
                  <a:lnTo>
                    <a:pt x="312" y="1487"/>
                  </a:lnTo>
                  <a:lnTo>
                    <a:pt x="320" y="1399"/>
                  </a:lnTo>
                  <a:lnTo>
                    <a:pt x="320" y="1319"/>
                  </a:lnTo>
                  <a:lnTo>
                    <a:pt x="328" y="1231"/>
                  </a:lnTo>
                  <a:lnTo>
                    <a:pt x="328" y="1143"/>
                  </a:lnTo>
                  <a:lnTo>
                    <a:pt x="336" y="1064"/>
                  </a:lnTo>
                  <a:lnTo>
                    <a:pt x="344" y="984"/>
                  </a:lnTo>
                  <a:lnTo>
                    <a:pt x="344" y="904"/>
                  </a:lnTo>
                  <a:lnTo>
                    <a:pt x="352" y="832"/>
                  </a:lnTo>
                  <a:lnTo>
                    <a:pt x="352" y="752"/>
                  </a:lnTo>
                  <a:lnTo>
                    <a:pt x="360" y="680"/>
                  </a:lnTo>
                  <a:lnTo>
                    <a:pt x="368" y="616"/>
                  </a:lnTo>
                  <a:lnTo>
                    <a:pt x="368" y="544"/>
                  </a:lnTo>
                  <a:lnTo>
                    <a:pt x="376" y="488"/>
                  </a:lnTo>
                  <a:lnTo>
                    <a:pt x="376" y="424"/>
                  </a:lnTo>
                  <a:lnTo>
                    <a:pt x="384" y="368"/>
                  </a:lnTo>
                  <a:lnTo>
                    <a:pt x="384" y="312"/>
                  </a:lnTo>
                  <a:lnTo>
                    <a:pt x="392" y="264"/>
                  </a:lnTo>
                  <a:lnTo>
                    <a:pt x="400" y="224"/>
                  </a:lnTo>
                  <a:lnTo>
                    <a:pt x="400" y="184"/>
                  </a:lnTo>
                  <a:lnTo>
                    <a:pt x="408" y="144"/>
                  </a:lnTo>
                  <a:lnTo>
                    <a:pt x="408" y="112"/>
                  </a:lnTo>
                  <a:lnTo>
                    <a:pt x="416" y="80"/>
                  </a:lnTo>
                  <a:lnTo>
                    <a:pt x="424" y="56"/>
                  </a:lnTo>
                  <a:lnTo>
                    <a:pt x="424" y="32"/>
                  </a:lnTo>
                  <a:lnTo>
                    <a:pt x="432" y="16"/>
                  </a:lnTo>
                  <a:lnTo>
                    <a:pt x="432" y="8"/>
                  </a:lnTo>
                  <a:lnTo>
                    <a:pt x="440" y="0"/>
                  </a:lnTo>
                  <a:lnTo>
                    <a:pt x="456" y="0"/>
                  </a:lnTo>
                  <a:lnTo>
                    <a:pt x="456" y="8"/>
                  </a:lnTo>
                  <a:lnTo>
                    <a:pt x="464" y="24"/>
                  </a:lnTo>
                  <a:lnTo>
                    <a:pt x="472" y="40"/>
                  </a:lnTo>
                  <a:lnTo>
                    <a:pt x="472" y="56"/>
                  </a:lnTo>
                  <a:lnTo>
                    <a:pt x="480" y="80"/>
                  </a:lnTo>
                  <a:lnTo>
                    <a:pt x="480" y="104"/>
                  </a:lnTo>
                  <a:lnTo>
                    <a:pt x="488" y="136"/>
                  </a:lnTo>
                  <a:lnTo>
                    <a:pt x="496" y="168"/>
                  </a:lnTo>
                  <a:lnTo>
                    <a:pt x="496" y="200"/>
                  </a:lnTo>
                  <a:lnTo>
                    <a:pt x="504" y="240"/>
                  </a:lnTo>
                  <a:lnTo>
                    <a:pt x="504" y="280"/>
                  </a:lnTo>
                  <a:lnTo>
                    <a:pt x="512" y="320"/>
                  </a:lnTo>
                  <a:lnTo>
                    <a:pt x="520" y="368"/>
                  </a:lnTo>
                  <a:lnTo>
                    <a:pt x="520" y="416"/>
                  </a:lnTo>
                  <a:lnTo>
                    <a:pt x="528" y="464"/>
                  </a:lnTo>
                  <a:lnTo>
                    <a:pt x="528" y="512"/>
                  </a:lnTo>
                  <a:lnTo>
                    <a:pt x="536" y="568"/>
                  </a:lnTo>
                  <a:lnTo>
                    <a:pt x="544" y="616"/>
                  </a:lnTo>
                  <a:lnTo>
                    <a:pt x="544" y="672"/>
                  </a:lnTo>
                  <a:lnTo>
                    <a:pt x="552" y="720"/>
                  </a:lnTo>
                  <a:lnTo>
                    <a:pt x="552" y="776"/>
                  </a:lnTo>
                  <a:lnTo>
                    <a:pt x="560" y="832"/>
                  </a:lnTo>
                  <a:lnTo>
                    <a:pt x="560" y="888"/>
                  </a:lnTo>
                  <a:lnTo>
                    <a:pt x="568" y="944"/>
                  </a:lnTo>
                  <a:lnTo>
                    <a:pt x="576" y="992"/>
                  </a:lnTo>
                  <a:lnTo>
                    <a:pt x="576" y="1048"/>
                  </a:lnTo>
                  <a:lnTo>
                    <a:pt x="584" y="1104"/>
                  </a:lnTo>
                  <a:lnTo>
                    <a:pt x="584" y="1151"/>
                  </a:lnTo>
                  <a:lnTo>
                    <a:pt x="592" y="1199"/>
                  </a:lnTo>
                  <a:lnTo>
                    <a:pt x="600" y="1255"/>
                  </a:lnTo>
                  <a:lnTo>
                    <a:pt x="600" y="1303"/>
                  </a:lnTo>
                  <a:lnTo>
                    <a:pt x="608" y="1351"/>
                  </a:lnTo>
                  <a:lnTo>
                    <a:pt x="608" y="139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3627" name="Freeform 75"/>
            <p:cNvSpPr>
              <a:spLocks/>
            </p:cNvSpPr>
            <p:nvPr/>
          </p:nvSpPr>
          <p:spPr bwMode="auto">
            <a:xfrm>
              <a:off x="4072" y="1837"/>
              <a:ext cx="801" cy="528"/>
            </a:xfrm>
            <a:custGeom>
              <a:avLst/>
              <a:gdLst/>
              <a:ahLst/>
              <a:cxnLst>
                <a:cxn ang="0">
                  <a:pos x="16" y="104"/>
                </a:cxn>
                <a:cxn ang="0">
                  <a:pos x="24" y="216"/>
                </a:cxn>
                <a:cxn ang="0">
                  <a:pos x="40" y="312"/>
                </a:cxn>
                <a:cxn ang="0">
                  <a:pos x="56" y="392"/>
                </a:cxn>
                <a:cxn ang="0">
                  <a:pos x="72" y="448"/>
                </a:cxn>
                <a:cxn ang="0">
                  <a:pos x="88" y="496"/>
                </a:cxn>
                <a:cxn ang="0">
                  <a:pos x="96" y="520"/>
                </a:cxn>
                <a:cxn ang="0">
                  <a:pos x="120" y="528"/>
                </a:cxn>
                <a:cxn ang="0">
                  <a:pos x="144" y="504"/>
                </a:cxn>
                <a:cxn ang="0">
                  <a:pos x="168" y="480"/>
                </a:cxn>
                <a:cxn ang="0">
                  <a:pos x="176" y="456"/>
                </a:cxn>
                <a:cxn ang="0">
                  <a:pos x="192" y="432"/>
                </a:cxn>
                <a:cxn ang="0">
                  <a:pos x="208" y="408"/>
                </a:cxn>
                <a:cxn ang="0">
                  <a:pos x="232" y="384"/>
                </a:cxn>
                <a:cxn ang="0">
                  <a:pos x="256" y="376"/>
                </a:cxn>
                <a:cxn ang="0">
                  <a:pos x="280" y="376"/>
                </a:cxn>
                <a:cxn ang="0">
                  <a:pos x="304" y="392"/>
                </a:cxn>
                <a:cxn ang="0">
                  <a:pos x="328" y="400"/>
                </a:cxn>
                <a:cxn ang="0">
                  <a:pos x="353" y="416"/>
                </a:cxn>
                <a:cxn ang="0">
                  <a:pos x="377" y="416"/>
                </a:cxn>
                <a:cxn ang="0">
                  <a:pos x="401" y="400"/>
                </a:cxn>
                <a:cxn ang="0">
                  <a:pos x="417" y="384"/>
                </a:cxn>
                <a:cxn ang="0">
                  <a:pos x="441" y="352"/>
                </a:cxn>
                <a:cxn ang="0">
                  <a:pos x="449" y="328"/>
                </a:cxn>
                <a:cxn ang="0">
                  <a:pos x="465" y="296"/>
                </a:cxn>
                <a:cxn ang="0">
                  <a:pos x="481" y="256"/>
                </a:cxn>
                <a:cxn ang="0">
                  <a:pos x="497" y="216"/>
                </a:cxn>
                <a:cxn ang="0">
                  <a:pos x="513" y="184"/>
                </a:cxn>
                <a:cxn ang="0">
                  <a:pos x="521" y="152"/>
                </a:cxn>
                <a:cxn ang="0">
                  <a:pos x="537" y="120"/>
                </a:cxn>
                <a:cxn ang="0">
                  <a:pos x="553" y="88"/>
                </a:cxn>
                <a:cxn ang="0">
                  <a:pos x="569" y="64"/>
                </a:cxn>
                <a:cxn ang="0">
                  <a:pos x="585" y="48"/>
                </a:cxn>
                <a:cxn ang="0">
                  <a:pos x="609" y="40"/>
                </a:cxn>
                <a:cxn ang="0">
                  <a:pos x="633" y="40"/>
                </a:cxn>
                <a:cxn ang="0">
                  <a:pos x="657" y="56"/>
                </a:cxn>
                <a:cxn ang="0">
                  <a:pos x="681" y="72"/>
                </a:cxn>
                <a:cxn ang="0">
                  <a:pos x="705" y="80"/>
                </a:cxn>
                <a:cxn ang="0">
                  <a:pos x="729" y="80"/>
                </a:cxn>
                <a:cxn ang="0">
                  <a:pos x="753" y="64"/>
                </a:cxn>
                <a:cxn ang="0">
                  <a:pos x="777" y="40"/>
                </a:cxn>
                <a:cxn ang="0">
                  <a:pos x="793" y="16"/>
                </a:cxn>
              </a:cxnLst>
              <a:rect l="0" t="0" r="r" b="b"/>
              <a:pathLst>
                <a:path w="801" h="528">
                  <a:moveTo>
                    <a:pt x="0" y="16"/>
                  </a:moveTo>
                  <a:lnTo>
                    <a:pt x="8" y="64"/>
                  </a:lnTo>
                  <a:lnTo>
                    <a:pt x="16" y="104"/>
                  </a:lnTo>
                  <a:lnTo>
                    <a:pt x="16" y="144"/>
                  </a:lnTo>
                  <a:lnTo>
                    <a:pt x="24" y="184"/>
                  </a:lnTo>
                  <a:lnTo>
                    <a:pt x="24" y="216"/>
                  </a:lnTo>
                  <a:lnTo>
                    <a:pt x="32" y="256"/>
                  </a:lnTo>
                  <a:lnTo>
                    <a:pt x="40" y="288"/>
                  </a:lnTo>
                  <a:lnTo>
                    <a:pt x="40" y="312"/>
                  </a:lnTo>
                  <a:lnTo>
                    <a:pt x="48" y="344"/>
                  </a:lnTo>
                  <a:lnTo>
                    <a:pt x="48" y="368"/>
                  </a:lnTo>
                  <a:lnTo>
                    <a:pt x="56" y="392"/>
                  </a:lnTo>
                  <a:lnTo>
                    <a:pt x="64" y="416"/>
                  </a:lnTo>
                  <a:lnTo>
                    <a:pt x="64" y="432"/>
                  </a:lnTo>
                  <a:lnTo>
                    <a:pt x="72" y="448"/>
                  </a:lnTo>
                  <a:lnTo>
                    <a:pt x="72" y="464"/>
                  </a:lnTo>
                  <a:lnTo>
                    <a:pt x="80" y="480"/>
                  </a:lnTo>
                  <a:lnTo>
                    <a:pt x="88" y="496"/>
                  </a:lnTo>
                  <a:lnTo>
                    <a:pt x="88" y="504"/>
                  </a:lnTo>
                  <a:lnTo>
                    <a:pt x="104" y="520"/>
                  </a:lnTo>
                  <a:lnTo>
                    <a:pt x="96" y="520"/>
                  </a:lnTo>
                  <a:lnTo>
                    <a:pt x="104" y="520"/>
                  </a:lnTo>
                  <a:lnTo>
                    <a:pt x="112" y="528"/>
                  </a:lnTo>
                  <a:lnTo>
                    <a:pt x="120" y="528"/>
                  </a:lnTo>
                  <a:lnTo>
                    <a:pt x="128" y="520"/>
                  </a:lnTo>
                  <a:lnTo>
                    <a:pt x="136" y="512"/>
                  </a:lnTo>
                  <a:lnTo>
                    <a:pt x="144" y="504"/>
                  </a:lnTo>
                  <a:lnTo>
                    <a:pt x="152" y="496"/>
                  </a:lnTo>
                  <a:lnTo>
                    <a:pt x="160" y="488"/>
                  </a:lnTo>
                  <a:lnTo>
                    <a:pt x="168" y="480"/>
                  </a:lnTo>
                  <a:lnTo>
                    <a:pt x="168" y="472"/>
                  </a:lnTo>
                  <a:lnTo>
                    <a:pt x="176" y="464"/>
                  </a:lnTo>
                  <a:lnTo>
                    <a:pt x="176" y="456"/>
                  </a:lnTo>
                  <a:lnTo>
                    <a:pt x="184" y="448"/>
                  </a:lnTo>
                  <a:lnTo>
                    <a:pt x="192" y="440"/>
                  </a:lnTo>
                  <a:lnTo>
                    <a:pt x="192" y="432"/>
                  </a:lnTo>
                  <a:lnTo>
                    <a:pt x="200" y="424"/>
                  </a:lnTo>
                  <a:lnTo>
                    <a:pt x="200" y="416"/>
                  </a:lnTo>
                  <a:lnTo>
                    <a:pt x="208" y="408"/>
                  </a:lnTo>
                  <a:lnTo>
                    <a:pt x="216" y="400"/>
                  </a:lnTo>
                  <a:lnTo>
                    <a:pt x="224" y="392"/>
                  </a:lnTo>
                  <a:lnTo>
                    <a:pt x="232" y="384"/>
                  </a:lnTo>
                  <a:lnTo>
                    <a:pt x="240" y="376"/>
                  </a:lnTo>
                  <a:lnTo>
                    <a:pt x="248" y="376"/>
                  </a:lnTo>
                  <a:lnTo>
                    <a:pt x="256" y="376"/>
                  </a:lnTo>
                  <a:lnTo>
                    <a:pt x="264" y="376"/>
                  </a:lnTo>
                  <a:lnTo>
                    <a:pt x="272" y="376"/>
                  </a:lnTo>
                  <a:lnTo>
                    <a:pt x="280" y="376"/>
                  </a:lnTo>
                  <a:lnTo>
                    <a:pt x="288" y="384"/>
                  </a:lnTo>
                  <a:lnTo>
                    <a:pt x="296" y="384"/>
                  </a:lnTo>
                  <a:lnTo>
                    <a:pt x="304" y="392"/>
                  </a:lnTo>
                  <a:lnTo>
                    <a:pt x="312" y="392"/>
                  </a:lnTo>
                  <a:lnTo>
                    <a:pt x="320" y="400"/>
                  </a:lnTo>
                  <a:lnTo>
                    <a:pt x="328" y="400"/>
                  </a:lnTo>
                  <a:lnTo>
                    <a:pt x="337" y="408"/>
                  </a:lnTo>
                  <a:lnTo>
                    <a:pt x="345" y="416"/>
                  </a:lnTo>
                  <a:lnTo>
                    <a:pt x="353" y="416"/>
                  </a:lnTo>
                  <a:lnTo>
                    <a:pt x="361" y="416"/>
                  </a:lnTo>
                  <a:lnTo>
                    <a:pt x="369" y="416"/>
                  </a:lnTo>
                  <a:lnTo>
                    <a:pt x="377" y="416"/>
                  </a:lnTo>
                  <a:lnTo>
                    <a:pt x="385" y="416"/>
                  </a:lnTo>
                  <a:lnTo>
                    <a:pt x="393" y="408"/>
                  </a:lnTo>
                  <a:lnTo>
                    <a:pt x="401" y="400"/>
                  </a:lnTo>
                  <a:lnTo>
                    <a:pt x="409" y="400"/>
                  </a:lnTo>
                  <a:lnTo>
                    <a:pt x="417" y="392"/>
                  </a:lnTo>
                  <a:lnTo>
                    <a:pt x="417" y="384"/>
                  </a:lnTo>
                  <a:lnTo>
                    <a:pt x="425" y="376"/>
                  </a:lnTo>
                  <a:lnTo>
                    <a:pt x="433" y="368"/>
                  </a:lnTo>
                  <a:lnTo>
                    <a:pt x="441" y="352"/>
                  </a:lnTo>
                  <a:lnTo>
                    <a:pt x="441" y="344"/>
                  </a:lnTo>
                  <a:lnTo>
                    <a:pt x="449" y="336"/>
                  </a:lnTo>
                  <a:lnTo>
                    <a:pt x="449" y="328"/>
                  </a:lnTo>
                  <a:lnTo>
                    <a:pt x="457" y="312"/>
                  </a:lnTo>
                  <a:lnTo>
                    <a:pt x="465" y="304"/>
                  </a:lnTo>
                  <a:lnTo>
                    <a:pt x="465" y="296"/>
                  </a:lnTo>
                  <a:lnTo>
                    <a:pt x="473" y="280"/>
                  </a:lnTo>
                  <a:lnTo>
                    <a:pt x="473" y="272"/>
                  </a:lnTo>
                  <a:lnTo>
                    <a:pt x="481" y="256"/>
                  </a:lnTo>
                  <a:lnTo>
                    <a:pt x="489" y="248"/>
                  </a:lnTo>
                  <a:lnTo>
                    <a:pt x="489" y="232"/>
                  </a:lnTo>
                  <a:lnTo>
                    <a:pt x="497" y="216"/>
                  </a:lnTo>
                  <a:lnTo>
                    <a:pt x="497" y="208"/>
                  </a:lnTo>
                  <a:lnTo>
                    <a:pt x="505" y="192"/>
                  </a:lnTo>
                  <a:lnTo>
                    <a:pt x="513" y="184"/>
                  </a:lnTo>
                  <a:lnTo>
                    <a:pt x="513" y="168"/>
                  </a:lnTo>
                  <a:lnTo>
                    <a:pt x="521" y="160"/>
                  </a:lnTo>
                  <a:lnTo>
                    <a:pt x="521" y="152"/>
                  </a:lnTo>
                  <a:lnTo>
                    <a:pt x="529" y="136"/>
                  </a:lnTo>
                  <a:lnTo>
                    <a:pt x="529" y="128"/>
                  </a:lnTo>
                  <a:lnTo>
                    <a:pt x="537" y="120"/>
                  </a:lnTo>
                  <a:lnTo>
                    <a:pt x="545" y="104"/>
                  </a:lnTo>
                  <a:lnTo>
                    <a:pt x="545" y="96"/>
                  </a:lnTo>
                  <a:lnTo>
                    <a:pt x="553" y="88"/>
                  </a:lnTo>
                  <a:lnTo>
                    <a:pt x="553" y="80"/>
                  </a:lnTo>
                  <a:lnTo>
                    <a:pt x="561" y="72"/>
                  </a:lnTo>
                  <a:lnTo>
                    <a:pt x="569" y="64"/>
                  </a:lnTo>
                  <a:lnTo>
                    <a:pt x="585" y="48"/>
                  </a:lnTo>
                  <a:lnTo>
                    <a:pt x="577" y="48"/>
                  </a:lnTo>
                  <a:lnTo>
                    <a:pt x="585" y="48"/>
                  </a:lnTo>
                  <a:lnTo>
                    <a:pt x="593" y="40"/>
                  </a:lnTo>
                  <a:lnTo>
                    <a:pt x="601" y="40"/>
                  </a:lnTo>
                  <a:lnTo>
                    <a:pt x="609" y="40"/>
                  </a:lnTo>
                  <a:lnTo>
                    <a:pt x="617" y="40"/>
                  </a:lnTo>
                  <a:lnTo>
                    <a:pt x="625" y="40"/>
                  </a:lnTo>
                  <a:lnTo>
                    <a:pt x="633" y="40"/>
                  </a:lnTo>
                  <a:lnTo>
                    <a:pt x="641" y="48"/>
                  </a:lnTo>
                  <a:lnTo>
                    <a:pt x="649" y="48"/>
                  </a:lnTo>
                  <a:lnTo>
                    <a:pt x="657" y="56"/>
                  </a:lnTo>
                  <a:lnTo>
                    <a:pt x="665" y="56"/>
                  </a:lnTo>
                  <a:lnTo>
                    <a:pt x="673" y="64"/>
                  </a:lnTo>
                  <a:lnTo>
                    <a:pt x="681" y="72"/>
                  </a:lnTo>
                  <a:lnTo>
                    <a:pt x="689" y="72"/>
                  </a:lnTo>
                  <a:lnTo>
                    <a:pt x="697" y="80"/>
                  </a:lnTo>
                  <a:lnTo>
                    <a:pt x="705" y="80"/>
                  </a:lnTo>
                  <a:lnTo>
                    <a:pt x="713" y="80"/>
                  </a:lnTo>
                  <a:lnTo>
                    <a:pt x="721" y="80"/>
                  </a:lnTo>
                  <a:lnTo>
                    <a:pt x="729" y="80"/>
                  </a:lnTo>
                  <a:lnTo>
                    <a:pt x="737" y="80"/>
                  </a:lnTo>
                  <a:lnTo>
                    <a:pt x="745" y="72"/>
                  </a:lnTo>
                  <a:lnTo>
                    <a:pt x="753" y="64"/>
                  </a:lnTo>
                  <a:lnTo>
                    <a:pt x="761" y="56"/>
                  </a:lnTo>
                  <a:lnTo>
                    <a:pt x="769" y="48"/>
                  </a:lnTo>
                  <a:lnTo>
                    <a:pt x="777" y="40"/>
                  </a:lnTo>
                  <a:lnTo>
                    <a:pt x="785" y="32"/>
                  </a:lnTo>
                  <a:lnTo>
                    <a:pt x="793" y="24"/>
                  </a:lnTo>
                  <a:lnTo>
                    <a:pt x="793" y="16"/>
                  </a:lnTo>
                  <a:lnTo>
                    <a:pt x="801" y="8"/>
                  </a:lnTo>
                  <a:lnTo>
                    <a:pt x="80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3628" name="Freeform 76"/>
            <p:cNvSpPr>
              <a:spLocks/>
            </p:cNvSpPr>
            <p:nvPr/>
          </p:nvSpPr>
          <p:spPr bwMode="auto">
            <a:xfrm>
              <a:off x="4873" y="1765"/>
              <a:ext cx="488" cy="1903"/>
            </a:xfrm>
            <a:custGeom>
              <a:avLst/>
              <a:gdLst/>
              <a:ahLst/>
              <a:cxnLst>
                <a:cxn ang="0">
                  <a:pos x="8" y="64"/>
                </a:cxn>
                <a:cxn ang="0">
                  <a:pos x="16" y="48"/>
                </a:cxn>
                <a:cxn ang="0">
                  <a:pos x="24" y="32"/>
                </a:cxn>
                <a:cxn ang="0">
                  <a:pos x="40" y="16"/>
                </a:cxn>
                <a:cxn ang="0">
                  <a:pos x="56" y="8"/>
                </a:cxn>
                <a:cxn ang="0">
                  <a:pos x="72" y="8"/>
                </a:cxn>
                <a:cxn ang="0">
                  <a:pos x="88" y="16"/>
                </a:cxn>
                <a:cxn ang="0">
                  <a:pos x="96" y="32"/>
                </a:cxn>
                <a:cxn ang="0">
                  <a:pos x="104" y="48"/>
                </a:cxn>
                <a:cxn ang="0">
                  <a:pos x="112" y="80"/>
                </a:cxn>
                <a:cxn ang="0">
                  <a:pos x="120" y="120"/>
                </a:cxn>
                <a:cxn ang="0">
                  <a:pos x="128" y="168"/>
                </a:cxn>
                <a:cxn ang="0">
                  <a:pos x="144" y="224"/>
                </a:cxn>
                <a:cxn ang="0">
                  <a:pos x="152" y="288"/>
                </a:cxn>
                <a:cxn ang="0">
                  <a:pos x="160" y="360"/>
                </a:cxn>
                <a:cxn ang="0">
                  <a:pos x="168" y="440"/>
                </a:cxn>
                <a:cxn ang="0">
                  <a:pos x="176" y="528"/>
                </a:cxn>
                <a:cxn ang="0">
                  <a:pos x="192" y="616"/>
                </a:cxn>
                <a:cxn ang="0">
                  <a:pos x="200" y="720"/>
                </a:cxn>
                <a:cxn ang="0">
                  <a:pos x="208" y="824"/>
                </a:cxn>
                <a:cxn ang="0">
                  <a:pos x="216" y="928"/>
                </a:cxn>
                <a:cxn ang="0">
                  <a:pos x="224" y="1031"/>
                </a:cxn>
                <a:cxn ang="0">
                  <a:pos x="240" y="1143"/>
                </a:cxn>
                <a:cxn ang="0">
                  <a:pos x="248" y="1247"/>
                </a:cxn>
                <a:cxn ang="0">
                  <a:pos x="256" y="1359"/>
                </a:cxn>
                <a:cxn ang="0">
                  <a:pos x="264" y="1455"/>
                </a:cxn>
                <a:cxn ang="0">
                  <a:pos x="272" y="1551"/>
                </a:cxn>
                <a:cxn ang="0">
                  <a:pos x="288" y="1639"/>
                </a:cxn>
                <a:cxn ang="0">
                  <a:pos x="296" y="1711"/>
                </a:cxn>
                <a:cxn ang="0">
                  <a:pos x="304" y="1775"/>
                </a:cxn>
                <a:cxn ang="0">
                  <a:pos x="312" y="1831"/>
                </a:cxn>
                <a:cxn ang="0">
                  <a:pos x="320" y="1871"/>
                </a:cxn>
                <a:cxn ang="0">
                  <a:pos x="328" y="1895"/>
                </a:cxn>
                <a:cxn ang="0">
                  <a:pos x="352" y="1903"/>
                </a:cxn>
                <a:cxn ang="0">
                  <a:pos x="360" y="1879"/>
                </a:cxn>
                <a:cxn ang="0">
                  <a:pos x="368" y="1839"/>
                </a:cxn>
                <a:cxn ang="0">
                  <a:pos x="376" y="1783"/>
                </a:cxn>
                <a:cxn ang="0">
                  <a:pos x="392" y="1711"/>
                </a:cxn>
                <a:cxn ang="0">
                  <a:pos x="400" y="1623"/>
                </a:cxn>
                <a:cxn ang="0">
                  <a:pos x="408" y="1519"/>
                </a:cxn>
                <a:cxn ang="0">
                  <a:pos x="416" y="1399"/>
                </a:cxn>
                <a:cxn ang="0">
                  <a:pos x="424" y="1263"/>
                </a:cxn>
                <a:cxn ang="0">
                  <a:pos x="440" y="1127"/>
                </a:cxn>
                <a:cxn ang="0">
                  <a:pos x="448" y="975"/>
                </a:cxn>
                <a:cxn ang="0">
                  <a:pos x="456" y="808"/>
                </a:cxn>
                <a:cxn ang="0">
                  <a:pos x="464" y="648"/>
                </a:cxn>
                <a:cxn ang="0">
                  <a:pos x="472" y="472"/>
                </a:cxn>
                <a:cxn ang="0">
                  <a:pos x="488" y="304"/>
                </a:cxn>
              </a:cxnLst>
              <a:rect l="0" t="0" r="r" b="b"/>
              <a:pathLst>
                <a:path w="488" h="1903">
                  <a:moveTo>
                    <a:pt x="0" y="72"/>
                  </a:moveTo>
                  <a:lnTo>
                    <a:pt x="8" y="64"/>
                  </a:lnTo>
                  <a:lnTo>
                    <a:pt x="16" y="56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48" y="8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0" y="8"/>
                  </a:lnTo>
                  <a:lnTo>
                    <a:pt x="88" y="16"/>
                  </a:lnTo>
                  <a:lnTo>
                    <a:pt x="88" y="24"/>
                  </a:lnTo>
                  <a:lnTo>
                    <a:pt x="96" y="32"/>
                  </a:lnTo>
                  <a:lnTo>
                    <a:pt x="96" y="40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12" y="80"/>
                  </a:lnTo>
                  <a:lnTo>
                    <a:pt x="120" y="104"/>
                  </a:lnTo>
                  <a:lnTo>
                    <a:pt x="120" y="120"/>
                  </a:lnTo>
                  <a:lnTo>
                    <a:pt x="128" y="144"/>
                  </a:lnTo>
                  <a:lnTo>
                    <a:pt x="128" y="168"/>
                  </a:lnTo>
                  <a:lnTo>
                    <a:pt x="136" y="192"/>
                  </a:lnTo>
                  <a:lnTo>
                    <a:pt x="144" y="224"/>
                  </a:lnTo>
                  <a:lnTo>
                    <a:pt x="144" y="256"/>
                  </a:lnTo>
                  <a:lnTo>
                    <a:pt x="152" y="288"/>
                  </a:lnTo>
                  <a:lnTo>
                    <a:pt x="152" y="320"/>
                  </a:lnTo>
                  <a:lnTo>
                    <a:pt x="160" y="360"/>
                  </a:lnTo>
                  <a:lnTo>
                    <a:pt x="168" y="400"/>
                  </a:lnTo>
                  <a:lnTo>
                    <a:pt x="168" y="440"/>
                  </a:lnTo>
                  <a:lnTo>
                    <a:pt x="176" y="480"/>
                  </a:lnTo>
                  <a:lnTo>
                    <a:pt x="176" y="528"/>
                  </a:lnTo>
                  <a:lnTo>
                    <a:pt x="184" y="568"/>
                  </a:lnTo>
                  <a:lnTo>
                    <a:pt x="192" y="616"/>
                  </a:lnTo>
                  <a:lnTo>
                    <a:pt x="192" y="664"/>
                  </a:lnTo>
                  <a:lnTo>
                    <a:pt x="200" y="720"/>
                  </a:lnTo>
                  <a:lnTo>
                    <a:pt x="200" y="768"/>
                  </a:lnTo>
                  <a:lnTo>
                    <a:pt x="208" y="824"/>
                  </a:lnTo>
                  <a:lnTo>
                    <a:pt x="216" y="872"/>
                  </a:lnTo>
                  <a:lnTo>
                    <a:pt x="216" y="928"/>
                  </a:lnTo>
                  <a:lnTo>
                    <a:pt x="224" y="983"/>
                  </a:lnTo>
                  <a:lnTo>
                    <a:pt x="224" y="1031"/>
                  </a:lnTo>
                  <a:lnTo>
                    <a:pt x="232" y="1087"/>
                  </a:lnTo>
                  <a:lnTo>
                    <a:pt x="240" y="1143"/>
                  </a:lnTo>
                  <a:lnTo>
                    <a:pt x="240" y="1199"/>
                  </a:lnTo>
                  <a:lnTo>
                    <a:pt x="248" y="1247"/>
                  </a:lnTo>
                  <a:lnTo>
                    <a:pt x="248" y="1303"/>
                  </a:lnTo>
                  <a:lnTo>
                    <a:pt x="256" y="1359"/>
                  </a:lnTo>
                  <a:lnTo>
                    <a:pt x="264" y="1407"/>
                  </a:lnTo>
                  <a:lnTo>
                    <a:pt x="264" y="1455"/>
                  </a:lnTo>
                  <a:lnTo>
                    <a:pt x="272" y="1503"/>
                  </a:lnTo>
                  <a:lnTo>
                    <a:pt x="272" y="1551"/>
                  </a:lnTo>
                  <a:lnTo>
                    <a:pt x="280" y="1591"/>
                  </a:lnTo>
                  <a:lnTo>
                    <a:pt x="288" y="1639"/>
                  </a:lnTo>
                  <a:lnTo>
                    <a:pt x="288" y="1679"/>
                  </a:lnTo>
                  <a:lnTo>
                    <a:pt x="296" y="1711"/>
                  </a:lnTo>
                  <a:lnTo>
                    <a:pt x="296" y="1743"/>
                  </a:lnTo>
                  <a:lnTo>
                    <a:pt x="304" y="1775"/>
                  </a:lnTo>
                  <a:lnTo>
                    <a:pt x="304" y="1807"/>
                  </a:lnTo>
                  <a:lnTo>
                    <a:pt x="312" y="1831"/>
                  </a:lnTo>
                  <a:lnTo>
                    <a:pt x="320" y="1855"/>
                  </a:lnTo>
                  <a:lnTo>
                    <a:pt x="320" y="1871"/>
                  </a:lnTo>
                  <a:lnTo>
                    <a:pt x="328" y="1887"/>
                  </a:lnTo>
                  <a:lnTo>
                    <a:pt x="328" y="1895"/>
                  </a:lnTo>
                  <a:lnTo>
                    <a:pt x="336" y="1903"/>
                  </a:lnTo>
                  <a:lnTo>
                    <a:pt x="352" y="1903"/>
                  </a:lnTo>
                  <a:lnTo>
                    <a:pt x="352" y="1895"/>
                  </a:lnTo>
                  <a:lnTo>
                    <a:pt x="360" y="1879"/>
                  </a:lnTo>
                  <a:lnTo>
                    <a:pt x="368" y="1863"/>
                  </a:lnTo>
                  <a:lnTo>
                    <a:pt x="368" y="1839"/>
                  </a:lnTo>
                  <a:lnTo>
                    <a:pt x="376" y="1815"/>
                  </a:lnTo>
                  <a:lnTo>
                    <a:pt x="376" y="1783"/>
                  </a:lnTo>
                  <a:lnTo>
                    <a:pt x="384" y="1751"/>
                  </a:lnTo>
                  <a:lnTo>
                    <a:pt x="392" y="1711"/>
                  </a:lnTo>
                  <a:lnTo>
                    <a:pt x="392" y="1663"/>
                  </a:lnTo>
                  <a:lnTo>
                    <a:pt x="400" y="1623"/>
                  </a:lnTo>
                  <a:lnTo>
                    <a:pt x="400" y="1567"/>
                  </a:lnTo>
                  <a:lnTo>
                    <a:pt x="408" y="1519"/>
                  </a:lnTo>
                  <a:lnTo>
                    <a:pt x="416" y="1455"/>
                  </a:lnTo>
                  <a:lnTo>
                    <a:pt x="416" y="1399"/>
                  </a:lnTo>
                  <a:lnTo>
                    <a:pt x="424" y="1335"/>
                  </a:lnTo>
                  <a:lnTo>
                    <a:pt x="424" y="1263"/>
                  </a:lnTo>
                  <a:lnTo>
                    <a:pt x="432" y="1199"/>
                  </a:lnTo>
                  <a:lnTo>
                    <a:pt x="440" y="1127"/>
                  </a:lnTo>
                  <a:lnTo>
                    <a:pt x="440" y="1047"/>
                  </a:lnTo>
                  <a:lnTo>
                    <a:pt x="448" y="975"/>
                  </a:lnTo>
                  <a:lnTo>
                    <a:pt x="448" y="896"/>
                  </a:lnTo>
                  <a:lnTo>
                    <a:pt x="456" y="808"/>
                  </a:lnTo>
                  <a:lnTo>
                    <a:pt x="464" y="728"/>
                  </a:lnTo>
                  <a:lnTo>
                    <a:pt x="464" y="648"/>
                  </a:lnTo>
                  <a:lnTo>
                    <a:pt x="472" y="560"/>
                  </a:lnTo>
                  <a:lnTo>
                    <a:pt x="472" y="472"/>
                  </a:lnTo>
                  <a:lnTo>
                    <a:pt x="480" y="384"/>
                  </a:lnTo>
                  <a:lnTo>
                    <a:pt x="488" y="30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F2D1B-50A5-5B3F-F5C9-619AFFB18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C84BD5-E472-134D-9E84-CE8493A5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42</a:t>
            </a:fld>
            <a:endParaRPr lang="en-CL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7" name="AutoShape 139"/>
          <p:cNvCxnSpPr>
            <a:cxnSpLocks noChangeShapeType="1"/>
          </p:cNvCxnSpPr>
          <p:nvPr/>
        </p:nvCxnSpPr>
        <p:spPr bwMode="auto">
          <a:xfrm rot="10800000" flipH="1">
            <a:off x="5087939" y="1123950"/>
            <a:ext cx="1587" cy="4826000"/>
          </a:xfrm>
          <a:prstGeom prst="bentConnector3">
            <a:avLst>
              <a:gd name="adj1" fmla="val -14400000"/>
            </a:avLst>
          </a:prstGeom>
          <a:noFill/>
          <a:ln w="28575">
            <a:solidFill>
              <a:schemeClr val="bg2"/>
            </a:solidFill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2188" name="AutoShape 140"/>
          <p:cNvCxnSpPr>
            <a:cxnSpLocks noChangeShapeType="1"/>
          </p:cNvCxnSpPr>
          <p:nvPr/>
        </p:nvCxnSpPr>
        <p:spPr bwMode="auto">
          <a:xfrm rot="10800000" flipH="1">
            <a:off x="5087939" y="2708275"/>
            <a:ext cx="1587" cy="1657350"/>
          </a:xfrm>
          <a:prstGeom prst="bentConnector3">
            <a:avLst>
              <a:gd name="adj1" fmla="val -14400000"/>
            </a:avLst>
          </a:prstGeom>
          <a:noFill/>
          <a:ln w="28575">
            <a:solidFill>
              <a:schemeClr val="bg2"/>
            </a:solidFill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2189" name="Line 141"/>
          <p:cNvSpPr>
            <a:spLocks noChangeShapeType="1"/>
          </p:cNvSpPr>
          <p:nvPr/>
        </p:nvSpPr>
        <p:spPr bwMode="auto">
          <a:xfrm>
            <a:off x="4367214" y="3429000"/>
            <a:ext cx="504825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10" name="Text Box 162"/>
          <p:cNvSpPr txBox="1">
            <a:spLocks noChangeArrowheads="1"/>
          </p:cNvSpPr>
          <p:nvPr/>
        </p:nvSpPr>
        <p:spPr bwMode="auto">
          <a:xfrm>
            <a:off x="4962526" y="6432550"/>
            <a:ext cx="129490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200" dirty="0">
                <a:latin typeface="Gill Sans MT" panose="020B0502020104020203" pitchFamily="34" charset="77"/>
              </a:rPr>
              <a:t>Filtros pasa banda</a:t>
            </a:r>
            <a:endParaRPr lang="es-ES" sz="1200" dirty="0">
              <a:latin typeface="Gill Sans MT" panose="020B0502020104020203" pitchFamily="34" charset="77"/>
            </a:endParaRPr>
          </a:p>
        </p:txBody>
      </p:sp>
      <p:sp>
        <p:nvSpPr>
          <p:cNvPr id="2211" name="Line 163"/>
          <p:cNvSpPr>
            <a:spLocks noChangeShapeType="1"/>
          </p:cNvSpPr>
          <p:nvPr/>
        </p:nvSpPr>
        <p:spPr bwMode="auto">
          <a:xfrm>
            <a:off x="1244600" y="4197350"/>
            <a:ext cx="3405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12" name="Line 164"/>
          <p:cNvSpPr>
            <a:spLocks noChangeShapeType="1"/>
          </p:cNvSpPr>
          <p:nvPr/>
        </p:nvSpPr>
        <p:spPr bwMode="auto">
          <a:xfrm flipV="1">
            <a:off x="1817688" y="1525589"/>
            <a:ext cx="0" cy="282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13" name="Text Box 165"/>
          <p:cNvSpPr txBox="1">
            <a:spLocks noChangeArrowheads="1"/>
          </p:cNvSpPr>
          <p:nvPr/>
        </p:nvSpPr>
        <p:spPr bwMode="auto">
          <a:xfrm>
            <a:off x="1944689" y="4249738"/>
            <a:ext cx="4206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214" name="Line 166"/>
          <p:cNvSpPr>
            <a:spLocks noChangeShapeType="1"/>
          </p:cNvSpPr>
          <p:nvPr/>
        </p:nvSpPr>
        <p:spPr bwMode="auto">
          <a:xfrm>
            <a:off x="2109788" y="41370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15" name="Text Box 167"/>
          <p:cNvSpPr txBox="1">
            <a:spLocks noChangeArrowheads="1"/>
          </p:cNvSpPr>
          <p:nvPr/>
        </p:nvSpPr>
        <p:spPr bwMode="auto">
          <a:xfrm>
            <a:off x="2503489" y="4249738"/>
            <a:ext cx="484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216" name="Line 168"/>
          <p:cNvSpPr>
            <a:spLocks noChangeShapeType="1"/>
          </p:cNvSpPr>
          <p:nvPr/>
        </p:nvSpPr>
        <p:spPr bwMode="auto">
          <a:xfrm>
            <a:off x="2687638" y="41370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17" name="Text Box 169"/>
          <p:cNvSpPr txBox="1">
            <a:spLocks noChangeArrowheads="1"/>
          </p:cNvSpPr>
          <p:nvPr/>
        </p:nvSpPr>
        <p:spPr bwMode="auto">
          <a:xfrm>
            <a:off x="3100389" y="4249738"/>
            <a:ext cx="484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218" name="Line 170"/>
          <p:cNvSpPr>
            <a:spLocks noChangeShapeType="1"/>
          </p:cNvSpPr>
          <p:nvPr/>
        </p:nvSpPr>
        <p:spPr bwMode="auto">
          <a:xfrm>
            <a:off x="3265488" y="41370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19" name="Text Box 171"/>
          <p:cNvSpPr txBox="1">
            <a:spLocks noChangeArrowheads="1"/>
          </p:cNvSpPr>
          <p:nvPr/>
        </p:nvSpPr>
        <p:spPr bwMode="auto">
          <a:xfrm>
            <a:off x="3673475" y="4249738"/>
            <a:ext cx="484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dirty="0"/>
              <a:t> 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220" name="Line 172"/>
          <p:cNvSpPr>
            <a:spLocks noChangeShapeType="1"/>
          </p:cNvSpPr>
          <p:nvPr/>
        </p:nvSpPr>
        <p:spPr bwMode="auto">
          <a:xfrm>
            <a:off x="3843338" y="4137026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21" name="Text Box 173"/>
          <p:cNvSpPr txBox="1">
            <a:spLocks noChangeArrowheads="1"/>
          </p:cNvSpPr>
          <p:nvPr/>
        </p:nvSpPr>
        <p:spPr bwMode="auto">
          <a:xfrm>
            <a:off x="1524001" y="1050925"/>
            <a:ext cx="56938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600" dirty="0">
                <a:latin typeface="Gill Sans MT" panose="020B0502020104020203" pitchFamily="34" charset="77"/>
              </a:rPr>
              <a:t>F(</a:t>
            </a:r>
            <a:r>
              <a:rPr lang="es-CL" sz="1600" dirty="0">
                <a:latin typeface="Gill Sans MT" panose="020B0502020104020203" pitchFamily="34" charset="77"/>
                <a:sym typeface="Symbol" charset="2"/>
              </a:rPr>
              <a:t>w</a:t>
            </a:r>
            <a:r>
              <a:rPr lang="es-CL" sz="1600" dirty="0">
                <a:latin typeface="Gill Sans MT" panose="020B0502020104020203" pitchFamily="34" charset="77"/>
              </a:rPr>
              <a:t>)</a:t>
            </a:r>
            <a:endParaRPr lang="es-ES" sz="1600" dirty="0">
              <a:latin typeface="Gill Sans MT" panose="020B0502020104020203" pitchFamily="34" charset="77"/>
            </a:endParaRPr>
          </a:p>
        </p:txBody>
      </p:sp>
      <p:sp>
        <p:nvSpPr>
          <p:cNvPr id="2222" name="Line 174"/>
          <p:cNvSpPr>
            <a:spLocks noChangeShapeType="1"/>
          </p:cNvSpPr>
          <p:nvPr/>
        </p:nvSpPr>
        <p:spPr bwMode="auto">
          <a:xfrm flipV="1">
            <a:off x="2100263" y="2900363"/>
            <a:ext cx="0" cy="1282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23" name="Line 175"/>
          <p:cNvSpPr>
            <a:spLocks noChangeShapeType="1"/>
          </p:cNvSpPr>
          <p:nvPr/>
        </p:nvSpPr>
        <p:spPr bwMode="auto">
          <a:xfrm flipH="1" flipV="1">
            <a:off x="2660651" y="2219326"/>
            <a:ext cx="11113" cy="197326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24" name="Line 176"/>
          <p:cNvSpPr>
            <a:spLocks noChangeShapeType="1"/>
          </p:cNvSpPr>
          <p:nvPr/>
        </p:nvSpPr>
        <p:spPr bwMode="auto">
          <a:xfrm flipH="1" flipV="1">
            <a:off x="3244851" y="2424113"/>
            <a:ext cx="11113" cy="177165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25" name="Line 177"/>
          <p:cNvSpPr>
            <a:spLocks noChangeShapeType="1"/>
          </p:cNvSpPr>
          <p:nvPr/>
        </p:nvSpPr>
        <p:spPr bwMode="auto">
          <a:xfrm flipV="1">
            <a:off x="3832225" y="3067051"/>
            <a:ext cx="1588" cy="112236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26" name="Text Box 178"/>
          <p:cNvSpPr txBox="1">
            <a:spLocks noChangeArrowheads="1"/>
          </p:cNvSpPr>
          <p:nvPr/>
        </p:nvSpPr>
        <p:spPr bwMode="auto">
          <a:xfrm>
            <a:off x="4165600" y="4130675"/>
            <a:ext cx="393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2400" dirty="0">
                <a:latin typeface="Gill Sans MT" panose="020B0502020104020203" pitchFamily="34" charset="77"/>
                <a:sym typeface="Symbol" charset="2"/>
              </a:rPr>
              <a:t></a:t>
            </a:r>
            <a:endParaRPr lang="es-ES" sz="2400" dirty="0">
              <a:latin typeface="Gill Sans MT" panose="020B0502020104020203" pitchFamily="34" charset="77"/>
            </a:endParaRPr>
          </a:p>
        </p:txBody>
      </p:sp>
      <p:pic>
        <p:nvPicPr>
          <p:cNvPr id="2227" name="Picture 17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70739" y="200025"/>
            <a:ext cx="2117725" cy="1627188"/>
          </a:xfrm>
          <a:prstGeom prst="rect">
            <a:avLst/>
          </a:prstGeom>
          <a:noFill/>
        </p:spPr>
      </p:pic>
      <p:pic>
        <p:nvPicPr>
          <p:cNvPr id="2228" name="Picture 18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70739" y="1838325"/>
            <a:ext cx="2117725" cy="1627188"/>
          </a:xfrm>
          <a:prstGeom prst="rect">
            <a:avLst/>
          </a:prstGeom>
          <a:noFill/>
        </p:spPr>
      </p:pic>
      <p:pic>
        <p:nvPicPr>
          <p:cNvPr id="2229" name="Picture 18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83439" y="3463925"/>
            <a:ext cx="2117725" cy="1627188"/>
          </a:xfrm>
          <a:prstGeom prst="rect">
            <a:avLst/>
          </a:prstGeom>
          <a:noFill/>
        </p:spPr>
      </p:pic>
      <p:pic>
        <p:nvPicPr>
          <p:cNvPr id="2230" name="Picture 18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58039" y="5089525"/>
            <a:ext cx="2117725" cy="1627188"/>
          </a:xfrm>
          <a:prstGeom prst="rect">
            <a:avLst/>
          </a:prstGeom>
          <a:noFill/>
        </p:spPr>
      </p:pic>
      <p:sp>
        <p:nvSpPr>
          <p:cNvPr id="2231" name="Rectangle 183"/>
          <p:cNvSpPr>
            <a:spLocks noChangeArrowheads="1"/>
          </p:cNvSpPr>
          <p:nvPr/>
        </p:nvSpPr>
        <p:spPr bwMode="auto">
          <a:xfrm>
            <a:off x="7823200" y="606425"/>
            <a:ext cx="1016000" cy="1016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32" name="Rectangle 184"/>
          <p:cNvSpPr>
            <a:spLocks noChangeArrowheads="1"/>
          </p:cNvSpPr>
          <p:nvPr/>
        </p:nvSpPr>
        <p:spPr bwMode="auto">
          <a:xfrm>
            <a:off x="8039100" y="2244725"/>
            <a:ext cx="1016000" cy="1016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33" name="Rectangle 185"/>
          <p:cNvSpPr>
            <a:spLocks noChangeArrowheads="1"/>
          </p:cNvSpPr>
          <p:nvPr/>
        </p:nvSpPr>
        <p:spPr bwMode="auto">
          <a:xfrm>
            <a:off x="7391400" y="2244725"/>
            <a:ext cx="387350" cy="1016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34" name="Rectangle 186"/>
          <p:cNvSpPr>
            <a:spLocks noChangeArrowheads="1"/>
          </p:cNvSpPr>
          <p:nvPr/>
        </p:nvSpPr>
        <p:spPr bwMode="auto">
          <a:xfrm>
            <a:off x="8496300" y="3870325"/>
            <a:ext cx="596900" cy="1016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35" name="Rectangle 187"/>
          <p:cNvSpPr>
            <a:spLocks noChangeArrowheads="1"/>
          </p:cNvSpPr>
          <p:nvPr/>
        </p:nvSpPr>
        <p:spPr bwMode="auto">
          <a:xfrm>
            <a:off x="7429500" y="3870325"/>
            <a:ext cx="673100" cy="1016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36" name="Rectangle 188"/>
          <p:cNvSpPr>
            <a:spLocks noChangeArrowheads="1"/>
          </p:cNvSpPr>
          <p:nvPr/>
        </p:nvSpPr>
        <p:spPr bwMode="auto">
          <a:xfrm>
            <a:off x="7378700" y="5495925"/>
            <a:ext cx="1016000" cy="1016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238" name="Rectangle 190"/>
          <p:cNvSpPr>
            <a:spLocks noChangeArrowheads="1"/>
          </p:cNvSpPr>
          <p:nvPr/>
        </p:nvSpPr>
        <p:spPr bwMode="auto">
          <a:xfrm>
            <a:off x="5075239" y="882650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2239" name="Rectangle 191"/>
          <p:cNvSpPr>
            <a:spLocks noChangeArrowheads="1"/>
          </p:cNvSpPr>
          <p:nvPr/>
        </p:nvSpPr>
        <p:spPr bwMode="auto">
          <a:xfrm>
            <a:off x="5075239" y="2466975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2240" name="Rectangle 192"/>
          <p:cNvSpPr>
            <a:spLocks noChangeArrowheads="1"/>
          </p:cNvSpPr>
          <p:nvPr/>
        </p:nvSpPr>
        <p:spPr bwMode="auto">
          <a:xfrm>
            <a:off x="5075239" y="4124325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2241" name="Rectangle 193"/>
          <p:cNvSpPr>
            <a:spLocks noChangeArrowheads="1"/>
          </p:cNvSpPr>
          <p:nvPr/>
        </p:nvSpPr>
        <p:spPr bwMode="auto">
          <a:xfrm>
            <a:off x="5075239" y="5708650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grpSp>
        <p:nvGrpSpPr>
          <p:cNvPr id="2242" name="Group 194"/>
          <p:cNvGrpSpPr>
            <a:grpSpLocks/>
          </p:cNvGrpSpPr>
          <p:nvPr/>
        </p:nvGrpSpPr>
        <p:grpSpPr bwMode="auto">
          <a:xfrm>
            <a:off x="5219700" y="5805488"/>
            <a:ext cx="863600" cy="215900"/>
            <a:chOff x="204" y="3838"/>
            <a:chExt cx="317" cy="136"/>
          </a:xfrm>
        </p:grpSpPr>
        <p:sp>
          <p:nvSpPr>
            <p:cNvPr id="2243" name="Rectangle 195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244" name="Rectangle 196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245" name="Rectangle 197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246" name="Rectangle 198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2247" name="Group 199"/>
          <p:cNvGrpSpPr>
            <a:grpSpLocks/>
          </p:cNvGrpSpPr>
          <p:nvPr/>
        </p:nvGrpSpPr>
        <p:grpSpPr bwMode="auto">
          <a:xfrm>
            <a:off x="5219700" y="4230688"/>
            <a:ext cx="863600" cy="215900"/>
            <a:chOff x="204" y="3838"/>
            <a:chExt cx="317" cy="136"/>
          </a:xfrm>
        </p:grpSpPr>
        <p:sp>
          <p:nvSpPr>
            <p:cNvPr id="2248" name="Rectangle 200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249" name="Rectangle 201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250" name="Rectangle 202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251" name="Rectangle 203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2252" name="Group 204"/>
          <p:cNvGrpSpPr>
            <a:grpSpLocks/>
          </p:cNvGrpSpPr>
          <p:nvPr/>
        </p:nvGrpSpPr>
        <p:grpSpPr bwMode="auto">
          <a:xfrm>
            <a:off x="5219700" y="2554288"/>
            <a:ext cx="863600" cy="215900"/>
            <a:chOff x="204" y="3838"/>
            <a:chExt cx="317" cy="136"/>
          </a:xfrm>
        </p:grpSpPr>
        <p:sp>
          <p:nvSpPr>
            <p:cNvPr id="2253" name="Rectangle 205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254" name="Rectangle 206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255" name="Rectangle 207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256" name="Rectangle 208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2257" name="Group 209"/>
          <p:cNvGrpSpPr>
            <a:grpSpLocks/>
          </p:cNvGrpSpPr>
          <p:nvPr/>
        </p:nvGrpSpPr>
        <p:grpSpPr bwMode="auto">
          <a:xfrm>
            <a:off x="5219700" y="979488"/>
            <a:ext cx="863600" cy="215900"/>
            <a:chOff x="204" y="3838"/>
            <a:chExt cx="317" cy="136"/>
          </a:xfrm>
        </p:grpSpPr>
        <p:sp>
          <p:nvSpPr>
            <p:cNvPr id="2258" name="Rectangle 210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259" name="Rectangle 211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260" name="Rectangle 212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261" name="Rectangle 213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sp>
        <p:nvSpPr>
          <p:cNvPr id="2262" name="Text Box 214"/>
          <p:cNvSpPr txBox="1">
            <a:spLocks noChangeArrowheads="1"/>
          </p:cNvSpPr>
          <p:nvPr/>
        </p:nvSpPr>
        <p:spPr bwMode="auto">
          <a:xfrm>
            <a:off x="5127625" y="12525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263" name="Text Box 215"/>
          <p:cNvSpPr txBox="1">
            <a:spLocks noChangeArrowheads="1"/>
          </p:cNvSpPr>
          <p:nvPr/>
        </p:nvSpPr>
        <p:spPr bwMode="auto">
          <a:xfrm>
            <a:off x="5343525" y="28527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264" name="Text Box 216"/>
          <p:cNvSpPr txBox="1">
            <a:spLocks noChangeArrowheads="1"/>
          </p:cNvSpPr>
          <p:nvPr/>
        </p:nvSpPr>
        <p:spPr bwMode="auto">
          <a:xfrm>
            <a:off x="5597525" y="44910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265" name="Text Box 217"/>
          <p:cNvSpPr txBox="1">
            <a:spLocks noChangeArrowheads="1"/>
          </p:cNvSpPr>
          <p:nvPr/>
        </p:nvSpPr>
        <p:spPr bwMode="auto">
          <a:xfrm>
            <a:off x="5838825" y="60658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183" name="Line 135"/>
          <p:cNvSpPr>
            <a:spLocks noChangeShapeType="1"/>
          </p:cNvSpPr>
          <p:nvPr/>
        </p:nvSpPr>
        <p:spPr bwMode="auto">
          <a:xfrm>
            <a:off x="6311900" y="1052513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84" name="Line 136"/>
          <p:cNvSpPr>
            <a:spLocks noChangeShapeType="1"/>
          </p:cNvSpPr>
          <p:nvPr/>
        </p:nvSpPr>
        <p:spPr bwMode="auto">
          <a:xfrm>
            <a:off x="6311900" y="2636838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85" name="Line 137"/>
          <p:cNvSpPr>
            <a:spLocks noChangeShapeType="1"/>
          </p:cNvSpPr>
          <p:nvPr/>
        </p:nvSpPr>
        <p:spPr bwMode="auto">
          <a:xfrm>
            <a:off x="6311900" y="4292600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186" name="Line 138"/>
          <p:cNvSpPr>
            <a:spLocks noChangeShapeType="1"/>
          </p:cNvSpPr>
          <p:nvPr/>
        </p:nvSpPr>
        <p:spPr bwMode="auto">
          <a:xfrm>
            <a:off x="6311900" y="5876925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06C66-94E1-F0AB-3559-D6E836AC9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75CE40-663D-8DD8-6D08-82FC911AE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43</a:t>
            </a:fld>
            <a:endParaRPr lang="en-CL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1919288" y="2009775"/>
            <a:ext cx="2305050" cy="2813050"/>
            <a:chOff x="597" y="454"/>
            <a:chExt cx="4764" cy="3222"/>
          </a:xfrm>
        </p:grpSpPr>
        <p:sp>
          <p:nvSpPr>
            <p:cNvPr id="25603" name="Freeform 3"/>
            <p:cNvSpPr>
              <a:spLocks/>
            </p:cNvSpPr>
            <p:nvPr/>
          </p:nvSpPr>
          <p:spPr bwMode="auto">
            <a:xfrm>
              <a:off x="597" y="454"/>
              <a:ext cx="704" cy="1911"/>
            </a:xfrm>
            <a:custGeom>
              <a:avLst/>
              <a:gdLst/>
              <a:ahLst/>
              <a:cxnLst>
                <a:cxn ang="0">
                  <a:pos x="8" y="1351"/>
                </a:cxn>
                <a:cxn ang="0">
                  <a:pos x="24" y="1104"/>
                </a:cxn>
                <a:cxn ang="0">
                  <a:pos x="40" y="864"/>
                </a:cxn>
                <a:cxn ang="0">
                  <a:pos x="56" y="648"/>
                </a:cxn>
                <a:cxn ang="0">
                  <a:pos x="64" y="456"/>
                </a:cxn>
                <a:cxn ang="0">
                  <a:pos x="80" y="288"/>
                </a:cxn>
                <a:cxn ang="0">
                  <a:pos x="96" y="160"/>
                </a:cxn>
                <a:cxn ang="0">
                  <a:pos x="112" y="72"/>
                </a:cxn>
                <a:cxn ang="0">
                  <a:pos x="136" y="8"/>
                </a:cxn>
                <a:cxn ang="0">
                  <a:pos x="152" y="16"/>
                </a:cxn>
                <a:cxn ang="0">
                  <a:pos x="160" y="56"/>
                </a:cxn>
                <a:cxn ang="0">
                  <a:pos x="176" y="136"/>
                </a:cxn>
                <a:cxn ang="0">
                  <a:pos x="192" y="232"/>
                </a:cxn>
                <a:cxn ang="0">
                  <a:pos x="208" y="360"/>
                </a:cxn>
                <a:cxn ang="0">
                  <a:pos x="216" y="504"/>
                </a:cxn>
                <a:cxn ang="0">
                  <a:pos x="232" y="664"/>
                </a:cxn>
                <a:cxn ang="0">
                  <a:pos x="248" y="824"/>
                </a:cxn>
                <a:cxn ang="0">
                  <a:pos x="264" y="984"/>
                </a:cxn>
                <a:cxn ang="0">
                  <a:pos x="280" y="1143"/>
                </a:cxn>
                <a:cxn ang="0">
                  <a:pos x="288" y="1295"/>
                </a:cxn>
                <a:cxn ang="0">
                  <a:pos x="304" y="1431"/>
                </a:cxn>
                <a:cxn ang="0">
                  <a:pos x="320" y="1551"/>
                </a:cxn>
                <a:cxn ang="0">
                  <a:pos x="336" y="1655"/>
                </a:cxn>
                <a:cxn ang="0">
                  <a:pos x="352" y="1743"/>
                </a:cxn>
                <a:cxn ang="0">
                  <a:pos x="360" y="1807"/>
                </a:cxn>
                <a:cxn ang="0">
                  <a:pos x="376" y="1863"/>
                </a:cxn>
                <a:cxn ang="0">
                  <a:pos x="392" y="1887"/>
                </a:cxn>
                <a:cxn ang="0">
                  <a:pos x="408" y="1911"/>
                </a:cxn>
                <a:cxn ang="0">
                  <a:pos x="432" y="1903"/>
                </a:cxn>
                <a:cxn ang="0">
                  <a:pos x="448" y="1887"/>
                </a:cxn>
                <a:cxn ang="0">
                  <a:pos x="464" y="1863"/>
                </a:cxn>
                <a:cxn ang="0">
                  <a:pos x="480" y="1839"/>
                </a:cxn>
                <a:cxn ang="0">
                  <a:pos x="488" y="1815"/>
                </a:cxn>
                <a:cxn ang="0">
                  <a:pos x="520" y="1783"/>
                </a:cxn>
                <a:cxn ang="0">
                  <a:pos x="536" y="1767"/>
                </a:cxn>
                <a:cxn ang="0">
                  <a:pos x="544" y="1759"/>
                </a:cxn>
                <a:cxn ang="0">
                  <a:pos x="568" y="1759"/>
                </a:cxn>
                <a:cxn ang="0">
                  <a:pos x="592" y="1767"/>
                </a:cxn>
                <a:cxn ang="0">
                  <a:pos x="616" y="1783"/>
                </a:cxn>
                <a:cxn ang="0">
                  <a:pos x="640" y="1799"/>
                </a:cxn>
                <a:cxn ang="0">
                  <a:pos x="664" y="1799"/>
                </a:cxn>
                <a:cxn ang="0">
                  <a:pos x="688" y="1799"/>
                </a:cxn>
              </a:cxnLst>
              <a:rect l="0" t="0" r="r" b="b"/>
              <a:pathLst>
                <a:path w="704" h="1911">
                  <a:moveTo>
                    <a:pt x="0" y="1527"/>
                  </a:moveTo>
                  <a:lnTo>
                    <a:pt x="8" y="1439"/>
                  </a:lnTo>
                  <a:lnTo>
                    <a:pt x="8" y="1351"/>
                  </a:lnTo>
                  <a:lnTo>
                    <a:pt x="16" y="1263"/>
                  </a:lnTo>
                  <a:lnTo>
                    <a:pt x="16" y="1183"/>
                  </a:lnTo>
                  <a:lnTo>
                    <a:pt x="24" y="1104"/>
                  </a:lnTo>
                  <a:lnTo>
                    <a:pt x="32" y="1016"/>
                  </a:lnTo>
                  <a:lnTo>
                    <a:pt x="32" y="936"/>
                  </a:lnTo>
                  <a:lnTo>
                    <a:pt x="40" y="864"/>
                  </a:lnTo>
                  <a:lnTo>
                    <a:pt x="40" y="784"/>
                  </a:lnTo>
                  <a:lnTo>
                    <a:pt x="48" y="712"/>
                  </a:lnTo>
                  <a:lnTo>
                    <a:pt x="56" y="648"/>
                  </a:lnTo>
                  <a:lnTo>
                    <a:pt x="56" y="576"/>
                  </a:lnTo>
                  <a:lnTo>
                    <a:pt x="64" y="512"/>
                  </a:lnTo>
                  <a:lnTo>
                    <a:pt x="64" y="456"/>
                  </a:lnTo>
                  <a:lnTo>
                    <a:pt x="72" y="392"/>
                  </a:lnTo>
                  <a:lnTo>
                    <a:pt x="80" y="344"/>
                  </a:lnTo>
                  <a:lnTo>
                    <a:pt x="80" y="288"/>
                  </a:lnTo>
                  <a:lnTo>
                    <a:pt x="88" y="248"/>
                  </a:lnTo>
                  <a:lnTo>
                    <a:pt x="88" y="200"/>
                  </a:lnTo>
                  <a:lnTo>
                    <a:pt x="96" y="160"/>
                  </a:lnTo>
                  <a:lnTo>
                    <a:pt x="104" y="128"/>
                  </a:lnTo>
                  <a:lnTo>
                    <a:pt x="104" y="96"/>
                  </a:lnTo>
                  <a:lnTo>
                    <a:pt x="112" y="72"/>
                  </a:lnTo>
                  <a:lnTo>
                    <a:pt x="112" y="48"/>
                  </a:lnTo>
                  <a:lnTo>
                    <a:pt x="120" y="32"/>
                  </a:lnTo>
                  <a:lnTo>
                    <a:pt x="136" y="8"/>
                  </a:lnTo>
                  <a:lnTo>
                    <a:pt x="136" y="0"/>
                  </a:lnTo>
                  <a:lnTo>
                    <a:pt x="144" y="8"/>
                  </a:lnTo>
                  <a:lnTo>
                    <a:pt x="152" y="16"/>
                  </a:lnTo>
                  <a:lnTo>
                    <a:pt x="152" y="24"/>
                  </a:lnTo>
                  <a:lnTo>
                    <a:pt x="160" y="40"/>
                  </a:lnTo>
                  <a:lnTo>
                    <a:pt x="160" y="56"/>
                  </a:lnTo>
                  <a:lnTo>
                    <a:pt x="168" y="80"/>
                  </a:lnTo>
                  <a:lnTo>
                    <a:pt x="176" y="104"/>
                  </a:lnTo>
                  <a:lnTo>
                    <a:pt x="176" y="136"/>
                  </a:lnTo>
                  <a:lnTo>
                    <a:pt x="184" y="168"/>
                  </a:lnTo>
                  <a:lnTo>
                    <a:pt x="184" y="200"/>
                  </a:lnTo>
                  <a:lnTo>
                    <a:pt x="192" y="232"/>
                  </a:lnTo>
                  <a:lnTo>
                    <a:pt x="192" y="272"/>
                  </a:lnTo>
                  <a:lnTo>
                    <a:pt x="200" y="320"/>
                  </a:lnTo>
                  <a:lnTo>
                    <a:pt x="208" y="360"/>
                  </a:lnTo>
                  <a:lnTo>
                    <a:pt x="208" y="408"/>
                  </a:lnTo>
                  <a:lnTo>
                    <a:pt x="216" y="456"/>
                  </a:lnTo>
                  <a:lnTo>
                    <a:pt x="216" y="504"/>
                  </a:lnTo>
                  <a:lnTo>
                    <a:pt x="224" y="552"/>
                  </a:lnTo>
                  <a:lnTo>
                    <a:pt x="232" y="608"/>
                  </a:lnTo>
                  <a:lnTo>
                    <a:pt x="232" y="664"/>
                  </a:lnTo>
                  <a:lnTo>
                    <a:pt x="240" y="712"/>
                  </a:lnTo>
                  <a:lnTo>
                    <a:pt x="240" y="768"/>
                  </a:lnTo>
                  <a:lnTo>
                    <a:pt x="248" y="824"/>
                  </a:lnTo>
                  <a:lnTo>
                    <a:pt x="256" y="880"/>
                  </a:lnTo>
                  <a:lnTo>
                    <a:pt x="256" y="928"/>
                  </a:lnTo>
                  <a:lnTo>
                    <a:pt x="264" y="984"/>
                  </a:lnTo>
                  <a:lnTo>
                    <a:pt x="264" y="1040"/>
                  </a:lnTo>
                  <a:lnTo>
                    <a:pt x="272" y="1088"/>
                  </a:lnTo>
                  <a:lnTo>
                    <a:pt x="280" y="1143"/>
                  </a:lnTo>
                  <a:lnTo>
                    <a:pt x="280" y="1191"/>
                  </a:lnTo>
                  <a:lnTo>
                    <a:pt x="288" y="1247"/>
                  </a:lnTo>
                  <a:lnTo>
                    <a:pt x="288" y="1295"/>
                  </a:lnTo>
                  <a:lnTo>
                    <a:pt x="296" y="1343"/>
                  </a:lnTo>
                  <a:lnTo>
                    <a:pt x="304" y="1383"/>
                  </a:lnTo>
                  <a:lnTo>
                    <a:pt x="304" y="1431"/>
                  </a:lnTo>
                  <a:lnTo>
                    <a:pt x="312" y="1471"/>
                  </a:lnTo>
                  <a:lnTo>
                    <a:pt x="312" y="1511"/>
                  </a:lnTo>
                  <a:lnTo>
                    <a:pt x="320" y="1551"/>
                  </a:lnTo>
                  <a:lnTo>
                    <a:pt x="328" y="1591"/>
                  </a:lnTo>
                  <a:lnTo>
                    <a:pt x="328" y="1623"/>
                  </a:lnTo>
                  <a:lnTo>
                    <a:pt x="336" y="1655"/>
                  </a:lnTo>
                  <a:lnTo>
                    <a:pt x="336" y="1687"/>
                  </a:lnTo>
                  <a:lnTo>
                    <a:pt x="344" y="1719"/>
                  </a:lnTo>
                  <a:lnTo>
                    <a:pt x="352" y="1743"/>
                  </a:lnTo>
                  <a:lnTo>
                    <a:pt x="352" y="1767"/>
                  </a:lnTo>
                  <a:lnTo>
                    <a:pt x="360" y="1791"/>
                  </a:lnTo>
                  <a:lnTo>
                    <a:pt x="360" y="1807"/>
                  </a:lnTo>
                  <a:lnTo>
                    <a:pt x="368" y="1831"/>
                  </a:lnTo>
                  <a:lnTo>
                    <a:pt x="376" y="1847"/>
                  </a:lnTo>
                  <a:lnTo>
                    <a:pt x="376" y="1863"/>
                  </a:lnTo>
                  <a:lnTo>
                    <a:pt x="384" y="1871"/>
                  </a:lnTo>
                  <a:lnTo>
                    <a:pt x="384" y="1879"/>
                  </a:lnTo>
                  <a:lnTo>
                    <a:pt x="392" y="1887"/>
                  </a:lnTo>
                  <a:lnTo>
                    <a:pt x="392" y="1895"/>
                  </a:lnTo>
                  <a:lnTo>
                    <a:pt x="400" y="1903"/>
                  </a:lnTo>
                  <a:lnTo>
                    <a:pt x="408" y="1911"/>
                  </a:lnTo>
                  <a:lnTo>
                    <a:pt x="416" y="1911"/>
                  </a:lnTo>
                  <a:lnTo>
                    <a:pt x="424" y="1903"/>
                  </a:lnTo>
                  <a:lnTo>
                    <a:pt x="432" y="1903"/>
                  </a:lnTo>
                  <a:lnTo>
                    <a:pt x="448" y="1887"/>
                  </a:lnTo>
                  <a:lnTo>
                    <a:pt x="440" y="1887"/>
                  </a:lnTo>
                  <a:lnTo>
                    <a:pt x="448" y="1887"/>
                  </a:lnTo>
                  <a:lnTo>
                    <a:pt x="456" y="1879"/>
                  </a:lnTo>
                  <a:lnTo>
                    <a:pt x="456" y="1871"/>
                  </a:lnTo>
                  <a:lnTo>
                    <a:pt x="464" y="1863"/>
                  </a:lnTo>
                  <a:lnTo>
                    <a:pt x="464" y="1855"/>
                  </a:lnTo>
                  <a:lnTo>
                    <a:pt x="472" y="1847"/>
                  </a:lnTo>
                  <a:lnTo>
                    <a:pt x="480" y="1839"/>
                  </a:lnTo>
                  <a:lnTo>
                    <a:pt x="480" y="1831"/>
                  </a:lnTo>
                  <a:lnTo>
                    <a:pt x="488" y="1823"/>
                  </a:lnTo>
                  <a:lnTo>
                    <a:pt x="488" y="1815"/>
                  </a:lnTo>
                  <a:lnTo>
                    <a:pt x="496" y="1807"/>
                  </a:lnTo>
                  <a:lnTo>
                    <a:pt x="504" y="1799"/>
                  </a:lnTo>
                  <a:lnTo>
                    <a:pt x="520" y="1783"/>
                  </a:lnTo>
                  <a:lnTo>
                    <a:pt x="512" y="1783"/>
                  </a:lnTo>
                  <a:lnTo>
                    <a:pt x="520" y="1783"/>
                  </a:lnTo>
                  <a:lnTo>
                    <a:pt x="536" y="1767"/>
                  </a:lnTo>
                  <a:lnTo>
                    <a:pt x="528" y="1767"/>
                  </a:lnTo>
                  <a:lnTo>
                    <a:pt x="536" y="1767"/>
                  </a:lnTo>
                  <a:lnTo>
                    <a:pt x="544" y="1759"/>
                  </a:lnTo>
                  <a:lnTo>
                    <a:pt x="552" y="1759"/>
                  </a:lnTo>
                  <a:lnTo>
                    <a:pt x="560" y="1759"/>
                  </a:lnTo>
                  <a:lnTo>
                    <a:pt x="568" y="1759"/>
                  </a:lnTo>
                  <a:lnTo>
                    <a:pt x="576" y="1759"/>
                  </a:lnTo>
                  <a:lnTo>
                    <a:pt x="584" y="1759"/>
                  </a:lnTo>
                  <a:lnTo>
                    <a:pt x="592" y="1767"/>
                  </a:lnTo>
                  <a:lnTo>
                    <a:pt x="600" y="1767"/>
                  </a:lnTo>
                  <a:lnTo>
                    <a:pt x="608" y="1775"/>
                  </a:lnTo>
                  <a:lnTo>
                    <a:pt x="616" y="1783"/>
                  </a:lnTo>
                  <a:lnTo>
                    <a:pt x="624" y="1783"/>
                  </a:lnTo>
                  <a:lnTo>
                    <a:pt x="632" y="1791"/>
                  </a:lnTo>
                  <a:lnTo>
                    <a:pt x="640" y="1799"/>
                  </a:lnTo>
                  <a:lnTo>
                    <a:pt x="648" y="1799"/>
                  </a:lnTo>
                  <a:lnTo>
                    <a:pt x="656" y="1799"/>
                  </a:lnTo>
                  <a:lnTo>
                    <a:pt x="664" y="1799"/>
                  </a:lnTo>
                  <a:lnTo>
                    <a:pt x="672" y="1799"/>
                  </a:lnTo>
                  <a:lnTo>
                    <a:pt x="680" y="1799"/>
                  </a:lnTo>
                  <a:lnTo>
                    <a:pt x="688" y="1799"/>
                  </a:lnTo>
                  <a:lnTo>
                    <a:pt x="696" y="1791"/>
                  </a:lnTo>
                  <a:lnTo>
                    <a:pt x="704" y="1783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04" name="Freeform 4"/>
            <p:cNvSpPr>
              <a:spLocks/>
            </p:cNvSpPr>
            <p:nvPr/>
          </p:nvSpPr>
          <p:spPr bwMode="auto">
            <a:xfrm>
              <a:off x="1301" y="1765"/>
              <a:ext cx="721" cy="1879"/>
            </a:xfrm>
            <a:custGeom>
              <a:avLst/>
              <a:gdLst/>
              <a:ahLst/>
              <a:cxnLst>
                <a:cxn ang="0">
                  <a:pos x="16" y="456"/>
                </a:cxn>
                <a:cxn ang="0">
                  <a:pos x="33" y="432"/>
                </a:cxn>
                <a:cxn ang="0">
                  <a:pos x="49" y="400"/>
                </a:cxn>
                <a:cxn ang="0">
                  <a:pos x="57" y="368"/>
                </a:cxn>
                <a:cxn ang="0">
                  <a:pos x="73" y="336"/>
                </a:cxn>
                <a:cxn ang="0">
                  <a:pos x="89" y="296"/>
                </a:cxn>
                <a:cxn ang="0">
                  <a:pos x="105" y="256"/>
                </a:cxn>
                <a:cxn ang="0">
                  <a:pos x="113" y="224"/>
                </a:cxn>
                <a:cxn ang="0">
                  <a:pos x="129" y="192"/>
                </a:cxn>
                <a:cxn ang="0">
                  <a:pos x="145" y="160"/>
                </a:cxn>
                <a:cxn ang="0">
                  <a:pos x="161" y="136"/>
                </a:cxn>
                <a:cxn ang="0">
                  <a:pos x="185" y="112"/>
                </a:cxn>
                <a:cxn ang="0">
                  <a:pos x="209" y="112"/>
                </a:cxn>
                <a:cxn ang="0">
                  <a:pos x="233" y="112"/>
                </a:cxn>
                <a:cxn ang="0">
                  <a:pos x="257" y="128"/>
                </a:cxn>
                <a:cxn ang="0">
                  <a:pos x="281" y="144"/>
                </a:cxn>
                <a:cxn ang="0">
                  <a:pos x="305" y="152"/>
                </a:cxn>
                <a:cxn ang="0">
                  <a:pos x="329" y="152"/>
                </a:cxn>
                <a:cxn ang="0">
                  <a:pos x="353" y="136"/>
                </a:cxn>
                <a:cxn ang="0">
                  <a:pos x="369" y="120"/>
                </a:cxn>
                <a:cxn ang="0">
                  <a:pos x="385" y="96"/>
                </a:cxn>
                <a:cxn ang="0">
                  <a:pos x="401" y="72"/>
                </a:cxn>
                <a:cxn ang="0">
                  <a:pos x="409" y="48"/>
                </a:cxn>
                <a:cxn ang="0">
                  <a:pos x="441" y="16"/>
                </a:cxn>
                <a:cxn ang="0">
                  <a:pos x="457" y="0"/>
                </a:cxn>
                <a:cxn ang="0">
                  <a:pos x="481" y="16"/>
                </a:cxn>
                <a:cxn ang="0">
                  <a:pos x="497" y="48"/>
                </a:cxn>
                <a:cxn ang="0">
                  <a:pos x="513" y="96"/>
                </a:cxn>
                <a:cxn ang="0">
                  <a:pos x="529" y="160"/>
                </a:cxn>
                <a:cxn ang="0">
                  <a:pos x="537" y="240"/>
                </a:cxn>
                <a:cxn ang="0">
                  <a:pos x="553" y="344"/>
                </a:cxn>
                <a:cxn ang="0">
                  <a:pos x="569" y="464"/>
                </a:cxn>
                <a:cxn ang="0">
                  <a:pos x="585" y="600"/>
                </a:cxn>
                <a:cxn ang="0">
                  <a:pos x="601" y="752"/>
                </a:cxn>
                <a:cxn ang="0">
                  <a:pos x="609" y="912"/>
                </a:cxn>
                <a:cxn ang="0">
                  <a:pos x="625" y="1071"/>
                </a:cxn>
                <a:cxn ang="0">
                  <a:pos x="641" y="1231"/>
                </a:cxn>
                <a:cxn ang="0">
                  <a:pos x="657" y="1391"/>
                </a:cxn>
                <a:cxn ang="0">
                  <a:pos x="665" y="1535"/>
                </a:cxn>
                <a:cxn ang="0">
                  <a:pos x="681" y="1663"/>
                </a:cxn>
                <a:cxn ang="0">
                  <a:pos x="697" y="1767"/>
                </a:cxn>
                <a:cxn ang="0">
                  <a:pos x="713" y="1847"/>
                </a:cxn>
              </a:cxnLst>
              <a:rect l="0" t="0" r="r" b="b"/>
              <a:pathLst>
                <a:path w="721" h="1879">
                  <a:moveTo>
                    <a:pt x="0" y="472"/>
                  </a:moveTo>
                  <a:lnTo>
                    <a:pt x="8" y="464"/>
                  </a:lnTo>
                  <a:lnTo>
                    <a:pt x="16" y="456"/>
                  </a:lnTo>
                  <a:lnTo>
                    <a:pt x="24" y="448"/>
                  </a:lnTo>
                  <a:lnTo>
                    <a:pt x="24" y="440"/>
                  </a:lnTo>
                  <a:lnTo>
                    <a:pt x="33" y="432"/>
                  </a:lnTo>
                  <a:lnTo>
                    <a:pt x="33" y="424"/>
                  </a:lnTo>
                  <a:lnTo>
                    <a:pt x="41" y="408"/>
                  </a:lnTo>
                  <a:lnTo>
                    <a:pt x="49" y="400"/>
                  </a:lnTo>
                  <a:lnTo>
                    <a:pt x="49" y="392"/>
                  </a:lnTo>
                  <a:lnTo>
                    <a:pt x="57" y="376"/>
                  </a:lnTo>
                  <a:lnTo>
                    <a:pt x="57" y="368"/>
                  </a:lnTo>
                  <a:lnTo>
                    <a:pt x="65" y="360"/>
                  </a:lnTo>
                  <a:lnTo>
                    <a:pt x="65" y="344"/>
                  </a:lnTo>
                  <a:lnTo>
                    <a:pt x="73" y="336"/>
                  </a:lnTo>
                  <a:lnTo>
                    <a:pt x="81" y="320"/>
                  </a:lnTo>
                  <a:lnTo>
                    <a:pt x="81" y="312"/>
                  </a:lnTo>
                  <a:lnTo>
                    <a:pt x="89" y="296"/>
                  </a:lnTo>
                  <a:lnTo>
                    <a:pt x="89" y="280"/>
                  </a:lnTo>
                  <a:lnTo>
                    <a:pt x="97" y="272"/>
                  </a:lnTo>
                  <a:lnTo>
                    <a:pt x="105" y="256"/>
                  </a:lnTo>
                  <a:lnTo>
                    <a:pt x="105" y="248"/>
                  </a:lnTo>
                  <a:lnTo>
                    <a:pt x="113" y="232"/>
                  </a:lnTo>
                  <a:lnTo>
                    <a:pt x="113" y="224"/>
                  </a:lnTo>
                  <a:lnTo>
                    <a:pt x="121" y="216"/>
                  </a:lnTo>
                  <a:lnTo>
                    <a:pt x="129" y="200"/>
                  </a:lnTo>
                  <a:lnTo>
                    <a:pt x="129" y="192"/>
                  </a:lnTo>
                  <a:lnTo>
                    <a:pt x="137" y="184"/>
                  </a:lnTo>
                  <a:lnTo>
                    <a:pt x="137" y="176"/>
                  </a:lnTo>
                  <a:lnTo>
                    <a:pt x="145" y="160"/>
                  </a:lnTo>
                  <a:lnTo>
                    <a:pt x="153" y="152"/>
                  </a:lnTo>
                  <a:lnTo>
                    <a:pt x="161" y="144"/>
                  </a:lnTo>
                  <a:lnTo>
                    <a:pt x="161" y="136"/>
                  </a:lnTo>
                  <a:lnTo>
                    <a:pt x="169" y="128"/>
                  </a:lnTo>
                  <a:lnTo>
                    <a:pt x="177" y="120"/>
                  </a:lnTo>
                  <a:lnTo>
                    <a:pt x="185" y="112"/>
                  </a:lnTo>
                  <a:lnTo>
                    <a:pt x="193" y="112"/>
                  </a:lnTo>
                  <a:lnTo>
                    <a:pt x="201" y="112"/>
                  </a:lnTo>
                  <a:lnTo>
                    <a:pt x="209" y="112"/>
                  </a:lnTo>
                  <a:lnTo>
                    <a:pt x="217" y="112"/>
                  </a:lnTo>
                  <a:lnTo>
                    <a:pt x="225" y="112"/>
                  </a:lnTo>
                  <a:lnTo>
                    <a:pt x="233" y="112"/>
                  </a:lnTo>
                  <a:lnTo>
                    <a:pt x="241" y="120"/>
                  </a:lnTo>
                  <a:lnTo>
                    <a:pt x="249" y="128"/>
                  </a:lnTo>
                  <a:lnTo>
                    <a:pt x="257" y="128"/>
                  </a:lnTo>
                  <a:lnTo>
                    <a:pt x="265" y="136"/>
                  </a:lnTo>
                  <a:lnTo>
                    <a:pt x="273" y="136"/>
                  </a:lnTo>
                  <a:lnTo>
                    <a:pt x="281" y="144"/>
                  </a:lnTo>
                  <a:lnTo>
                    <a:pt x="289" y="152"/>
                  </a:lnTo>
                  <a:lnTo>
                    <a:pt x="297" y="152"/>
                  </a:lnTo>
                  <a:lnTo>
                    <a:pt x="305" y="152"/>
                  </a:lnTo>
                  <a:lnTo>
                    <a:pt x="313" y="152"/>
                  </a:lnTo>
                  <a:lnTo>
                    <a:pt x="321" y="152"/>
                  </a:lnTo>
                  <a:lnTo>
                    <a:pt x="329" y="152"/>
                  </a:lnTo>
                  <a:lnTo>
                    <a:pt x="337" y="144"/>
                  </a:lnTo>
                  <a:lnTo>
                    <a:pt x="345" y="144"/>
                  </a:lnTo>
                  <a:lnTo>
                    <a:pt x="353" y="136"/>
                  </a:lnTo>
                  <a:lnTo>
                    <a:pt x="369" y="120"/>
                  </a:lnTo>
                  <a:lnTo>
                    <a:pt x="361" y="120"/>
                  </a:lnTo>
                  <a:lnTo>
                    <a:pt x="369" y="120"/>
                  </a:lnTo>
                  <a:lnTo>
                    <a:pt x="377" y="112"/>
                  </a:lnTo>
                  <a:lnTo>
                    <a:pt x="377" y="104"/>
                  </a:lnTo>
                  <a:lnTo>
                    <a:pt x="385" y="96"/>
                  </a:lnTo>
                  <a:lnTo>
                    <a:pt x="385" y="88"/>
                  </a:lnTo>
                  <a:lnTo>
                    <a:pt x="393" y="80"/>
                  </a:lnTo>
                  <a:lnTo>
                    <a:pt x="401" y="72"/>
                  </a:lnTo>
                  <a:lnTo>
                    <a:pt x="401" y="64"/>
                  </a:lnTo>
                  <a:lnTo>
                    <a:pt x="409" y="56"/>
                  </a:lnTo>
                  <a:lnTo>
                    <a:pt x="409" y="48"/>
                  </a:lnTo>
                  <a:lnTo>
                    <a:pt x="417" y="40"/>
                  </a:lnTo>
                  <a:lnTo>
                    <a:pt x="425" y="32"/>
                  </a:lnTo>
                  <a:lnTo>
                    <a:pt x="441" y="16"/>
                  </a:lnTo>
                  <a:lnTo>
                    <a:pt x="441" y="8"/>
                  </a:lnTo>
                  <a:lnTo>
                    <a:pt x="449" y="8"/>
                  </a:lnTo>
                  <a:lnTo>
                    <a:pt x="457" y="0"/>
                  </a:lnTo>
                  <a:lnTo>
                    <a:pt x="465" y="8"/>
                  </a:lnTo>
                  <a:lnTo>
                    <a:pt x="473" y="8"/>
                  </a:lnTo>
                  <a:lnTo>
                    <a:pt x="481" y="16"/>
                  </a:lnTo>
                  <a:lnTo>
                    <a:pt x="489" y="24"/>
                  </a:lnTo>
                  <a:lnTo>
                    <a:pt x="489" y="32"/>
                  </a:lnTo>
                  <a:lnTo>
                    <a:pt x="497" y="48"/>
                  </a:lnTo>
                  <a:lnTo>
                    <a:pt x="505" y="64"/>
                  </a:lnTo>
                  <a:lnTo>
                    <a:pt x="505" y="80"/>
                  </a:lnTo>
                  <a:lnTo>
                    <a:pt x="513" y="96"/>
                  </a:lnTo>
                  <a:lnTo>
                    <a:pt x="513" y="112"/>
                  </a:lnTo>
                  <a:lnTo>
                    <a:pt x="521" y="136"/>
                  </a:lnTo>
                  <a:lnTo>
                    <a:pt x="529" y="160"/>
                  </a:lnTo>
                  <a:lnTo>
                    <a:pt x="529" y="184"/>
                  </a:lnTo>
                  <a:lnTo>
                    <a:pt x="537" y="216"/>
                  </a:lnTo>
                  <a:lnTo>
                    <a:pt x="537" y="240"/>
                  </a:lnTo>
                  <a:lnTo>
                    <a:pt x="545" y="272"/>
                  </a:lnTo>
                  <a:lnTo>
                    <a:pt x="553" y="312"/>
                  </a:lnTo>
                  <a:lnTo>
                    <a:pt x="553" y="344"/>
                  </a:lnTo>
                  <a:lnTo>
                    <a:pt x="561" y="384"/>
                  </a:lnTo>
                  <a:lnTo>
                    <a:pt x="561" y="424"/>
                  </a:lnTo>
                  <a:lnTo>
                    <a:pt x="569" y="464"/>
                  </a:lnTo>
                  <a:lnTo>
                    <a:pt x="577" y="512"/>
                  </a:lnTo>
                  <a:lnTo>
                    <a:pt x="577" y="552"/>
                  </a:lnTo>
                  <a:lnTo>
                    <a:pt x="585" y="600"/>
                  </a:lnTo>
                  <a:lnTo>
                    <a:pt x="585" y="648"/>
                  </a:lnTo>
                  <a:lnTo>
                    <a:pt x="593" y="704"/>
                  </a:lnTo>
                  <a:lnTo>
                    <a:pt x="601" y="752"/>
                  </a:lnTo>
                  <a:lnTo>
                    <a:pt x="601" y="800"/>
                  </a:lnTo>
                  <a:lnTo>
                    <a:pt x="609" y="856"/>
                  </a:lnTo>
                  <a:lnTo>
                    <a:pt x="609" y="912"/>
                  </a:lnTo>
                  <a:lnTo>
                    <a:pt x="617" y="960"/>
                  </a:lnTo>
                  <a:lnTo>
                    <a:pt x="625" y="1015"/>
                  </a:lnTo>
                  <a:lnTo>
                    <a:pt x="625" y="1071"/>
                  </a:lnTo>
                  <a:lnTo>
                    <a:pt x="633" y="1127"/>
                  </a:lnTo>
                  <a:lnTo>
                    <a:pt x="633" y="1183"/>
                  </a:lnTo>
                  <a:lnTo>
                    <a:pt x="641" y="1231"/>
                  </a:lnTo>
                  <a:lnTo>
                    <a:pt x="641" y="1287"/>
                  </a:lnTo>
                  <a:lnTo>
                    <a:pt x="649" y="1335"/>
                  </a:lnTo>
                  <a:lnTo>
                    <a:pt x="657" y="1391"/>
                  </a:lnTo>
                  <a:lnTo>
                    <a:pt x="657" y="1439"/>
                  </a:lnTo>
                  <a:lnTo>
                    <a:pt x="665" y="1487"/>
                  </a:lnTo>
                  <a:lnTo>
                    <a:pt x="665" y="1535"/>
                  </a:lnTo>
                  <a:lnTo>
                    <a:pt x="673" y="1583"/>
                  </a:lnTo>
                  <a:lnTo>
                    <a:pt x="681" y="1623"/>
                  </a:lnTo>
                  <a:lnTo>
                    <a:pt x="681" y="1663"/>
                  </a:lnTo>
                  <a:lnTo>
                    <a:pt x="689" y="1703"/>
                  </a:lnTo>
                  <a:lnTo>
                    <a:pt x="689" y="1735"/>
                  </a:lnTo>
                  <a:lnTo>
                    <a:pt x="697" y="1767"/>
                  </a:lnTo>
                  <a:lnTo>
                    <a:pt x="705" y="1799"/>
                  </a:lnTo>
                  <a:lnTo>
                    <a:pt x="705" y="1823"/>
                  </a:lnTo>
                  <a:lnTo>
                    <a:pt x="713" y="1847"/>
                  </a:lnTo>
                  <a:lnTo>
                    <a:pt x="713" y="1863"/>
                  </a:lnTo>
                  <a:lnTo>
                    <a:pt x="721" y="187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05" name="Freeform 5"/>
            <p:cNvSpPr>
              <a:spLocks/>
            </p:cNvSpPr>
            <p:nvPr/>
          </p:nvSpPr>
          <p:spPr bwMode="auto">
            <a:xfrm>
              <a:off x="2022" y="454"/>
              <a:ext cx="641" cy="3222"/>
            </a:xfrm>
            <a:custGeom>
              <a:avLst/>
              <a:gdLst/>
              <a:ahLst/>
              <a:cxnLst>
                <a:cxn ang="0">
                  <a:pos x="16" y="3222"/>
                </a:cxn>
                <a:cxn ang="0">
                  <a:pos x="32" y="3198"/>
                </a:cxn>
                <a:cxn ang="0">
                  <a:pos x="48" y="3134"/>
                </a:cxn>
                <a:cxn ang="0">
                  <a:pos x="64" y="3030"/>
                </a:cxn>
                <a:cxn ang="0">
                  <a:pos x="80" y="2902"/>
                </a:cxn>
                <a:cxn ang="0">
                  <a:pos x="88" y="2726"/>
                </a:cxn>
                <a:cxn ang="0">
                  <a:pos x="104" y="2534"/>
                </a:cxn>
                <a:cxn ang="0">
                  <a:pos x="120" y="2310"/>
                </a:cxn>
                <a:cxn ang="0">
                  <a:pos x="136" y="2071"/>
                </a:cxn>
                <a:cxn ang="0">
                  <a:pos x="144" y="1815"/>
                </a:cxn>
                <a:cxn ang="0">
                  <a:pos x="160" y="1551"/>
                </a:cxn>
                <a:cxn ang="0">
                  <a:pos x="176" y="1295"/>
                </a:cxn>
                <a:cxn ang="0">
                  <a:pos x="192" y="1048"/>
                </a:cxn>
                <a:cxn ang="0">
                  <a:pos x="208" y="808"/>
                </a:cxn>
                <a:cxn ang="0">
                  <a:pos x="216" y="600"/>
                </a:cxn>
                <a:cxn ang="0">
                  <a:pos x="232" y="416"/>
                </a:cxn>
                <a:cxn ang="0">
                  <a:pos x="248" y="256"/>
                </a:cxn>
                <a:cxn ang="0">
                  <a:pos x="264" y="136"/>
                </a:cxn>
                <a:cxn ang="0">
                  <a:pos x="280" y="56"/>
                </a:cxn>
                <a:cxn ang="0">
                  <a:pos x="288" y="16"/>
                </a:cxn>
                <a:cxn ang="0">
                  <a:pos x="304" y="8"/>
                </a:cxn>
                <a:cxn ang="0">
                  <a:pos x="320" y="32"/>
                </a:cxn>
                <a:cxn ang="0">
                  <a:pos x="337" y="96"/>
                </a:cxn>
                <a:cxn ang="0">
                  <a:pos x="345" y="184"/>
                </a:cxn>
                <a:cxn ang="0">
                  <a:pos x="361" y="304"/>
                </a:cxn>
                <a:cxn ang="0">
                  <a:pos x="377" y="440"/>
                </a:cxn>
                <a:cxn ang="0">
                  <a:pos x="393" y="592"/>
                </a:cxn>
                <a:cxn ang="0">
                  <a:pos x="409" y="752"/>
                </a:cxn>
                <a:cxn ang="0">
                  <a:pos x="417" y="912"/>
                </a:cxn>
                <a:cxn ang="0">
                  <a:pos x="433" y="1072"/>
                </a:cxn>
                <a:cxn ang="0">
                  <a:pos x="449" y="1231"/>
                </a:cxn>
                <a:cxn ang="0">
                  <a:pos x="465" y="1367"/>
                </a:cxn>
                <a:cxn ang="0">
                  <a:pos x="481" y="1503"/>
                </a:cxn>
                <a:cxn ang="0">
                  <a:pos x="489" y="1615"/>
                </a:cxn>
                <a:cxn ang="0">
                  <a:pos x="505" y="1711"/>
                </a:cxn>
                <a:cxn ang="0">
                  <a:pos x="521" y="1783"/>
                </a:cxn>
                <a:cxn ang="0">
                  <a:pos x="537" y="1839"/>
                </a:cxn>
                <a:cxn ang="0">
                  <a:pos x="545" y="1879"/>
                </a:cxn>
                <a:cxn ang="0">
                  <a:pos x="569" y="1911"/>
                </a:cxn>
                <a:cxn ang="0">
                  <a:pos x="593" y="1903"/>
                </a:cxn>
                <a:cxn ang="0">
                  <a:pos x="617" y="1879"/>
                </a:cxn>
                <a:cxn ang="0">
                  <a:pos x="633" y="1855"/>
                </a:cxn>
              </a:cxnLst>
              <a:rect l="0" t="0" r="r" b="b"/>
              <a:pathLst>
                <a:path w="641" h="3222">
                  <a:moveTo>
                    <a:pt x="0" y="3190"/>
                  </a:moveTo>
                  <a:lnTo>
                    <a:pt x="16" y="3214"/>
                  </a:lnTo>
                  <a:lnTo>
                    <a:pt x="16" y="3222"/>
                  </a:lnTo>
                  <a:lnTo>
                    <a:pt x="24" y="3214"/>
                  </a:lnTo>
                  <a:lnTo>
                    <a:pt x="32" y="3206"/>
                  </a:lnTo>
                  <a:lnTo>
                    <a:pt x="32" y="3198"/>
                  </a:lnTo>
                  <a:lnTo>
                    <a:pt x="40" y="3182"/>
                  </a:lnTo>
                  <a:lnTo>
                    <a:pt x="40" y="3158"/>
                  </a:lnTo>
                  <a:lnTo>
                    <a:pt x="48" y="3134"/>
                  </a:lnTo>
                  <a:lnTo>
                    <a:pt x="56" y="3102"/>
                  </a:lnTo>
                  <a:lnTo>
                    <a:pt x="56" y="3070"/>
                  </a:lnTo>
                  <a:lnTo>
                    <a:pt x="64" y="3030"/>
                  </a:lnTo>
                  <a:lnTo>
                    <a:pt x="64" y="2990"/>
                  </a:lnTo>
                  <a:lnTo>
                    <a:pt x="72" y="2950"/>
                  </a:lnTo>
                  <a:lnTo>
                    <a:pt x="80" y="2902"/>
                  </a:lnTo>
                  <a:lnTo>
                    <a:pt x="80" y="2846"/>
                  </a:lnTo>
                  <a:lnTo>
                    <a:pt x="88" y="2790"/>
                  </a:lnTo>
                  <a:lnTo>
                    <a:pt x="88" y="2726"/>
                  </a:lnTo>
                  <a:lnTo>
                    <a:pt x="96" y="2670"/>
                  </a:lnTo>
                  <a:lnTo>
                    <a:pt x="96" y="2598"/>
                  </a:lnTo>
                  <a:lnTo>
                    <a:pt x="104" y="2534"/>
                  </a:lnTo>
                  <a:lnTo>
                    <a:pt x="112" y="2462"/>
                  </a:lnTo>
                  <a:lnTo>
                    <a:pt x="112" y="2382"/>
                  </a:lnTo>
                  <a:lnTo>
                    <a:pt x="120" y="2310"/>
                  </a:lnTo>
                  <a:lnTo>
                    <a:pt x="120" y="2231"/>
                  </a:lnTo>
                  <a:lnTo>
                    <a:pt x="128" y="2151"/>
                  </a:lnTo>
                  <a:lnTo>
                    <a:pt x="136" y="2071"/>
                  </a:lnTo>
                  <a:lnTo>
                    <a:pt x="136" y="1983"/>
                  </a:lnTo>
                  <a:lnTo>
                    <a:pt x="144" y="1895"/>
                  </a:lnTo>
                  <a:lnTo>
                    <a:pt x="144" y="1815"/>
                  </a:lnTo>
                  <a:lnTo>
                    <a:pt x="152" y="1727"/>
                  </a:lnTo>
                  <a:lnTo>
                    <a:pt x="160" y="1639"/>
                  </a:lnTo>
                  <a:lnTo>
                    <a:pt x="160" y="1551"/>
                  </a:lnTo>
                  <a:lnTo>
                    <a:pt x="168" y="1463"/>
                  </a:lnTo>
                  <a:lnTo>
                    <a:pt x="168" y="1383"/>
                  </a:lnTo>
                  <a:lnTo>
                    <a:pt x="176" y="1295"/>
                  </a:lnTo>
                  <a:lnTo>
                    <a:pt x="184" y="1207"/>
                  </a:lnTo>
                  <a:lnTo>
                    <a:pt x="184" y="1127"/>
                  </a:lnTo>
                  <a:lnTo>
                    <a:pt x="192" y="1048"/>
                  </a:lnTo>
                  <a:lnTo>
                    <a:pt x="192" y="968"/>
                  </a:lnTo>
                  <a:lnTo>
                    <a:pt x="200" y="888"/>
                  </a:lnTo>
                  <a:lnTo>
                    <a:pt x="208" y="808"/>
                  </a:lnTo>
                  <a:lnTo>
                    <a:pt x="208" y="736"/>
                  </a:lnTo>
                  <a:lnTo>
                    <a:pt x="216" y="664"/>
                  </a:lnTo>
                  <a:lnTo>
                    <a:pt x="216" y="600"/>
                  </a:lnTo>
                  <a:lnTo>
                    <a:pt x="224" y="536"/>
                  </a:lnTo>
                  <a:lnTo>
                    <a:pt x="232" y="472"/>
                  </a:lnTo>
                  <a:lnTo>
                    <a:pt x="232" y="416"/>
                  </a:lnTo>
                  <a:lnTo>
                    <a:pt x="240" y="360"/>
                  </a:lnTo>
                  <a:lnTo>
                    <a:pt x="240" y="304"/>
                  </a:lnTo>
                  <a:lnTo>
                    <a:pt x="248" y="256"/>
                  </a:lnTo>
                  <a:lnTo>
                    <a:pt x="256" y="216"/>
                  </a:lnTo>
                  <a:lnTo>
                    <a:pt x="256" y="176"/>
                  </a:lnTo>
                  <a:lnTo>
                    <a:pt x="264" y="136"/>
                  </a:lnTo>
                  <a:lnTo>
                    <a:pt x="264" y="112"/>
                  </a:lnTo>
                  <a:lnTo>
                    <a:pt x="272" y="80"/>
                  </a:lnTo>
                  <a:lnTo>
                    <a:pt x="280" y="56"/>
                  </a:lnTo>
                  <a:lnTo>
                    <a:pt x="280" y="40"/>
                  </a:lnTo>
                  <a:lnTo>
                    <a:pt x="288" y="24"/>
                  </a:lnTo>
                  <a:lnTo>
                    <a:pt x="288" y="16"/>
                  </a:lnTo>
                  <a:lnTo>
                    <a:pt x="296" y="8"/>
                  </a:lnTo>
                  <a:lnTo>
                    <a:pt x="296" y="0"/>
                  </a:lnTo>
                  <a:lnTo>
                    <a:pt x="304" y="8"/>
                  </a:lnTo>
                  <a:lnTo>
                    <a:pt x="312" y="8"/>
                  </a:lnTo>
                  <a:lnTo>
                    <a:pt x="312" y="24"/>
                  </a:lnTo>
                  <a:lnTo>
                    <a:pt x="320" y="32"/>
                  </a:lnTo>
                  <a:lnTo>
                    <a:pt x="320" y="48"/>
                  </a:lnTo>
                  <a:lnTo>
                    <a:pt x="328" y="72"/>
                  </a:lnTo>
                  <a:lnTo>
                    <a:pt x="337" y="96"/>
                  </a:lnTo>
                  <a:lnTo>
                    <a:pt x="337" y="120"/>
                  </a:lnTo>
                  <a:lnTo>
                    <a:pt x="345" y="152"/>
                  </a:lnTo>
                  <a:lnTo>
                    <a:pt x="345" y="184"/>
                  </a:lnTo>
                  <a:lnTo>
                    <a:pt x="353" y="224"/>
                  </a:lnTo>
                  <a:lnTo>
                    <a:pt x="361" y="264"/>
                  </a:lnTo>
                  <a:lnTo>
                    <a:pt x="361" y="304"/>
                  </a:lnTo>
                  <a:lnTo>
                    <a:pt x="369" y="344"/>
                  </a:lnTo>
                  <a:lnTo>
                    <a:pt x="369" y="392"/>
                  </a:lnTo>
                  <a:lnTo>
                    <a:pt x="377" y="440"/>
                  </a:lnTo>
                  <a:lnTo>
                    <a:pt x="385" y="488"/>
                  </a:lnTo>
                  <a:lnTo>
                    <a:pt x="385" y="536"/>
                  </a:lnTo>
                  <a:lnTo>
                    <a:pt x="393" y="592"/>
                  </a:lnTo>
                  <a:lnTo>
                    <a:pt x="393" y="640"/>
                  </a:lnTo>
                  <a:lnTo>
                    <a:pt x="401" y="696"/>
                  </a:lnTo>
                  <a:lnTo>
                    <a:pt x="409" y="752"/>
                  </a:lnTo>
                  <a:lnTo>
                    <a:pt x="409" y="800"/>
                  </a:lnTo>
                  <a:lnTo>
                    <a:pt x="417" y="856"/>
                  </a:lnTo>
                  <a:lnTo>
                    <a:pt x="417" y="912"/>
                  </a:lnTo>
                  <a:lnTo>
                    <a:pt x="425" y="968"/>
                  </a:lnTo>
                  <a:lnTo>
                    <a:pt x="433" y="1024"/>
                  </a:lnTo>
                  <a:lnTo>
                    <a:pt x="433" y="1072"/>
                  </a:lnTo>
                  <a:lnTo>
                    <a:pt x="441" y="1127"/>
                  </a:lnTo>
                  <a:lnTo>
                    <a:pt x="441" y="1175"/>
                  </a:lnTo>
                  <a:lnTo>
                    <a:pt x="449" y="1231"/>
                  </a:lnTo>
                  <a:lnTo>
                    <a:pt x="457" y="1279"/>
                  </a:lnTo>
                  <a:lnTo>
                    <a:pt x="457" y="1327"/>
                  </a:lnTo>
                  <a:lnTo>
                    <a:pt x="465" y="1367"/>
                  </a:lnTo>
                  <a:lnTo>
                    <a:pt x="465" y="1415"/>
                  </a:lnTo>
                  <a:lnTo>
                    <a:pt x="473" y="1463"/>
                  </a:lnTo>
                  <a:lnTo>
                    <a:pt x="481" y="1503"/>
                  </a:lnTo>
                  <a:lnTo>
                    <a:pt x="481" y="1543"/>
                  </a:lnTo>
                  <a:lnTo>
                    <a:pt x="489" y="1575"/>
                  </a:lnTo>
                  <a:lnTo>
                    <a:pt x="489" y="1615"/>
                  </a:lnTo>
                  <a:lnTo>
                    <a:pt x="497" y="1647"/>
                  </a:lnTo>
                  <a:lnTo>
                    <a:pt x="497" y="1679"/>
                  </a:lnTo>
                  <a:lnTo>
                    <a:pt x="505" y="1711"/>
                  </a:lnTo>
                  <a:lnTo>
                    <a:pt x="513" y="1735"/>
                  </a:lnTo>
                  <a:lnTo>
                    <a:pt x="513" y="1759"/>
                  </a:lnTo>
                  <a:lnTo>
                    <a:pt x="521" y="1783"/>
                  </a:lnTo>
                  <a:lnTo>
                    <a:pt x="521" y="1807"/>
                  </a:lnTo>
                  <a:lnTo>
                    <a:pt x="529" y="1823"/>
                  </a:lnTo>
                  <a:lnTo>
                    <a:pt x="537" y="1839"/>
                  </a:lnTo>
                  <a:lnTo>
                    <a:pt x="537" y="1855"/>
                  </a:lnTo>
                  <a:lnTo>
                    <a:pt x="545" y="1871"/>
                  </a:lnTo>
                  <a:lnTo>
                    <a:pt x="545" y="1879"/>
                  </a:lnTo>
                  <a:lnTo>
                    <a:pt x="553" y="1887"/>
                  </a:lnTo>
                  <a:lnTo>
                    <a:pt x="569" y="1903"/>
                  </a:lnTo>
                  <a:lnTo>
                    <a:pt x="569" y="1911"/>
                  </a:lnTo>
                  <a:lnTo>
                    <a:pt x="577" y="1911"/>
                  </a:lnTo>
                  <a:lnTo>
                    <a:pt x="585" y="1911"/>
                  </a:lnTo>
                  <a:lnTo>
                    <a:pt x="593" y="1903"/>
                  </a:lnTo>
                  <a:lnTo>
                    <a:pt x="601" y="1895"/>
                  </a:lnTo>
                  <a:lnTo>
                    <a:pt x="609" y="1887"/>
                  </a:lnTo>
                  <a:lnTo>
                    <a:pt x="617" y="1879"/>
                  </a:lnTo>
                  <a:lnTo>
                    <a:pt x="617" y="1871"/>
                  </a:lnTo>
                  <a:lnTo>
                    <a:pt x="625" y="1863"/>
                  </a:lnTo>
                  <a:lnTo>
                    <a:pt x="633" y="1855"/>
                  </a:lnTo>
                  <a:lnTo>
                    <a:pt x="633" y="1847"/>
                  </a:lnTo>
                  <a:lnTo>
                    <a:pt x="641" y="183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06" name="Freeform 6"/>
            <p:cNvSpPr>
              <a:spLocks/>
            </p:cNvSpPr>
            <p:nvPr/>
          </p:nvSpPr>
          <p:spPr bwMode="auto">
            <a:xfrm>
              <a:off x="2663" y="1765"/>
              <a:ext cx="801" cy="528"/>
            </a:xfrm>
            <a:custGeom>
              <a:avLst/>
              <a:gdLst/>
              <a:ahLst/>
              <a:cxnLst>
                <a:cxn ang="0">
                  <a:pos x="16" y="512"/>
                </a:cxn>
                <a:cxn ang="0">
                  <a:pos x="24" y="488"/>
                </a:cxn>
                <a:cxn ang="0">
                  <a:pos x="40" y="472"/>
                </a:cxn>
                <a:cxn ang="0">
                  <a:pos x="64" y="448"/>
                </a:cxn>
                <a:cxn ang="0">
                  <a:pos x="88" y="448"/>
                </a:cxn>
                <a:cxn ang="0">
                  <a:pos x="112" y="456"/>
                </a:cxn>
                <a:cxn ang="0">
                  <a:pos x="136" y="464"/>
                </a:cxn>
                <a:cxn ang="0">
                  <a:pos x="160" y="480"/>
                </a:cxn>
                <a:cxn ang="0">
                  <a:pos x="184" y="488"/>
                </a:cxn>
                <a:cxn ang="0">
                  <a:pos x="208" y="488"/>
                </a:cxn>
                <a:cxn ang="0">
                  <a:pos x="232" y="464"/>
                </a:cxn>
                <a:cxn ang="0">
                  <a:pos x="248" y="440"/>
                </a:cxn>
                <a:cxn ang="0">
                  <a:pos x="264" y="416"/>
                </a:cxn>
                <a:cxn ang="0">
                  <a:pos x="280" y="384"/>
                </a:cxn>
                <a:cxn ang="0">
                  <a:pos x="296" y="352"/>
                </a:cxn>
                <a:cxn ang="0">
                  <a:pos x="304" y="312"/>
                </a:cxn>
                <a:cxn ang="0">
                  <a:pos x="320" y="272"/>
                </a:cxn>
                <a:cxn ang="0">
                  <a:pos x="336" y="240"/>
                </a:cxn>
                <a:cxn ang="0">
                  <a:pos x="352" y="208"/>
                </a:cxn>
                <a:cxn ang="0">
                  <a:pos x="368" y="176"/>
                </a:cxn>
                <a:cxn ang="0">
                  <a:pos x="376" y="152"/>
                </a:cxn>
                <a:cxn ang="0">
                  <a:pos x="400" y="120"/>
                </a:cxn>
                <a:cxn ang="0">
                  <a:pos x="424" y="112"/>
                </a:cxn>
                <a:cxn ang="0">
                  <a:pos x="448" y="112"/>
                </a:cxn>
                <a:cxn ang="0">
                  <a:pos x="472" y="120"/>
                </a:cxn>
                <a:cxn ang="0">
                  <a:pos x="496" y="136"/>
                </a:cxn>
                <a:cxn ang="0">
                  <a:pos x="520" y="152"/>
                </a:cxn>
                <a:cxn ang="0">
                  <a:pos x="544" y="152"/>
                </a:cxn>
                <a:cxn ang="0">
                  <a:pos x="568" y="144"/>
                </a:cxn>
                <a:cxn ang="0">
                  <a:pos x="592" y="120"/>
                </a:cxn>
                <a:cxn ang="0">
                  <a:pos x="608" y="96"/>
                </a:cxn>
                <a:cxn ang="0">
                  <a:pos x="624" y="72"/>
                </a:cxn>
                <a:cxn ang="0">
                  <a:pos x="640" y="48"/>
                </a:cxn>
                <a:cxn ang="0">
                  <a:pos x="664" y="16"/>
                </a:cxn>
                <a:cxn ang="0">
                  <a:pos x="672" y="8"/>
                </a:cxn>
                <a:cxn ang="0">
                  <a:pos x="696" y="8"/>
                </a:cxn>
                <a:cxn ang="0">
                  <a:pos x="721" y="32"/>
                </a:cxn>
                <a:cxn ang="0">
                  <a:pos x="729" y="72"/>
                </a:cxn>
                <a:cxn ang="0">
                  <a:pos x="745" y="128"/>
                </a:cxn>
                <a:cxn ang="0">
                  <a:pos x="761" y="200"/>
                </a:cxn>
                <a:cxn ang="0">
                  <a:pos x="777" y="296"/>
                </a:cxn>
                <a:cxn ang="0">
                  <a:pos x="793" y="408"/>
                </a:cxn>
              </a:cxnLst>
              <a:rect l="0" t="0" r="r" b="b"/>
              <a:pathLst>
                <a:path w="801" h="528">
                  <a:moveTo>
                    <a:pt x="0" y="528"/>
                  </a:moveTo>
                  <a:lnTo>
                    <a:pt x="8" y="520"/>
                  </a:lnTo>
                  <a:lnTo>
                    <a:pt x="16" y="512"/>
                  </a:lnTo>
                  <a:lnTo>
                    <a:pt x="16" y="504"/>
                  </a:lnTo>
                  <a:lnTo>
                    <a:pt x="24" y="496"/>
                  </a:lnTo>
                  <a:lnTo>
                    <a:pt x="24" y="488"/>
                  </a:lnTo>
                  <a:lnTo>
                    <a:pt x="40" y="472"/>
                  </a:lnTo>
                  <a:lnTo>
                    <a:pt x="32" y="472"/>
                  </a:lnTo>
                  <a:lnTo>
                    <a:pt x="40" y="472"/>
                  </a:lnTo>
                  <a:lnTo>
                    <a:pt x="48" y="464"/>
                  </a:lnTo>
                  <a:lnTo>
                    <a:pt x="56" y="456"/>
                  </a:lnTo>
                  <a:lnTo>
                    <a:pt x="64" y="448"/>
                  </a:lnTo>
                  <a:lnTo>
                    <a:pt x="72" y="448"/>
                  </a:lnTo>
                  <a:lnTo>
                    <a:pt x="80" y="448"/>
                  </a:lnTo>
                  <a:lnTo>
                    <a:pt x="88" y="448"/>
                  </a:lnTo>
                  <a:lnTo>
                    <a:pt x="96" y="448"/>
                  </a:lnTo>
                  <a:lnTo>
                    <a:pt x="104" y="448"/>
                  </a:lnTo>
                  <a:lnTo>
                    <a:pt x="112" y="456"/>
                  </a:lnTo>
                  <a:lnTo>
                    <a:pt x="120" y="456"/>
                  </a:lnTo>
                  <a:lnTo>
                    <a:pt x="128" y="464"/>
                  </a:lnTo>
                  <a:lnTo>
                    <a:pt x="136" y="464"/>
                  </a:lnTo>
                  <a:lnTo>
                    <a:pt x="144" y="472"/>
                  </a:lnTo>
                  <a:lnTo>
                    <a:pt x="152" y="480"/>
                  </a:lnTo>
                  <a:lnTo>
                    <a:pt x="160" y="480"/>
                  </a:lnTo>
                  <a:lnTo>
                    <a:pt x="168" y="488"/>
                  </a:lnTo>
                  <a:lnTo>
                    <a:pt x="176" y="488"/>
                  </a:lnTo>
                  <a:lnTo>
                    <a:pt x="184" y="488"/>
                  </a:lnTo>
                  <a:lnTo>
                    <a:pt x="192" y="488"/>
                  </a:lnTo>
                  <a:lnTo>
                    <a:pt x="200" y="488"/>
                  </a:lnTo>
                  <a:lnTo>
                    <a:pt x="208" y="488"/>
                  </a:lnTo>
                  <a:lnTo>
                    <a:pt x="216" y="480"/>
                  </a:lnTo>
                  <a:lnTo>
                    <a:pt x="224" y="472"/>
                  </a:lnTo>
                  <a:lnTo>
                    <a:pt x="232" y="464"/>
                  </a:lnTo>
                  <a:lnTo>
                    <a:pt x="240" y="456"/>
                  </a:lnTo>
                  <a:lnTo>
                    <a:pt x="248" y="448"/>
                  </a:lnTo>
                  <a:lnTo>
                    <a:pt x="248" y="440"/>
                  </a:lnTo>
                  <a:lnTo>
                    <a:pt x="256" y="432"/>
                  </a:lnTo>
                  <a:lnTo>
                    <a:pt x="256" y="424"/>
                  </a:lnTo>
                  <a:lnTo>
                    <a:pt x="264" y="416"/>
                  </a:lnTo>
                  <a:lnTo>
                    <a:pt x="272" y="408"/>
                  </a:lnTo>
                  <a:lnTo>
                    <a:pt x="272" y="392"/>
                  </a:lnTo>
                  <a:lnTo>
                    <a:pt x="280" y="384"/>
                  </a:lnTo>
                  <a:lnTo>
                    <a:pt x="280" y="376"/>
                  </a:lnTo>
                  <a:lnTo>
                    <a:pt x="288" y="360"/>
                  </a:lnTo>
                  <a:lnTo>
                    <a:pt x="296" y="352"/>
                  </a:lnTo>
                  <a:lnTo>
                    <a:pt x="296" y="336"/>
                  </a:lnTo>
                  <a:lnTo>
                    <a:pt x="304" y="328"/>
                  </a:lnTo>
                  <a:lnTo>
                    <a:pt x="304" y="312"/>
                  </a:lnTo>
                  <a:lnTo>
                    <a:pt x="312" y="304"/>
                  </a:lnTo>
                  <a:lnTo>
                    <a:pt x="320" y="288"/>
                  </a:lnTo>
                  <a:lnTo>
                    <a:pt x="320" y="272"/>
                  </a:lnTo>
                  <a:lnTo>
                    <a:pt x="328" y="264"/>
                  </a:lnTo>
                  <a:lnTo>
                    <a:pt x="328" y="248"/>
                  </a:lnTo>
                  <a:lnTo>
                    <a:pt x="336" y="240"/>
                  </a:lnTo>
                  <a:lnTo>
                    <a:pt x="344" y="224"/>
                  </a:lnTo>
                  <a:lnTo>
                    <a:pt x="344" y="216"/>
                  </a:lnTo>
                  <a:lnTo>
                    <a:pt x="352" y="208"/>
                  </a:lnTo>
                  <a:lnTo>
                    <a:pt x="352" y="192"/>
                  </a:lnTo>
                  <a:lnTo>
                    <a:pt x="360" y="184"/>
                  </a:lnTo>
                  <a:lnTo>
                    <a:pt x="368" y="176"/>
                  </a:lnTo>
                  <a:lnTo>
                    <a:pt x="368" y="168"/>
                  </a:lnTo>
                  <a:lnTo>
                    <a:pt x="376" y="160"/>
                  </a:lnTo>
                  <a:lnTo>
                    <a:pt x="376" y="152"/>
                  </a:lnTo>
                  <a:lnTo>
                    <a:pt x="384" y="144"/>
                  </a:lnTo>
                  <a:lnTo>
                    <a:pt x="400" y="128"/>
                  </a:lnTo>
                  <a:lnTo>
                    <a:pt x="400" y="120"/>
                  </a:lnTo>
                  <a:lnTo>
                    <a:pt x="408" y="112"/>
                  </a:lnTo>
                  <a:lnTo>
                    <a:pt x="416" y="112"/>
                  </a:lnTo>
                  <a:lnTo>
                    <a:pt x="424" y="112"/>
                  </a:lnTo>
                  <a:lnTo>
                    <a:pt x="432" y="112"/>
                  </a:lnTo>
                  <a:lnTo>
                    <a:pt x="440" y="112"/>
                  </a:lnTo>
                  <a:lnTo>
                    <a:pt x="448" y="112"/>
                  </a:lnTo>
                  <a:lnTo>
                    <a:pt x="456" y="112"/>
                  </a:lnTo>
                  <a:lnTo>
                    <a:pt x="464" y="120"/>
                  </a:lnTo>
                  <a:lnTo>
                    <a:pt x="472" y="120"/>
                  </a:lnTo>
                  <a:lnTo>
                    <a:pt x="480" y="128"/>
                  </a:lnTo>
                  <a:lnTo>
                    <a:pt x="488" y="136"/>
                  </a:lnTo>
                  <a:lnTo>
                    <a:pt x="496" y="136"/>
                  </a:lnTo>
                  <a:lnTo>
                    <a:pt x="504" y="144"/>
                  </a:lnTo>
                  <a:lnTo>
                    <a:pt x="512" y="144"/>
                  </a:lnTo>
                  <a:lnTo>
                    <a:pt x="520" y="152"/>
                  </a:lnTo>
                  <a:lnTo>
                    <a:pt x="528" y="152"/>
                  </a:lnTo>
                  <a:lnTo>
                    <a:pt x="536" y="152"/>
                  </a:lnTo>
                  <a:lnTo>
                    <a:pt x="544" y="152"/>
                  </a:lnTo>
                  <a:lnTo>
                    <a:pt x="552" y="152"/>
                  </a:lnTo>
                  <a:lnTo>
                    <a:pt x="560" y="152"/>
                  </a:lnTo>
                  <a:lnTo>
                    <a:pt x="568" y="144"/>
                  </a:lnTo>
                  <a:lnTo>
                    <a:pt x="576" y="136"/>
                  </a:lnTo>
                  <a:lnTo>
                    <a:pt x="584" y="128"/>
                  </a:lnTo>
                  <a:lnTo>
                    <a:pt x="592" y="120"/>
                  </a:lnTo>
                  <a:lnTo>
                    <a:pt x="600" y="112"/>
                  </a:lnTo>
                  <a:lnTo>
                    <a:pt x="600" y="104"/>
                  </a:lnTo>
                  <a:lnTo>
                    <a:pt x="608" y="96"/>
                  </a:lnTo>
                  <a:lnTo>
                    <a:pt x="608" y="88"/>
                  </a:lnTo>
                  <a:lnTo>
                    <a:pt x="616" y="80"/>
                  </a:lnTo>
                  <a:lnTo>
                    <a:pt x="624" y="72"/>
                  </a:lnTo>
                  <a:lnTo>
                    <a:pt x="632" y="64"/>
                  </a:lnTo>
                  <a:lnTo>
                    <a:pt x="632" y="56"/>
                  </a:lnTo>
                  <a:lnTo>
                    <a:pt x="640" y="48"/>
                  </a:lnTo>
                  <a:lnTo>
                    <a:pt x="648" y="40"/>
                  </a:lnTo>
                  <a:lnTo>
                    <a:pt x="648" y="32"/>
                  </a:lnTo>
                  <a:lnTo>
                    <a:pt x="664" y="16"/>
                  </a:lnTo>
                  <a:lnTo>
                    <a:pt x="656" y="16"/>
                  </a:lnTo>
                  <a:lnTo>
                    <a:pt x="664" y="16"/>
                  </a:lnTo>
                  <a:lnTo>
                    <a:pt x="672" y="8"/>
                  </a:lnTo>
                  <a:lnTo>
                    <a:pt x="680" y="0"/>
                  </a:lnTo>
                  <a:lnTo>
                    <a:pt x="688" y="0"/>
                  </a:lnTo>
                  <a:lnTo>
                    <a:pt x="696" y="8"/>
                  </a:lnTo>
                  <a:lnTo>
                    <a:pt x="704" y="16"/>
                  </a:lnTo>
                  <a:lnTo>
                    <a:pt x="712" y="24"/>
                  </a:lnTo>
                  <a:lnTo>
                    <a:pt x="721" y="32"/>
                  </a:lnTo>
                  <a:lnTo>
                    <a:pt x="721" y="40"/>
                  </a:lnTo>
                  <a:lnTo>
                    <a:pt x="729" y="56"/>
                  </a:lnTo>
                  <a:lnTo>
                    <a:pt x="729" y="72"/>
                  </a:lnTo>
                  <a:lnTo>
                    <a:pt x="737" y="88"/>
                  </a:lnTo>
                  <a:lnTo>
                    <a:pt x="745" y="104"/>
                  </a:lnTo>
                  <a:lnTo>
                    <a:pt x="745" y="128"/>
                  </a:lnTo>
                  <a:lnTo>
                    <a:pt x="753" y="152"/>
                  </a:lnTo>
                  <a:lnTo>
                    <a:pt x="753" y="176"/>
                  </a:lnTo>
                  <a:lnTo>
                    <a:pt x="761" y="200"/>
                  </a:lnTo>
                  <a:lnTo>
                    <a:pt x="769" y="232"/>
                  </a:lnTo>
                  <a:lnTo>
                    <a:pt x="769" y="264"/>
                  </a:lnTo>
                  <a:lnTo>
                    <a:pt x="777" y="296"/>
                  </a:lnTo>
                  <a:lnTo>
                    <a:pt x="777" y="336"/>
                  </a:lnTo>
                  <a:lnTo>
                    <a:pt x="785" y="368"/>
                  </a:lnTo>
                  <a:lnTo>
                    <a:pt x="793" y="408"/>
                  </a:lnTo>
                  <a:lnTo>
                    <a:pt x="793" y="448"/>
                  </a:lnTo>
                  <a:lnTo>
                    <a:pt x="801" y="496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07" name="Freeform 7"/>
            <p:cNvSpPr>
              <a:spLocks/>
            </p:cNvSpPr>
            <p:nvPr/>
          </p:nvSpPr>
          <p:spPr bwMode="auto">
            <a:xfrm>
              <a:off x="3464" y="462"/>
              <a:ext cx="608" cy="3214"/>
            </a:xfrm>
            <a:custGeom>
              <a:avLst/>
              <a:gdLst/>
              <a:ahLst/>
              <a:cxnLst>
                <a:cxn ang="0">
                  <a:pos x="8" y="1887"/>
                </a:cxn>
                <a:cxn ang="0">
                  <a:pos x="24" y="2039"/>
                </a:cxn>
                <a:cxn ang="0">
                  <a:pos x="32" y="2191"/>
                </a:cxn>
                <a:cxn ang="0">
                  <a:pos x="48" y="2358"/>
                </a:cxn>
                <a:cxn ang="0">
                  <a:pos x="64" y="2518"/>
                </a:cxn>
                <a:cxn ang="0">
                  <a:pos x="80" y="2678"/>
                </a:cxn>
                <a:cxn ang="0">
                  <a:pos x="96" y="2822"/>
                </a:cxn>
                <a:cxn ang="0">
                  <a:pos x="104" y="2950"/>
                </a:cxn>
                <a:cxn ang="0">
                  <a:pos x="120" y="3062"/>
                </a:cxn>
                <a:cxn ang="0">
                  <a:pos x="136" y="3142"/>
                </a:cxn>
                <a:cxn ang="0">
                  <a:pos x="152" y="3190"/>
                </a:cxn>
                <a:cxn ang="0">
                  <a:pos x="168" y="3214"/>
                </a:cxn>
                <a:cxn ang="0">
                  <a:pos x="176" y="3190"/>
                </a:cxn>
                <a:cxn ang="0">
                  <a:pos x="192" y="3134"/>
                </a:cxn>
                <a:cxn ang="0">
                  <a:pos x="208" y="3038"/>
                </a:cxn>
                <a:cxn ang="0">
                  <a:pos x="224" y="2910"/>
                </a:cxn>
                <a:cxn ang="0">
                  <a:pos x="232" y="2742"/>
                </a:cxn>
                <a:cxn ang="0">
                  <a:pos x="248" y="2550"/>
                </a:cxn>
                <a:cxn ang="0">
                  <a:pos x="264" y="2326"/>
                </a:cxn>
                <a:cxn ang="0">
                  <a:pos x="280" y="2087"/>
                </a:cxn>
                <a:cxn ang="0">
                  <a:pos x="296" y="1831"/>
                </a:cxn>
                <a:cxn ang="0">
                  <a:pos x="304" y="1575"/>
                </a:cxn>
                <a:cxn ang="0">
                  <a:pos x="320" y="1319"/>
                </a:cxn>
                <a:cxn ang="0">
                  <a:pos x="336" y="1064"/>
                </a:cxn>
                <a:cxn ang="0">
                  <a:pos x="352" y="832"/>
                </a:cxn>
                <a:cxn ang="0">
                  <a:pos x="368" y="616"/>
                </a:cxn>
                <a:cxn ang="0">
                  <a:pos x="376" y="424"/>
                </a:cxn>
                <a:cxn ang="0">
                  <a:pos x="392" y="264"/>
                </a:cxn>
                <a:cxn ang="0">
                  <a:pos x="408" y="144"/>
                </a:cxn>
                <a:cxn ang="0">
                  <a:pos x="424" y="56"/>
                </a:cxn>
                <a:cxn ang="0">
                  <a:pos x="432" y="8"/>
                </a:cxn>
                <a:cxn ang="0">
                  <a:pos x="456" y="8"/>
                </a:cxn>
                <a:cxn ang="0">
                  <a:pos x="472" y="56"/>
                </a:cxn>
                <a:cxn ang="0">
                  <a:pos x="488" y="136"/>
                </a:cxn>
                <a:cxn ang="0">
                  <a:pos x="504" y="240"/>
                </a:cxn>
                <a:cxn ang="0">
                  <a:pos x="520" y="368"/>
                </a:cxn>
                <a:cxn ang="0">
                  <a:pos x="528" y="512"/>
                </a:cxn>
                <a:cxn ang="0">
                  <a:pos x="544" y="672"/>
                </a:cxn>
                <a:cxn ang="0">
                  <a:pos x="560" y="832"/>
                </a:cxn>
                <a:cxn ang="0">
                  <a:pos x="576" y="992"/>
                </a:cxn>
                <a:cxn ang="0">
                  <a:pos x="584" y="1151"/>
                </a:cxn>
                <a:cxn ang="0">
                  <a:pos x="600" y="1303"/>
                </a:cxn>
              </a:cxnLst>
              <a:rect l="0" t="0" r="r" b="b"/>
              <a:pathLst>
                <a:path w="608" h="3214">
                  <a:moveTo>
                    <a:pt x="0" y="1799"/>
                  </a:moveTo>
                  <a:lnTo>
                    <a:pt x="0" y="1847"/>
                  </a:lnTo>
                  <a:lnTo>
                    <a:pt x="8" y="1887"/>
                  </a:lnTo>
                  <a:lnTo>
                    <a:pt x="8" y="1935"/>
                  </a:lnTo>
                  <a:lnTo>
                    <a:pt x="16" y="1983"/>
                  </a:lnTo>
                  <a:lnTo>
                    <a:pt x="24" y="2039"/>
                  </a:lnTo>
                  <a:lnTo>
                    <a:pt x="24" y="2087"/>
                  </a:lnTo>
                  <a:lnTo>
                    <a:pt x="32" y="2143"/>
                  </a:lnTo>
                  <a:lnTo>
                    <a:pt x="32" y="2191"/>
                  </a:lnTo>
                  <a:lnTo>
                    <a:pt x="40" y="2247"/>
                  </a:lnTo>
                  <a:lnTo>
                    <a:pt x="48" y="2302"/>
                  </a:lnTo>
                  <a:lnTo>
                    <a:pt x="48" y="2358"/>
                  </a:lnTo>
                  <a:lnTo>
                    <a:pt x="56" y="2414"/>
                  </a:lnTo>
                  <a:lnTo>
                    <a:pt x="56" y="2462"/>
                  </a:lnTo>
                  <a:lnTo>
                    <a:pt x="64" y="2518"/>
                  </a:lnTo>
                  <a:lnTo>
                    <a:pt x="72" y="2574"/>
                  </a:lnTo>
                  <a:lnTo>
                    <a:pt x="72" y="2622"/>
                  </a:lnTo>
                  <a:lnTo>
                    <a:pt x="80" y="2678"/>
                  </a:lnTo>
                  <a:lnTo>
                    <a:pt x="80" y="2726"/>
                  </a:lnTo>
                  <a:lnTo>
                    <a:pt x="88" y="2774"/>
                  </a:lnTo>
                  <a:lnTo>
                    <a:pt x="96" y="2822"/>
                  </a:lnTo>
                  <a:lnTo>
                    <a:pt x="96" y="2870"/>
                  </a:lnTo>
                  <a:lnTo>
                    <a:pt x="104" y="2910"/>
                  </a:lnTo>
                  <a:lnTo>
                    <a:pt x="104" y="2950"/>
                  </a:lnTo>
                  <a:lnTo>
                    <a:pt x="112" y="2990"/>
                  </a:lnTo>
                  <a:lnTo>
                    <a:pt x="120" y="3030"/>
                  </a:lnTo>
                  <a:lnTo>
                    <a:pt x="120" y="3062"/>
                  </a:lnTo>
                  <a:lnTo>
                    <a:pt x="128" y="3094"/>
                  </a:lnTo>
                  <a:lnTo>
                    <a:pt x="128" y="3118"/>
                  </a:lnTo>
                  <a:lnTo>
                    <a:pt x="136" y="3142"/>
                  </a:lnTo>
                  <a:lnTo>
                    <a:pt x="144" y="3166"/>
                  </a:lnTo>
                  <a:lnTo>
                    <a:pt x="144" y="3182"/>
                  </a:lnTo>
                  <a:lnTo>
                    <a:pt x="152" y="3190"/>
                  </a:lnTo>
                  <a:lnTo>
                    <a:pt x="152" y="3206"/>
                  </a:lnTo>
                  <a:lnTo>
                    <a:pt x="160" y="3206"/>
                  </a:lnTo>
                  <a:lnTo>
                    <a:pt x="168" y="3214"/>
                  </a:lnTo>
                  <a:lnTo>
                    <a:pt x="168" y="3206"/>
                  </a:lnTo>
                  <a:lnTo>
                    <a:pt x="176" y="3198"/>
                  </a:lnTo>
                  <a:lnTo>
                    <a:pt x="176" y="3190"/>
                  </a:lnTo>
                  <a:lnTo>
                    <a:pt x="184" y="3174"/>
                  </a:lnTo>
                  <a:lnTo>
                    <a:pt x="184" y="3158"/>
                  </a:lnTo>
                  <a:lnTo>
                    <a:pt x="192" y="3134"/>
                  </a:lnTo>
                  <a:lnTo>
                    <a:pt x="200" y="3102"/>
                  </a:lnTo>
                  <a:lnTo>
                    <a:pt x="200" y="3078"/>
                  </a:lnTo>
                  <a:lnTo>
                    <a:pt x="208" y="3038"/>
                  </a:lnTo>
                  <a:lnTo>
                    <a:pt x="208" y="2998"/>
                  </a:lnTo>
                  <a:lnTo>
                    <a:pt x="216" y="2958"/>
                  </a:lnTo>
                  <a:lnTo>
                    <a:pt x="224" y="2910"/>
                  </a:lnTo>
                  <a:lnTo>
                    <a:pt x="224" y="2854"/>
                  </a:lnTo>
                  <a:lnTo>
                    <a:pt x="232" y="2798"/>
                  </a:lnTo>
                  <a:lnTo>
                    <a:pt x="232" y="2742"/>
                  </a:lnTo>
                  <a:lnTo>
                    <a:pt x="240" y="2678"/>
                  </a:lnTo>
                  <a:lnTo>
                    <a:pt x="248" y="2614"/>
                  </a:lnTo>
                  <a:lnTo>
                    <a:pt x="248" y="2550"/>
                  </a:lnTo>
                  <a:lnTo>
                    <a:pt x="256" y="2478"/>
                  </a:lnTo>
                  <a:lnTo>
                    <a:pt x="256" y="2406"/>
                  </a:lnTo>
                  <a:lnTo>
                    <a:pt x="264" y="2326"/>
                  </a:lnTo>
                  <a:lnTo>
                    <a:pt x="272" y="2247"/>
                  </a:lnTo>
                  <a:lnTo>
                    <a:pt x="272" y="2167"/>
                  </a:lnTo>
                  <a:lnTo>
                    <a:pt x="280" y="2087"/>
                  </a:lnTo>
                  <a:lnTo>
                    <a:pt x="280" y="2007"/>
                  </a:lnTo>
                  <a:lnTo>
                    <a:pt x="288" y="1919"/>
                  </a:lnTo>
                  <a:lnTo>
                    <a:pt x="296" y="1831"/>
                  </a:lnTo>
                  <a:lnTo>
                    <a:pt x="296" y="1751"/>
                  </a:lnTo>
                  <a:lnTo>
                    <a:pt x="304" y="1663"/>
                  </a:lnTo>
                  <a:lnTo>
                    <a:pt x="304" y="1575"/>
                  </a:lnTo>
                  <a:lnTo>
                    <a:pt x="312" y="1487"/>
                  </a:lnTo>
                  <a:lnTo>
                    <a:pt x="320" y="1399"/>
                  </a:lnTo>
                  <a:lnTo>
                    <a:pt x="320" y="1319"/>
                  </a:lnTo>
                  <a:lnTo>
                    <a:pt x="328" y="1231"/>
                  </a:lnTo>
                  <a:lnTo>
                    <a:pt x="328" y="1143"/>
                  </a:lnTo>
                  <a:lnTo>
                    <a:pt x="336" y="1064"/>
                  </a:lnTo>
                  <a:lnTo>
                    <a:pt x="344" y="984"/>
                  </a:lnTo>
                  <a:lnTo>
                    <a:pt x="344" y="904"/>
                  </a:lnTo>
                  <a:lnTo>
                    <a:pt x="352" y="832"/>
                  </a:lnTo>
                  <a:lnTo>
                    <a:pt x="352" y="752"/>
                  </a:lnTo>
                  <a:lnTo>
                    <a:pt x="360" y="680"/>
                  </a:lnTo>
                  <a:lnTo>
                    <a:pt x="368" y="616"/>
                  </a:lnTo>
                  <a:lnTo>
                    <a:pt x="368" y="544"/>
                  </a:lnTo>
                  <a:lnTo>
                    <a:pt x="376" y="488"/>
                  </a:lnTo>
                  <a:lnTo>
                    <a:pt x="376" y="424"/>
                  </a:lnTo>
                  <a:lnTo>
                    <a:pt x="384" y="368"/>
                  </a:lnTo>
                  <a:lnTo>
                    <a:pt x="384" y="312"/>
                  </a:lnTo>
                  <a:lnTo>
                    <a:pt x="392" y="264"/>
                  </a:lnTo>
                  <a:lnTo>
                    <a:pt x="400" y="224"/>
                  </a:lnTo>
                  <a:lnTo>
                    <a:pt x="400" y="184"/>
                  </a:lnTo>
                  <a:lnTo>
                    <a:pt x="408" y="144"/>
                  </a:lnTo>
                  <a:lnTo>
                    <a:pt x="408" y="112"/>
                  </a:lnTo>
                  <a:lnTo>
                    <a:pt x="416" y="80"/>
                  </a:lnTo>
                  <a:lnTo>
                    <a:pt x="424" y="56"/>
                  </a:lnTo>
                  <a:lnTo>
                    <a:pt x="424" y="32"/>
                  </a:lnTo>
                  <a:lnTo>
                    <a:pt x="432" y="16"/>
                  </a:lnTo>
                  <a:lnTo>
                    <a:pt x="432" y="8"/>
                  </a:lnTo>
                  <a:lnTo>
                    <a:pt x="440" y="0"/>
                  </a:lnTo>
                  <a:lnTo>
                    <a:pt x="456" y="0"/>
                  </a:lnTo>
                  <a:lnTo>
                    <a:pt x="456" y="8"/>
                  </a:lnTo>
                  <a:lnTo>
                    <a:pt x="464" y="24"/>
                  </a:lnTo>
                  <a:lnTo>
                    <a:pt x="472" y="40"/>
                  </a:lnTo>
                  <a:lnTo>
                    <a:pt x="472" y="56"/>
                  </a:lnTo>
                  <a:lnTo>
                    <a:pt x="480" y="80"/>
                  </a:lnTo>
                  <a:lnTo>
                    <a:pt x="480" y="104"/>
                  </a:lnTo>
                  <a:lnTo>
                    <a:pt x="488" y="136"/>
                  </a:lnTo>
                  <a:lnTo>
                    <a:pt x="496" y="168"/>
                  </a:lnTo>
                  <a:lnTo>
                    <a:pt x="496" y="200"/>
                  </a:lnTo>
                  <a:lnTo>
                    <a:pt x="504" y="240"/>
                  </a:lnTo>
                  <a:lnTo>
                    <a:pt x="504" y="280"/>
                  </a:lnTo>
                  <a:lnTo>
                    <a:pt x="512" y="320"/>
                  </a:lnTo>
                  <a:lnTo>
                    <a:pt x="520" y="368"/>
                  </a:lnTo>
                  <a:lnTo>
                    <a:pt x="520" y="416"/>
                  </a:lnTo>
                  <a:lnTo>
                    <a:pt x="528" y="464"/>
                  </a:lnTo>
                  <a:lnTo>
                    <a:pt x="528" y="512"/>
                  </a:lnTo>
                  <a:lnTo>
                    <a:pt x="536" y="568"/>
                  </a:lnTo>
                  <a:lnTo>
                    <a:pt x="544" y="616"/>
                  </a:lnTo>
                  <a:lnTo>
                    <a:pt x="544" y="672"/>
                  </a:lnTo>
                  <a:lnTo>
                    <a:pt x="552" y="720"/>
                  </a:lnTo>
                  <a:lnTo>
                    <a:pt x="552" y="776"/>
                  </a:lnTo>
                  <a:lnTo>
                    <a:pt x="560" y="832"/>
                  </a:lnTo>
                  <a:lnTo>
                    <a:pt x="560" y="888"/>
                  </a:lnTo>
                  <a:lnTo>
                    <a:pt x="568" y="944"/>
                  </a:lnTo>
                  <a:lnTo>
                    <a:pt x="576" y="992"/>
                  </a:lnTo>
                  <a:lnTo>
                    <a:pt x="576" y="1048"/>
                  </a:lnTo>
                  <a:lnTo>
                    <a:pt x="584" y="1104"/>
                  </a:lnTo>
                  <a:lnTo>
                    <a:pt x="584" y="1151"/>
                  </a:lnTo>
                  <a:lnTo>
                    <a:pt x="592" y="1199"/>
                  </a:lnTo>
                  <a:lnTo>
                    <a:pt x="600" y="1255"/>
                  </a:lnTo>
                  <a:lnTo>
                    <a:pt x="600" y="1303"/>
                  </a:lnTo>
                  <a:lnTo>
                    <a:pt x="608" y="1351"/>
                  </a:lnTo>
                  <a:lnTo>
                    <a:pt x="608" y="1391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08" name="Freeform 8"/>
            <p:cNvSpPr>
              <a:spLocks/>
            </p:cNvSpPr>
            <p:nvPr/>
          </p:nvSpPr>
          <p:spPr bwMode="auto">
            <a:xfrm>
              <a:off x="4072" y="1837"/>
              <a:ext cx="801" cy="528"/>
            </a:xfrm>
            <a:custGeom>
              <a:avLst/>
              <a:gdLst/>
              <a:ahLst/>
              <a:cxnLst>
                <a:cxn ang="0">
                  <a:pos x="16" y="104"/>
                </a:cxn>
                <a:cxn ang="0">
                  <a:pos x="24" y="216"/>
                </a:cxn>
                <a:cxn ang="0">
                  <a:pos x="40" y="312"/>
                </a:cxn>
                <a:cxn ang="0">
                  <a:pos x="56" y="392"/>
                </a:cxn>
                <a:cxn ang="0">
                  <a:pos x="72" y="448"/>
                </a:cxn>
                <a:cxn ang="0">
                  <a:pos x="88" y="496"/>
                </a:cxn>
                <a:cxn ang="0">
                  <a:pos x="96" y="520"/>
                </a:cxn>
                <a:cxn ang="0">
                  <a:pos x="120" y="528"/>
                </a:cxn>
                <a:cxn ang="0">
                  <a:pos x="144" y="504"/>
                </a:cxn>
                <a:cxn ang="0">
                  <a:pos x="168" y="480"/>
                </a:cxn>
                <a:cxn ang="0">
                  <a:pos x="176" y="456"/>
                </a:cxn>
                <a:cxn ang="0">
                  <a:pos x="192" y="432"/>
                </a:cxn>
                <a:cxn ang="0">
                  <a:pos x="208" y="408"/>
                </a:cxn>
                <a:cxn ang="0">
                  <a:pos x="232" y="384"/>
                </a:cxn>
                <a:cxn ang="0">
                  <a:pos x="256" y="376"/>
                </a:cxn>
                <a:cxn ang="0">
                  <a:pos x="280" y="376"/>
                </a:cxn>
                <a:cxn ang="0">
                  <a:pos x="304" y="392"/>
                </a:cxn>
                <a:cxn ang="0">
                  <a:pos x="328" y="400"/>
                </a:cxn>
                <a:cxn ang="0">
                  <a:pos x="353" y="416"/>
                </a:cxn>
                <a:cxn ang="0">
                  <a:pos x="377" y="416"/>
                </a:cxn>
                <a:cxn ang="0">
                  <a:pos x="401" y="400"/>
                </a:cxn>
                <a:cxn ang="0">
                  <a:pos x="417" y="384"/>
                </a:cxn>
                <a:cxn ang="0">
                  <a:pos x="441" y="352"/>
                </a:cxn>
                <a:cxn ang="0">
                  <a:pos x="449" y="328"/>
                </a:cxn>
                <a:cxn ang="0">
                  <a:pos x="465" y="296"/>
                </a:cxn>
                <a:cxn ang="0">
                  <a:pos x="481" y="256"/>
                </a:cxn>
                <a:cxn ang="0">
                  <a:pos x="497" y="216"/>
                </a:cxn>
                <a:cxn ang="0">
                  <a:pos x="513" y="184"/>
                </a:cxn>
                <a:cxn ang="0">
                  <a:pos x="521" y="152"/>
                </a:cxn>
                <a:cxn ang="0">
                  <a:pos x="537" y="120"/>
                </a:cxn>
                <a:cxn ang="0">
                  <a:pos x="553" y="88"/>
                </a:cxn>
                <a:cxn ang="0">
                  <a:pos x="569" y="64"/>
                </a:cxn>
                <a:cxn ang="0">
                  <a:pos x="585" y="48"/>
                </a:cxn>
                <a:cxn ang="0">
                  <a:pos x="609" y="40"/>
                </a:cxn>
                <a:cxn ang="0">
                  <a:pos x="633" y="40"/>
                </a:cxn>
                <a:cxn ang="0">
                  <a:pos x="657" y="56"/>
                </a:cxn>
                <a:cxn ang="0">
                  <a:pos x="681" y="72"/>
                </a:cxn>
                <a:cxn ang="0">
                  <a:pos x="705" y="80"/>
                </a:cxn>
                <a:cxn ang="0">
                  <a:pos x="729" y="80"/>
                </a:cxn>
                <a:cxn ang="0">
                  <a:pos x="753" y="64"/>
                </a:cxn>
                <a:cxn ang="0">
                  <a:pos x="777" y="40"/>
                </a:cxn>
                <a:cxn ang="0">
                  <a:pos x="793" y="16"/>
                </a:cxn>
              </a:cxnLst>
              <a:rect l="0" t="0" r="r" b="b"/>
              <a:pathLst>
                <a:path w="801" h="528">
                  <a:moveTo>
                    <a:pt x="0" y="16"/>
                  </a:moveTo>
                  <a:lnTo>
                    <a:pt x="8" y="64"/>
                  </a:lnTo>
                  <a:lnTo>
                    <a:pt x="16" y="104"/>
                  </a:lnTo>
                  <a:lnTo>
                    <a:pt x="16" y="144"/>
                  </a:lnTo>
                  <a:lnTo>
                    <a:pt x="24" y="184"/>
                  </a:lnTo>
                  <a:lnTo>
                    <a:pt x="24" y="216"/>
                  </a:lnTo>
                  <a:lnTo>
                    <a:pt x="32" y="256"/>
                  </a:lnTo>
                  <a:lnTo>
                    <a:pt x="40" y="288"/>
                  </a:lnTo>
                  <a:lnTo>
                    <a:pt x="40" y="312"/>
                  </a:lnTo>
                  <a:lnTo>
                    <a:pt x="48" y="344"/>
                  </a:lnTo>
                  <a:lnTo>
                    <a:pt x="48" y="368"/>
                  </a:lnTo>
                  <a:lnTo>
                    <a:pt x="56" y="392"/>
                  </a:lnTo>
                  <a:lnTo>
                    <a:pt x="64" y="416"/>
                  </a:lnTo>
                  <a:lnTo>
                    <a:pt x="64" y="432"/>
                  </a:lnTo>
                  <a:lnTo>
                    <a:pt x="72" y="448"/>
                  </a:lnTo>
                  <a:lnTo>
                    <a:pt x="72" y="464"/>
                  </a:lnTo>
                  <a:lnTo>
                    <a:pt x="80" y="480"/>
                  </a:lnTo>
                  <a:lnTo>
                    <a:pt x="88" y="496"/>
                  </a:lnTo>
                  <a:lnTo>
                    <a:pt x="88" y="504"/>
                  </a:lnTo>
                  <a:lnTo>
                    <a:pt x="104" y="520"/>
                  </a:lnTo>
                  <a:lnTo>
                    <a:pt x="96" y="520"/>
                  </a:lnTo>
                  <a:lnTo>
                    <a:pt x="104" y="520"/>
                  </a:lnTo>
                  <a:lnTo>
                    <a:pt x="112" y="528"/>
                  </a:lnTo>
                  <a:lnTo>
                    <a:pt x="120" y="528"/>
                  </a:lnTo>
                  <a:lnTo>
                    <a:pt x="128" y="520"/>
                  </a:lnTo>
                  <a:lnTo>
                    <a:pt x="136" y="512"/>
                  </a:lnTo>
                  <a:lnTo>
                    <a:pt x="144" y="504"/>
                  </a:lnTo>
                  <a:lnTo>
                    <a:pt x="152" y="496"/>
                  </a:lnTo>
                  <a:lnTo>
                    <a:pt x="160" y="488"/>
                  </a:lnTo>
                  <a:lnTo>
                    <a:pt x="168" y="480"/>
                  </a:lnTo>
                  <a:lnTo>
                    <a:pt x="168" y="472"/>
                  </a:lnTo>
                  <a:lnTo>
                    <a:pt x="176" y="464"/>
                  </a:lnTo>
                  <a:lnTo>
                    <a:pt x="176" y="456"/>
                  </a:lnTo>
                  <a:lnTo>
                    <a:pt x="184" y="448"/>
                  </a:lnTo>
                  <a:lnTo>
                    <a:pt x="192" y="440"/>
                  </a:lnTo>
                  <a:lnTo>
                    <a:pt x="192" y="432"/>
                  </a:lnTo>
                  <a:lnTo>
                    <a:pt x="200" y="424"/>
                  </a:lnTo>
                  <a:lnTo>
                    <a:pt x="200" y="416"/>
                  </a:lnTo>
                  <a:lnTo>
                    <a:pt x="208" y="408"/>
                  </a:lnTo>
                  <a:lnTo>
                    <a:pt x="216" y="400"/>
                  </a:lnTo>
                  <a:lnTo>
                    <a:pt x="224" y="392"/>
                  </a:lnTo>
                  <a:lnTo>
                    <a:pt x="232" y="384"/>
                  </a:lnTo>
                  <a:lnTo>
                    <a:pt x="240" y="376"/>
                  </a:lnTo>
                  <a:lnTo>
                    <a:pt x="248" y="376"/>
                  </a:lnTo>
                  <a:lnTo>
                    <a:pt x="256" y="376"/>
                  </a:lnTo>
                  <a:lnTo>
                    <a:pt x="264" y="376"/>
                  </a:lnTo>
                  <a:lnTo>
                    <a:pt x="272" y="376"/>
                  </a:lnTo>
                  <a:lnTo>
                    <a:pt x="280" y="376"/>
                  </a:lnTo>
                  <a:lnTo>
                    <a:pt x="288" y="384"/>
                  </a:lnTo>
                  <a:lnTo>
                    <a:pt x="296" y="384"/>
                  </a:lnTo>
                  <a:lnTo>
                    <a:pt x="304" y="392"/>
                  </a:lnTo>
                  <a:lnTo>
                    <a:pt x="312" y="392"/>
                  </a:lnTo>
                  <a:lnTo>
                    <a:pt x="320" y="400"/>
                  </a:lnTo>
                  <a:lnTo>
                    <a:pt x="328" y="400"/>
                  </a:lnTo>
                  <a:lnTo>
                    <a:pt x="337" y="408"/>
                  </a:lnTo>
                  <a:lnTo>
                    <a:pt x="345" y="416"/>
                  </a:lnTo>
                  <a:lnTo>
                    <a:pt x="353" y="416"/>
                  </a:lnTo>
                  <a:lnTo>
                    <a:pt x="361" y="416"/>
                  </a:lnTo>
                  <a:lnTo>
                    <a:pt x="369" y="416"/>
                  </a:lnTo>
                  <a:lnTo>
                    <a:pt x="377" y="416"/>
                  </a:lnTo>
                  <a:lnTo>
                    <a:pt x="385" y="416"/>
                  </a:lnTo>
                  <a:lnTo>
                    <a:pt x="393" y="408"/>
                  </a:lnTo>
                  <a:lnTo>
                    <a:pt x="401" y="400"/>
                  </a:lnTo>
                  <a:lnTo>
                    <a:pt x="409" y="400"/>
                  </a:lnTo>
                  <a:lnTo>
                    <a:pt x="417" y="392"/>
                  </a:lnTo>
                  <a:lnTo>
                    <a:pt x="417" y="384"/>
                  </a:lnTo>
                  <a:lnTo>
                    <a:pt x="425" y="376"/>
                  </a:lnTo>
                  <a:lnTo>
                    <a:pt x="433" y="368"/>
                  </a:lnTo>
                  <a:lnTo>
                    <a:pt x="441" y="352"/>
                  </a:lnTo>
                  <a:lnTo>
                    <a:pt x="441" y="344"/>
                  </a:lnTo>
                  <a:lnTo>
                    <a:pt x="449" y="336"/>
                  </a:lnTo>
                  <a:lnTo>
                    <a:pt x="449" y="328"/>
                  </a:lnTo>
                  <a:lnTo>
                    <a:pt x="457" y="312"/>
                  </a:lnTo>
                  <a:lnTo>
                    <a:pt x="465" y="304"/>
                  </a:lnTo>
                  <a:lnTo>
                    <a:pt x="465" y="296"/>
                  </a:lnTo>
                  <a:lnTo>
                    <a:pt x="473" y="280"/>
                  </a:lnTo>
                  <a:lnTo>
                    <a:pt x="473" y="272"/>
                  </a:lnTo>
                  <a:lnTo>
                    <a:pt x="481" y="256"/>
                  </a:lnTo>
                  <a:lnTo>
                    <a:pt x="489" y="248"/>
                  </a:lnTo>
                  <a:lnTo>
                    <a:pt x="489" y="232"/>
                  </a:lnTo>
                  <a:lnTo>
                    <a:pt x="497" y="216"/>
                  </a:lnTo>
                  <a:lnTo>
                    <a:pt x="497" y="208"/>
                  </a:lnTo>
                  <a:lnTo>
                    <a:pt x="505" y="192"/>
                  </a:lnTo>
                  <a:lnTo>
                    <a:pt x="513" y="184"/>
                  </a:lnTo>
                  <a:lnTo>
                    <a:pt x="513" y="168"/>
                  </a:lnTo>
                  <a:lnTo>
                    <a:pt x="521" y="160"/>
                  </a:lnTo>
                  <a:lnTo>
                    <a:pt x="521" y="152"/>
                  </a:lnTo>
                  <a:lnTo>
                    <a:pt x="529" y="136"/>
                  </a:lnTo>
                  <a:lnTo>
                    <a:pt x="529" y="128"/>
                  </a:lnTo>
                  <a:lnTo>
                    <a:pt x="537" y="120"/>
                  </a:lnTo>
                  <a:lnTo>
                    <a:pt x="545" y="104"/>
                  </a:lnTo>
                  <a:lnTo>
                    <a:pt x="545" y="96"/>
                  </a:lnTo>
                  <a:lnTo>
                    <a:pt x="553" y="88"/>
                  </a:lnTo>
                  <a:lnTo>
                    <a:pt x="553" y="80"/>
                  </a:lnTo>
                  <a:lnTo>
                    <a:pt x="561" y="72"/>
                  </a:lnTo>
                  <a:lnTo>
                    <a:pt x="569" y="64"/>
                  </a:lnTo>
                  <a:lnTo>
                    <a:pt x="585" y="48"/>
                  </a:lnTo>
                  <a:lnTo>
                    <a:pt x="577" y="48"/>
                  </a:lnTo>
                  <a:lnTo>
                    <a:pt x="585" y="48"/>
                  </a:lnTo>
                  <a:lnTo>
                    <a:pt x="593" y="40"/>
                  </a:lnTo>
                  <a:lnTo>
                    <a:pt x="601" y="40"/>
                  </a:lnTo>
                  <a:lnTo>
                    <a:pt x="609" y="40"/>
                  </a:lnTo>
                  <a:lnTo>
                    <a:pt x="617" y="40"/>
                  </a:lnTo>
                  <a:lnTo>
                    <a:pt x="625" y="40"/>
                  </a:lnTo>
                  <a:lnTo>
                    <a:pt x="633" y="40"/>
                  </a:lnTo>
                  <a:lnTo>
                    <a:pt x="641" y="48"/>
                  </a:lnTo>
                  <a:lnTo>
                    <a:pt x="649" y="48"/>
                  </a:lnTo>
                  <a:lnTo>
                    <a:pt x="657" y="56"/>
                  </a:lnTo>
                  <a:lnTo>
                    <a:pt x="665" y="56"/>
                  </a:lnTo>
                  <a:lnTo>
                    <a:pt x="673" y="64"/>
                  </a:lnTo>
                  <a:lnTo>
                    <a:pt x="681" y="72"/>
                  </a:lnTo>
                  <a:lnTo>
                    <a:pt x="689" y="72"/>
                  </a:lnTo>
                  <a:lnTo>
                    <a:pt x="697" y="80"/>
                  </a:lnTo>
                  <a:lnTo>
                    <a:pt x="705" y="80"/>
                  </a:lnTo>
                  <a:lnTo>
                    <a:pt x="713" y="80"/>
                  </a:lnTo>
                  <a:lnTo>
                    <a:pt x="721" y="80"/>
                  </a:lnTo>
                  <a:lnTo>
                    <a:pt x="729" y="80"/>
                  </a:lnTo>
                  <a:lnTo>
                    <a:pt x="737" y="80"/>
                  </a:lnTo>
                  <a:lnTo>
                    <a:pt x="745" y="72"/>
                  </a:lnTo>
                  <a:lnTo>
                    <a:pt x="753" y="64"/>
                  </a:lnTo>
                  <a:lnTo>
                    <a:pt x="761" y="56"/>
                  </a:lnTo>
                  <a:lnTo>
                    <a:pt x="769" y="48"/>
                  </a:lnTo>
                  <a:lnTo>
                    <a:pt x="777" y="40"/>
                  </a:lnTo>
                  <a:lnTo>
                    <a:pt x="785" y="32"/>
                  </a:lnTo>
                  <a:lnTo>
                    <a:pt x="793" y="24"/>
                  </a:lnTo>
                  <a:lnTo>
                    <a:pt x="793" y="16"/>
                  </a:lnTo>
                  <a:lnTo>
                    <a:pt x="801" y="8"/>
                  </a:lnTo>
                  <a:lnTo>
                    <a:pt x="801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09" name="Freeform 9"/>
            <p:cNvSpPr>
              <a:spLocks/>
            </p:cNvSpPr>
            <p:nvPr/>
          </p:nvSpPr>
          <p:spPr bwMode="auto">
            <a:xfrm>
              <a:off x="4873" y="1765"/>
              <a:ext cx="488" cy="1903"/>
            </a:xfrm>
            <a:custGeom>
              <a:avLst/>
              <a:gdLst/>
              <a:ahLst/>
              <a:cxnLst>
                <a:cxn ang="0">
                  <a:pos x="8" y="64"/>
                </a:cxn>
                <a:cxn ang="0">
                  <a:pos x="16" y="48"/>
                </a:cxn>
                <a:cxn ang="0">
                  <a:pos x="24" y="32"/>
                </a:cxn>
                <a:cxn ang="0">
                  <a:pos x="40" y="16"/>
                </a:cxn>
                <a:cxn ang="0">
                  <a:pos x="56" y="8"/>
                </a:cxn>
                <a:cxn ang="0">
                  <a:pos x="72" y="8"/>
                </a:cxn>
                <a:cxn ang="0">
                  <a:pos x="88" y="16"/>
                </a:cxn>
                <a:cxn ang="0">
                  <a:pos x="96" y="32"/>
                </a:cxn>
                <a:cxn ang="0">
                  <a:pos x="104" y="48"/>
                </a:cxn>
                <a:cxn ang="0">
                  <a:pos x="112" y="80"/>
                </a:cxn>
                <a:cxn ang="0">
                  <a:pos x="120" y="120"/>
                </a:cxn>
                <a:cxn ang="0">
                  <a:pos x="128" y="168"/>
                </a:cxn>
                <a:cxn ang="0">
                  <a:pos x="144" y="224"/>
                </a:cxn>
                <a:cxn ang="0">
                  <a:pos x="152" y="288"/>
                </a:cxn>
                <a:cxn ang="0">
                  <a:pos x="160" y="360"/>
                </a:cxn>
                <a:cxn ang="0">
                  <a:pos x="168" y="440"/>
                </a:cxn>
                <a:cxn ang="0">
                  <a:pos x="176" y="528"/>
                </a:cxn>
                <a:cxn ang="0">
                  <a:pos x="192" y="616"/>
                </a:cxn>
                <a:cxn ang="0">
                  <a:pos x="200" y="720"/>
                </a:cxn>
                <a:cxn ang="0">
                  <a:pos x="208" y="824"/>
                </a:cxn>
                <a:cxn ang="0">
                  <a:pos x="216" y="928"/>
                </a:cxn>
                <a:cxn ang="0">
                  <a:pos x="224" y="1031"/>
                </a:cxn>
                <a:cxn ang="0">
                  <a:pos x="240" y="1143"/>
                </a:cxn>
                <a:cxn ang="0">
                  <a:pos x="248" y="1247"/>
                </a:cxn>
                <a:cxn ang="0">
                  <a:pos x="256" y="1359"/>
                </a:cxn>
                <a:cxn ang="0">
                  <a:pos x="264" y="1455"/>
                </a:cxn>
                <a:cxn ang="0">
                  <a:pos x="272" y="1551"/>
                </a:cxn>
                <a:cxn ang="0">
                  <a:pos x="288" y="1639"/>
                </a:cxn>
                <a:cxn ang="0">
                  <a:pos x="296" y="1711"/>
                </a:cxn>
                <a:cxn ang="0">
                  <a:pos x="304" y="1775"/>
                </a:cxn>
                <a:cxn ang="0">
                  <a:pos x="312" y="1831"/>
                </a:cxn>
                <a:cxn ang="0">
                  <a:pos x="320" y="1871"/>
                </a:cxn>
                <a:cxn ang="0">
                  <a:pos x="328" y="1895"/>
                </a:cxn>
                <a:cxn ang="0">
                  <a:pos x="352" y="1903"/>
                </a:cxn>
                <a:cxn ang="0">
                  <a:pos x="360" y="1879"/>
                </a:cxn>
                <a:cxn ang="0">
                  <a:pos x="368" y="1839"/>
                </a:cxn>
                <a:cxn ang="0">
                  <a:pos x="376" y="1783"/>
                </a:cxn>
                <a:cxn ang="0">
                  <a:pos x="392" y="1711"/>
                </a:cxn>
                <a:cxn ang="0">
                  <a:pos x="400" y="1623"/>
                </a:cxn>
                <a:cxn ang="0">
                  <a:pos x="408" y="1519"/>
                </a:cxn>
                <a:cxn ang="0">
                  <a:pos x="416" y="1399"/>
                </a:cxn>
                <a:cxn ang="0">
                  <a:pos x="424" y="1263"/>
                </a:cxn>
                <a:cxn ang="0">
                  <a:pos x="440" y="1127"/>
                </a:cxn>
                <a:cxn ang="0">
                  <a:pos x="448" y="975"/>
                </a:cxn>
                <a:cxn ang="0">
                  <a:pos x="456" y="808"/>
                </a:cxn>
                <a:cxn ang="0">
                  <a:pos x="464" y="648"/>
                </a:cxn>
                <a:cxn ang="0">
                  <a:pos x="472" y="472"/>
                </a:cxn>
                <a:cxn ang="0">
                  <a:pos x="488" y="304"/>
                </a:cxn>
              </a:cxnLst>
              <a:rect l="0" t="0" r="r" b="b"/>
              <a:pathLst>
                <a:path w="488" h="1903">
                  <a:moveTo>
                    <a:pt x="0" y="72"/>
                  </a:moveTo>
                  <a:lnTo>
                    <a:pt x="8" y="64"/>
                  </a:lnTo>
                  <a:lnTo>
                    <a:pt x="16" y="56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48" y="8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0" y="8"/>
                  </a:lnTo>
                  <a:lnTo>
                    <a:pt x="88" y="16"/>
                  </a:lnTo>
                  <a:lnTo>
                    <a:pt x="88" y="24"/>
                  </a:lnTo>
                  <a:lnTo>
                    <a:pt x="96" y="32"/>
                  </a:lnTo>
                  <a:lnTo>
                    <a:pt x="96" y="40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12" y="80"/>
                  </a:lnTo>
                  <a:lnTo>
                    <a:pt x="120" y="104"/>
                  </a:lnTo>
                  <a:lnTo>
                    <a:pt x="120" y="120"/>
                  </a:lnTo>
                  <a:lnTo>
                    <a:pt x="128" y="144"/>
                  </a:lnTo>
                  <a:lnTo>
                    <a:pt x="128" y="168"/>
                  </a:lnTo>
                  <a:lnTo>
                    <a:pt x="136" y="192"/>
                  </a:lnTo>
                  <a:lnTo>
                    <a:pt x="144" y="224"/>
                  </a:lnTo>
                  <a:lnTo>
                    <a:pt x="144" y="256"/>
                  </a:lnTo>
                  <a:lnTo>
                    <a:pt x="152" y="288"/>
                  </a:lnTo>
                  <a:lnTo>
                    <a:pt x="152" y="320"/>
                  </a:lnTo>
                  <a:lnTo>
                    <a:pt x="160" y="360"/>
                  </a:lnTo>
                  <a:lnTo>
                    <a:pt x="168" y="400"/>
                  </a:lnTo>
                  <a:lnTo>
                    <a:pt x="168" y="440"/>
                  </a:lnTo>
                  <a:lnTo>
                    <a:pt x="176" y="480"/>
                  </a:lnTo>
                  <a:lnTo>
                    <a:pt x="176" y="528"/>
                  </a:lnTo>
                  <a:lnTo>
                    <a:pt x="184" y="568"/>
                  </a:lnTo>
                  <a:lnTo>
                    <a:pt x="192" y="616"/>
                  </a:lnTo>
                  <a:lnTo>
                    <a:pt x="192" y="664"/>
                  </a:lnTo>
                  <a:lnTo>
                    <a:pt x="200" y="720"/>
                  </a:lnTo>
                  <a:lnTo>
                    <a:pt x="200" y="768"/>
                  </a:lnTo>
                  <a:lnTo>
                    <a:pt x="208" y="824"/>
                  </a:lnTo>
                  <a:lnTo>
                    <a:pt x="216" y="872"/>
                  </a:lnTo>
                  <a:lnTo>
                    <a:pt x="216" y="928"/>
                  </a:lnTo>
                  <a:lnTo>
                    <a:pt x="224" y="983"/>
                  </a:lnTo>
                  <a:lnTo>
                    <a:pt x="224" y="1031"/>
                  </a:lnTo>
                  <a:lnTo>
                    <a:pt x="232" y="1087"/>
                  </a:lnTo>
                  <a:lnTo>
                    <a:pt x="240" y="1143"/>
                  </a:lnTo>
                  <a:lnTo>
                    <a:pt x="240" y="1199"/>
                  </a:lnTo>
                  <a:lnTo>
                    <a:pt x="248" y="1247"/>
                  </a:lnTo>
                  <a:lnTo>
                    <a:pt x="248" y="1303"/>
                  </a:lnTo>
                  <a:lnTo>
                    <a:pt x="256" y="1359"/>
                  </a:lnTo>
                  <a:lnTo>
                    <a:pt x="264" y="1407"/>
                  </a:lnTo>
                  <a:lnTo>
                    <a:pt x="264" y="1455"/>
                  </a:lnTo>
                  <a:lnTo>
                    <a:pt x="272" y="1503"/>
                  </a:lnTo>
                  <a:lnTo>
                    <a:pt x="272" y="1551"/>
                  </a:lnTo>
                  <a:lnTo>
                    <a:pt x="280" y="1591"/>
                  </a:lnTo>
                  <a:lnTo>
                    <a:pt x="288" y="1639"/>
                  </a:lnTo>
                  <a:lnTo>
                    <a:pt x="288" y="1679"/>
                  </a:lnTo>
                  <a:lnTo>
                    <a:pt x="296" y="1711"/>
                  </a:lnTo>
                  <a:lnTo>
                    <a:pt x="296" y="1743"/>
                  </a:lnTo>
                  <a:lnTo>
                    <a:pt x="304" y="1775"/>
                  </a:lnTo>
                  <a:lnTo>
                    <a:pt x="304" y="1807"/>
                  </a:lnTo>
                  <a:lnTo>
                    <a:pt x="312" y="1831"/>
                  </a:lnTo>
                  <a:lnTo>
                    <a:pt x="320" y="1855"/>
                  </a:lnTo>
                  <a:lnTo>
                    <a:pt x="320" y="1871"/>
                  </a:lnTo>
                  <a:lnTo>
                    <a:pt x="328" y="1887"/>
                  </a:lnTo>
                  <a:lnTo>
                    <a:pt x="328" y="1895"/>
                  </a:lnTo>
                  <a:lnTo>
                    <a:pt x="336" y="1903"/>
                  </a:lnTo>
                  <a:lnTo>
                    <a:pt x="352" y="1903"/>
                  </a:lnTo>
                  <a:lnTo>
                    <a:pt x="352" y="1895"/>
                  </a:lnTo>
                  <a:lnTo>
                    <a:pt x="360" y="1879"/>
                  </a:lnTo>
                  <a:lnTo>
                    <a:pt x="368" y="1863"/>
                  </a:lnTo>
                  <a:lnTo>
                    <a:pt x="368" y="1839"/>
                  </a:lnTo>
                  <a:lnTo>
                    <a:pt x="376" y="1815"/>
                  </a:lnTo>
                  <a:lnTo>
                    <a:pt x="376" y="1783"/>
                  </a:lnTo>
                  <a:lnTo>
                    <a:pt x="384" y="1751"/>
                  </a:lnTo>
                  <a:lnTo>
                    <a:pt x="392" y="1711"/>
                  </a:lnTo>
                  <a:lnTo>
                    <a:pt x="392" y="1663"/>
                  </a:lnTo>
                  <a:lnTo>
                    <a:pt x="400" y="1623"/>
                  </a:lnTo>
                  <a:lnTo>
                    <a:pt x="400" y="1567"/>
                  </a:lnTo>
                  <a:lnTo>
                    <a:pt x="408" y="1519"/>
                  </a:lnTo>
                  <a:lnTo>
                    <a:pt x="416" y="1455"/>
                  </a:lnTo>
                  <a:lnTo>
                    <a:pt x="416" y="1399"/>
                  </a:lnTo>
                  <a:lnTo>
                    <a:pt x="424" y="1335"/>
                  </a:lnTo>
                  <a:lnTo>
                    <a:pt x="424" y="1263"/>
                  </a:lnTo>
                  <a:lnTo>
                    <a:pt x="432" y="1199"/>
                  </a:lnTo>
                  <a:lnTo>
                    <a:pt x="440" y="1127"/>
                  </a:lnTo>
                  <a:lnTo>
                    <a:pt x="440" y="1047"/>
                  </a:lnTo>
                  <a:lnTo>
                    <a:pt x="448" y="975"/>
                  </a:lnTo>
                  <a:lnTo>
                    <a:pt x="448" y="896"/>
                  </a:lnTo>
                  <a:lnTo>
                    <a:pt x="456" y="808"/>
                  </a:lnTo>
                  <a:lnTo>
                    <a:pt x="464" y="728"/>
                  </a:lnTo>
                  <a:lnTo>
                    <a:pt x="464" y="648"/>
                  </a:lnTo>
                  <a:lnTo>
                    <a:pt x="472" y="560"/>
                  </a:lnTo>
                  <a:lnTo>
                    <a:pt x="472" y="472"/>
                  </a:lnTo>
                  <a:lnTo>
                    <a:pt x="480" y="384"/>
                  </a:lnTo>
                  <a:lnTo>
                    <a:pt x="488" y="304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25610" name="Group 10"/>
          <p:cNvGrpSpPr>
            <a:grpSpLocks/>
          </p:cNvGrpSpPr>
          <p:nvPr/>
        </p:nvGrpSpPr>
        <p:grpSpPr bwMode="auto">
          <a:xfrm>
            <a:off x="7391400" y="5734050"/>
            <a:ext cx="2305050" cy="431800"/>
            <a:chOff x="612" y="1358"/>
            <a:chExt cx="4764" cy="1414"/>
          </a:xfrm>
        </p:grpSpPr>
        <p:sp>
          <p:nvSpPr>
            <p:cNvPr id="25611" name="Freeform 11"/>
            <p:cNvSpPr>
              <a:spLocks/>
            </p:cNvSpPr>
            <p:nvPr/>
          </p:nvSpPr>
          <p:spPr bwMode="auto">
            <a:xfrm>
              <a:off x="612" y="1358"/>
              <a:ext cx="616" cy="1414"/>
            </a:xfrm>
            <a:custGeom>
              <a:avLst/>
              <a:gdLst/>
              <a:ahLst/>
              <a:cxnLst>
                <a:cxn ang="0">
                  <a:pos x="8" y="551"/>
                </a:cxn>
                <a:cxn ang="0">
                  <a:pos x="24" y="399"/>
                </a:cxn>
                <a:cxn ang="0">
                  <a:pos x="40" y="263"/>
                </a:cxn>
                <a:cxn ang="0">
                  <a:pos x="56" y="152"/>
                </a:cxn>
                <a:cxn ang="0">
                  <a:pos x="64" y="72"/>
                </a:cxn>
                <a:cxn ang="0">
                  <a:pos x="80" y="16"/>
                </a:cxn>
                <a:cxn ang="0">
                  <a:pos x="104" y="8"/>
                </a:cxn>
                <a:cxn ang="0">
                  <a:pos x="112" y="40"/>
                </a:cxn>
                <a:cxn ang="0">
                  <a:pos x="128" y="104"/>
                </a:cxn>
                <a:cxn ang="0">
                  <a:pos x="144" y="200"/>
                </a:cxn>
                <a:cxn ang="0">
                  <a:pos x="160" y="319"/>
                </a:cxn>
                <a:cxn ang="0">
                  <a:pos x="176" y="463"/>
                </a:cxn>
                <a:cxn ang="0">
                  <a:pos x="184" y="615"/>
                </a:cxn>
                <a:cxn ang="0">
                  <a:pos x="200" y="775"/>
                </a:cxn>
                <a:cxn ang="0">
                  <a:pos x="216" y="935"/>
                </a:cxn>
                <a:cxn ang="0">
                  <a:pos x="232" y="1079"/>
                </a:cxn>
                <a:cxn ang="0">
                  <a:pos x="240" y="1199"/>
                </a:cxn>
                <a:cxn ang="0">
                  <a:pos x="256" y="1303"/>
                </a:cxn>
                <a:cxn ang="0">
                  <a:pos x="272" y="1374"/>
                </a:cxn>
                <a:cxn ang="0">
                  <a:pos x="296" y="1414"/>
                </a:cxn>
                <a:cxn ang="0">
                  <a:pos x="304" y="1398"/>
                </a:cxn>
                <a:cxn ang="0">
                  <a:pos x="320" y="1351"/>
                </a:cxn>
                <a:cxn ang="0">
                  <a:pos x="336" y="1271"/>
                </a:cxn>
                <a:cxn ang="0">
                  <a:pos x="352" y="1167"/>
                </a:cxn>
                <a:cxn ang="0">
                  <a:pos x="360" y="1031"/>
                </a:cxn>
                <a:cxn ang="0">
                  <a:pos x="376" y="879"/>
                </a:cxn>
                <a:cxn ang="0">
                  <a:pos x="392" y="727"/>
                </a:cxn>
                <a:cxn ang="0">
                  <a:pos x="408" y="567"/>
                </a:cxn>
                <a:cxn ang="0">
                  <a:pos x="416" y="415"/>
                </a:cxn>
                <a:cxn ang="0">
                  <a:pos x="432" y="279"/>
                </a:cxn>
                <a:cxn ang="0">
                  <a:pos x="448" y="168"/>
                </a:cxn>
                <a:cxn ang="0">
                  <a:pos x="464" y="80"/>
                </a:cxn>
                <a:cxn ang="0">
                  <a:pos x="480" y="24"/>
                </a:cxn>
                <a:cxn ang="0">
                  <a:pos x="488" y="0"/>
                </a:cxn>
                <a:cxn ang="0">
                  <a:pos x="512" y="32"/>
                </a:cxn>
                <a:cxn ang="0">
                  <a:pos x="528" y="96"/>
                </a:cxn>
                <a:cxn ang="0">
                  <a:pos x="536" y="192"/>
                </a:cxn>
                <a:cxn ang="0">
                  <a:pos x="552" y="311"/>
                </a:cxn>
                <a:cxn ang="0">
                  <a:pos x="568" y="447"/>
                </a:cxn>
                <a:cxn ang="0">
                  <a:pos x="584" y="599"/>
                </a:cxn>
                <a:cxn ang="0">
                  <a:pos x="592" y="759"/>
                </a:cxn>
                <a:cxn ang="0">
                  <a:pos x="608" y="919"/>
                </a:cxn>
              </a:cxnLst>
              <a:rect l="0" t="0" r="r" b="b"/>
              <a:pathLst>
                <a:path w="616" h="1414">
                  <a:moveTo>
                    <a:pt x="0" y="655"/>
                  </a:moveTo>
                  <a:lnTo>
                    <a:pt x="8" y="599"/>
                  </a:lnTo>
                  <a:lnTo>
                    <a:pt x="8" y="551"/>
                  </a:lnTo>
                  <a:lnTo>
                    <a:pt x="16" y="495"/>
                  </a:lnTo>
                  <a:lnTo>
                    <a:pt x="16" y="447"/>
                  </a:lnTo>
                  <a:lnTo>
                    <a:pt x="24" y="399"/>
                  </a:lnTo>
                  <a:lnTo>
                    <a:pt x="32" y="351"/>
                  </a:lnTo>
                  <a:lnTo>
                    <a:pt x="32" y="311"/>
                  </a:lnTo>
                  <a:lnTo>
                    <a:pt x="40" y="263"/>
                  </a:lnTo>
                  <a:lnTo>
                    <a:pt x="40" y="223"/>
                  </a:lnTo>
                  <a:lnTo>
                    <a:pt x="48" y="192"/>
                  </a:lnTo>
                  <a:lnTo>
                    <a:pt x="56" y="152"/>
                  </a:lnTo>
                  <a:lnTo>
                    <a:pt x="56" y="120"/>
                  </a:lnTo>
                  <a:lnTo>
                    <a:pt x="64" y="96"/>
                  </a:lnTo>
                  <a:lnTo>
                    <a:pt x="64" y="72"/>
                  </a:lnTo>
                  <a:lnTo>
                    <a:pt x="72" y="48"/>
                  </a:lnTo>
                  <a:lnTo>
                    <a:pt x="80" y="32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96" y="0"/>
                  </a:lnTo>
                  <a:lnTo>
                    <a:pt x="104" y="8"/>
                  </a:lnTo>
                  <a:lnTo>
                    <a:pt x="104" y="16"/>
                  </a:lnTo>
                  <a:lnTo>
                    <a:pt x="112" y="24"/>
                  </a:lnTo>
                  <a:lnTo>
                    <a:pt x="112" y="40"/>
                  </a:lnTo>
                  <a:lnTo>
                    <a:pt x="120" y="56"/>
                  </a:lnTo>
                  <a:lnTo>
                    <a:pt x="128" y="80"/>
                  </a:lnTo>
                  <a:lnTo>
                    <a:pt x="128" y="104"/>
                  </a:lnTo>
                  <a:lnTo>
                    <a:pt x="136" y="136"/>
                  </a:lnTo>
                  <a:lnTo>
                    <a:pt x="136" y="168"/>
                  </a:lnTo>
                  <a:lnTo>
                    <a:pt x="144" y="200"/>
                  </a:lnTo>
                  <a:lnTo>
                    <a:pt x="152" y="239"/>
                  </a:lnTo>
                  <a:lnTo>
                    <a:pt x="152" y="279"/>
                  </a:lnTo>
                  <a:lnTo>
                    <a:pt x="160" y="319"/>
                  </a:lnTo>
                  <a:lnTo>
                    <a:pt x="160" y="367"/>
                  </a:lnTo>
                  <a:lnTo>
                    <a:pt x="168" y="415"/>
                  </a:lnTo>
                  <a:lnTo>
                    <a:pt x="176" y="463"/>
                  </a:lnTo>
                  <a:lnTo>
                    <a:pt x="176" y="511"/>
                  </a:lnTo>
                  <a:lnTo>
                    <a:pt x="184" y="567"/>
                  </a:lnTo>
                  <a:lnTo>
                    <a:pt x="184" y="615"/>
                  </a:lnTo>
                  <a:lnTo>
                    <a:pt x="192" y="671"/>
                  </a:lnTo>
                  <a:lnTo>
                    <a:pt x="192" y="727"/>
                  </a:lnTo>
                  <a:lnTo>
                    <a:pt x="200" y="775"/>
                  </a:lnTo>
                  <a:lnTo>
                    <a:pt x="208" y="831"/>
                  </a:lnTo>
                  <a:lnTo>
                    <a:pt x="208" y="879"/>
                  </a:lnTo>
                  <a:lnTo>
                    <a:pt x="216" y="935"/>
                  </a:lnTo>
                  <a:lnTo>
                    <a:pt x="216" y="983"/>
                  </a:lnTo>
                  <a:lnTo>
                    <a:pt x="224" y="1031"/>
                  </a:lnTo>
                  <a:lnTo>
                    <a:pt x="232" y="1079"/>
                  </a:lnTo>
                  <a:lnTo>
                    <a:pt x="232" y="1119"/>
                  </a:lnTo>
                  <a:lnTo>
                    <a:pt x="240" y="1167"/>
                  </a:lnTo>
                  <a:lnTo>
                    <a:pt x="240" y="1199"/>
                  </a:lnTo>
                  <a:lnTo>
                    <a:pt x="248" y="1239"/>
                  </a:lnTo>
                  <a:lnTo>
                    <a:pt x="256" y="1271"/>
                  </a:lnTo>
                  <a:lnTo>
                    <a:pt x="256" y="1303"/>
                  </a:lnTo>
                  <a:lnTo>
                    <a:pt x="264" y="1327"/>
                  </a:lnTo>
                  <a:lnTo>
                    <a:pt x="264" y="1351"/>
                  </a:lnTo>
                  <a:lnTo>
                    <a:pt x="272" y="1374"/>
                  </a:lnTo>
                  <a:lnTo>
                    <a:pt x="280" y="1390"/>
                  </a:lnTo>
                  <a:lnTo>
                    <a:pt x="280" y="1398"/>
                  </a:lnTo>
                  <a:lnTo>
                    <a:pt x="296" y="1414"/>
                  </a:lnTo>
                  <a:lnTo>
                    <a:pt x="296" y="1414"/>
                  </a:lnTo>
                  <a:lnTo>
                    <a:pt x="304" y="1406"/>
                  </a:lnTo>
                  <a:lnTo>
                    <a:pt x="304" y="1398"/>
                  </a:lnTo>
                  <a:lnTo>
                    <a:pt x="312" y="1390"/>
                  </a:lnTo>
                  <a:lnTo>
                    <a:pt x="312" y="1374"/>
                  </a:lnTo>
                  <a:lnTo>
                    <a:pt x="320" y="1351"/>
                  </a:lnTo>
                  <a:lnTo>
                    <a:pt x="328" y="1327"/>
                  </a:lnTo>
                  <a:lnTo>
                    <a:pt x="328" y="1303"/>
                  </a:lnTo>
                  <a:lnTo>
                    <a:pt x="336" y="1271"/>
                  </a:lnTo>
                  <a:lnTo>
                    <a:pt x="336" y="1239"/>
                  </a:lnTo>
                  <a:lnTo>
                    <a:pt x="344" y="1199"/>
                  </a:lnTo>
                  <a:lnTo>
                    <a:pt x="352" y="1167"/>
                  </a:lnTo>
                  <a:lnTo>
                    <a:pt x="352" y="1119"/>
                  </a:lnTo>
                  <a:lnTo>
                    <a:pt x="360" y="1079"/>
                  </a:lnTo>
                  <a:lnTo>
                    <a:pt x="360" y="1031"/>
                  </a:lnTo>
                  <a:lnTo>
                    <a:pt x="368" y="983"/>
                  </a:lnTo>
                  <a:lnTo>
                    <a:pt x="376" y="935"/>
                  </a:lnTo>
                  <a:lnTo>
                    <a:pt x="376" y="879"/>
                  </a:lnTo>
                  <a:lnTo>
                    <a:pt x="384" y="831"/>
                  </a:lnTo>
                  <a:lnTo>
                    <a:pt x="384" y="775"/>
                  </a:lnTo>
                  <a:lnTo>
                    <a:pt x="392" y="727"/>
                  </a:lnTo>
                  <a:lnTo>
                    <a:pt x="392" y="671"/>
                  </a:lnTo>
                  <a:lnTo>
                    <a:pt x="400" y="615"/>
                  </a:lnTo>
                  <a:lnTo>
                    <a:pt x="408" y="567"/>
                  </a:lnTo>
                  <a:lnTo>
                    <a:pt x="408" y="511"/>
                  </a:lnTo>
                  <a:lnTo>
                    <a:pt x="416" y="463"/>
                  </a:lnTo>
                  <a:lnTo>
                    <a:pt x="416" y="415"/>
                  </a:lnTo>
                  <a:lnTo>
                    <a:pt x="424" y="367"/>
                  </a:lnTo>
                  <a:lnTo>
                    <a:pt x="432" y="319"/>
                  </a:lnTo>
                  <a:lnTo>
                    <a:pt x="432" y="279"/>
                  </a:lnTo>
                  <a:lnTo>
                    <a:pt x="440" y="239"/>
                  </a:lnTo>
                  <a:lnTo>
                    <a:pt x="440" y="200"/>
                  </a:lnTo>
                  <a:lnTo>
                    <a:pt x="448" y="168"/>
                  </a:lnTo>
                  <a:lnTo>
                    <a:pt x="456" y="136"/>
                  </a:lnTo>
                  <a:lnTo>
                    <a:pt x="456" y="104"/>
                  </a:lnTo>
                  <a:lnTo>
                    <a:pt x="464" y="80"/>
                  </a:lnTo>
                  <a:lnTo>
                    <a:pt x="464" y="56"/>
                  </a:lnTo>
                  <a:lnTo>
                    <a:pt x="472" y="40"/>
                  </a:lnTo>
                  <a:lnTo>
                    <a:pt x="480" y="24"/>
                  </a:lnTo>
                  <a:lnTo>
                    <a:pt x="480" y="16"/>
                  </a:lnTo>
                  <a:lnTo>
                    <a:pt x="488" y="8"/>
                  </a:lnTo>
                  <a:lnTo>
                    <a:pt x="488" y="0"/>
                  </a:lnTo>
                  <a:lnTo>
                    <a:pt x="496" y="8"/>
                  </a:lnTo>
                  <a:lnTo>
                    <a:pt x="504" y="16"/>
                  </a:lnTo>
                  <a:lnTo>
                    <a:pt x="512" y="32"/>
                  </a:lnTo>
                  <a:lnTo>
                    <a:pt x="512" y="48"/>
                  </a:lnTo>
                  <a:lnTo>
                    <a:pt x="520" y="72"/>
                  </a:lnTo>
                  <a:lnTo>
                    <a:pt x="528" y="96"/>
                  </a:lnTo>
                  <a:lnTo>
                    <a:pt x="528" y="120"/>
                  </a:lnTo>
                  <a:lnTo>
                    <a:pt x="536" y="152"/>
                  </a:lnTo>
                  <a:lnTo>
                    <a:pt x="536" y="192"/>
                  </a:lnTo>
                  <a:lnTo>
                    <a:pt x="544" y="223"/>
                  </a:lnTo>
                  <a:lnTo>
                    <a:pt x="552" y="263"/>
                  </a:lnTo>
                  <a:lnTo>
                    <a:pt x="552" y="311"/>
                  </a:lnTo>
                  <a:lnTo>
                    <a:pt x="560" y="351"/>
                  </a:lnTo>
                  <a:lnTo>
                    <a:pt x="560" y="399"/>
                  </a:lnTo>
                  <a:lnTo>
                    <a:pt x="568" y="447"/>
                  </a:lnTo>
                  <a:lnTo>
                    <a:pt x="568" y="495"/>
                  </a:lnTo>
                  <a:lnTo>
                    <a:pt x="576" y="551"/>
                  </a:lnTo>
                  <a:lnTo>
                    <a:pt x="584" y="599"/>
                  </a:lnTo>
                  <a:lnTo>
                    <a:pt x="584" y="655"/>
                  </a:lnTo>
                  <a:lnTo>
                    <a:pt x="592" y="703"/>
                  </a:lnTo>
                  <a:lnTo>
                    <a:pt x="592" y="759"/>
                  </a:lnTo>
                  <a:lnTo>
                    <a:pt x="600" y="815"/>
                  </a:lnTo>
                  <a:lnTo>
                    <a:pt x="608" y="863"/>
                  </a:lnTo>
                  <a:lnTo>
                    <a:pt x="608" y="919"/>
                  </a:lnTo>
                  <a:lnTo>
                    <a:pt x="616" y="967"/>
                  </a:lnTo>
                  <a:lnTo>
                    <a:pt x="616" y="1015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12" name="Freeform 12"/>
            <p:cNvSpPr>
              <a:spLocks/>
            </p:cNvSpPr>
            <p:nvPr/>
          </p:nvSpPr>
          <p:spPr bwMode="auto">
            <a:xfrm>
              <a:off x="1228" y="1358"/>
              <a:ext cx="625" cy="1414"/>
            </a:xfrm>
            <a:custGeom>
              <a:avLst/>
              <a:gdLst/>
              <a:ahLst/>
              <a:cxnLst>
                <a:cxn ang="0">
                  <a:pos x="16" y="1103"/>
                </a:cxn>
                <a:cxn ang="0">
                  <a:pos x="24" y="1223"/>
                </a:cxn>
                <a:cxn ang="0">
                  <a:pos x="40" y="1319"/>
                </a:cxn>
                <a:cxn ang="0">
                  <a:pos x="56" y="1382"/>
                </a:cxn>
                <a:cxn ang="0">
                  <a:pos x="80" y="1406"/>
                </a:cxn>
                <a:cxn ang="0">
                  <a:pos x="96" y="1374"/>
                </a:cxn>
                <a:cxn ang="0">
                  <a:pos x="112" y="1311"/>
                </a:cxn>
                <a:cxn ang="0">
                  <a:pos x="121" y="1215"/>
                </a:cxn>
                <a:cxn ang="0">
                  <a:pos x="137" y="1095"/>
                </a:cxn>
                <a:cxn ang="0">
                  <a:pos x="153" y="951"/>
                </a:cxn>
                <a:cxn ang="0">
                  <a:pos x="169" y="799"/>
                </a:cxn>
                <a:cxn ang="0">
                  <a:pos x="177" y="639"/>
                </a:cxn>
                <a:cxn ang="0">
                  <a:pos x="193" y="479"/>
                </a:cxn>
                <a:cxn ang="0">
                  <a:pos x="209" y="335"/>
                </a:cxn>
                <a:cxn ang="0">
                  <a:pos x="225" y="216"/>
                </a:cxn>
                <a:cxn ang="0">
                  <a:pos x="241" y="112"/>
                </a:cxn>
                <a:cxn ang="0">
                  <a:pos x="249" y="40"/>
                </a:cxn>
                <a:cxn ang="0">
                  <a:pos x="265" y="8"/>
                </a:cxn>
                <a:cxn ang="0">
                  <a:pos x="289" y="16"/>
                </a:cxn>
                <a:cxn ang="0">
                  <a:pos x="297" y="64"/>
                </a:cxn>
                <a:cxn ang="0">
                  <a:pos x="313" y="144"/>
                </a:cxn>
                <a:cxn ang="0">
                  <a:pos x="329" y="247"/>
                </a:cxn>
                <a:cxn ang="0">
                  <a:pos x="345" y="383"/>
                </a:cxn>
                <a:cxn ang="0">
                  <a:pos x="353" y="535"/>
                </a:cxn>
                <a:cxn ang="0">
                  <a:pos x="369" y="687"/>
                </a:cxn>
                <a:cxn ang="0">
                  <a:pos x="385" y="847"/>
                </a:cxn>
                <a:cxn ang="0">
                  <a:pos x="401" y="999"/>
                </a:cxn>
                <a:cxn ang="0">
                  <a:pos x="417" y="1135"/>
                </a:cxn>
                <a:cxn ang="0">
                  <a:pos x="425" y="1247"/>
                </a:cxn>
                <a:cxn ang="0">
                  <a:pos x="441" y="1335"/>
                </a:cxn>
                <a:cxn ang="0">
                  <a:pos x="457" y="1390"/>
                </a:cxn>
                <a:cxn ang="0">
                  <a:pos x="481" y="1406"/>
                </a:cxn>
                <a:cxn ang="0">
                  <a:pos x="489" y="1398"/>
                </a:cxn>
                <a:cxn ang="0">
                  <a:pos x="497" y="1343"/>
                </a:cxn>
                <a:cxn ang="0">
                  <a:pos x="513" y="1263"/>
                </a:cxn>
                <a:cxn ang="0">
                  <a:pos x="529" y="1151"/>
                </a:cxn>
                <a:cxn ang="0">
                  <a:pos x="545" y="1015"/>
                </a:cxn>
                <a:cxn ang="0">
                  <a:pos x="553" y="863"/>
                </a:cxn>
                <a:cxn ang="0">
                  <a:pos x="569" y="711"/>
                </a:cxn>
                <a:cxn ang="0">
                  <a:pos x="585" y="551"/>
                </a:cxn>
                <a:cxn ang="0">
                  <a:pos x="601" y="399"/>
                </a:cxn>
                <a:cxn ang="0">
                  <a:pos x="617" y="263"/>
                </a:cxn>
              </a:cxnLst>
              <a:rect l="0" t="0" r="r" b="b"/>
              <a:pathLst>
                <a:path w="625" h="1414">
                  <a:moveTo>
                    <a:pt x="0" y="1015"/>
                  </a:moveTo>
                  <a:lnTo>
                    <a:pt x="8" y="1063"/>
                  </a:lnTo>
                  <a:lnTo>
                    <a:pt x="16" y="1103"/>
                  </a:lnTo>
                  <a:lnTo>
                    <a:pt x="16" y="1151"/>
                  </a:lnTo>
                  <a:lnTo>
                    <a:pt x="24" y="1191"/>
                  </a:lnTo>
                  <a:lnTo>
                    <a:pt x="24" y="1223"/>
                  </a:lnTo>
                  <a:lnTo>
                    <a:pt x="32" y="1263"/>
                  </a:lnTo>
                  <a:lnTo>
                    <a:pt x="40" y="1295"/>
                  </a:lnTo>
                  <a:lnTo>
                    <a:pt x="40" y="1319"/>
                  </a:lnTo>
                  <a:lnTo>
                    <a:pt x="48" y="1343"/>
                  </a:lnTo>
                  <a:lnTo>
                    <a:pt x="48" y="1367"/>
                  </a:lnTo>
                  <a:lnTo>
                    <a:pt x="56" y="1382"/>
                  </a:lnTo>
                  <a:lnTo>
                    <a:pt x="72" y="1406"/>
                  </a:lnTo>
                  <a:lnTo>
                    <a:pt x="72" y="1414"/>
                  </a:lnTo>
                  <a:lnTo>
                    <a:pt x="80" y="1406"/>
                  </a:lnTo>
                  <a:lnTo>
                    <a:pt x="88" y="1398"/>
                  </a:lnTo>
                  <a:lnTo>
                    <a:pt x="88" y="1390"/>
                  </a:lnTo>
                  <a:lnTo>
                    <a:pt x="96" y="1374"/>
                  </a:lnTo>
                  <a:lnTo>
                    <a:pt x="96" y="1359"/>
                  </a:lnTo>
                  <a:lnTo>
                    <a:pt x="104" y="1335"/>
                  </a:lnTo>
                  <a:lnTo>
                    <a:pt x="112" y="1311"/>
                  </a:lnTo>
                  <a:lnTo>
                    <a:pt x="112" y="1279"/>
                  </a:lnTo>
                  <a:lnTo>
                    <a:pt x="121" y="1247"/>
                  </a:lnTo>
                  <a:lnTo>
                    <a:pt x="121" y="1215"/>
                  </a:lnTo>
                  <a:lnTo>
                    <a:pt x="129" y="1175"/>
                  </a:lnTo>
                  <a:lnTo>
                    <a:pt x="137" y="1135"/>
                  </a:lnTo>
                  <a:lnTo>
                    <a:pt x="137" y="1095"/>
                  </a:lnTo>
                  <a:lnTo>
                    <a:pt x="145" y="1047"/>
                  </a:lnTo>
                  <a:lnTo>
                    <a:pt x="145" y="999"/>
                  </a:lnTo>
                  <a:lnTo>
                    <a:pt x="153" y="951"/>
                  </a:lnTo>
                  <a:lnTo>
                    <a:pt x="153" y="903"/>
                  </a:lnTo>
                  <a:lnTo>
                    <a:pt x="161" y="847"/>
                  </a:lnTo>
                  <a:lnTo>
                    <a:pt x="169" y="799"/>
                  </a:lnTo>
                  <a:lnTo>
                    <a:pt x="169" y="743"/>
                  </a:lnTo>
                  <a:lnTo>
                    <a:pt x="177" y="687"/>
                  </a:lnTo>
                  <a:lnTo>
                    <a:pt x="177" y="639"/>
                  </a:lnTo>
                  <a:lnTo>
                    <a:pt x="185" y="583"/>
                  </a:lnTo>
                  <a:lnTo>
                    <a:pt x="193" y="535"/>
                  </a:lnTo>
                  <a:lnTo>
                    <a:pt x="193" y="479"/>
                  </a:lnTo>
                  <a:lnTo>
                    <a:pt x="201" y="431"/>
                  </a:lnTo>
                  <a:lnTo>
                    <a:pt x="201" y="383"/>
                  </a:lnTo>
                  <a:lnTo>
                    <a:pt x="209" y="335"/>
                  </a:lnTo>
                  <a:lnTo>
                    <a:pt x="217" y="295"/>
                  </a:lnTo>
                  <a:lnTo>
                    <a:pt x="217" y="247"/>
                  </a:lnTo>
                  <a:lnTo>
                    <a:pt x="225" y="216"/>
                  </a:lnTo>
                  <a:lnTo>
                    <a:pt x="225" y="176"/>
                  </a:lnTo>
                  <a:lnTo>
                    <a:pt x="233" y="144"/>
                  </a:lnTo>
                  <a:lnTo>
                    <a:pt x="241" y="112"/>
                  </a:lnTo>
                  <a:lnTo>
                    <a:pt x="241" y="88"/>
                  </a:lnTo>
                  <a:lnTo>
                    <a:pt x="249" y="64"/>
                  </a:lnTo>
                  <a:lnTo>
                    <a:pt x="249" y="40"/>
                  </a:lnTo>
                  <a:lnTo>
                    <a:pt x="257" y="24"/>
                  </a:lnTo>
                  <a:lnTo>
                    <a:pt x="265" y="16"/>
                  </a:lnTo>
                  <a:lnTo>
                    <a:pt x="265" y="8"/>
                  </a:lnTo>
                  <a:lnTo>
                    <a:pt x="273" y="0"/>
                  </a:lnTo>
                  <a:lnTo>
                    <a:pt x="281" y="8"/>
                  </a:lnTo>
                  <a:lnTo>
                    <a:pt x="289" y="16"/>
                  </a:lnTo>
                  <a:lnTo>
                    <a:pt x="289" y="24"/>
                  </a:lnTo>
                  <a:lnTo>
                    <a:pt x="297" y="40"/>
                  </a:lnTo>
                  <a:lnTo>
                    <a:pt x="297" y="64"/>
                  </a:lnTo>
                  <a:lnTo>
                    <a:pt x="305" y="88"/>
                  </a:lnTo>
                  <a:lnTo>
                    <a:pt x="313" y="112"/>
                  </a:lnTo>
                  <a:lnTo>
                    <a:pt x="313" y="144"/>
                  </a:lnTo>
                  <a:lnTo>
                    <a:pt x="321" y="176"/>
                  </a:lnTo>
                  <a:lnTo>
                    <a:pt x="321" y="216"/>
                  </a:lnTo>
                  <a:lnTo>
                    <a:pt x="329" y="247"/>
                  </a:lnTo>
                  <a:lnTo>
                    <a:pt x="337" y="295"/>
                  </a:lnTo>
                  <a:lnTo>
                    <a:pt x="337" y="335"/>
                  </a:lnTo>
                  <a:lnTo>
                    <a:pt x="345" y="383"/>
                  </a:lnTo>
                  <a:lnTo>
                    <a:pt x="345" y="431"/>
                  </a:lnTo>
                  <a:lnTo>
                    <a:pt x="353" y="479"/>
                  </a:lnTo>
                  <a:lnTo>
                    <a:pt x="353" y="535"/>
                  </a:lnTo>
                  <a:lnTo>
                    <a:pt x="361" y="583"/>
                  </a:lnTo>
                  <a:lnTo>
                    <a:pt x="369" y="639"/>
                  </a:lnTo>
                  <a:lnTo>
                    <a:pt x="369" y="687"/>
                  </a:lnTo>
                  <a:lnTo>
                    <a:pt x="377" y="743"/>
                  </a:lnTo>
                  <a:lnTo>
                    <a:pt x="377" y="799"/>
                  </a:lnTo>
                  <a:lnTo>
                    <a:pt x="385" y="847"/>
                  </a:lnTo>
                  <a:lnTo>
                    <a:pt x="393" y="903"/>
                  </a:lnTo>
                  <a:lnTo>
                    <a:pt x="393" y="951"/>
                  </a:lnTo>
                  <a:lnTo>
                    <a:pt x="401" y="999"/>
                  </a:lnTo>
                  <a:lnTo>
                    <a:pt x="401" y="1047"/>
                  </a:lnTo>
                  <a:lnTo>
                    <a:pt x="409" y="1095"/>
                  </a:lnTo>
                  <a:lnTo>
                    <a:pt x="417" y="1135"/>
                  </a:lnTo>
                  <a:lnTo>
                    <a:pt x="417" y="1175"/>
                  </a:lnTo>
                  <a:lnTo>
                    <a:pt x="425" y="1215"/>
                  </a:lnTo>
                  <a:lnTo>
                    <a:pt x="425" y="1247"/>
                  </a:lnTo>
                  <a:lnTo>
                    <a:pt x="433" y="1279"/>
                  </a:lnTo>
                  <a:lnTo>
                    <a:pt x="441" y="1311"/>
                  </a:lnTo>
                  <a:lnTo>
                    <a:pt x="441" y="1335"/>
                  </a:lnTo>
                  <a:lnTo>
                    <a:pt x="449" y="1359"/>
                  </a:lnTo>
                  <a:lnTo>
                    <a:pt x="449" y="1374"/>
                  </a:lnTo>
                  <a:lnTo>
                    <a:pt x="457" y="1390"/>
                  </a:lnTo>
                  <a:lnTo>
                    <a:pt x="465" y="1398"/>
                  </a:lnTo>
                  <a:lnTo>
                    <a:pt x="465" y="1406"/>
                  </a:lnTo>
                  <a:lnTo>
                    <a:pt x="481" y="1406"/>
                  </a:lnTo>
                  <a:lnTo>
                    <a:pt x="473" y="1406"/>
                  </a:lnTo>
                  <a:lnTo>
                    <a:pt x="481" y="1406"/>
                  </a:lnTo>
                  <a:lnTo>
                    <a:pt x="489" y="1398"/>
                  </a:lnTo>
                  <a:lnTo>
                    <a:pt x="489" y="1382"/>
                  </a:lnTo>
                  <a:lnTo>
                    <a:pt x="497" y="1367"/>
                  </a:lnTo>
                  <a:lnTo>
                    <a:pt x="497" y="1343"/>
                  </a:lnTo>
                  <a:lnTo>
                    <a:pt x="505" y="1319"/>
                  </a:lnTo>
                  <a:lnTo>
                    <a:pt x="513" y="1295"/>
                  </a:lnTo>
                  <a:lnTo>
                    <a:pt x="513" y="1263"/>
                  </a:lnTo>
                  <a:lnTo>
                    <a:pt x="521" y="1223"/>
                  </a:lnTo>
                  <a:lnTo>
                    <a:pt x="521" y="1191"/>
                  </a:lnTo>
                  <a:lnTo>
                    <a:pt x="529" y="1151"/>
                  </a:lnTo>
                  <a:lnTo>
                    <a:pt x="529" y="1103"/>
                  </a:lnTo>
                  <a:lnTo>
                    <a:pt x="537" y="1063"/>
                  </a:lnTo>
                  <a:lnTo>
                    <a:pt x="545" y="1015"/>
                  </a:lnTo>
                  <a:lnTo>
                    <a:pt x="545" y="967"/>
                  </a:lnTo>
                  <a:lnTo>
                    <a:pt x="553" y="919"/>
                  </a:lnTo>
                  <a:lnTo>
                    <a:pt x="553" y="863"/>
                  </a:lnTo>
                  <a:lnTo>
                    <a:pt x="561" y="815"/>
                  </a:lnTo>
                  <a:lnTo>
                    <a:pt x="569" y="759"/>
                  </a:lnTo>
                  <a:lnTo>
                    <a:pt x="569" y="711"/>
                  </a:lnTo>
                  <a:lnTo>
                    <a:pt x="577" y="655"/>
                  </a:lnTo>
                  <a:lnTo>
                    <a:pt x="577" y="599"/>
                  </a:lnTo>
                  <a:lnTo>
                    <a:pt x="585" y="551"/>
                  </a:lnTo>
                  <a:lnTo>
                    <a:pt x="593" y="495"/>
                  </a:lnTo>
                  <a:lnTo>
                    <a:pt x="593" y="447"/>
                  </a:lnTo>
                  <a:lnTo>
                    <a:pt x="601" y="399"/>
                  </a:lnTo>
                  <a:lnTo>
                    <a:pt x="601" y="351"/>
                  </a:lnTo>
                  <a:lnTo>
                    <a:pt x="609" y="311"/>
                  </a:lnTo>
                  <a:lnTo>
                    <a:pt x="617" y="263"/>
                  </a:lnTo>
                  <a:lnTo>
                    <a:pt x="617" y="223"/>
                  </a:lnTo>
                  <a:lnTo>
                    <a:pt x="625" y="192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13" name="Freeform 13"/>
            <p:cNvSpPr>
              <a:spLocks/>
            </p:cNvSpPr>
            <p:nvPr/>
          </p:nvSpPr>
          <p:spPr bwMode="auto">
            <a:xfrm>
              <a:off x="1853" y="1358"/>
              <a:ext cx="617" cy="1414"/>
            </a:xfrm>
            <a:custGeom>
              <a:avLst/>
              <a:gdLst/>
              <a:ahLst/>
              <a:cxnLst>
                <a:cxn ang="0">
                  <a:pos x="8" y="120"/>
                </a:cxn>
                <a:cxn ang="0">
                  <a:pos x="24" y="48"/>
                </a:cxn>
                <a:cxn ang="0">
                  <a:pos x="40" y="8"/>
                </a:cxn>
                <a:cxn ang="0">
                  <a:pos x="56" y="16"/>
                </a:cxn>
                <a:cxn ang="0">
                  <a:pos x="72" y="56"/>
                </a:cxn>
                <a:cxn ang="0">
                  <a:pos x="88" y="136"/>
                </a:cxn>
                <a:cxn ang="0">
                  <a:pos x="96" y="239"/>
                </a:cxn>
                <a:cxn ang="0">
                  <a:pos x="112" y="367"/>
                </a:cxn>
                <a:cxn ang="0">
                  <a:pos x="128" y="511"/>
                </a:cxn>
                <a:cxn ang="0">
                  <a:pos x="144" y="671"/>
                </a:cxn>
                <a:cxn ang="0">
                  <a:pos x="152" y="831"/>
                </a:cxn>
                <a:cxn ang="0">
                  <a:pos x="168" y="983"/>
                </a:cxn>
                <a:cxn ang="0">
                  <a:pos x="184" y="1119"/>
                </a:cxn>
                <a:cxn ang="0">
                  <a:pos x="200" y="1239"/>
                </a:cxn>
                <a:cxn ang="0">
                  <a:pos x="216" y="1327"/>
                </a:cxn>
                <a:cxn ang="0">
                  <a:pos x="224" y="1390"/>
                </a:cxn>
                <a:cxn ang="0">
                  <a:pos x="240" y="1414"/>
                </a:cxn>
                <a:cxn ang="0">
                  <a:pos x="264" y="1390"/>
                </a:cxn>
                <a:cxn ang="0">
                  <a:pos x="272" y="1327"/>
                </a:cxn>
                <a:cxn ang="0">
                  <a:pos x="288" y="1239"/>
                </a:cxn>
                <a:cxn ang="0">
                  <a:pos x="304" y="1119"/>
                </a:cxn>
                <a:cxn ang="0">
                  <a:pos x="320" y="983"/>
                </a:cxn>
                <a:cxn ang="0">
                  <a:pos x="328" y="831"/>
                </a:cxn>
                <a:cxn ang="0">
                  <a:pos x="344" y="671"/>
                </a:cxn>
                <a:cxn ang="0">
                  <a:pos x="360" y="511"/>
                </a:cxn>
                <a:cxn ang="0">
                  <a:pos x="376" y="367"/>
                </a:cxn>
                <a:cxn ang="0">
                  <a:pos x="392" y="239"/>
                </a:cxn>
                <a:cxn ang="0">
                  <a:pos x="400" y="136"/>
                </a:cxn>
                <a:cxn ang="0">
                  <a:pos x="416" y="56"/>
                </a:cxn>
                <a:cxn ang="0">
                  <a:pos x="432" y="16"/>
                </a:cxn>
                <a:cxn ang="0">
                  <a:pos x="448" y="8"/>
                </a:cxn>
                <a:cxn ang="0">
                  <a:pos x="464" y="48"/>
                </a:cxn>
                <a:cxn ang="0">
                  <a:pos x="480" y="120"/>
                </a:cxn>
                <a:cxn ang="0">
                  <a:pos x="496" y="223"/>
                </a:cxn>
                <a:cxn ang="0">
                  <a:pos x="504" y="351"/>
                </a:cxn>
                <a:cxn ang="0">
                  <a:pos x="521" y="495"/>
                </a:cxn>
                <a:cxn ang="0">
                  <a:pos x="537" y="655"/>
                </a:cxn>
                <a:cxn ang="0">
                  <a:pos x="553" y="815"/>
                </a:cxn>
                <a:cxn ang="0">
                  <a:pos x="569" y="967"/>
                </a:cxn>
                <a:cxn ang="0">
                  <a:pos x="577" y="1103"/>
                </a:cxn>
                <a:cxn ang="0">
                  <a:pos x="593" y="1223"/>
                </a:cxn>
                <a:cxn ang="0">
                  <a:pos x="609" y="1319"/>
                </a:cxn>
              </a:cxnLst>
              <a:rect l="0" t="0" r="r" b="b"/>
              <a:pathLst>
                <a:path w="617" h="1414">
                  <a:moveTo>
                    <a:pt x="0" y="192"/>
                  </a:moveTo>
                  <a:lnTo>
                    <a:pt x="0" y="152"/>
                  </a:lnTo>
                  <a:lnTo>
                    <a:pt x="8" y="120"/>
                  </a:lnTo>
                  <a:lnTo>
                    <a:pt x="16" y="96"/>
                  </a:lnTo>
                  <a:lnTo>
                    <a:pt x="16" y="72"/>
                  </a:lnTo>
                  <a:lnTo>
                    <a:pt x="24" y="48"/>
                  </a:lnTo>
                  <a:lnTo>
                    <a:pt x="24" y="32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48" y="0"/>
                  </a:lnTo>
                  <a:lnTo>
                    <a:pt x="48" y="8"/>
                  </a:lnTo>
                  <a:lnTo>
                    <a:pt x="56" y="16"/>
                  </a:lnTo>
                  <a:lnTo>
                    <a:pt x="64" y="24"/>
                  </a:lnTo>
                  <a:lnTo>
                    <a:pt x="64" y="40"/>
                  </a:lnTo>
                  <a:lnTo>
                    <a:pt x="72" y="56"/>
                  </a:lnTo>
                  <a:lnTo>
                    <a:pt x="72" y="80"/>
                  </a:lnTo>
                  <a:lnTo>
                    <a:pt x="80" y="104"/>
                  </a:lnTo>
                  <a:lnTo>
                    <a:pt x="88" y="136"/>
                  </a:lnTo>
                  <a:lnTo>
                    <a:pt x="88" y="168"/>
                  </a:lnTo>
                  <a:lnTo>
                    <a:pt x="96" y="200"/>
                  </a:lnTo>
                  <a:lnTo>
                    <a:pt x="96" y="239"/>
                  </a:lnTo>
                  <a:lnTo>
                    <a:pt x="104" y="279"/>
                  </a:lnTo>
                  <a:lnTo>
                    <a:pt x="104" y="319"/>
                  </a:lnTo>
                  <a:lnTo>
                    <a:pt x="112" y="367"/>
                  </a:lnTo>
                  <a:lnTo>
                    <a:pt x="120" y="415"/>
                  </a:lnTo>
                  <a:lnTo>
                    <a:pt x="120" y="463"/>
                  </a:lnTo>
                  <a:lnTo>
                    <a:pt x="128" y="511"/>
                  </a:lnTo>
                  <a:lnTo>
                    <a:pt x="128" y="567"/>
                  </a:lnTo>
                  <a:lnTo>
                    <a:pt x="136" y="615"/>
                  </a:lnTo>
                  <a:lnTo>
                    <a:pt x="144" y="671"/>
                  </a:lnTo>
                  <a:lnTo>
                    <a:pt x="144" y="727"/>
                  </a:lnTo>
                  <a:lnTo>
                    <a:pt x="152" y="775"/>
                  </a:lnTo>
                  <a:lnTo>
                    <a:pt x="152" y="831"/>
                  </a:lnTo>
                  <a:lnTo>
                    <a:pt x="160" y="879"/>
                  </a:lnTo>
                  <a:lnTo>
                    <a:pt x="168" y="935"/>
                  </a:lnTo>
                  <a:lnTo>
                    <a:pt x="168" y="983"/>
                  </a:lnTo>
                  <a:lnTo>
                    <a:pt x="176" y="1031"/>
                  </a:lnTo>
                  <a:lnTo>
                    <a:pt x="176" y="1079"/>
                  </a:lnTo>
                  <a:lnTo>
                    <a:pt x="184" y="1119"/>
                  </a:lnTo>
                  <a:lnTo>
                    <a:pt x="192" y="1167"/>
                  </a:lnTo>
                  <a:lnTo>
                    <a:pt x="192" y="1199"/>
                  </a:lnTo>
                  <a:lnTo>
                    <a:pt x="200" y="1239"/>
                  </a:lnTo>
                  <a:lnTo>
                    <a:pt x="200" y="1271"/>
                  </a:lnTo>
                  <a:lnTo>
                    <a:pt x="208" y="1303"/>
                  </a:lnTo>
                  <a:lnTo>
                    <a:pt x="216" y="1327"/>
                  </a:lnTo>
                  <a:lnTo>
                    <a:pt x="216" y="1351"/>
                  </a:lnTo>
                  <a:lnTo>
                    <a:pt x="224" y="1374"/>
                  </a:lnTo>
                  <a:lnTo>
                    <a:pt x="224" y="1390"/>
                  </a:lnTo>
                  <a:lnTo>
                    <a:pt x="232" y="1398"/>
                  </a:lnTo>
                  <a:lnTo>
                    <a:pt x="248" y="1414"/>
                  </a:lnTo>
                  <a:lnTo>
                    <a:pt x="240" y="1414"/>
                  </a:lnTo>
                  <a:lnTo>
                    <a:pt x="248" y="1406"/>
                  </a:lnTo>
                  <a:lnTo>
                    <a:pt x="256" y="1398"/>
                  </a:lnTo>
                  <a:lnTo>
                    <a:pt x="264" y="1390"/>
                  </a:lnTo>
                  <a:lnTo>
                    <a:pt x="264" y="1374"/>
                  </a:lnTo>
                  <a:lnTo>
                    <a:pt x="272" y="1351"/>
                  </a:lnTo>
                  <a:lnTo>
                    <a:pt x="272" y="1327"/>
                  </a:lnTo>
                  <a:lnTo>
                    <a:pt x="280" y="1303"/>
                  </a:lnTo>
                  <a:lnTo>
                    <a:pt x="280" y="1271"/>
                  </a:lnTo>
                  <a:lnTo>
                    <a:pt x="288" y="1239"/>
                  </a:lnTo>
                  <a:lnTo>
                    <a:pt x="296" y="1199"/>
                  </a:lnTo>
                  <a:lnTo>
                    <a:pt x="296" y="1167"/>
                  </a:lnTo>
                  <a:lnTo>
                    <a:pt x="304" y="1119"/>
                  </a:lnTo>
                  <a:lnTo>
                    <a:pt x="304" y="1079"/>
                  </a:lnTo>
                  <a:lnTo>
                    <a:pt x="312" y="1031"/>
                  </a:lnTo>
                  <a:lnTo>
                    <a:pt x="320" y="983"/>
                  </a:lnTo>
                  <a:lnTo>
                    <a:pt x="320" y="935"/>
                  </a:lnTo>
                  <a:lnTo>
                    <a:pt x="328" y="879"/>
                  </a:lnTo>
                  <a:lnTo>
                    <a:pt x="328" y="831"/>
                  </a:lnTo>
                  <a:lnTo>
                    <a:pt x="336" y="775"/>
                  </a:lnTo>
                  <a:lnTo>
                    <a:pt x="344" y="727"/>
                  </a:lnTo>
                  <a:lnTo>
                    <a:pt x="344" y="671"/>
                  </a:lnTo>
                  <a:lnTo>
                    <a:pt x="352" y="615"/>
                  </a:lnTo>
                  <a:lnTo>
                    <a:pt x="352" y="567"/>
                  </a:lnTo>
                  <a:lnTo>
                    <a:pt x="360" y="511"/>
                  </a:lnTo>
                  <a:lnTo>
                    <a:pt x="368" y="463"/>
                  </a:lnTo>
                  <a:lnTo>
                    <a:pt x="368" y="415"/>
                  </a:lnTo>
                  <a:lnTo>
                    <a:pt x="376" y="367"/>
                  </a:lnTo>
                  <a:lnTo>
                    <a:pt x="376" y="319"/>
                  </a:lnTo>
                  <a:lnTo>
                    <a:pt x="384" y="279"/>
                  </a:lnTo>
                  <a:lnTo>
                    <a:pt x="392" y="239"/>
                  </a:lnTo>
                  <a:lnTo>
                    <a:pt x="392" y="200"/>
                  </a:lnTo>
                  <a:lnTo>
                    <a:pt x="400" y="168"/>
                  </a:lnTo>
                  <a:lnTo>
                    <a:pt x="400" y="136"/>
                  </a:lnTo>
                  <a:lnTo>
                    <a:pt x="408" y="104"/>
                  </a:lnTo>
                  <a:lnTo>
                    <a:pt x="416" y="80"/>
                  </a:lnTo>
                  <a:lnTo>
                    <a:pt x="416" y="56"/>
                  </a:lnTo>
                  <a:lnTo>
                    <a:pt x="424" y="40"/>
                  </a:lnTo>
                  <a:lnTo>
                    <a:pt x="424" y="24"/>
                  </a:lnTo>
                  <a:lnTo>
                    <a:pt x="432" y="16"/>
                  </a:lnTo>
                  <a:lnTo>
                    <a:pt x="440" y="8"/>
                  </a:lnTo>
                  <a:lnTo>
                    <a:pt x="440" y="0"/>
                  </a:lnTo>
                  <a:lnTo>
                    <a:pt x="448" y="8"/>
                  </a:lnTo>
                  <a:lnTo>
                    <a:pt x="456" y="16"/>
                  </a:lnTo>
                  <a:lnTo>
                    <a:pt x="464" y="32"/>
                  </a:lnTo>
                  <a:lnTo>
                    <a:pt x="464" y="48"/>
                  </a:lnTo>
                  <a:lnTo>
                    <a:pt x="472" y="72"/>
                  </a:lnTo>
                  <a:lnTo>
                    <a:pt x="472" y="96"/>
                  </a:lnTo>
                  <a:lnTo>
                    <a:pt x="480" y="120"/>
                  </a:lnTo>
                  <a:lnTo>
                    <a:pt x="480" y="152"/>
                  </a:lnTo>
                  <a:lnTo>
                    <a:pt x="488" y="192"/>
                  </a:lnTo>
                  <a:lnTo>
                    <a:pt x="496" y="223"/>
                  </a:lnTo>
                  <a:lnTo>
                    <a:pt x="496" y="263"/>
                  </a:lnTo>
                  <a:lnTo>
                    <a:pt x="504" y="311"/>
                  </a:lnTo>
                  <a:lnTo>
                    <a:pt x="504" y="351"/>
                  </a:lnTo>
                  <a:lnTo>
                    <a:pt x="512" y="399"/>
                  </a:lnTo>
                  <a:lnTo>
                    <a:pt x="521" y="447"/>
                  </a:lnTo>
                  <a:lnTo>
                    <a:pt x="521" y="495"/>
                  </a:lnTo>
                  <a:lnTo>
                    <a:pt x="529" y="551"/>
                  </a:lnTo>
                  <a:lnTo>
                    <a:pt x="529" y="599"/>
                  </a:lnTo>
                  <a:lnTo>
                    <a:pt x="537" y="655"/>
                  </a:lnTo>
                  <a:lnTo>
                    <a:pt x="545" y="703"/>
                  </a:lnTo>
                  <a:lnTo>
                    <a:pt x="545" y="759"/>
                  </a:lnTo>
                  <a:lnTo>
                    <a:pt x="553" y="815"/>
                  </a:lnTo>
                  <a:lnTo>
                    <a:pt x="553" y="863"/>
                  </a:lnTo>
                  <a:lnTo>
                    <a:pt x="561" y="919"/>
                  </a:lnTo>
                  <a:lnTo>
                    <a:pt x="569" y="967"/>
                  </a:lnTo>
                  <a:lnTo>
                    <a:pt x="569" y="1015"/>
                  </a:lnTo>
                  <a:lnTo>
                    <a:pt x="577" y="1063"/>
                  </a:lnTo>
                  <a:lnTo>
                    <a:pt x="577" y="1103"/>
                  </a:lnTo>
                  <a:lnTo>
                    <a:pt x="585" y="1151"/>
                  </a:lnTo>
                  <a:lnTo>
                    <a:pt x="593" y="1191"/>
                  </a:lnTo>
                  <a:lnTo>
                    <a:pt x="593" y="1223"/>
                  </a:lnTo>
                  <a:lnTo>
                    <a:pt x="601" y="1263"/>
                  </a:lnTo>
                  <a:lnTo>
                    <a:pt x="601" y="1295"/>
                  </a:lnTo>
                  <a:lnTo>
                    <a:pt x="609" y="1319"/>
                  </a:lnTo>
                  <a:lnTo>
                    <a:pt x="617" y="1343"/>
                  </a:lnTo>
                  <a:lnTo>
                    <a:pt x="617" y="1367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14" name="Freeform 14"/>
            <p:cNvSpPr>
              <a:spLocks/>
            </p:cNvSpPr>
            <p:nvPr/>
          </p:nvSpPr>
          <p:spPr bwMode="auto">
            <a:xfrm>
              <a:off x="2470" y="1358"/>
              <a:ext cx="632" cy="1414"/>
            </a:xfrm>
            <a:custGeom>
              <a:avLst/>
              <a:gdLst/>
              <a:ahLst/>
              <a:cxnLst>
                <a:cxn ang="0">
                  <a:pos x="8" y="1398"/>
                </a:cxn>
                <a:cxn ang="0">
                  <a:pos x="32" y="1406"/>
                </a:cxn>
                <a:cxn ang="0">
                  <a:pos x="48" y="1374"/>
                </a:cxn>
                <a:cxn ang="0">
                  <a:pos x="56" y="1311"/>
                </a:cxn>
                <a:cxn ang="0">
                  <a:pos x="72" y="1215"/>
                </a:cxn>
                <a:cxn ang="0">
                  <a:pos x="88" y="1095"/>
                </a:cxn>
                <a:cxn ang="0">
                  <a:pos x="104" y="951"/>
                </a:cxn>
                <a:cxn ang="0">
                  <a:pos x="112" y="799"/>
                </a:cxn>
                <a:cxn ang="0">
                  <a:pos x="128" y="639"/>
                </a:cxn>
                <a:cxn ang="0">
                  <a:pos x="144" y="479"/>
                </a:cxn>
                <a:cxn ang="0">
                  <a:pos x="160" y="335"/>
                </a:cxn>
                <a:cxn ang="0">
                  <a:pos x="176" y="216"/>
                </a:cxn>
                <a:cxn ang="0">
                  <a:pos x="184" y="112"/>
                </a:cxn>
                <a:cxn ang="0">
                  <a:pos x="200" y="40"/>
                </a:cxn>
                <a:cxn ang="0">
                  <a:pos x="216" y="8"/>
                </a:cxn>
                <a:cxn ang="0">
                  <a:pos x="232" y="16"/>
                </a:cxn>
                <a:cxn ang="0">
                  <a:pos x="248" y="64"/>
                </a:cxn>
                <a:cxn ang="0">
                  <a:pos x="264" y="144"/>
                </a:cxn>
                <a:cxn ang="0">
                  <a:pos x="280" y="247"/>
                </a:cxn>
                <a:cxn ang="0">
                  <a:pos x="288" y="383"/>
                </a:cxn>
                <a:cxn ang="0">
                  <a:pos x="304" y="535"/>
                </a:cxn>
                <a:cxn ang="0">
                  <a:pos x="320" y="687"/>
                </a:cxn>
                <a:cxn ang="0">
                  <a:pos x="336" y="847"/>
                </a:cxn>
                <a:cxn ang="0">
                  <a:pos x="352" y="999"/>
                </a:cxn>
                <a:cxn ang="0">
                  <a:pos x="360" y="1135"/>
                </a:cxn>
                <a:cxn ang="0">
                  <a:pos x="376" y="1247"/>
                </a:cxn>
                <a:cxn ang="0">
                  <a:pos x="392" y="1335"/>
                </a:cxn>
                <a:cxn ang="0">
                  <a:pos x="408" y="1390"/>
                </a:cxn>
                <a:cxn ang="0">
                  <a:pos x="432" y="1406"/>
                </a:cxn>
                <a:cxn ang="0">
                  <a:pos x="440" y="1367"/>
                </a:cxn>
                <a:cxn ang="0">
                  <a:pos x="456" y="1295"/>
                </a:cxn>
                <a:cxn ang="0">
                  <a:pos x="472" y="1191"/>
                </a:cxn>
                <a:cxn ang="0">
                  <a:pos x="488" y="1063"/>
                </a:cxn>
                <a:cxn ang="0">
                  <a:pos x="504" y="919"/>
                </a:cxn>
                <a:cxn ang="0">
                  <a:pos x="512" y="759"/>
                </a:cxn>
                <a:cxn ang="0">
                  <a:pos x="528" y="599"/>
                </a:cxn>
                <a:cxn ang="0">
                  <a:pos x="544" y="447"/>
                </a:cxn>
                <a:cxn ang="0">
                  <a:pos x="560" y="311"/>
                </a:cxn>
                <a:cxn ang="0">
                  <a:pos x="576" y="192"/>
                </a:cxn>
                <a:cxn ang="0">
                  <a:pos x="584" y="96"/>
                </a:cxn>
                <a:cxn ang="0">
                  <a:pos x="600" y="32"/>
                </a:cxn>
                <a:cxn ang="0">
                  <a:pos x="624" y="8"/>
                </a:cxn>
              </a:cxnLst>
              <a:rect l="0" t="0" r="r" b="b"/>
              <a:pathLst>
                <a:path w="632" h="1414">
                  <a:moveTo>
                    <a:pt x="0" y="1367"/>
                  </a:moveTo>
                  <a:lnTo>
                    <a:pt x="8" y="1382"/>
                  </a:lnTo>
                  <a:lnTo>
                    <a:pt x="8" y="1398"/>
                  </a:lnTo>
                  <a:lnTo>
                    <a:pt x="16" y="1406"/>
                  </a:lnTo>
                  <a:lnTo>
                    <a:pt x="24" y="1414"/>
                  </a:lnTo>
                  <a:lnTo>
                    <a:pt x="32" y="1406"/>
                  </a:lnTo>
                  <a:lnTo>
                    <a:pt x="32" y="1398"/>
                  </a:lnTo>
                  <a:lnTo>
                    <a:pt x="40" y="1390"/>
                  </a:lnTo>
                  <a:lnTo>
                    <a:pt x="48" y="1374"/>
                  </a:lnTo>
                  <a:lnTo>
                    <a:pt x="48" y="1359"/>
                  </a:lnTo>
                  <a:lnTo>
                    <a:pt x="56" y="1335"/>
                  </a:lnTo>
                  <a:lnTo>
                    <a:pt x="56" y="1311"/>
                  </a:lnTo>
                  <a:lnTo>
                    <a:pt x="64" y="1279"/>
                  </a:lnTo>
                  <a:lnTo>
                    <a:pt x="64" y="1247"/>
                  </a:lnTo>
                  <a:lnTo>
                    <a:pt x="72" y="1215"/>
                  </a:lnTo>
                  <a:lnTo>
                    <a:pt x="80" y="1175"/>
                  </a:lnTo>
                  <a:lnTo>
                    <a:pt x="80" y="1135"/>
                  </a:lnTo>
                  <a:lnTo>
                    <a:pt x="88" y="1095"/>
                  </a:lnTo>
                  <a:lnTo>
                    <a:pt x="88" y="1047"/>
                  </a:lnTo>
                  <a:lnTo>
                    <a:pt x="96" y="999"/>
                  </a:lnTo>
                  <a:lnTo>
                    <a:pt x="104" y="951"/>
                  </a:lnTo>
                  <a:lnTo>
                    <a:pt x="104" y="903"/>
                  </a:lnTo>
                  <a:lnTo>
                    <a:pt x="112" y="847"/>
                  </a:lnTo>
                  <a:lnTo>
                    <a:pt x="112" y="799"/>
                  </a:lnTo>
                  <a:lnTo>
                    <a:pt x="120" y="743"/>
                  </a:lnTo>
                  <a:lnTo>
                    <a:pt x="128" y="687"/>
                  </a:lnTo>
                  <a:lnTo>
                    <a:pt x="128" y="639"/>
                  </a:lnTo>
                  <a:lnTo>
                    <a:pt x="136" y="583"/>
                  </a:lnTo>
                  <a:lnTo>
                    <a:pt x="136" y="535"/>
                  </a:lnTo>
                  <a:lnTo>
                    <a:pt x="144" y="479"/>
                  </a:lnTo>
                  <a:lnTo>
                    <a:pt x="152" y="431"/>
                  </a:lnTo>
                  <a:lnTo>
                    <a:pt x="152" y="383"/>
                  </a:lnTo>
                  <a:lnTo>
                    <a:pt x="160" y="335"/>
                  </a:lnTo>
                  <a:lnTo>
                    <a:pt x="160" y="295"/>
                  </a:lnTo>
                  <a:lnTo>
                    <a:pt x="168" y="247"/>
                  </a:lnTo>
                  <a:lnTo>
                    <a:pt x="176" y="216"/>
                  </a:lnTo>
                  <a:lnTo>
                    <a:pt x="176" y="176"/>
                  </a:lnTo>
                  <a:lnTo>
                    <a:pt x="184" y="144"/>
                  </a:lnTo>
                  <a:lnTo>
                    <a:pt x="184" y="112"/>
                  </a:lnTo>
                  <a:lnTo>
                    <a:pt x="192" y="88"/>
                  </a:lnTo>
                  <a:lnTo>
                    <a:pt x="200" y="64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08" y="16"/>
                  </a:lnTo>
                  <a:lnTo>
                    <a:pt x="216" y="8"/>
                  </a:lnTo>
                  <a:lnTo>
                    <a:pt x="224" y="0"/>
                  </a:lnTo>
                  <a:lnTo>
                    <a:pt x="232" y="8"/>
                  </a:lnTo>
                  <a:lnTo>
                    <a:pt x="232" y="16"/>
                  </a:lnTo>
                  <a:lnTo>
                    <a:pt x="240" y="24"/>
                  </a:lnTo>
                  <a:lnTo>
                    <a:pt x="240" y="40"/>
                  </a:lnTo>
                  <a:lnTo>
                    <a:pt x="248" y="64"/>
                  </a:lnTo>
                  <a:lnTo>
                    <a:pt x="256" y="88"/>
                  </a:lnTo>
                  <a:lnTo>
                    <a:pt x="256" y="112"/>
                  </a:lnTo>
                  <a:lnTo>
                    <a:pt x="264" y="144"/>
                  </a:lnTo>
                  <a:lnTo>
                    <a:pt x="264" y="176"/>
                  </a:lnTo>
                  <a:lnTo>
                    <a:pt x="272" y="216"/>
                  </a:lnTo>
                  <a:lnTo>
                    <a:pt x="280" y="247"/>
                  </a:lnTo>
                  <a:lnTo>
                    <a:pt x="280" y="295"/>
                  </a:lnTo>
                  <a:lnTo>
                    <a:pt x="288" y="335"/>
                  </a:lnTo>
                  <a:lnTo>
                    <a:pt x="288" y="383"/>
                  </a:lnTo>
                  <a:lnTo>
                    <a:pt x="296" y="431"/>
                  </a:lnTo>
                  <a:lnTo>
                    <a:pt x="304" y="479"/>
                  </a:lnTo>
                  <a:lnTo>
                    <a:pt x="304" y="535"/>
                  </a:lnTo>
                  <a:lnTo>
                    <a:pt x="312" y="583"/>
                  </a:lnTo>
                  <a:lnTo>
                    <a:pt x="312" y="639"/>
                  </a:lnTo>
                  <a:lnTo>
                    <a:pt x="320" y="687"/>
                  </a:lnTo>
                  <a:lnTo>
                    <a:pt x="328" y="743"/>
                  </a:lnTo>
                  <a:lnTo>
                    <a:pt x="328" y="799"/>
                  </a:lnTo>
                  <a:lnTo>
                    <a:pt x="336" y="847"/>
                  </a:lnTo>
                  <a:lnTo>
                    <a:pt x="336" y="903"/>
                  </a:lnTo>
                  <a:lnTo>
                    <a:pt x="344" y="951"/>
                  </a:lnTo>
                  <a:lnTo>
                    <a:pt x="352" y="999"/>
                  </a:lnTo>
                  <a:lnTo>
                    <a:pt x="352" y="1047"/>
                  </a:lnTo>
                  <a:lnTo>
                    <a:pt x="360" y="1095"/>
                  </a:lnTo>
                  <a:lnTo>
                    <a:pt x="360" y="1135"/>
                  </a:lnTo>
                  <a:lnTo>
                    <a:pt x="368" y="1175"/>
                  </a:lnTo>
                  <a:lnTo>
                    <a:pt x="376" y="1215"/>
                  </a:lnTo>
                  <a:lnTo>
                    <a:pt x="376" y="1247"/>
                  </a:lnTo>
                  <a:lnTo>
                    <a:pt x="384" y="1279"/>
                  </a:lnTo>
                  <a:lnTo>
                    <a:pt x="384" y="1311"/>
                  </a:lnTo>
                  <a:lnTo>
                    <a:pt x="392" y="1335"/>
                  </a:lnTo>
                  <a:lnTo>
                    <a:pt x="400" y="1359"/>
                  </a:lnTo>
                  <a:lnTo>
                    <a:pt x="400" y="1374"/>
                  </a:lnTo>
                  <a:lnTo>
                    <a:pt x="408" y="1390"/>
                  </a:lnTo>
                  <a:lnTo>
                    <a:pt x="408" y="1398"/>
                  </a:lnTo>
                  <a:lnTo>
                    <a:pt x="416" y="1406"/>
                  </a:lnTo>
                  <a:lnTo>
                    <a:pt x="432" y="1406"/>
                  </a:lnTo>
                  <a:lnTo>
                    <a:pt x="432" y="1398"/>
                  </a:lnTo>
                  <a:lnTo>
                    <a:pt x="440" y="1382"/>
                  </a:lnTo>
                  <a:lnTo>
                    <a:pt x="440" y="1367"/>
                  </a:lnTo>
                  <a:lnTo>
                    <a:pt x="448" y="1343"/>
                  </a:lnTo>
                  <a:lnTo>
                    <a:pt x="456" y="1319"/>
                  </a:lnTo>
                  <a:lnTo>
                    <a:pt x="456" y="1295"/>
                  </a:lnTo>
                  <a:lnTo>
                    <a:pt x="464" y="1263"/>
                  </a:lnTo>
                  <a:lnTo>
                    <a:pt x="464" y="1223"/>
                  </a:lnTo>
                  <a:lnTo>
                    <a:pt x="472" y="1191"/>
                  </a:lnTo>
                  <a:lnTo>
                    <a:pt x="480" y="1151"/>
                  </a:lnTo>
                  <a:lnTo>
                    <a:pt x="480" y="1103"/>
                  </a:lnTo>
                  <a:lnTo>
                    <a:pt x="488" y="1063"/>
                  </a:lnTo>
                  <a:lnTo>
                    <a:pt x="488" y="1015"/>
                  </a:lnTo>
                  <a:lnTo>
                    <a:pt x="496" y="967"/>
                  </a:lnTo>
                  <a:lnTo>
                    <a:pt x="504" y="919"/>
                  </a:lnTo>
                  <a:lnTo>
                    <a:pt x="504" y="863"/>
                  </a:lnTo>
                  <a:lnTo>
                    <a:pt x="512" y="815"/>
                  </a:lnTo>
                  <a:lnTo>
                    <a:pt x="512" y="759"/>
                  </a:lnTo>
                  <a:lnTo>
                    <a:pt x="520" y="711"/>
                  </a:lnTo>
                  <a:lnTo>
                    <a:pt x="528" y="655"/>
                  </a:lnTo>
                  <a:lnTo>
                    <a:pt x="528" y="599"/>
                  </a:lnTo>
                  <a:lnTo>
                    <a:pt x="536" y="551"/>
                  </a:lnTo>
                  <a:lnTo>
                    <a:pt x="536" y="495"/>
                  </a:lnTo>
                  <a:lnTo>
                    <a:pt x="544" y="447"/>
                  </a:lnTo>
                  <a:lnTo>
                    <a:pt x="552" y="399"/>
                  </a:lnTo>
                  <a:lnTo>
                    <a:pt x="552" y="351"/>
                  </a:lnTo>
                  <a:lnTo>
                    <a:pt x="560" y="311"/>
                  </a:lnTo>
                  <a:lnTo>
                    <a:pt x="560" y="263"/>
                  </a:lnTo>
                  <a:lnTo>
                    <a:pt x="568" y="223"/>
                  </a:lnTo>
                  <a:lnTo>
                    <a:pt x="576" y="192"/>
                  </a:lnTo>
                  <a:lnTo>
                    <a:pt x="576" y="152"/>
                  </a:lnTo>
                  <a:lnTo>
                    <a:pt x="584" y="120"/>
                  </a:lnTo>
                  <a:lnTo>
                    <a:pt x="584" y="96"/>
                  </a:lnTo>
                  <a:lnTo>
                    <a:pt x="592" y="72"/>
                  </a:lnTo>
                  <a:lnTo>
                    <a:pt x="600" y="48"/>
                  </a:lnTo>
                  <a:lnTo>
                    <a:pt x="600" y="32"/>
                  </a:lnTo>
                  <a:lnTo>
                    <a:pt x="616" y="8"/>
                  </a:lnTo>
                  <a:lnTo>
                    <a:pt x="616" y="0"/>
                  </a:lnTo>
                  <a:lnTo>
                    <a:pt x="624" y="8"/>
                  </a:lnTo>
                  <a:lnTo>
                    <a:pt x="632" y="16"/>
                  </a:lnTo>
                  <a:lnTo>
                    <a:pt x="632" y="24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15" name="Freeform 15"/>
            <p:cNvSpPr>
              <a:spLocks/>
            </p:cNvSpPr>
            <p:nvPr/>
          </p:nvSpPr>
          <p:spPr bwMode="auto">
            <a:xfrm>
              <a:off x="3102" y="1366"/>
              <a:ext cx="617" cy="1406"/>
            </a:xfrm>
            <a:custGeom>
              <a:avLst/>
              <a:gdLst/>
              <a:ahLst/>
              <a:cxnLst>
                <a:cxn ang="0">
                  <a:pos x="8" y="48"/>
                </a:cxn>
                <a:cxn ang="0">
                  <a:pos x="24" y="128"/>
                </a:cxn>
                <a:cxn ang="0">
                  <a:pos x="40" y="231"/>
                </a:cxn>
                <a:cxn ang="0">
                  <a:pos x="56" y="359"/>
                </a:cxn>
                <a:cxn ang="0">
                  <a:pos x="72" y="503"/>
                </a:cxn>
                <a:cxn ang="0">
                  <a:pos x="80" y="663"/>
                </a:cxn>
                <a:cxn ang="0">
                  <a:pos x="96" y="823"/>
                </a:cxn>
                <a:cxn ang="0">
                  <a:pos x="112" y="975"/>
                </a:cxn>
                <a:cxn ang="0">
                  <a:pos x="128" y="1111"/>
                </a:cxn>
                <a:cxn ang="0">
                  <a:pos x="144" y="1231"/>
                </a:cxn>
                <a:cxn ang="0">
                  <a:pos x="152" y="1319"/>
                </a:cxn>
                <a:cxn ang="0">
                  <a:pos x="168" y="1382"/>
                </a:cxn>
                <a:cxn ang="0">
                  <a:pos x="184" y="1406"/>
                </a:cxn>
                <a:cxn ang="0">
                  <a:pos x="200" y="1382"/>
                </a:cxn>
                <a:cxn ang="0">
                  <a:pos x="216" y="1319"/>
                </a:cxn>
                <a:cxn ang="0">
                  <a:pos x="232" y="1231"/>
                </a:cxn>
                <a:cxn ang="0">
                  <a:pos x="248" y="1111"/>
                </a:cxn>
                <a:cxn ang="0">
                  <a:pos x="256" y="975"/>
                </a:cxn>
                <a:cxn ang="0">
                  <a:pos x="272" y="823"/>
                </a:cxn>
                <a:cxn ang="0">
                  <a:pos x="288" y="663"/>
                </a:cxn>
                <a:cxn ang="0">
                  <a:pos x="305" y="503"/>
                </a:cxn>
                <a:cxn ang="0">
                  <a:pos x="321" y="359"/>
                </a:cxn>
                <a:cxn ang="0">
                  <a:pos x="329" y="231"/>
                </a:cxn>
                <a:cxn ang="0">
                  <a:pos x="345" y="128"/>
                </a:cxn>
                <a:cxn ang="0">
                  <a:pos x="361" y="48"/>
                </a:cxn>
                <a:cxn ang="0">
                  <a:pos x="377" y="8"/>
                </a:cxn>
                <a:cxn ang="0">
                  <a:pos x="385" y="0"/>
                </a:cxn>
                <a:cxn ang="0">
                  <a:pos x="401" y="24"/>
                </a:cxn>
                <a:cxn ang="0">
                  <a:pos x="417" y="88"/>
                </a:cxn>
                <a:cxn ang="0">
                  <a:pos x="433" y="184"/>
                </a:cxn>
                <a:cxn ang="0">
                  <a:pos x="449" y="303"/>
                </a:cxn>
                <a:cxn ang="0">
                  <a:pos x="457" y="439"/>
                </a:cxn>
                <a:cxn ang="0">
                  <a:pos x="473" y="591"/>
                </a:cxn>
                <a:cxn ang="0">
                  <a:pos x="489" y="751"/>
                </a:cxn>
                <a:cxn ang="0">
                  <a:pos x="505" y="911"/>
                </a:cxn>
                <a:cxn ang="0">
                  <a:pos x="521" y="1055"/>
                </a:cxn>
                <a:cxn ang="0">
                  <a:pos x="529" y="1183"/>
                </a:cxn>
                <a:cxn ang="0">
                  <a:pos x="545" y="1287"/>
                </a:cxn>
                <a:cxn ang="0">
                  <a:pos x="561" y="1359"/>
                </a:cxn>
                <a:cxn ang="0">
                  <a:pos x="577" y="1398"/>
                </a:cxn>
                <a:cxn ang="0">
                  <a:pos x="593" y="1390"/>
                </a:cxn>
                <a:cxn ang="0">
                  <a:pos x="609" y="1351"/>
                </a:cxn>
              </a:cxnLst>
              <a:rect l="0" t="0" r="r" b="b"/>
              <a:pathLst>
                <a:path w="617" h="1406">
                  <a:moveTo>
                    <a:pt x="0" y="16"/>
                  </a:moveTo>
                  <a:lnTo>
                    <a:pt x="8" y="32"/>
                  </a:lnTo>
                  <a:lnTo>
                    <a:pt x="8" y="48"/>
                  </a:lnTo>
                  <a:lnTo>
                    <a:pt x="16" y="72"/>
                  </a:lnTo>
                  <a:lnTo>
                    <a:pt x="24" y="96"/>
                  </a:lnTo>
                  <a:lnTo>
                    <a:pt x="24" y="128"/>
                  </a:lnTo>
                  <a:lnTo>
                    <a:pt x="32" y="160"/>
                  </a:lnTo>
                  <a:lnTo>
                    <a:pt x="32" y="192"/>
                  </a:lnTo>
                  <a:lnTo>
                    <a:pt x="40" y="231"/>
                  </a:lnTo>
                  <a:lnTo>
                    <a:pt x="48" y="271"/>
                  </a:lnTo>
                  <a:lnTo>
                    <a:pt x="48" y="311"/>
                  </a:lnTo>
                  <a:lnTo>
                    <a:pt x="56" y="359"/>
                  </a:lnTo>
                  <a:lnTo>
                    <a:pt x="56" y="407"/>
                  </a:lnTo>
                  <a:lnTo>
                    <a:pt x="64" y="455"/>
                  </a:lnTo>
                  <a:lnTo>
                    <a:pt x="72" y="503"/>
                  </a:lnTo>
                  <a:lnTo>
                    <a:pt x="72" y="559"/>
                  </a:lnTo>
                  <a:lnTo>
                    <a:pt x="80" y="607"/>
                  </a:lnTo>
                  <a:lnTo>
                    <a:pt x="80" y="663"/>
                  </a:lnTo>
                  <a:lnTo>
                    <a:pt x="88" y="719"/>
                  </a:lnTo>
                  <a:lnTo>
                    <a:pt x="96" y="767"/>
                  </a:lnTo>
                  <a:lnTo>
                    <a:pt x="96" y="823"/>
                  </a:lnTo>
                  <a:lnTo>
                    <a:pt x="104" y="871"/>
                  </a:lnTo>
                  <a:lnTo>
                    <a:pt x="104" y="927"/>
                  </a:lnTo>
                  <a:lnTo>
                    <a:pt x="112" y="975"/>
                  </a:lnTo>
                  <a:lnTo>
                    <a:pt x="120" y="1023"/>
                  </a:lnTo>
                  <a:lnTo>
                    <a:pt x="120" y="1071"/>
                  </a:lnTo>
                  <a:lnTo>
                    <a:pt x="128" y="1111"/>
                  </a:lnTo>
                  <a:lnTo>
                    <a:pt x="128" y="1159"/>
                  </a:lnTo>
                  <a:lnTo>
                    <a:pt x="136" y="1191"/>
                  </a:lnTo>
                  <a:lnTo>
                    <a:pt x="144" y="1231"/>
                  </a:lnTo>
                  <a:lnTo>
                    <a:pt x="144" y="1263"/>
                  </a:lnTo>
                  <a:lnTo>
                    <a:pt x="152" y="1295"/>
                  </a:lnTo>
                  <a:lnTo>
                    <a:pt x="152" y="1319"/>
                  </a:lnTo>
                  <a:lnTo>
                    <a:pt x="160" y="1343"/>
                  </a:lnTo>
                  <a:lnTo>
                    <a:pt x="168" y="1366"/>
                  </a:lnTo>
                  <a:lnTo>
                    <a:pt x="168" y="1382"/>
                  </a:lnTo>
                  <a:lnTo>
                    <a:pt x="176" y="1390"/>
                  </a:lnTo>
                  <a:lnTo>
                    <a:pt x="176" y="1398"/>
                  </a:lnTo>
                  <a:lnTo>
                    <a:pt x="184" y="1406"/>
                  </a:lnTo>
                  <a:lnTo>
                    <a:pt x="192" y="1398"/>
                  </a:lnTo>
                  <a:lnTo>
                    <a:pt x="200" y="1390"/>
                  </a:lnTo>
                  <a:lnTo>
                    <a:pt x="200" y="1382"/>
                  </a:lnTo>
                  <a:lnTo>
                    <a:pt x="208" y="1366"/>
                  </a:lnTo>
                  <a:lnTo>
                    <a:pt x="208" y="1343"/>
                  </a:lnTo>
                  <a:lnTo>
                    <a:pt x="216" y="1319"/>
                  </a:lnTo>
                  <a:lnTo>
                    <a:pt x="224" y="1295"/>
                  </a:lnTo>
                  <a:lnTo>
                    <a:pt x="224" y="1263"/>
                  </a:lnTo>
                  <a:lnTo>
                    <a:pt x="232" y="1231"/>
                  </a:lnTo>
                  <a:lnTo>
                    <a:pt x="232" y="1191"/>
                  </a:lnTo>
                  <a:lnTo>
                    <a:pt x="240" y="1159"/>
                  </a:lnTo>
                  <a:lnTo>
                    <a:pt x="248" y="1111"/>
                  </a:lnTo>
                  <a:lnTo>
                    <a:pt x="248" y="1071"/>
                  </a:lnTo>
                  <a:lnTo>
                    <a:pt x="256" y="1023"/>
                  </a:lnTo>
                  <a:lnTo>
                    <a:pt x="256" y="975"/>
                  </a:lnTo>
                  <a:lnTo>
                    <a:pt x="264" y="927"/>
                  </a:lnTo>
                  <a:lnTo>
                    <a:pt x="272" y="871"/>
                  </a:lnTo>
                  <a:lnTo>
                    <a:pt x="272" y="823"/>
                  </a:lnTo>
                  <a:lnTo>
                    <a:pt x="280" y="767"/>
                  </a:lnTo>
                  <a:lnTo>
                    <a:pt x="280" y="719"/>
                  </a:lnTo>
                  <a:lnTo>
                    <a:pt x="288" y="663"/>
                  </a:lnTo>
                  <a:lnTo>
                    <a:pt x="297" y="607"/>
                  </a:lnTo>
                  <a:lnTo>
                    <a:pt x="297" y="559"/>
                  </a:lnTo>
                  <a:lnTo>
                    <a:pt x="305" y="503"/>
                  </a:lnTo>
                  <a:lnTo>
                    <a:pt x="305" y="455"/>
                  </a:lnTo>
                  <a:lnTo>
                    <a:pt x="313" y="407"/>
                  </a:lnTo>
                  <a:lnTo>
                    <a:pt x="321" y="359"/>
                  </a:lnTo>
                  <a:lnTo>
                    <a:pt x="321" y="311"/>
                  </a:lnTo>
                  <a:lnTo>
                    <a:pt x="329" y="271"/>
                  </a:lnTo>
                  <a:lnTo>
                    <a:pt x="329" y="231"/>
                  </a:lnTo>
                  <a:lnTo>
                    <a:pt x="337" y="192"/>
                  </a:lnTo>
                  <a:lnTo>
                    <a:pt x="345" y="160"/>
                  </a:lnTo>
                  <a:lnTo>
                    <a:pt x="345" y="128"/>
                  </a:lnTo>
                  <a:lnTo>
                    <a:pt x="353" y="96"/>
                  </a:lnTo>
                  <a:lnTo>
                    <a:pt x="353" y="72"/>
                  </a:lnTo>
                  <a:lnTo>
                    <a:pt x="361" y="48"/>
                  </a:lnTo>
                  <a:lnTo>
                    <a:pt x="369" y="32"/>
                  </a:lnTo>
                  <a:lnTo>
                    <a:pt x="369" y="16"/>
                  </a:lnTo>
                  <a:lnTo>
                    <a:pt x="377" y="8"/>
                  </a:lnTo>
                  <a:lnTo>
                    <a:pt x="377" y="0"/>
                  </a:lnTo>
                  <a:lnTo>
                    <a:pt x="393" y="0"/>
                  </a:lnTo>
                  <a:lnTo>
                    <a:pt x="385" y="0"/>
                  </a:lnTo>
                  <a:lnTo>
                    <a:pt x="393" y="0"/>
                  </a:lnTo>
                  <a:lnTo>
                    <a:pt x="401" y="8"/>
                  </a:lnTo>
                  <a:lnTo>
                    <a:pt x="401" y="24"/>
                  </a:lnTo>
                  <a:lnTo>
                    <a:pt x="409" y="40"/>
                  </a:lnTo>
                  <a:lnTo>
                    <a:pt x="409" y="64"/>
                  </a:lnTo>
                  <a:lnTo>
                    <a:pt x="417" y="88"/>
                  </a:lnTo>
                  <a:lnTo>
                    <a:pt x="425" y="112"/>
                  </a:lnTo>
                  <a:lnTo>
                    <a:pt x="425" y="144"/>
                  </a:lnTo>
                  <a:lnTo>
                    <a:pt x="433" y="184"/>
                  </a:lnTo>
                  <a:lnTo>
                    <a:pt x="433" y="215"/>
                  </a:lnTo>
                  <a:lnTo>
                    <a:pt x="441" y="255"/>
                  </a:lnTo>
                  <a:lnTo>
                    <a:pt x="449" y="303"/>
                  </a:lnTo>
                  <a:lnTo>
                    <a:pt x="449" y="343"/>
                  </a:lnTo>
                  <a:lnTo>
                    <a:pt x="457" y="391"/>
                  </a:lnTo>
                  <a:lnTo>
                    <a:pt x="457" y="439"/>
                  </a:lnTo>
                  <a:lnTo>
                    <a:pt x="465" y="487"/>
                  </a:lnTo>
                  <a:lnTo>
                    <a:pt x="473" y="543"/>
                  </a:lnTo>
                  <a:lnTo>
                    <a:pt x="473" y="591"/>
                  </a:lnTo>
                  <a:lnTo>
                    <a:pt x="481" y="647"/>
                  </a:lnTo>
                  <a:lnTo>
                    <a:pt x="481" y="695"/>
                  </a:lnTo>
                  <a:lnTo>
                    <a:pt x="489" y="751"/>
                  </a:lnTo>
                  <a:lnTo>
                    <a:pt x="497" y="807"/>
                  </a:lnTo>
                  <a:lnTo>
                    <a:pt x="497" y="855"/>
                  </a:lnTo>
                  <a:lnTo>
                    <a:pt x="505" y="911"/>
                  </a:lnTo>
                  <a:lnTo>
                    <a:pt x="505" y="959"/>
                  </a:lnTo>
                  <a:lnTo>
                    <a:pt x="513" y="1007"/>
                  </a:lnTo>
                  <a:lnTo>
                    <a:pt x="521" y="1055"/>
                  </a:lnTo>
                  <a:lnTo>
                    <a:pt x="521" y="1095"/>
                  </a:lnTo>
                  <a:lnTo>
                    <a:pt x="529" y="1143"/>
                  </a:lnTo>
                  <a:lnTo>
                    <a:pt x="529" y="1183"/>
                  </a:lnTo>
                  <a:lnTo>
                    <a:pt x="537" y="1215"/>
                  </a:lnTo>
                  <a:lnTo>
                    <a:pt x="545" y="1255"/>
                  </a:lnTo>
                  <a:lnTo>
                    <a:pt x="545" y="1287"/>
                  </a:lnTo>
                  <a:lnTo>
                    <a:pt x="553" y="1311"/>
                  </a:lnTo>
                  <a:lnTo>
                    <a:pt x="553" y="1335"/>
                  </a:lnTo>
                  <a:lnTo>
                    <a:pt x="561" y="1359"/>
                  </a:lnTo>
                  <a:lnTo>
                    <a:pt x="561" y="1374"/>
                  </a:lnTo>
                  <a:lnTo>
                    <a:pt x="569" y="1390"/>
                  </a:lnTo>
                  <a:lnTo>
                    <a:pt x="577" y="1398"/>
                  </a:lnTo>
                  <a:lnTo>
                    <a:pt x="585" y="1406"/>
                  </a:lnTo>
                  <a:lnTo>
                    <a:pt x="585" y="1398"/>
                  </a:lnTo>
                  <a:lnTo>
                    <a:pt x="593" y="1390"/>
                  </a:lnTo>
                  <a:lnTo>
                    <a:pt x="601" y="1382"/>
                  </a:lnTo>
                  <a:lnTo>
                    <a:pt x="601" y="1366"/>
                  </a:lnTo>
                  <a:lnTo>
                    <a:pt x="609" y="1351"/>
                  </a:lnTo>
                  <a:lnTo>
                    <a:pt x="609" y="1327"/>
                  </a:lnTo>
                  <a:lnTo>
                    <a:pt x="617" y="1303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16" name="Freeform 16"/>
            <p:cNvSpPr>
              <a:spLocks/>
            </p:cNvSpPr>
            <p:nvPr/>
          </p:nvSpPr>
          <p:spPr bwMode="auto">
            <a:xfrm>
              <a:off x="3719" y="1358"/>
              <a:ext cx="616" cy="1414"/>
            </a:xfrm>
            <a:custGeom>
              <a:avLst/>
              <a:gdLst/>
              <a:ahLst/>
              <a:cxnLst>
                <a:cxn ang="0">
                  <a:pos x="8" y="1247"/>
                </a:cxn>
                <a:cxn ang="0">
                  <a:pos x="24" y="1135"/>
                </a:cxn>
                <a:cxn ang="0">
                  <a:pos x="40" y="999"/>
                </a:cxn>
                <a:cxn ang="0">
                  <a:pos x="56" y="847"/>
                </a:cxn>
                <a:cxn ang="0">
                  <a:pos x="64" y="687"/>
                </a:cxn>
                <a:cxn ang="0">
                  <a:pos x="80" y="535"/>
                </a:cxn>
                <a:cxn ang="0">
                  <a:pos x="96" y="383"/>
                </a:cxn>
                <a:cxn ang="0">
                  <a:pos x="112" y="247"/>
                </a:cxn>
                <a:cxn ang="0">
                  <a:pos x="128" y="144"/>
                </a:cxn>
                <a:cxn ang="0">
                  <a:pos x="136" y="64"/>
                </a:cxn>
                <a:cxn ang="0">
                  <a:pos x="152" y="16"/>
                </a:cxn>
                <a:cxn ang="0">
                  <a:pos x="168" y="8"/>
                </a:cxn>
                <a:cxn ang="0">
                  <a:pos x="184" y="40"/>
                </a:cxn>
                <a:cxn ang="0">
                  <a:pos x="200" y="112"/>
                </a:cxn>
                <a:cxn ang="0">
                  <a:pos x="216" y="216"/>
                </a:cxn>
                <a:cxn ang="0">
                  <a:pos x="232" y="335"/>
                </a:cxn>
                <a:cxn ang="0">
                  <a:pos x="240" y="479"/>
                </a:cxn>
                <a:cxn ang="0">
                  <a:pos x="256" y="639"/>
                </a:cxn>
                <a:cxn ang="0">
                  <a:pos x="272" y="799"/>
                </a:cxn>
                <a:cxn ang="0">
                  <a:pos x="288" y="951"/>
                </a:cxn>
                <a:cxn ang="0">
                  <a:pos x="304" y="1095"/>
                </a:cxn>
                <a:cxn ang="0">
                  <a:pos x="312" y="1215"/>
                </a:cxn>
                <a:cxn ang="0">
                  <a:pos x="328" y="1311"/>
                </a:cxn>
                <a:cxn ang="0">
                  <a:pos x="344" y="1374"/>
                </a:cxn>
                <a:cxn ang="0">
                  <a:pos x="360" y="1406"/>
                </a:cxn>
                <a:cxn ang="0">
                  <a:pos x="376" y="1398"/>
                </a:cxn>
                <a:cxn ang="0">
                  <a:pos x="392" y="1343"/>
                </a:cxn>
                <a:cxn ang="0">
                  <a:pos x="408" y="1263"/>
                </a:cxn>
                <a:cxn ang="0">
                  <a:pos x="416" y="1151"/>
                </a:cxn>
                <a:cxn ang="0">
                  <a:pos x="432" y="1015"/>
                </a:cxn>
                <a:cxn ang="0">
                  <a:pos x="448" y="863"/>
                </a:cxn>
                <a:cxn ang="0">
                  <a:pos x="464" y="711"/>
                </a:cxn>
                <a:cxn ang="0">
                  <a:pos x="480" y="551"/>
                </a:cxn>
                <a:cxn ang="0">
                  <a:pos x="488" y="399"/>
                </a:cxn>
                <a:cxn ang="0">
                  <a:pos x="504" y="263"/>
                </a:cxn>
                <a:cxn ang="0">
                  <a:pos x="520" y="152"/>
                </a:cxn>
                <a:cxn ang="0">
                  <a:pos x="536" y="72"/>
                </a:cxn>
                <a:cxn ang="0">
                  <a:pos x="544" y="16"/>
                </a:cxn>
                <a:cxn ang="0">
                  <a:pos x="568" y="8"/>
                </a:cxn>
                <a:cxn ang="0">
                  <a:pos x="584" y="40"/>
                </a:cxn>
                <a:cxn ang="0">
                  <a:pos x="592" y="104"/>
                </a:cxn>
                <a:cxn ang="0">
                  <a:pos x="608" y="200"/>
                </a:cxn>
              </a:cxnLst>
              <a:rect l="0" t="0" r="r" b="b"/>
              <a:pathLst>
                <a:path w="616" h="1414">
                  <a:moveTo>
                    <a:pt x="0" y="1311"/>
                  </a:moveTo>
                  <a:lnTo>
                    <a:pt x="8" y="1279"/>
                  </a:lnTo>
                  <a:lnTo>
                    <a:pt x="8" y="1247"/>
                  </a:lnTo>
                  <a:lnTo>
                    <a:pt x="16" y="1215"/>
                  </a:lnTo>
                  <a:lnTo>
                    <a:pt x="16" y="1175"/>
                  </a:lnTo>
                  <a:lnTo>
                    <a:pt x="24" y="1135"/>
                  </a:lnTo>
                  <a:lnTo>
                    <a:pt x="32" y="1095"/>
                  </a:lnTo>
                  <a:lnTo>
                    <a:pt x="32" y="1047"/>
                  </a:lnTo>
                  <a:lnTo>
                    <a:pt x="40" y="999"/>
                  </a:lnTo>
                  <a:lnTo>
                    <a:pt x="40" y="951"/>
                  </a:lnTo>
                  <a:lnTo>
                    <a:pt x="48" y="903"/>
                  </a:lnTo>
                  <a:lnTo>
                    <a:pt x="56" y="847"/>
                  </a:lnTo>
                  <a:lnTo>
                    <a:pt x="56" y="799"/>
                  </a:lnTo>
                  <a:lnTo>
                    <a:pt x="64" y="743"/>
                  </a:lnTo>
                  <a:lnTo>
                    <a:pt x="64" y="687"/>
                  </a:lnTo>
                  <a:lnTo>
                    <a:pt x="72" y="639"/>
                  </a:lnTo>
                  <a:lnTo>
                    <a:pt x="80" y="583"/>
                  </a:lnTo>
                  <a:lnTo>
                    <a:pt x="80" y="535"/>
                  </a:lnTo>
                  <a:lnTo>
                    <a:pt x="88" y="479"/>
                  </a:lnTo>
                  <a:lnTo>
                    <a:pt x="88" y="431"/>
                  </a:lnTo>
                  <a:lnTo>
                    <a:pt x="96" y="383"/>
                  </a:lnTo>
                  <a:lnTo>
                    <a:pt x="104" y="335"/>
                  </a:lnTo>
                  <a:lnTo>
                    <a:pt x="104" y="295"/>
                  </a:lnTo>
                  <a:lnTo>
                    <a:pt x="112" y="247"/>
                  </a:lnTo>
                  <a:lnTo>
                    <a:pt x="112" y="216"/>
                  </a:lnTo>
                  <a:lnTo>
                    <a:pt x="120" y="176"/>
                  </a:lnTo>
                  <a:lnTo>
                    <a:pt x="128" y="144"/>
                  </a:lnTo>
                  <a:lnTo>
                    <a:pt x="128" y="112"/>
                  </a:lnTo>
                  <a:lnTo>
                    <a:pt x="136" y="88"/>
                  </a:lnTo>
                  <a:lnTo>
                    <a:pt x="136" y="64"/>
                  </a:lnTo>
                  <a:lnTo>
                    <a:pt x="144" y="40"/>
                  </a:lnTo>
                  <a:lnTo>
                    <a:pt x="144" y="24"/>
                  </a:lnTo>
                  <a:lnTo>
                    <a:pt x="152" y="16"/>
                  </a:lnTo>
                  <a:lnTo>
                    <a:pt x="168" y="0"/>
                  </a:lnTo>
                  <a:lnTo>
                    <a:pt x="160" y="0"/>
                  </a:lnTo>
                  <a:lnTo>
                    <a:pt x="168" y="8"/>
                  </a:lnTo>
                  <a:lnTo>
                    <a:pt x="176" y="16"/>
                  </a:lnTo>
                  <a:lnTo>
                    <a:pt x="184" y="24"/>
                  </a:lnTo>
                  <a:lnTo>
                    <a:pt x="184" y="40"/>
                  </a:lnTo>
                  <a:lnTo>
                    <a:pt x="192" y="64"/>
                  </a:lnTo>
                  <a:lnTo>
                    <a:pt x="192" y="88"/>
                  </a:lnTo>
                  <a:lnTo>
                    <a:pt x="200" y="112"/>
                  </a:lnTo>
                  <a:lnTo>
                    <a:pt x="208" y="144"/>
                  </a:lnTo>
                  <a:lnTo>
                    <a:pt x="208" y="176"/>
                  </a:lnTo>
                  <a:lnTo>
                    <a:pt x="216" y="216"/>
                  </a:lnTo>
                  <a:lnTo>
                    <a:pt x="216" y="247"/>
                  </a:lnTo>
                  <a:lnTo>
                    <a:pt x="224" y="295"/>
                  </a:lnTo>
                  <a:lnTo>
                    <a:pt x="232" y="335"/>
                  </a:lnTo>
                  <a:lnTo>
                    <a:pt x="232" y="383"/>
                  </a:lnTo>
                  <a:lnTo>
                    <a:pt x="240" y="431"/>
                  </a:lnTo>
                  <a:lnTo>
                    <a:pt x="240" y="479"/>
                  </a:lnTo>
                  <a:lnTo>
                    <a:pt x="248" y="535"/>
                  </a:lnTo>
                  <a:lnTo>
                    <a:pt x="256" y="583"/>
                  </a:lnTo>
                  <a:lnTo>
                    <a:pt x="256" y="639"/>
                  </a:lnTo>
                  <a:lnTo>
                    <a:pt x="264" y="687"/>
                  </a:lnTo>
                  <a:lnTo>
                    <a:pt x="264" y="743"/>
                  </a:lnTo>
                  <a:lnTo>
                    <a:pt x="272" y="799"/>
                  </a:lnTo>
                  <a:lnTo>
                    <a:pt x="280" y="847"/>
                  </a:lnTo>
                  <a:lnTo>
                    <a:pt x="280" y="903"/>
                  </a:lnTo>
                  <a:lnTo>
                    <a:pt x="288" y="951"/>
                  </a:lnTo>
                  <a:lnTo>
                    <a:pt x="288" y="999"/>
                  </a:lnTo>
                  <a:lnTo>
                    <a:pt x="296" y="1047"/>
                  </a:lnTo>
                  <a:lnTo>
                    <a:pt x="304" y="1095"/>
                  </a:lnTo>
                  <a:lnTo>
                    <a:pt x="304" y="1135"/>
                  </a:lnTo>
                  <a:lnTo>
                    <a:pt x="312" y="1175"/>
                  </a:lnTo>
                  <a:lnTo>
                    <a:pt x="312" y="1215"/>
                  </a:lnTo>
                  <a:lnTo>
                    <a:pt x="320" y="1247"/>
                  </a:lnTo>
                  <a:lnTo>
                    <a:pt x="320" y="1279"/>
                  </a:lnTo>
                  <a:lnTo>
                    <a:pt x="328" y="1311"/>
                  </a:lnTo>
                  <a:lnTo>
                    <a:pt x="336" y="1335"/>
                  </a:lnTo>
                  <a:lnTo>
                    <a:pt x="336" y="1359"/>
                  </a:lnTo>
                  <a:lnTo>
                    <a:pt x="344" y="1374"/>
                  </a:lnTo>
                  <a:lnTo>
                    <a:pt x="344" y="1390"/>
                  </a:lnTo>
                  <a:lnTo>
                    <a:pt x="352" y="1398"/>
                  </a:lnTo>
                  <a:lnTo>
                    <a:pt x="360" y="1406"/>
                  </a:lnTo>
                  <a:lnTo>
                    <a:pt x="360" y="1414"/>
                  </a:lnTo>
                  <a:lnTo>
                    <a:pt x="368" y="1406"/>
                  </a:lnTo>
                  <a:lnTo>
                    <a:pt x="376" y="1398"/>
                  </a:lnTo>
                  <a:lnTo>
                    <a:pt x="384" y="1382"/>
                  </a:lnTo>
                  <a:lnTo>
                    <a:pt x="384" y="1367"/>
                  </a:lnTo>
                  <a:lnTo>
                    <a:pt x="392" y="1343"/>
                  </a:lnTo>
                  <a:lnTo>
                    <a:pt x="392" y="1319"/>
                  </a:lnTo>
                  <a:lnTo>
                    <a:pt x="400" y="1295"/>
                  </a:lnTo>
                  <a:lnTo>
                    <a:pt x="408" y="1263"/>
                  </a:lnTo>
                  <a:lnTo>
                    <a:pt x="408" y="1223"/>
                  </a:lnTo>
                  <a:lnTo>
                    <a:pt x="416" y="1191"/>
                  </a:lnTo>
                  <a:lnTo>
                    <a:pt x="416" y="1151"/>
                  </a:lnTo>
                  <a:lnTo>
                    <a:pt x="424" y="1103"/>
                  </a:lnTo>
                  <a:lnTo>
                    <a:pt x="432" y="1063"/>
                  </a:lnTo>
                  <a:lnTo>
                    <a:pt x="432" y="1015"/>
                  </a:lnTo>
                  <a:lnTo>
                    <a:pt x="440" y="967"/>
                  </a:lnTo>
                  <a:lnTo>
                    <a:pt x="440" y="919"/>
                  </a:lnTo>
                  <a:lnTo>
                    <a:pt x="448" y="863"/>
                  </a:lnTo>
                  <a:lnTo>
                    <a:pt x="456" y="815"/>
                  </a:lnTo>
                  <a:lnTo>
                    <a:pt x="456" y="759"/>
                  </a:lnTo>
                  <a:lnTo>
                    <a:pt x="464" y="711"/>
                  </a:lnTo>
                  <a:lnTo>
                    <a:pt x="464" y="655"/>
                  </a:lnTo>
                  <a:lnTo>
                    <a:pt x="472" y="599"/>
                  </a:lnTo>
                  <a:lnTo>
                    <a:pt x="480" y="551"/>
                  </a:lnTo>
                  <a:lnTo>
                    <a:pt x="480" y="495"/>
                  </a:lnTo>
                  <a:lnTo>
                    <a:pt x="488" y="447"/>
                  </a:lnTo>
                  <a:lnTo>
                    <a:pt x="488" y="399"/>
                  </a:lnTo>
                  <a:lnTo>
                    <a:pt x="496" y="351"/>
                  </a:lnTo>
                  <a:lnTo>
                    <a:pt x="504" y="311"/>
                  </a:lnTo>
                  <a:lnTo>
                    <a:pt x="504" y="263"/>
                  </a:lnTo>
                  <a:lnTo>
                    <a:pt x="512" y="223"/>
                  </a:lnTo>
                  <a:lnTo>
                    <a:pt x="512" y="192"/>
                  </a:lnTo>
                  <a:lnTo>
                    <a:pt x="520" y="152"/>
                  </a:lnTo>
                  <a:lnTo>
                    <a:pt x="520" y="120"/>
                  </a:lnTo>
                  <a:lnTo>
                    <a:pt x="528" y="96"/>
                  </a:lnTo>
                  <a:lnTo>
                    <a:pt x="536" y="72"/>
                  </a:lnTo>
                  <a:lnTo>
                    <a:pt x="536" y="48"/>
                  </a:lnTo>
                  <a:lnTo>
                    <a:pt x="544" y="32"/>
                  </a:lnTo>
                  <a:lnTo>
                    <a:pt x="544" y="16"/>
                  </a:lnTo>
                  <a:lnTo>
                    <a:pt x="552" y="8"/>
                  </a:lnTo>
                  <a:lnTo>
                    <a:pt x="560" y="0"/>
                  </a:lnTo>
                  <a:lnTo>
                    <a:pt x="568" y="8"/>
                  </a:lnTo>
                  <a:lnTo>
                    <a:pt x="568" y="16"/>
                  </a:lnTo>
                  <a:lnTo>
                    <a:pt x="576" y="24"/>
                  </a:lnTo>
                  <a:lnTo>
                    <a:pt x="584" y="40"/>
                  </a:lnTo>
                  <a:lnTo>
                    <a:pt x="584" y="56"/>
                  </a:lnTo>
                  <a:lnTo>
                    <a:pt x="592" y="80"/>
                  </a:lnTo>
                  <a:lnTo>
                    <a:pt x="592" y="104"/>
                  </a:lnTo>
                  <a:lnTo>
                    <a:pt x="600" y="136"/>
                  </a:lnTo>
                  <a:lnTo>
                    <a:pt x="608" y="168"/>
                  </a:lnTo>
                  <a:lnTo>
                    <a:pt x="608" y="200"/>
                  </a:lnTo>
                  <a:lnTo>
                    <a:pt x="616" y="239"/>
                  </a:lnTo>
                  <a:lnTo>
                    <a:pt x="616" y="279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17" name="Freeform 17"/>
            <p:cNvSpPr>
              <a:spLocks/>
            </p:cNvSpPr>
            <p:nvPr/>
          </p:nvSpPr>
          <p:spPr bwMode="auto">
            <a:xfrm>
              <a:off x="4335" y="1366"/>
              <a:ext cx="625" cy="1406"/>
            </a:xfrm>
            <a:custGeom>
              <a:avLst/>
              <a:gdLst/>
              <a:ahLst/>
              <a:cxnLst>
                <a:cxn ang="0">
                  <a:pos x="16" y="359"/>
                </a:cxn>
                <a:cxn ang="0">
                  <a:pos x="24" y="503"/>
                </a:cxn>
                <a:cxn ang="0">
                  <a:pos x="40" y="663"/>
                </a:cxn>
                <a:cxn ang="0">
                  <a:pos x="56" y="823"/>
                </a:cxn>
                <a:cxn ang="0">
                  <a:pos x="72" y="975"/>
                </a:cxn>
                <a:cxn ang="0">
                  <a:pos x="89" y="1111"/>
                </a:cxn>
                <a:cxn ang="0">
                  <a:pos x="97" y="1231"/>
                </a:cxn>
                <a:cxn ang="0">
                  <a:pos x="113" y="1319"/>
                </a:cxn>
                <a:cxn ang="0">
                  <a:pos x="129" y="1382"/>
                </a:cxn>
                <a:cxn ang="0">
                  <a:pos x="145" y="1406"/>
                </a:cxn>
                <a:cxn ang="0">
                  <a:pos x="161" y="1382"/>
                </a:cxn>
                <a:cxn ang="0">
                  <a:pos x="177" y="1319"/>
                </a:cxn>
                <a:cxn ang="0">
                  <a:pos x="193" y="1231"/>
                </a:cxn>
                <a:cxn ang="0">
                  <a:pos x="201" y="1111"/>
                </a:cxn>
                <a:cxn ang="0">
                  <a:pos x="217" y="975"/>
                </a:cxn>
                <a:cxn ang="0">
                  <a:pos x="233" y="823"/>
                </a:cxn>
                <a:cxn ang="0">
                  <a:pos x="249" y="663"/>
                </a:cxn>
                <a:cxn ang="0">
                  <a:pos x="265" y="503"/>
                </a:cxn>
                <a:cxn ang="0">
                  <a:pos x="273" y="359"/>
                </a:cxn>
                <a:cxn ang="0">
                  <a:pos x="289" y="231"/>
                </a:cxn>
                <a:cxn ang="0">
                  <a:pos x="305" y="128"/>
                </a:cxn>
                <a:cxn ang="0">
                  <a:pos x="321" y="48"/>
                </a:cxn>
                <a:cxn ang="0">
                  <a:pos x="329" y="8"/>
                </a:cxn>
                <a:cxn ang="0">
                  <a:pos x="353" y="8"/>
                </a:cxn>
                <a:cxn ang="0">
                  <a:pos x="369" y="64"/>
                </a:cxn>
                <a:cxn ang="0">
                  <a:pos x="385" y="144"/>
                </a:cxn>
                <a:cxn ang="0">
                  <a:pos x="401" y="255"/>
                </a:cxn>
                <a:cxn ang="0">
                  <a:pos x="417" y="391"/>
                </a:cxn>
                <a:cxn ang="0">
                  <a:pos x="425" y="543"/>
                </a:cxn>
                <a:cxn ang="0">
                  <a:pos x="441" y="703"/>
                </a:cxn>
                <a:cxn ang="0">
                  <a:pos x="457" y="855"/>
                </a:cxn>
                <a:cxn ang="0">
                  <a:pos x="473" y="1007"/>
                </a:cxn>
                <a:cxn ang="0">
                  <a:pos x="481" y="1143"/>
                </a:cxn>
                <a:cxn ang="0">
                  <a:pos x="497" y="1255"/>
                </a:cxn>
                <a:cxn ang="0">
                  <a:pos x="513" y="1335"/>
                </a:cxn>
                <a:cxn ang="0">
                  <a:pos x="537" y="1398"/>
                </a:cxn>
                <a:cxn ang="0">
                  <a:pos x="545" y="1406"/>
                </a:cxn>
                <a:cxn ang="0">
                  <a:pos x="553" y="1382"/>
                </a:cxn>
                <a:cxn ang="0">
                  <a:pos x="569" y="1327"/>
                </a:cxn>
                <a:cxn ang="0">
                  <a:pos x="585" y="1239"/>
                </a:cxn>
                <a:cxn ang="0">
                  <a:pos x="601" y="1127"/>
                </a:cxn>
                <a:cxn ang="0">
                  <a:pos x="617" y="991"/>
                </a:cxn>
              </a:cxnLst>
              <a:rect l="0" t="0" r="r" b="b"/>
              <a:pathLst>
                <a:path w="625" h="1406">
                  <a:moveTo>
                    <a:pt x="0" y="271"/>
                  </a:moveTo>
                  <a:lnTo>
                    <a:pt x="8" y="311"/>
                  </a:lnTo>
                  <a:lnTo>
                    <a:pt x="16" y="359"/>
                  </a:lnTo>
                  <a:lnTo>
                    <a:pt x="16" y="407"/>
                  </a:lnTo>
                  <a:lnTo>
                    <a:pt x="24" y="455"/>
                  </a:lnTo>
                  <a:lnTo>
                    <a:pt x="24" y="503"/>
                  </a:lnTo>
                  <a:lnTo>
                    <a:pt x="32" y="559"/>
                  </a:lnTo>
                  <a:lnTo>
                    <a:pt x="40" y="607"/>
                  </a:lnTo>
                  <a:lnTo>
                    <a:pt x="40" y="663"/>
                  </a:lnTo>
                  <a:lnTo>
                    <a:pt x="48" y="719"/>
                  </a:lnTo>
                  <a:lnTo>
                    <a:pt x="48" y="767"/>
                  </a:lnTo>
                  <a:lnTo>
                    <a:pt x="56" y="823"/>
                  </a:lnTo>
                  <a:lnTo>
                    <a:pt x="64" y="871"/>
                  </a:lnTo>
                  <a:lnTo>
                    <a:pt x="64" y="927"/>
                  </a:lnTo>
                  <a:lnTo>
                    <a:pt x="72" y="975"/>
                  </a:lnTo>
                  <a:lnTo>
                    <a:pt x="72" y="1023"/>
                  </a:lnTo>
                  <a:lnTo>
                    <a:pt x="80" y="1071"/>
                  </a:lnTo>
                  <a:lnTo>
                    <a:pt x="89" y="1111"/>
                  </a:lnTo>
                  <a:lnTo>
                    <a:pt x="89" y="1159"/>
                  </a:lnTo>
                  <a:lnTo>
                    <a:pt x="97" y="1191"/>
                  </a:lnTo>
                  <a:lnTo>
                    <a:pt x="97" y="1231"/>
                  </a:lnTo>
                  <a:lnTo>
                    <a:pt x="105" y="1263"/>
                  </a:lnTo>
                  <a:lnTo>
                    <a:pt x="105" y="1295"/>
                  </a:lnTo>
                  <a:lnTo>
                    <a:pt x="113" y="1319"/>
                  </a:lnTo>
                  <a:lnTo>
                    <a:pt x="121" y="1343"/>
                  </a:lnTo>
                  <a:lnTo>
                    <a:pt x="121" y="1366"/>
                  </a:lnTo>
                  <a:lnTo>
                    <a:pt x="129" y="1382"/>
                  </a:lnTo>
                  <a:lnTo>
                    <a:pt x="129" y="1390"/>
                  </a:lnTo>
                  <a:lnTo>
                    <a:pt x="137" y="1398"/>
                  </a:lnTo>
                  <a:lnTo>
                    <a:pt x="145" y="1406"/>
                  </a:lnTo>
                  <a:lnTo>
                    <a:pt x="153" y="1398"/>
                  </a:lnTo>
                  <a:lnTo>
                    <a:pt x="153" y="1390"/>
                  </a:lnTo>
                  <a:lnTo>
                    <a:pt x="161" y="1382"/>
                  </a:lnTo>
                  <a:lnTo>
                    <a:pt x="169" y="1366"/>
                  </a:lnTo>
                  <a:lnTo>
                    <a:pt x="169" y="1343"/>
                  </a:lnTo>
                  <a:lnTo>
                    <a:pt x="177" y="1319"/>
                  </a:lnTo>
                  <a:lnTo>
                    <a:pt x="177" y="1295"/>
                  </a:lnTo>
                  <a:lnTo>
                    <a:pt x="185" y="1263"/>
                  </a:lnTo>
                  <a:lnTo>
                    <a:pt x="193" y="1231"/>
                  </a:lnTo>
                  <a:lnTo>
                    <a:pt x="193" y="1191"/>
                  </a:lnTo>
                  <a:lnTo>
                    <a:pt x="201" y="1159"/>
                  </a:lnTo>
                  <a:lnTo>
                    <a:pt x="201" y="1111"/>
                  </a:lnTo>
                  <a:lnTo>
                    <a:pt x="209" y="1071"/>
                  </a:lnTo>
                  <a:lnTo>
                    <a:pt x="217" y="1023"/>
                  </a:lnTo>
                  <a:lnTo>
                    <a:pt x="217" y="975"/>
                  </a:lnTo>
                  <a:lnTo>
                    <a:pt x="225" y="927"/>
                  </a:lnTo>
                  <a:lnTo>
                    <a:pt x="225" y="871"/>
                  </a:lnTo>
                  <a:lnTo>
                    <a:pt x="233" y="823"/>
                  </a:lnTo>
                  <a:lnTo>
                    <a:pt x="241" y="767"/>
                  </a:lnTo>
                  <a:lnTo>
                    <a:pt x="241" y="719"/>
                  </a:lnTo>
                  <a:lnTo>
                    <a:pt x="249" y="663"/>
                  </a:lnTo>
                  <a:lnTo>
                    <a:pt x="249" y="607"/>
                  </a:lnTo>
                  <a:lnTo>
                    <a:pt x="257" y="559"/>
                  </a:lnTo>
                  <a:lnTo>
                    <a:pt x="265" y="503"/>
                  </a:lnTo>
                  <a:lnTo>
                    <a:pt x="265" y="455"/>
                  </a:lnTo>
                  <a:lnTo>
                    <a:pt x="273" y="407"/>
                  </a:lnTo>
                  <a:lnTo>
                    <a:pt x="273" y="359"/>
                  </a:lnTo>
                  <a:lnTo>
                    <a:pt x="281" y="311"/>
                  </a:lnTo>
                  <a:lnTo>
                    <a:pt x="281" y="271"/>
                  </a:lnTo>
                  <a:lnTo>
                    <a:pt x="289" y="231"/>
                  </a:lnTo>
                  <a:lnTo>
                    <a:pt x="297" y="192"/>
                  </a:lnTo>
                  <a:lnTo>
                    <a:pt x="297" y="160"/>
                  </a:lnTo>
                  <a:lnTo>
                    <a:pt x="305" y="128"/>
                  </a:lnTo>
                  <a:lnTo>
                    <a:pt x="305" y="96"/>
                  </a:lnTo>
                  <a:lnTo>
                    <a:pt x="313" y="72"/>
                  </a:lnTo>
                  <a:lnTo>
                    <a:pt x="321" y="48"/>
                  </a:lnTo>
                  <a:lnTo>
                    <a:pt x="321" y="32"/>
                  </a:lnTo>
                  <a:lnTo>
                    <a:pt x="329" y="16"/>
                  </a:lnTo>
                  <a:lnTo>
                    <a:pt x="329" y="8"/>
                  </a:lnTo>
                  <a:lnTo>
                    <a:pt x="337" y="0"/>
                  </a:lnTo>
                  <a:lnTo>
                    <a:pt x="353" y="0"/>
                  </a:lnTo>
                  <a:lnTo>
                    <a:pt x="353" y="8"/>
                  </a:lnTo>
                  <a:lnTo>
                    <a:pt x="361" y="24"/>
                  </a:lnTo>
                  <a:lnTo>
                    <a:pt x="369" y="40"/>
                  </a:lnTo>
                  <a:lnTo>
                    <a:pt x="369" y="64"/>
                  </a:lnTo>
                  <a:lnTo>
                    <a:pt x="377" y="88"/>
                  </a:lnTo>
                  <a:lnTo>
                    <a:pt x="377" y="112"/>
                  </a:lnTo>
                  <a:lnTo>
                    <a:pt x="385" y="144"/>
                  </a:lnTo>
                  <a:lnTo>
                    <a:pt x="393" y="184"/>
                  </a:lnTo>
                  <a:lnTo>
                    <a:pt x="393" y="215"/>
                  </a:lnTo>
                  <a:lnTo>
                    <a:pt x="401" y="255"/>
                  </a:lnTo>
                  <a:lnTo>
                    <a:pt x="401" y="303"/>
                  </a:lnTo>
                  <a:lnTo>
                    <a:pt x="409" y="343"/>
                  </a:lnTo>
                  <a:lnTo>
                    <a:pt x="417" y="391"/>
                  </a:lnTo>
                  <a:lnTo>
                    <a:pt x="417" y="439"/>
                  </a:lnTo>
                  <a:lnTo>
                    <a:pt x="425" y="487"/>
                  </a:lnTo>
                  <a:lnTo>
                    <a:pt x="425" y="543"/>
                  </a:lnTo>
                  <a:lnTo>
                    <a:pt x="433" y="591"/>
                  </a:lnTo>
                  <a:lnTo>
                    <a:pt x="441" y="647"/>
                  </a:lnTo>
                  <a:lnTo>
                    <a:pt x="441" y="703"/>
                  </a:lnTo>
                  <a:lnTo>
                    <a:pt x="449" y="751"/>
                  </a:lnTo>
                  <a:lnTo>
                    <a:pt x="449" y="807"/>
                  </a:lnTo>
                  <a:lnTo>
                    <a:pt x="457" y="855"/>
                  </a:lnTo>
                  <a:lnTo>
                    <a:pt x="465" y="911"/>
                  </a:lnTo>
                  <a:lnTo>
                    <a:pt x="465" y="959"/>
                  </a:lnTo>
                  <a:lnTo>
                    <a:pt x="473" y="1007"/>
                  </a:lnTo>
                  <a:lnTo>
                    <a:pt x="473" y="1055"/>
                  </a:lnTo>
                  <a:lnTo>
                    <a:pt x="481" y="1095"/>
                  </a:lnTo>
                  <a:lnTo>
                    <a:pt x="481" y="1143"/>
                  </a:lnTo>
                  <a:lnTo>
                    <a:pt x="489" y="1183"/>
                  </a:lnTo>
                  <a:lnTo>
                    <a:pt x="497" y="1215"/>
                  </a:lnTo>
                  <a:lnTo>
                    <a:pt x="497" y="1255"/>
                  </a:lnTo>
                  <a:lnTo>
                    <a:pt x="505" y="1287"/>
                  </a:lnTo>
                  <a:lnTo>
                    <a:pt x="505" y="1311"/>
                  </a:lnTo>
                  <a:lnTo>
                    <a:pt x="513" y="1335"/>
                  </a:lnTo>
                  <a:lnTo>
                    <a:pt x="521" y="1359"/>
                  </a:lnTo>
                  <a:lnTo>
                    <a:pt x="521" y="1374"/>
                  </a:lnTo>
                  <a:lnTo>
                    <a:pt x="537" y="1398"/>
                  </a:lnTo>
                  <a:lnTo>
                    <a:pt x="529" y="1398"/>
                  </a:lnTo>
                  <a:lnTo>
                    <a:pt x="537" y="1398"/>
                  </a:lnTo>
                  <a:lnTo>
                    <a:pt x="545" y="1406"/>
                  </a:lnTo>
                  <a:lnTo>
                    <a:pt x="545" y="1398"/>
                  </a:lnTo>
                  <a:lnTo>
                    <a:pt x="553" y="1390"/>
                  </a:lnTo>
                  <a:lnTo>
                    <a:pt x="553" y="1382"/>
                  </a:lnTo>
                  <a:lnTo>
                    <a:pt x="561" y="1366"/>
                  </a:lnTo>
                  <a:lnTo>
                    <a:pt x="569" y="1351"/>
                  </a:lnTo>
                  <a:lnTo>
                    <a:pt x="569" y="1327"/>
                  </a:lnTo>
                  <a:lnTo>
                    <a:pt x="577" y="1303"/>
                  </a:lnTo>
                  <a:lnTo>
                    <a:pt x="577" y="1271"/>
                  </a:lnTo>
                  <a:lnTo>
                    <a:pt x="585" y="1239"/>
                  </a:lnTo>
                  <a:lnTo>
                    <a:pt x="593" y="1207"/>
                  </a:lnTo>
                  <a:lnTo>
                    <a:pt x="593" y="1167"/>
                  </a:lnTo>
                  <a:lnTo>
                    <a:pt x="601" y="1127"/>
                  </a:lnTo>
                  <a:lnTo>
                    <a:pt x="601" y="1087"/>
                  </a:lnTo>
                  <a:lnTo>
                    <a:pt x="609" y="1039"/>
                  </a:lnTo>
                  <a:lnTo>
                    <a:pt x="617" y="991"/>
                  </a:lnTo>
                  <a:lnTo>
                    <a:pt x="617" y="943"/>
                  </a:lnTo>
                  <a:lnTo>
                    <a:pt x="625" y="895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18" name="Freeform 18"/>
            <p:cNvSpPr>
              <a:spLocks/>
            </p:cNvSpPr>
            <p:nvPr/>
          </p:nvSpPr>
          <p:spPr bwMode="auto">
            <a:xfrm>
              <a:off x="4960" y="1358"/>
              <a:ext cx="416" cy="1414"/>
            </a:xfrm>
            <a:custGeom>
              <a:avLst/>
              <a:gdLst/>
              <a:ahLst/>
              <a:cxnLst>
                <a:cxn ang="0">
                  <a:pos x="0" y="847"/>
                </a:cxn>
                <a:cxn ang="0">
                  <a:pos x="16" y="743"/>
                </a:cxn>
                <a:cxn ang="0">
                  <a:pos x="24" y="639"/>
                </a:cxn>
                <a:cxn ang="0">
                  <a:pos x="32" y="535"/>
                </a:cxn>
                <a:cxn ang="0">
                  <a:pos x="40" y="431"/>
                </a:cxn>
                <a:cxn ang="0">
                  <a:pos x="48" y="335"/>
                </a:cxn>
                <a:cxn ang="0">
                  <a:pos x="56" y="247"/>
                </a:cxn>
                <a:cxn ang="0">
                  <a:pos x="72" y="176"/>
                </a:cxn>
                <a:cxn ang="0">
                  <a:pos x="80" y="112"/>
                </a:cxn>
                <a:cxn ang="0">
                  <a:pos x="88" y="64"/>
                </a:cxn>
                <a:cxn ang="0">
                  <a:pos x="96" y="24"/>
                </a:cxn>
                <a:cxn ang="0">
                  <a:pos x="104" y="8"/>
                </a:cxn>
                <a:cxn ang="0">
                  <a:pos x="120" y="8"/>
                </a:cxn>
                <a:cxn ang="0">
                  <a:pos x="128" y="24"/>
                </a:cxn>
                <a:cxn ang="0">
                  <a:pos x="144" y="64"/>
                </a:cxn>
                <a:cxn ang="0">
                  <a:pos x="152" y="112"/>
                </a:cxn>
                <a:cxn ang="0">
                  <a:pos x="160" y="176"/>
                </a:cxn>
                <a:cxn ang="0">
                  <a:pos x="168" y="247"/>
                </a:cxn>
                <a:cxn ang="0">
                  <a:pos x="176" y="335"/>
                </a:cxn>
                <a:cxn ang="0">
                  <a:pos x="192" y="431"/>
                </a:cxn>
                <a:cxn ang="0">
                  <a:pos x="200" y="535"/>
                </a:cxn>
                <a:cxn ang="0">
                  <a:pos x="208" y="639"/>
                </a:cxn>
                <a:cxn ang="0">
                  <a:pos x="216" y="743"/>
                </a:cxn>
                <a:cxn ang="0">
                  <a:pos x="224" y="847"/>
                </a:cxn>
                <a:cxn ang="0">
                  <a:pos x="232" y="951"/>
                </a:cxn>
                <a:cxn ang="0">
                  <a:pos x="248" y="1047"/>
                </a:cxn>
                <a:cxn ang="0">
                  <a:pos x="256" y="1135"/>
                </a:cxn>
                <a:cxn ang="0">
                  <a:pos x="264" y="1215"/>
                </a:cxn>
                <a:cxn ang="0">
                  <a:pos x="272" y="1279"/>
                </a:cxn>
                <a:cxn ang="0">
                  <a:pos x="280" y="1335"/>
                </a:cxn>
                <a:cxn ang="0">
                  <a:pos x="296" y="1374"/>
                </a:cxn>
                <a:cxn ang="0">
                  <a:pos x="304" y="1398"/>
                </a:cxn>
                <a:cxn ang="0">
                  <a:pos x="312" y="1414"/>
                </a:cxn>
                <a:cxn ang="0">
                  <a:pos x="328" y="1398"/>
                </a:cxn>
                <a:cxn ang="0">
                  <a:pos x="336" y="1367"/>
                </a:cxn>
                <a:cxn ang="0">
                  <a:pos x="344" y="1319"/>
                </a:cxn>
                <a:cxn ang="0">
                  <a:pos x="352" y="1263"/>
                </a:cxn>
                <a:cxn ang="0">
                  <a:pos x="368" y="1191"/>
                </a:cxn>
                <a:cxn ang="0">
                  <a:pos x="376" y="1103"/>
                </a:cxn>
                <a:cxn ang="0">
                  <a:pos x="384" y="1015"/>
                </a:cxn>
                <a:cxn ang="0">
                  <a:pos x="392" y="919"/>
                </a:cxn>
                <a:cxn ang="0">
                  <a:pos x="400" y="815"/>
                </a:cxn>
                <a:cxn ang="0">
                  <a:pos x="416" y="711"/>
                </a:cxn>
              </a:cxnLst>
              <a:rect l="0" t="0" r="r" b="b"/>
              <a:pathLst>
                <a:path w="416" h="1414">
                  <a:moveTo>
                    <a:pt x="0" y="903"/>
                  </a:moveTo>
                  <a:lnTo>
                    <a:pt x="0" y="847"/>
                  </a:lnTo>
                  <a:lnTo>
                    <a:pt x="8" y="799"/>
                  </a:lnTo>
                  <a:lnTo>
                    <a:pt x="16" y="743"/>
                  </a:lnTo>
                  <a:lnTo>
                    <a:pt x="16" y="687"/>
                  </a:lnTo>
                  <a:lnTo>
                    <a:pt x="24" y="639"/>
                  </a:lnTo>
                  <a:lnTo>
                    <a:pt x="24" y="583"/>
                  </a:lnTo>
                  <a:lnTo>
                    <a:pt x="32" y="535"/>
                  </a:lnTo>
                  <a:lnTo>
                    <a:pt x="32" y="479"/>
                  </a:lnTo>
                  <a:lnTo>
                    <a:pt x="40" y="431"/>
                  </a:lnTo>
                  <a:lnTo>
                    <a:pt x="48" y="383"/>
                  </a:lnTo>
                  <a:lnTo>
                    <a:pt x="48" y="335"/>
                  </a:lnTo>
                  <a:lnTo>
                    <a:pt x="56" y="295"/>
                  </a:lnTo>
                  <a:lnTo>
                    <a:pt x="56" y="247"/>
                  </a:lnTo>
                  <a:lnTo>
                    <a:pt x="64" y="216"/>
                  </a:lnTo>
                  <a:lnTo>
                    <a:pt x="72" y="176"/>
                  </a:lnTo>
                  <a:lnTo>
                    <a:pt x="72" y="144"/>
                  </a:lnTo>
                  <a:lnTo>
                    <a:pt x="80" y="112"/>
                  </a:lnTo>
                  <a:lnTo>
                    <a:pt x="80" y="88"/>
                  </a:lnTo>
                  <a:lnTo>
                    <a:pt x="88" y="64"/>
                  </a:lnTo>
                  <a:lnTo>
                    <a:pt x="96" y="40"/>
                  </a:lnTo>
                  <a:lnTo>
                    <a:pt x="96" y="24"/>
                  </a:lnTo>
                  <a:lnTo>
                    <a:pt x="104" y="16"/>
                  </a:lnTo>
                  <a:lnTo>
                    <a:pt x="104" y="8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128" y="16"/>
                  </a:lnTo>
                  <a:lnTo>
                    <a:pt x="128" y="24"/>
                  </a:lnTo>
                  <a:lnTo>
                    <a:pt x="136" y="40"/>
                  </a:lnTo>
                  <a:lnTo>
                    <a:pt x="144" y="64"/>
                  </a:lnTo>
                  <a:lnTo>
                    <a:pt x="144" y="88"/>
                  </a:lnTo>
                  <a:lnTo>
                    <a:pt x="152" y="112"/>
                  </a:lnTo>
                  <a:lnTo>
                    <a:pt x="152" y="144"/>
                  </a:lnTo>
                  <a:lnTo>
                    <a:pt x="160" y="176"/>
                  </a:lnTo>
                  <a:lnTo>
                    <a:pt x="168" y="216"/>
                  </a:lnTo>
                  <a:lnTo>
                    <a:pt x="168" y="247"/>
                  </a:lnTo>
                  <a:lnTo>
                    <a:pt x="176" y="295"/>
                  </a:lnTo>
                  <a:lnTo>
                    <a:pt x="176" y="335"/>
                  </a:lnTo>
                  <a:lnTo>
                    <a:pt x="184" y="383"/>
                  </a:lnTo>
                  <a:lnTo>
                    <a:pt x="192" y="431"/>
                  </a:lnTo>
                  <a:lnTo>
                    <a:pt x="192" y="479"/>
                  </a:lnTo>
                  <a:lnTo>
                    <a:pt x="200" y="535"/>
                  </a:lnTo>
                  <a:lnTo>
                    <a:pt x="200" y="583"/>
                  </a:lnTo>
                  <a:lnTo>
                    <a:pt x="208" y="639"/>
                  </a:lnTo>
                  <a:lnTo>
                    <a:pt x="216" y="687"/>
                  </a:lnTo>
                  <a:lnTo>
                    <a:pt x="216" y="743"/>
                  </a:lnTo>
                  <a:lnTo>
                    <a:pt x="224" y="799"/>
                  </a:lnTo>
                  <a:lnTo>
                    <a:pt x="224" y="847"/>
                  </a:lnTo>
                  <a:lnTo>
                    <a:pt x="232" y="903"/>
                  </a:lnTo>
                  <a:lnTo>
                    <a:pt x="232" y="951"/>
                  </a:lnTo>
                  <a:lnTo>
                    <a:pt x="240" y="999"/>
                  </a:lnTo>
                  <a:lnTo>
                    <a:pt x="248" y="1047"/>
                  </a:lnTo>
                  <a:lnTo>
                    <a:pt x="248" y="1095"/>
                  </a:lnTo>
                  <a:lnTo>
                    <a:pt x="256" y="1135"/>
                  </a:lnTo>
                  <a:lnTo>
                    <a:pt x="256" y="1175"/>
                  </a:lnTo>
                  <a:lnTo>
                    <a:pt x="264" y="1215"/>
                  </a:lnTo>
                  <a:lnTo>
                    <a:pt x="272" y="1247"/>
                  </a:lnTo>
                  <a:lnTo>
                    <a:pt x="272" y="1279"/>
                  </a:lnTo>
                  <a:lnTo>
                    <a:pt x="280" y="1311"/>
                  </a:lnTo>
                  <a:lnTo>
                    <a:pt x="280" y="1335"/>
                  </a:lnTo>
                  <a:lnTo>
                    <a:pt x="288" y="1359"/>
                  </a:lnTo>
                  <a:lnTo>
                    <a:pt x="296" y="1374"/>
                  </a:lnTo>
                  <a:lnTo>
                    <a:pt x="296" y="1390"/>
                  </a:lnTo>
                  <a:lnTo>
                    <a:pt x="304" y="1398"/>
                  </a:lnTo>
                  <a:lnTo>
                    <a:pt x="304" y="1406"/>
                  </a:lnTo>
                  <a:lnTo>
                    <a:pt x="312" y="1414"/>
                  </a:lnTo>
                  <a:lnTo>
                    <a:pt x="320" y="1406"/>
                  </a:lnTo>
                  <a:lnTo>
                    <a:pt x="328" y="1398"/>
                  </a:lnTo>
                  <a:lnTo>
                    <a:pt x="328" y="1382"/>
                  </a:lnTo>
                  <a:lnTo>
                    <a:pt x="336" y="1367"/>
                  </a:lnTo>
                  <a:lnTo>
                    <a:pt x="344" y="1343"/>
                  </a:lnTo>
                  <a:lnTo>
                    <a:pt x="344" y="1319"/>
                  </a:lnTo>
                  <a:lnTo>
                    <a:pt x="352" y="1295"/>
                  </a:lnTo>
                  <a:lnTo>
                    <a:pt x="352" y="1263"/>
                  </a:lnTo>
                  <a:lnTo>
                    <a:pt x="360" y="1223"/>
                  </a:lnTo>
                  <a:lnTo>
                    <a:pt x="368" y="1191"/>
                  </a:lnTo>
                  <a:lnTo>
                    <a:pt x="368" y="1151"/>
                  </a:lnTo>
                  <a:lnTo>
                    <a:pt x="376" y="1103"/>
                  </a:lnTo>
                  <a:lnTo>
                    <a:pt x="376" y="1063"/>
                  </a:lnTo>
                  <a:lnTo>
                    <a:pt x="384" y="1015"/>
                  </a:lnTo>
                  <a:lnTo>
                    <a:pt x="392" y="967"/>
                  </a:lnTo>
                  <a:lnTo>
                    <a:pt x="392" y="919"/>
                  </a:lnTo>
                  <a:lnTo>
                    <a:pt x="400" y="863"/>
                  </a:lnTo>
                  <a:lnTo>
                    <a:pt x="400" y="815"/>
                  </a:lnTo>
                  <a:lnTo>
                    <a:pt x="408" y="759"/>
                  </a:lnTo>
                  <a:lnTo>
                    <a:pt x="416" y="711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25619" name="Group 19"/>
          <p:cNvGrpSpPr>
            <a:grpSpLocks/>
          </p:cNvGrpSpPr>
          <p:nvPr/>
        </p:nvGrpSpPr>
        <p:grpSpPr bwMode="auto">
          <a:xfrm>
            <a:off x="7389814" y="801688"/>
            <a:ext cx="2306637" cy="539750"/>
            <a:chOff x="612" y="1344"/>
            <a:chExt cx="4764" cy="1428"/>
          </a:xfrm>
        </p:grpSpPr>
        <p:sp>
          <p:nvSpPr>
            <p:cNvPr id="25620" name="Freeform 20"/>
            <p:cNvSpPr>
              <a:spLocks/>
            </p:cNvSpPr>
            <p:nvPr/>
          </p:nvSpPr>
          <p:spPr bwMode="auto">
            <a:xfrm>
              <a:off x="612" y="1344"/>
              <a:ext cx="704" cy="695"/>
            </a:xfrm>
            <a:custGeom>
              <a:avLst/>
              <a:gdLst/>
              <a:ahLst/>
              <a:cxnLst>
                <a:cxn ang="0">
                  <a:pos x="8" y="671"/>
                </a:cxn>
                <a:cxn ang="0">
                  <a:pos x="24" y="631"/>
                </a:cxn>
                <a:cxn ang="0">
                  <a:pos x="40" y="591"/>
                </a:cxn>
                <a:cxn ang="0">
                  <a:pos x="56" y="551"/>
                </a:cxn>
                <a:cxn ang="0">
                  <a:pos x="64" y="511"/>
                </a:cxn>
                <a:cxn ang="0">
                  <a:pos x="80" y="471"/>
                </a:cxn>
                <a:cxn ang="0">
                  <a:pos x="96" y="439"/>
                </a:cxn>
                <a:cxn ang="0">
                  <a:pos x="112" y="399"/>
                </a:cxn>
                <a:cxn ang="0">
                  <a:pos x="128" y="367"/>
                </a:cxn>
                <a:cxn ang="0">
                  <a:pos x="136" y="327"/>
                </a:cxn>
                <a:cxn ang="0">
                  <a:pos x="152" y="295"/>
                </a:cxn>
                <a:cxn ang="0">
                  <a:pos x="168" y="263"/>
                </a:cxn>
                <a:cxn ang="0">
                  <a:pos x="184" y="231"/>
                </a:cxn>
                <a:cxn ang="0">
                  <a:pos x="192" y="208"/>
                </a:cxn>
                <a:cxn ang="0">
                  <a:pos x="208" y="176"/>
                </a:cxn>
                <a:cxn ang="0">
                  <a:pos x="224" y="152"/>
                </a:cxn>
                <a:cxn ang="0">
                  <a:pos x="240" y="128"/>
                </a:cxn>
                <a:cxn ang="0">
                  <a:pos x="256" y="104"/>
                </a:cxn>
                <a:cxn ang="0">
                  <a:pos x="272" y="80"/>
                </a:cxn>
                <a:cxn ang="0">
                  <a:pos x="288" y="56"/>
                </a:cxn>
                <a:cxn ang="0">
                  <a:pos x="312" y="40"/>
                </a:cxn>
                <a:cxn ang="0">
                  <a:pos x="336" y="16"/>
                </a:cxn>
                <a:cxn ang="0">
                  <a:pos x="360" y="8"/>
                </a:cxn>
                <a:cxn ang="0">
                  <a:pos x="384" y="0"/>
                </a:cxn>
                <a:cxn ang="0">
                  <a:pos x="408" y="8"/>
                </a:cxn>
                <a:cxn ang="0">
                  <a:pos x="432" y="16"/>
                </a:cxn>
                <a:cxn ang="0">
                  <a:pos x="456" y="24"/>
                </a:cxn>
                <a:cxn ang="0">
                  <a:pos x="480" y="48"/>
                </a:cxn>
                <a:cxn ang="0">
                  <a:pos x="504" y="72"/>
                </a:cxn>
                <a:cxn ang="0">
                  <a:pos x="528" y="96"/>
                </a:cxn>
                <a:cxn ang="0">
                  <a:pos x="536" y="120"/>
                </a:cxn>
                <a:cxn ang="0">
                  <a:pos x="552" y="144"/>
                </a:cxn>
                <a:cxn ang="0">
                  <a:pos x="568" y="168"/>
                </a:cxn>
                <a:cxn ang="0">
                  <a:pos x="584" y="192"/>
                </a:cxn>
                <a:cxn ang="0">
                  <a:pos x="592" y="216"/>
                </a:cxn>
                <a:cxn ang="0">
                  <a:pos x="608" y="247"/>
                </a:cxn>
                <a:cxn ang="0">
                  <a:pos x="624" y="279"/>
                </a:cxn>
                <a:cxn ang="0">
                  <a:pos x="640" y="311"/>
                </a:cxn>
                <a:cxn ang="0">
                  <a:pos x="656" y="343"/>
                </a:cxn>
                <a:cxn ang="0">
                  <a:pos x="664" y="383"/>
                </a:cxn>
                <a:cxn ang="0">
                  <a:pos x="680" y="415"/>
                </a:cxn>
                <a:cxn ang="0">
                  <a:pos x="696" y="455"/>
                </a:cxn>
              </a:cxnLst>
              <a:rect l="0" t="0" r="r" b="b"/>
              <a:pathLst>
                <a:path w="704" h="695">
                  <a:moveTo>
                    <a:pt x="0" y="695"/>
                  </a:moveTo>
                  <a:lnTo>
                    <a:pt x="8" y="679"/>
                  </a:lnTo>
                  <a:lnTo>
                    <a:pt x="8" y="671"/>
                  </a:lnTo>
                  <a:lnTo>
                    <a:pt x="16" y="655"/>
                  </a:lnTo>
                  <a:lnTo>
                    <a:pt x="16" y="639"/>
                  </a:lnTo>
                  <a:lnTo>
                    <a:pt x="24" y="631"/>
                  </a:lnTo>
                  <a:lnTo>
                    <a:pt x="32" y="615"/>
                  </a:lnTo>
                  <a:lnTo>
                    <a:pt x="32" y="599"/>
                  </a:lnTo>
                  <a:lnTo>
                    <a:pt x="40" y="591"/>
                  </a:lnTo>
                  <a:lnTo>
                    <a:pt x="40" y="575"/>
                  </a:lnTo>
                  <a:lnTo>
                    <a:pt x="48" y="559"/>
                  </a:lnTo>
                  <a:lnTo>
                    <a:pt x="56" y="551"/>
                  </a:lnTo>
                  <a:lnTo>
                    <a:pt x="56" y="535"/>
                  </a:lnTo>
                  <a:lnTo>
                    <a:pt x="64" y="527"/>
                  </a:lnTo>
                  <a:lnTo>
                    <a:pt x="64" y="511"/>
                  </a:lnTo>
                  <a:lnTo>
                    <a:pt x="72" y="495"/>
                  </a:lnTo>
                  <a:lnTo>
                    <a:pt x="80" y="487"/>
                  </a:lnTo>
                  <a:lnTo>
                    <a:pt x="80" y="471"/>
                  </a:lnTo>
                  <a:lnTo>
                    <a:pt x="88" y="463"/>
                  </a:lnTo>
                  <a:lnTo>
                    <a:pt x="88" y="447"/>
                  </a:lnTo>
                  <a:lnTo>
                    <a:pt x="96" y="439"/>
                  </a:lnTo>
                  <a:lnTo>
                    <a:pt x="104" y="423"/>
                  </a:lnTo>
                  <a:lnTo>
                    <a:pt x="104" y="407"/>
                  </a:lnTo>
                  <a:lnTo>
                    <a:pt x="112" y="399"/>
                  </a:lnTo>
                  <a:lnTo>
                    <a:pt x="112" y="383"/>
                  </a:lnTo>
                  <a:lnTo>
                    <a:pt x="120" y="375"/>
                  </a:lnTo>
                  <a:lnTo>
                    <a:pt x="128" y="367"/>
                  </a:lnTo>
                  <a:lnTo>
                    <a:pt x="128" y="351"/>
                  </a:lnTo>
                  <a:lnTo>
                    <a:pt x="136" y="343"/>
                  </a:lnTo>
                  <a:lnTo>
                    <a:pt x="136" y="327"/>
                  </a:lnTo>
                  <a:lnTo>
                    <a:pt x="144" y="319"/>
                  </a:lnTo>
                  <a:lnTo>
                    <a:pt x="152" y="311"/>
                  </a:lnTo>
                  <a:lnTo>
                    <a:pt x="152" y="295"/>
                  </a:lnTo>
                  <a:lnTo>
                    <a:pt x="160" y="287"/>
                  </a:lnTo>
                  <a:lnTo>
                    <a:pt x="160" y="271"/>
                  </a:lnTo>
                  <a:lnTo>
                    <a:pt x="168" y="263"/>
                  </a:lnTo>
                  <a:lnTo>
                    <a:pt x="176" y="255"/>
                  </a:lnTo>
                  <a:lnTo>
                    <a:pt x="176" y="247"/>
                  </a:lnTo>
                  <a:lnTo>
                    <a:pt x="184" y="231"/>
                  </a:lnTo>
                  <a:lnTo>
                    <a:pt x="184" y="223"/>
                  </a:lnTo>
                  <a:lnTo>
                    <a:pt x="192" y="216"/>
                  </a:lnTo>
                  <a:lnTo>
                    <a:pt x="192" y="208"/>
                  </a:lnTo>
                  <a:lnTo>
                    <a:pt x="200" y="200"/>
                  </a:lnTo>
                  <a:lnTo>
                    <a:pt x="208" y="192"/>
                  </a:lnTo>
                  <a:lnTo>
                    <a:pt x="208" y="176"/>
                  </a:lnTo>
                  <a:lnTo>
                    <a:pt x="216" y="168"/>
                  </a:lnTo>
                  <a:lnTo>
                    <a:pt x="216" y="160"/>
                  </a:lnTo>
                  <a:lnTo>
                    <a:pt x="224" y="152"/>
                  </a:lnTo>
                  <a:lnTo>
                    <a:pt x="232" y="144"/>
                  </a:lnTo>
                  <a:lnTo>
                    <a:pt x="232" y="136"/>
                  </a:lnTo>
                  <a:lnTo>
                    <a:pt x="240" y="128"/>
                  </a:lnTo>
                  <a:lnTo>
                    <a:pt x="240" y="120"/>
                  </a:lnTo>
                  <a:lnTo>
                    <a:pt x="248" y="112"/>
                  </a:lnTo>
                  <a:lnTo>
                    <a:pt x="256" y="104"/>
                  </a:lnTo>
                  <a:lnTo>
                    <a:pt x="264" y="96"/>
                  </a:lnTo>
                  <a:lnTo>
                    <a:pt x="264" y="88"/>
                  </a:lnTo>
                  <a:lnTo>
                    <a:pt x="272" y="80"/>
                  </a:lnTo>
                  <a:lnTo>
                    <a:pt x="280" y="72"/>
                  </a:lnTo>
                  <a:lnTo>
                    <a:pt x="296" y="56"/>
                  </a:lnTo>
                  <a:lnTo>
                    <a:pt x="288" y="56"/>
                  </a:lnTo>
                  <a:lnTo>
                    <a:pt x="296" y="56"/>
                  </a:lnTo>
                  <a:lnTo>
                    <a:pt x="304" y="48"/>
                  </a:lnTo>
                  <a:lnTo>
                    <a:pt x="312" y="40"/>
                  </a:lnTo>
                  <a:lnTo>
                    <a:pt x="320" y="32"/>
                  </a:lnTo>
                  <a:lnTo>
                    <a:pt x="328" y="24"/>
                  </a:lnTo>
                  <a:lnTo>
                    <a:pt x="336" y="16"/>
                  </a:lnTo>
                  <a:lnTo>
                    <a:pt x="344" y="16"/>
                  </a:lnTo>
                  <a:lnTo>
                    <a:pt x="352" y="8"/>
                  </a:lnTo>
                  <a:lnTo>
                    <a:pt x="360" y="8"/>
                  </a:lnTo>
                  <a:lnTo>
                    <a:pt x="368" y="8"/>
                  </a:lnTo>
                  <a:lnTo>
                    <a:pt x="376" y="8"/>
                  </a:lnTo>
                  <a:lnTo>
                    <a:pt x="384" y="0"/>
                  </a:lnTo>
                  <a:lnTo>
                    <a:pt x="392" y="0"/>
                  </a:lnTo>
                  <a:lnTo>
                    <a:pt x="400" y="0"/>
                  </a:lnTo>
                  <a:lnTo>
                    <a:pt x="408" y="8"/>
                  </a:lnTo>
                  <a:lnTo>
                    <a:pt x="416" y="8"/>
                  </a:lnTo>
                  <a:lnTo>
                    <a:pt x="424" y="8"/>
                  </a:lnTo>
                  <a:lnTo>
                    <a:pt x="432" y="16"/>
                  </a:lnTo>
                  <a:lnTo>
                    <a:pt x="440" y="16"/>
                  </a:lnTo>
                  <a:lnTo>
                    <a:pt x="448" y="16"/>
                  </a:lnTo>
                  <a:lnTo>
                    <a:pt x="456" y="24"/>
                  </a:lnTo>
                  <a:lnTo>
                    <a:pt x="464" y="32"/>
                  </a:lnTo>
                  <a:lnTo>
                    <a:pt x="472" y="40"/>
                  </a:lnTo>
                  <a:lnTo>
                    <a:pt x="480" y="48"/>
                  </a:lnTo>
                  <a:lnTo>
                    <a:pt x="488" y="56"/>
                  </a:lnTo>
                  <a:lnTo>
                    <a:pt x="496" y="64"/>
                  </a:lnTo>
                  <a:lnTo>
                    <a:pt x="504" y="72"/>
                  </a:lnTo>
                  <a:lnTo>
                    <a:pt x="512" y="80"/>
                  </a:lnTo>
                  <a:lnTo>
                    <a:pt x="520" y="88"/>
                  </a:lnTo>
                  <a:lnTo>
                    <a:pt x="528" y="96"/>
                  </a:lnTo>
                  <a:lnTo>
                    <a:pt x="528" y="104"/>
                  </a:lnTo>
                  <a:lnTo>
                    <a:pt x="536" y="112"/>
                  </a:lnTo>
                  <a:lnTo>
                    <a:pt x="536" y="120"/>
                  </a:lnTo>
                  <a:lnTo>
                    <a:pt x="544" y="128"/>
                  </a:lnTo>
                  <a:lnTo>
                    <a:pt x="552" y="136"/>
                  </a:lnTo>
                  <a:lnTo>
                    <a:pt x="552" y="144"/>
                  </a:lnTo>
                  <a:lnTo>
                    <a:pt x="560" y="152"/>
                  </a:lnTo>
                  <a:lnTo>
                    <a:pt x="560" y="160"/>
                  </a:lnTo>
                  <a:lnTo>
                    <a:pt x="568" y="168"/>
                  </a:lnTo>
                  <a:lnTo>
                    <a:pt x="568" y="176"/>
                  </a:lnTo>
                  <a:lnTo>
                    <a:pt x="576" y="184"/>
                  </a:lnTo>
                  <a:lnTo>
                    <a:pt x="584" y="192"/>
                  </a:lnTo>
                  <a:lnTo>
                    <a:pt x="584" y="200"/>
                  </a:lnTo>
                  <a:lnTo>
                    <a:pt x="592" y="208"/>
                  </a:lnTo>
                  <a:lnTo>
                    <a:pt x="592" y="216"/>
                  </a:lnTo>
                  <a:lnTo>
                    <a:pt x="600" y="231"/>
                  </a:lnTo>
                  <a:lnTo>
                    <a:pt x="608" y="239"/>
                  </a:lnTo>
                  <a:lnTo>
                    <a:pt x="608" y="247"/>
                  </a:lnTo>
                  <a:lnTo>
                    <a:pt x="616" y="255"/>
                  </a:lnTo>
                  <a:lnTo>
                    <a:pt x="616" y="271"/>
                  </a:lnTo>
                  <a:lnTo>
                    <a:pt x="624" y="279"/>
                  </a:lnTo>
                  <a:lnTo>
                    <a:pt x="632" y="287"/>
                  </a:lnTo>
                  <a:lnTo>
                    <a:pt x="632" y="303"/>
                  </a:lnTo>
                  <a:lnTo>
                    <a:pt x="640" y="311"/>
                  </a:lnTo>
                  <a:lnTo>
                    <a:pt x="640" y="319"/>
                  </a:lnTo>
                  <a:lnTo>
                    <a:pt x="648" y="335"/>
                  </a:lnTo>
                  <a:lnTo>
                    <a:pt x="656" y="343"/>
                  </a:lnTo>
                  <a:lnTo>
                    <a:pt x="656" y="359"/>
                  </a:lnTo>
                  <a:lnTo>
                    <a:pt x="664" y="367"/>
                  </a:lnTo>
                  <a:lnTo>
                    <a:pt x="664" y="383"/>
                  </a:lnTo>
                  <a:lnTo>
                    <a:pt x="672" y="391"/>
                  </a:lnTo>
                  <a:lnTo>
                    <a:pt x="680" y="399"/>
                  </a:lnTo>
                  <a:lnTo>
                    <a:pt x="680" y="415"/>
                  </a:lnTo>
                  <a:lnTo>
                    <a:pt x="688" y="431"/>
                  </a:lnTo>
                  <a:lnTo>
                    <a:pt x="688" y="439"/>
                  </a:lnTo>
                  <a:lnTo>
                    <a:pt x="696" y="455"/>
                  </a:lnTo>
                  <a:lnTo>
                    <a:pt x="704" y="463"/>
                  </a:lnTo>
                  <a:lnTo>
                    <a:pt x="704" y="479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21" name="Freeform 21"/>
            <p:cNvSpPr>
              <a:spLocks/>
            </p:cNvSpPr>
            <p:nvPr/>
          </p:nvSpPr>
          <p:spPr bwMode="auto">
            <a:xfrm>
              <a:off x="1316" y="1837"/>
              <a:ext cx="705" cy="935"/>
            </a:xfrm>
            <a:custGeom>
              <a:avLst/>
              <a:gdLst/>
              <a:ahLst/>
              <a:cxnLst>
                <a:cxn ang="0">
                  <a:pos x="8" y="24"/>
                </a:cxn>
                <a:cxn ang="0">
                  <a:pos x="24" y="64"/>
                </a:cxn>
                <a:cxn ang="0">
                  <a:pos x="41" y="104"/>
                </a:cxn>
                <a:cxn ang="0">
                  <a:pos x="57" y="136"/>
                </a:cxn>
                <a:cxn ang="0">
                  <a:pos x="65" y="176"/>
                </a:cxn>
                <a:cxn ang="0">
                  <a:pos x="81" y="216"/>
                </a:cxn>
                <a:cxn ang="0">
                  <a:pos x="97" y="256"/>
                </a:cxn>
                <a:cxn ang="0">
                  <a:pos x="113" y="296"/>
                </a:cxn>
                <a:cxn ang="0">
                  <a:pos x="129" y="336"/>
                </a:cxn>
                <a:cxn ang="0">
                  <a:pos x="137" y="376"/>
                </a:cxn>
                <a:cxn ang="0">
                  <a:pos x="153" y="416"/>
                </a:cxn>
                <a:cxn ang="0">
                  <a:pos x="169" y="456"/>
                </a:cxn>
                <a:cxn ang="0">
                  <a:pos x="185" y="488"/>
                </a:cxn>
                <a:cxn ang="0">
                  <a:pos x="201" y="528"/>
                </a:cxn>
                <a:cxn ang="0">
                  <a:pos x="209" y="560"/>
                </a:cxn>
                <a:cxn ang="0">
                  <a:pos x="225" y="600"/>
                </a:cxn>
                <a:cxn ang="0">
                  <a:pos x="241" y="632"/>
                </a:cxn>
                <a:cxn ang="0">
                  <a:pos x="257" y="664"/>
                </a:cxn>
                <a:cxn ang="0">
                  <a:pos x="265" y="696"/>
                </a:cxn>
                <a:cxn ang="0">
                  <a:pos x="281" y="720"/>
                </a:cxn>
                <a:cxn ang="0">
                  <a:pos x="297" y="752"/>
                </a:cxn>
                <a:cxn ang="0">
                  <a:pos x="313" y="776"/>
                </a:cxn>
                <a:cxn ang="0">
                  <a:pos x="329" y="800"/>
                </a:cxn>
                <a:cxn ang="0">
                  <a:pos x="337" y="824"/>
                </a:cxn>
                <a:cxn ang="0">
                  <a:pos x="361" y="848"/>
                </a:cxn>
                <a:cxn ang="0">
                  <a:pos x="377" y="872"/>
                </a:cxn>
                <a:cxn ang="0">
                  <a:pos x="401" y="895"/>
                </a:cxn>
                <a:cxn ang="0">
                  <a:pos x="425" y="911"/>
                </a:cxn>
                <a:cxn ang="0">
                  <a:pos x="449" y="927"/>
                </a:cxn>
                <a:cxn ang="0">
                  <a:pos x="473" y="935"/>
                </a:cxn>
                <a:cxn ang="0">
                  <a:pos x="497" y="927"/>
                </a:cxn>
                <a:cxn ang="0">
                  <a:pos x="521" y="927"/>
                </a:cxn>
                <a:cxn ang="0">
                  <a:pos x="545" y="911"/>
                </a:cxn>
                <a:cxn ang="0">
                  <a:pos x="569" y="895"/>
                </a:cxn>
                <a:cxn ang="0">
                  <a:pos x="593" y="864"/>
                </a:cxn>
                <a:cxn ang="0">
                  <a:pos x="609" y="840"/>
                </a:cxn>
                <a:cxn ang="0">
                  <a:pos x="625" y="824"/>
                </a:cxn>
                <a:cxn ang="0">
                  <a:pos x="641" y="800"/>
                </a:cxn>
                <a:cxn ang="0">
                  <a:pos x="657" y="776"/>
                </a:cxn>
                <a:cxn ang="0">
                  <a:pos x="665" y="752"/>
                </a:cxn>
                <a:cxn ang="0">
                  <a:pos x="681" y="720"/>
                </a:cxn>
                <a:cxn ang="0">
                  <a:pos x="697" y="696"/>
                </a:cxn>
              </a:cxnLst>
              <a:rect l="0" t="0" r="r" b="b"/>
              <a:pathLst>
                <a:path w="705" h="935">
                  <a:moveTo>
                    <a:pt x="0" y="0"/>
                  </a:moveTo>
                  <a:lnTo>
                    <a:pt x="8" y="8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24" y="48"/>
                  </a:lnTo>
                  <a:lnTo>
                    <a:pt x="24" y="64"/>
                  </a:lnTo>
                  <a:lnTo>
                    <a:pt x="33" y="72"/>
                  </a:lnTo>
                  <a:lnTo>
                    <a:pt x="33" y="88"/>
                  </a:lnTo>
                  <a:lnTo>
                    <a:pt x="41" y="104"/>
                  </a:lnTo>
                  <a:lnTo>
                    <a:pt x="49" y="112"/>
                  </a:lnTo>
                  <a:lnTo>
                    <a:pt x="49" y="128"/>
                  </a:lnTo>
                  <a:lnTo>
                    <a:pt x="57" y="136"/>
                  </a:lnTo>
                  <a:lnTo>
                    <a:pt x="57" y="152"/>
                  </a:lnTo>
                  <a:lnTo>
                    <a:pt x="65" y="168"/>
                  </a:lnTo>
                  <a:lnTo>
                    <a:pt x="65" y="176"/>
                  </a:lnTo>
                  <a:lnTo>
                    <a:pt x="73" y="192"/>
                  </a:lnTo>
                  <a:lnTo>
                    <a:pt x="81" y="208"/>
                  </a:lnTo>
                  <a:lnTo>
                    <a:pt x="81" y="216"/>
                  </a:lnTo>
                  <a:lnTo>
                    <a:pt x="89" y="232"/>
                  </a:lnTo>
                  <a:lnTo>
                    <a:pt x="89" y="248"/>
                  </a:lnTo>
                  <a:lnTo>
                    <a:pt x="97" y="256"/>
                  </a:lnTo>
                  <a:lnTo>
                    <a:pt x="105" y="272"/>
                  </a:lnTo>
                  <a:lnTo>
                    <a:pt x="105" y="288"/>
                  </a:lnTo>
                  <a:lnTo>
                    <a:pt x="113" y="296"/>
                  </a:lnTo>
                  <a:lnTo>
                    <a:pt x="113" y="312"/>
                  </a:lnTo>
                  <a:lnTo>
                    <a:pt x="121" y="328"/>
                  </a:lnTo>
                  <a:lnTo>
                    <a:pt x="129" y="336"/>
                  </a:lnTo>
                  <a:lnTo>
                    <a:pt x="129" y="352"/>
                  </a:lnTo>
                  <a:lnTo>
                    <a:pt x="137" y="368"/>
                  </a:lnTo>
                  <a:lnTo>
                    <a:pt x="137" y="376"/>
                  </a:lnTo>
                  <a:lnTo>
                    <a:pt x="145" y="392"/>
                  </a:lnTo>
                  <a:lnTo>
                    <a:pt x="153" y="400"/>
                  </a:lnTo>
                  <a:lnTo>
                    <a:pt x="153" y="416"/>
                  </a:lnTo>
                  <a:lnTo>
                    <a:pt x="161" y="432"/>
                  </a:lnTo>
                  <a:lnTo>
                    <a:pt x="161" y="440"/>
                  </a:lnTo>
                  <a:lnTo>
                    <a:pt x="169" y="456"/>
                  </a:lnTo>
                  <a:lnTo>
                    <a:pt x="177" y="464"/>
                  </a:lnTo>
                  <a:lnTo>
                    <a:pt x="177" y="480"/>
                  </a:lnTo>
                  <a:lnTo>
                    <a:pt x="185" y="488"/>
                  </a:lnTo>
                  <a:lnTo>
                    <a:pt x="185" y="504"/>
                  </a:lnTo>
                  <a:lnTo>
                    <a:pt x="193" y="520"/>
                  </a:lnTo>
                  <a:lnTo>
                    <a:pt x="201" y="528"/>
                  </a:lnTo>
                  <a:lnTo>
                    <a:pt x="201" y="544"/>
                  </a:lnTo>
                  <a:lnTo>
                    <a:pt x="209" y="552"/>
                  </a:lnTo>
                  <a:lnTo>
                    <a:pt x="209" y="560"/>
                  </a:lnTo>
                  <a:lnTo>
                    <a:pt x="217" y="576"/>
                  </a:lnTo>
                  <a:lnTo>
                    <a:pt x="225" y="584"/>
                  </a:lnTo>
                  <a:lnTo>
                    <a:pt x="225" y="600"/>
                  </a:lnTo>
                  <a:lnTo>
                    <a:pt x="233" y="608"/>
                  </a:lnTo>
                  <a:lnTo>
                    <a:pt x="233" y="624"/>
                  </a:lnTo>
                  <a:lnTo>
                    <a:pt x="241" y="632"/>
                  </a:lnTo>
                  <a:lnTo>
                    <a:pt x="249" y="640"/>
                  </a:lnTo>
                  <a:lnTo>
                    <a:pt x="249" y="656"/>
                  </a:lnTo>
                  <a:lnTo>
                    <a:pt x="257" y="664"/>
                  </a:lnTo>
                  <a:lnTo>
                    <a:pt x="257" y="672"/>
                  </a:lnTo>
                  <a:lnTo>
                    <a:pt x="265" y="688"/>
                  </a:lnTo>
                  <a:lnTo>
                    <a:pt x="265" y="696"/>
                  </a:lnTo>
                  <a:lnTo>
                    <a:pt x="273" y="704"/>
                  </a:lnTo>
                  <a:lnTo>
                    <a:pt x="281" y="712"/>
                  </a:lnTo>
                  <a:lnTo>
                    <a:pt x="281" y="720"/>
                  </a:lnTo>
                  <a:lnTo>
                    <a:pt x="289" y="736"/>
                  </a:lnTo>
                  <a:lnTo>
                    <a:pt x="289" y="744"/>
                  </a:lnTo>
                  <a:lnTo>
                    <a:pt x="297" y="752"/>
                  </a:lnTo>
                  <a:lnTo>
                    <a:pt x="305" y="760"/>
                  </a:lnTo>
                  <a:lnTo>
                    <a:pt x="305" y="768"/>
                  </a:lnTo>
                  <a:lnTo>
                    <a:pt x="313" y="776"/>
                  </a:lnTo>
                  <a:lnTo>
                    <a:pt x="313" y="784"/>
                  </a:lnTo>
                  <a:lnTo>
                    <a:pt x="321" y="792"/>
                  </a:lnTo>
                  <a:lnTo>
                    <a:pt x="329" y="800"/>
                  </a:lnTo>
                  <a:lnTo>
                    <a:pt x="329" y="808"/>
                  </a:lnTo>
                  <a:lnTo>
                    <a:pt x="337" y="816"/>
                  </a:lnTo>
                  <a:lnTo>
                    <a:pt x="337" y="824"/>
                  </a:lnTo>
                  <a:lnTo>
                    <a:pt x="345" y="832"/>
                  </a:lnTo>
                  <a:lnTo>
                    <a:pt x="353" y="840"/>
                  </a:lnTo>
                  <a:lnTo>
                    <a:pt x="361" y="848"/>
                  </a:lnTo>
                  <a:lnTo>
                    <a:pt x="361" y="856"/>
                  </a:lnTo>
                  <a:lnTo>
                    <a:pt x="369" y="864"/>
                  </a:lnTo>
                  <a:lnTo>
                    <a:pt x="377" y="872"/>
                  </a:lnTo>
                  <a:lnTo>
                    <a:pt x="385" y="880"/>
                  </a:lnTo>
                  <a:lnTo>
                    <a:pt x="393" y="888"/>
                  </a:lnTo>
                  <a:lnTo>
                    <a:pt x="401" y="895"/>
                  </a:lnTo>
                  <a:lnTo>
                    <a:pt x="409" y="903"/>
                  </a:lnTo>
                  <a:lnTo>
                    <a:pt x="417" y="911"/>
                  </a:lnTo>
                  <a:lnTo>
                    <a:pt x="425" y="911"/>
                  </a:lnTo>
                  <a:lnTo>
                    <a:pt x="433" y="919"/>
                  </a:lnTo>
                  <a:lnTo>
                    <a:pt x="441" y="927"/>
                  </a:lnTo>
                  <a:lnTo>
                    <a:pt x="449" y="927"/>
                  </a:lnTo>
                  <a:lnTo>
                    <a:pt x="457" y="927"/>
                  </a:lnTo>
                  <a:lnTo>
                    <a:pt x="465" y="927"/>
                  </a:lnTo>
                  <a:lnTo>
                    <a:pt x="473" y="935"/>
                  </a:lnTo>
                  <a:lnTo>
                    <a:pt x="481" y="935"/>
                  </a:lnTo>
                  <a:lnTo>
                    <a:pt x="489" y="935"/>
                  </a:lnTo>
                  <a:lnTo>
                    <a:pt x="497" y="927"/>
                  </a:lnTo>
                  <a:lnTo>
                    <a:pt x="505" y="927"/>
                  </a:lnTo>
                  <a:lnTo>
                    <a:pt x="513" y="927"/>
                  </a:lnTo>
                  <a:lnTo>
                    <a:pt x="521" y="927"/>
                  </a:lnTo>
                  <a:lnTo>
                    <a:pt x="529" y="919"/>
                  </a:lnTo>
                  <a:lnTo>
                    <a:pt x="537" y="911"/>
                  </a:lnTo>
                  <a:lnTo>
                    <a:pt x="545" y="911"/>
                  </a:lnTo>
                  <a:lnTo>
                    <a:pt x="553" y="903"/>
                  </a:lnTo>
                  <a:lnTo>
                    <a:pt x="561" y="895"/>
                  </a:lnTo>
                  <a:lnTo>
                    <a:pt x="569" y="895"/>
                  </a:lnTo>
                  <a:lnTo>
                    <a:pt x="585" y="880"/>
                  </a:lnTo>
                  <a:lnTo>
                    <a:pt x="585" y="872"/>
                  </a:lnTo>
                  <a:lnTo>
                    <a:pt x="593" y="864"/>
                  </a:lnTo>
                  <a:lnTo>
                    <a:pt x="601" y="856"/>
                  </a:lnTo>
                  <a:lnTo>
                    <a:pt x="617" y="840"/>
                  </a:lnTo>
                  <a:lnTo>
                    <a:pt x="609" y="840"/>
                  </a:lnTo>
                  <a:lnTo>
                    <a:pt x="617" y="840"/>
                  </a:lnTo>
                  <a:lnTo>
                    <a:pt x="625" y="832"/>
                  </a:lnTo>
                  <a:lnTo>
                    <a:pt x="625" y="824"/>
                  </a:lnTo>
                  <a:lnTo>
                    <a:pt x="633" y="816"/>
                  </a:lnTo>
                  <a:lnTo>
                    <a:pt x="633" y="808"/>
                  </a:lnTo>
                  <a:lnTo>
                    <a:pt x="641" y="800"/>
                  </a:lnTo>
                  <a:lnTo>
                    <a:pt x="641" y="792"/>
                  </a:lnTo>
                  <a:lnTo>
                    <a:pt x="649" y="784"/>
                  </a:lnTo>
                  <a:lnTo>
                    <a:pt x="657" y="776"/>
                  </a:lnTo>
                  <a:lnTo>
                    <a:pt x="657" y="768"/>
                  </a:lnTo>
                  <a:lnTo>
                    <a:pt x="665" y="760"/>
                  </a:lnTo>
                  <a:lnTo>
                    <a:pt x="665" y="752"/>
                  </a:lnTo>
                  <a:lnTo>
                    <a:pt x="673" y="744"/>
                  </a:lnTo>
                  <a:lnTo>
                    <a:pt x="681" y="736"/>
                  </a:lnTo>
                  <a:lnTo>
                    <a:pt x="681" y="720"/>
                  </a:lnTo>
                  <a:lnTo>
                    <a:pt x="689" y="712"/>
                  </a:lnTo>
                  <a:lnTo>
                    <a:pt x="689" y="704"/>
                  </a:lnTo>
                  <a:lnTo>
                    <a:pt x="697" y="696"/>
                  </a:lnTo>
                  <a:lnTo>
                    <a:pt x="705" y="688"/>
                  </a:lnTo>
                  <a:lnTo>
                    <a:pt x="705" y="672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22" name="Freeform 22"/>
            <p:cNvSpPr>
              <a:spLocks/>
            </p:cNvSpPr>
            <p:nvPr/>
          </p:nvSpPr>
          <p:spPr bwMode="auto">
            <a:xfrm>
              <a:off x="2021" y="1358"/>
              <a:ext cx="713" cy="1151"/>
            </a:xfrm>
            <a:custGeom>
              <a:avLst/>
              <a:gdLst/>
              <a:ahLst/>
              <a:cxnLst>
                <a:cxn ang="0">
                  <a:pos x="8" y="1135"/>
                </a:cxn>
                <a:cxn ang="0">
                  <a:pos x="24" y="1103"/>
                </a:cxn>
                <a:cxn ang="0">
                  <a:pos x="40" y="1063"/>
                </a:cxn>
                <a:cxn ang="0">
                  <a:pos x="56" y="1031"/>
                </a:cxn>
                <a:cxn ang="0">
                  <a:pos x="72" y="999"/>
                </a:cxn>
                <a:cxn ang="0">
                  <a:pos x="80" y="959"/>
                </a:cxn>
                <a:cxn ang="0">
                  <a:pos x="96" y="919"/>
                </a:cxn>
                <a:cxn ang="0">
                  <a:pos x="112" y="879"/>
                </a:cxn>
                <a:cxn ang="0">
                  <a:pos x="128" y="847"/>
                </a:cxn>
                <a:cxn ang="0">
                  <a:pos x="136" y="807"/>
                </a:cxn>
                <a:cxn ang="0">
                  <a:pos x="152" y="767"/>
                </a:cxn>
                <a:cxn ang="0">
                  <a:pos x="168" y="727"/>
                </a:cxn>
                <a:cxn ang="0">
                  <a:pos x="184" y="687"/>
                </a:cxn>
                <a:cxn ang="0">
                  <a:pos x="200" y="647"/>
                </a:cxn>
                <a:cxn ang="0">
                  <a:pos x="208" y="607"/>
                </a:cxn>
                <a:cxn ang="0">
                  <a:pos x="224" y="567"/>
                </a:cxn>
                <a:cxn ang="0">
                  <a:pos x="240" y="527"/>
                </a:cxn>
                <a:cxn ang="0">
                  <a:pos x="256" y="487"/>
                </a:cxn>
                <a:cxn ang="0">
                  <a:pos x="272" y="455"/>
                </a:cxn>
                <a:cxn ang="0">
                  <a:pos x="280" y="415"/>
                </a:cxn>
                <a:cxn ang="0">
                  <a:pos x="296" y="383"/>
                </a:cxn>
                <a:cxn ang="0">
                  <a:pos x="312" y="343"/>
                </a:cxn>
                <a:cxn ang="0">
                  <a:pos x="328" y="311"/>
                </a:cxn>
                <a:cxn ang="0">
                  <a:pos x="336" y="279"/>
                </a:cxn>
                <a:cxn ang="0">
                  <a:pos x="353" y="247"/>
                </a:cxn>
                <a:cxn ang="0">
                  <a:pos x="369" y="216"/>
                </a:cxn>
                <a:cxn ang="0">
                  <a:pos x="385" y="192"/>
                </a:cxn>
                <a:cxn ang="0">
                  <a:pos x="401" y="168"/>
                </a:cxn>
                <a:cxn ang="0">
                  <a:pos x="409" y="144"/>
                </a:cxn>
                <a:cxn ang="0">
                  <a:pos x="425" y="120"/>
                </a:cxn>
                <a:cxn ang="0">
                  <a:pos x="441" y="96"/>
                </a:cxn>
                <a:cxn ang="0">
                  <a:pos x="465" y="64"/>
                </a:cxn>
                <a:cxn ang="0">
                  <a:pos x="489" y="40"/>
                </a:cxn>
                <a:cxn ang="0">
                  <a:pos x="513" y="16"/>
                </a:cxn>
                <a:cxn ang="0">
                  <a:pos x="537" y="8"/>
                </a:cxn>
                <a:cxn ang="0">
                  <a:pos x="561" y="0"/>
                </a:cxn>
                <a:cxn ang="0">
                  <a:pos x="585" y="8"/>
                </a:cxn>
                <a:cxn ang="0">
                  <a:pos x="609" y="8"/>
                </a:cxn>
                <a:cxn ang="0">
                  <a:pos x="633" y="24"/>
                </a:cxn>
                <a:cxn ang="0">
                  <a:pos x="657" y="48"/>
                </a:cxn>
                <a:cxn ang="0">
                  <a:pos x="689" y="72"/>
                </a:cxn>
                <a:cxn ang="0">
                  <a:pos x="705" y="96"/>
                </a:cxn>
              </a:cxnLst>
              <a:rect l="0" t="0" r="r" b="b"/>
              <a:pathLst>
                <a:path w="713" h="1151">
                  <a:moveTo>
                    <a:pt x="0" y="1151"/>
                  </a:moveTo>
                  <a:lnTo>
                    <a:pt x="8" y="1143"/>
                  </a:lnTo>
                  <a:lnTo>
                    <a:pt x="8" y="1135"/>
                  </a:lnTo>
                  <a:lnTo>
                    <a:pt x="16" y="1119"/>
                  </a:lnTo>
                  <a:lnTo>
                    <a:pt x="24" y="1111"/>
                  </a:lnTo>
                  <a:lnTo>
                    <a:pt x="24" y="1103"/>
                  </a:lnTo>
                  <a:lnTo>
                    <a:pt x="32" y="1087"/>
                  </a:lnTo>
                  <a:lnTo>
                    <a:pt x="32" y="1079"/>
                  </a:lnTo>
                  <a:lnTo>
                    <a:pt x="40" y="1063"/>
                  </a:lnTo>
                  <a:lnTo>
                    <a:pt x="48" y="1055"/>
                  </a:lnTo>
                  <a:lnTo>
                    <a:pt x="48" y="1039"/>
                  </a:lnTo>
                  <a:lnTo>
                    <a:pt x="56" y="1031"/>
                  </a:lnTo>
                  <a:lnTo>
                    <a:pt x="56" y="1023"/>
                  </a:lnTo>
                  <a:lnTo>
                    <a:pt x="64" y="1007"/>
                  </a:lnTo>
                  <a:lnTo>
                    <a:pt x="72" y="999"/>
                  </a:lnTo>
                  <a:lnTo>
                    <a:pt x="72" y="983"/>
                  </a:lnTo>
                  <a:lnTo>
                    <a:pt x="80" y="967"/>
                  </a:lnTo>
                  <a:lnTo>
                    <a:pt x="80" y="959"/>
                  </a:lnTo>
                  <a:lnTo>
                    <a:pt x="88" y="943"/>
                  </a:lnTo>
                  <a:lnTo>
                    <a:pt x="96" y="935"/>
                  </a:lnTo>
                  <a:lnTo>
                    <a:pt x="96" y="919"/>
                  </a:lnTo>
                  <a:lnTo>
                    <a:pt x="104" y="911"/>
                  </a:lnTo>
                  <a:lnTo>
                    <a:pt x="104" y="895"/>
                  </a:lnTo>
                  <a:lnTo>
                    <a:pt x="112" y="879"/>
                  </a:lnTo>
                  <a:lnTo>
                    <a:pt x="112" y="871"/>
                  </a:lnTo>
                  <a:lnTo>
                    <a:pt x="120" y="855"/>
                  </a:lnTo>
                  <a:lnTo>
                    <a:pt x="128" y="847"/>
                  </a:lnTo>
                  <a:lnTo>
                    <a:pt x="128" y="831"/>
                  </a:lnTo>
                  <a:lnTo>
                    <a:pt x="136" y="815"/>
                  </a:lnTo>
                  <a:lnTo>
                    <a:pt x="136" y="807"/>
                  </a:lnTo>
                  <a:lnTo>
                    <a:pt x="144" y="791"/>
                  </a:lnTo>
                  <a:lnTo>
                    <a:pt x="152" y="775"/>
                  </a:lnTo>
                  <a:lnTo>
                    <a:pt x="152" y="767"/>
                  </a:lnTo>
                  <a:lnTo>
                    <a:pt x="160" y="751"/>
                  </a:lnTo>
                  <a:lnTo>
                    <a:pt x="160" y="735"/>
                  </a:lnTo>
                  <a:lnTo>
                    <a:pt x="168" y="727"/>
                  </a:lnTo>
                  <a:lnTo>
                    <a:pt x="176" y="711"/>
                  </a:lnTo>
                  <a:lnTo>
                    <a:pt x="176" y="695"/>
                  </a:lnTo>
                  <a:lnTo>
                    <a:pt x="184" y="687"/>
                  </a:lnTo>
                  <a:lnTo>
                    <a:pt x="184" y="671"/>
                  </a:lnTo>
                  <a:lnTo>
                    <a:pt x="192" y="655"/>
                  </a:lnTo>
                  <a:lnTo>
                    <a:pt x="200" y="647"/>
                  </a:lnTo>
                  <a:lnTo>
                    <a:pt x="200" y="631"/>
                  </a:lnTo>
                  <a:lnTo>
                    <a:pt x="208" y="615"/>
                  </a:lnTo>
                  <a:lnTo>
                    <a:pt x="208" y="607"/>
                  </a:lnTo>
                  <a:lnTo>
                    <a:pt x="216" y="591"/>
                  </a:lnTo>
                  <a:lnTo>
                    <a:pt x="224" y="583"/>
                  </a:lnTo>
                  <a:lnTo>
                    <a:pt x="224" y="567"/>
                  </a:lnTo>
                  <a:lnTo>
                    <a:pt x="232" y="551"/>
                  </a:lnTo>
                  <a:lnTo>
                    <a:pt x="232" y="543"/>
                  </a:lnTo>
                  <a:lnTo>
                    <a:pt x="240" y="527"/>
                  </a:lnTo>
                  <a:lnTo>
                    <a:pt x="248" y="511"/>
                  </a:lnTo>
                  <a:lnTo>
                    <a:pt x="248" y="503"/>
                  </a:lnTo>
                  <a:lnTo>
                    <a:pt x="256" y="487"/>
                  </a:lnTo>
                  <a:lnTo>
                    <a:pt x="256" y="479"/>
                  </a:lnTo>
                  <a:lnTo>
                    <a:pt x="264" y="463"/>
                  </a:lnTo>
                  <a:lnTo>
                    <a:pt x="272" y="455"/>
                  </a:lnTo>
                  <a:lnTo>
                    <a:pt x="272" y="439"/>
                  </a:lnTo>
                  <a:lnTo>
                    <a:pt x="280" y="431"/>
                  </a:lnTo>
                  <a:lnTo>
                    <a:pt x="280" y="415"/>
                  </a:lnTo>
                  <a:lnTo>
                    <a:pt x="288" y="399"/>
                  </a:lnTo>
                  <a:lnTo>
                    <a:pt x="296" y="391"/>
                  </a:lnTo>
                  <a:lnTo>
                    <a:pt x="296" y="383"/>
                  </a:lnTo>
                  <a:lnTo>
                    <a:pt x="304" y="367"/>
                  </a:lnTo>
                  <a:lnTo>
                    <a:pt x="304" y="359"/>
                  </a:lnTo>
                  <a:lnTo>
                    <a:pt x="312" y="343"/>
                  </a:lnTo>
                  <a:lnTo>
                    <a:pt x="312" y="335"/>
                  </a:lnTo>
                  <a:lnTo>
                    <a:pt x="320" y="319"/>
                  </a:lnTo>
                  <a:lnTo>
                    <a:pt x="328" y="311"/>
                  </a:lnTo>
                  <a:lnTo>
                    <a:pt x="328" y="303"/>
                  </a:lnTo>
                  <a:lnTo>
                    <a:pt x="336" y="287"/>
                  </a:lnTo>
                  <a:lnTo>
                    <a:pt x="336" y="279"/>
                  </a:lnTo>
                  <a:lnTo>
                    <a:pt x="344" y="271"/>
                  </a:lnTo>
                  <a:lnTo>
                    <a:pt x="353" y="255"/>
                  </a:lnTo>
                  <a:lnTo>
                    <a:pt x="353" y="247"/>
                  </a:lnTo>
                  <a:lnTo>
                    <a:pt x="361" y="239"/>
                  </a:lnTo>
                  <a:lnTo>
                    <a:pt x="361" y="231"/>
                  </a:lnTo>
                  <a:lnTo>
                    <a:pt x="369" y="216"/>
                  </a:lnTo>
                  <a:lnTo>
                    <a:pt x="377" y="208"/>
                  </a:lnTo>
                  <a:lnTo>
                    <a:pt x="377" y="200"/>
                  </a:lnTo>
                  <a:lnTo>
                    <a:pt x="385" y="192"/>
                  </a:lnTo>
                  <a:lnTo>
                    <a:pt x="385" y="184"/>
                  </a:lnTo>
                  <a:lnTo>
                    <a:pt x="393" y="176"/>
                  </a:lnTo>
                  <a:lnTo>
                    <a:pt x="401" y="168"/>
                  </a:lnTo>
                  <a:lnTo>
                    <a:pt x="401" y="160"/>
                  </a:lnTo>
                  <a:lnTo>
                    <a:pt x="409" y="152"/>
                  </a:lnTo>
                  <a:lnTo>
                    <a:pt x="409" y="144"/>
                  </a:lnTo>
                  <a:lnTo>
                    <a:pt x="417" y="136"/>
                  </a:lnTo>
                  <a:lnTo>
                    <a:pt x="425" y="128"/>
                  </a:lnTo>
                  <a:lnTo>
                    <a:pt x="425" y="120"/>
                  </a:lnTo>
                  <a:lnTo>
                    <a:pt x="433" y="112"/>
                  </a:lnTo>
                  <a:lnTo>
                    <a:pt x="433" y="104"/>
                  </a:lnTo>
                  <a:lnTo>
                    <a:pt x="441" y="96"/>
                  </a:lnTo>
                  <a:lnTo>
                    <a:pt x="457" y="80"/>
                  </a:lnTo>
                  <a:lnTo>
                    <a:pt x="457" y="72"/>
                  </a:lnTo>
                  <a:lnTo>
                    <a:pt x="465" y="64"/>
                  </a:lnTo>
                  <a:lnTo>
                    <a:pt x="473" y="56"/>
                  </a:lnTo>
                  <a:lnTo>
                    <a:pt x="481" y="48"/>
                  </a:lnTo>
                  <a:lnTo>
                    <a:pt x="489" y="40"/>
                  </a:lnTo>
                  <a:lnTo>
                    <a:pt x="497" y="32"/>
                  </a:lnTo>
                  <a:lnTo>
                    <a:pt x="505" y="24"/>
                  </a:lnTo>
                  <a:lnTo>
                    <a:pt x="513" y="16"/>
                  </a:lnTo>
                  <a:lnTo>
                    <a:pt x="521" y="16"/>
                  </a:lnTo>
                  <a:lnTo>
                    <a:pt x="529" y="16"/>
                  </a:lnTo>
                  <a:lnTo>
                    <a:pt x="537" y="8"/>
                  </a:lnTo>
                  <a:lnTo>
                    <a:pt x="545" y="8"/>
                  </a:lnTo>
                  <a:lnTo>
                    <a:pt x="553" y="8"/>
                  </a:lnTo>
                  <a:lnTo>
                    <a:pt x="561" y="0"/>
                  </a:lnTo>
                  <a:lnTo>
                    <a:pt x="569" y="0"/>
                  </a:lnTo>
                  <a:lnTo>
                    <a:pt x="577" y="0"/>
                  </a:lnTo>
                  <a:lnTo>
                    <a:pt x="585" y="8"/>
                  </a:lnTo>
                  <a:lnTo>
                    <a:pt x="593" y="8"/>
                  </a:lnTo>
                  <a:lnTo>
                    <a:pt x="601" y="8"/>
                  </a:lnTo>
                  <a:lnTo>
                    <a:pt x="609" y="8"/>
                  </a:lnTo>
                  <a:lnTo>
                    <a:pt x="617" y="16"/>
                  </a:lnTo>
                  <a:lnTo>
                    <a:pt x="625" y="16"/>
                  </a:lnTo>
                  <a:lnTo>
                    <a:pt x="633" y="24"/>
                  </a:lnTo>
                  <a:lnTo>
                    <a:pt x="641" y="32"/>
                  </a:lnTo>
                  <a:lnTo>
                    <a:pt x="649" y="40"/>
                  </a:lnTo>
                  <a:lnTo>
                    <a:pt x="657" y="48"/>
                  </a:lnTo>
                  <a:lnTo>
                    <a:pt x="665" y="48"/>
                  </a:lnTo>
                  <a:lnTo>
                    <a:pt x="673" y="56"/>
                  </a:lnTo>
                  <a:lnTo>
                    <a:pt x="689" y="72"/>
                  </a:lnTo>
                  <a:lnTo>
                    <a:pt x="689" y="80"/>
                  </a:lnTo>
                  <a:lnTo>
                    <a:pt x="697" y="88"/>
                  </a:lnTo>
                  <a:lnTo>
                    <a:pt x="705" y="96"/>
                  </a:lnTo>
                  <a:lnTo>
                    <a:pt x="705" y="104"/>
                  </a:lnTo>
                  <a:lnTo>
                    <a:pt x="713" y="112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23" name="Freeform 23"/>
            <p:cNvSpPr>
              <a:spLocks/>
            </p:cNvSpPr>
            <p:nvPr/>
          </p:nvSpPr>
          <p:spPr bwMode="auto">
            <a:xfrm>
              <a:off x="2734" y="1470"/>
              <a:ext cx="673" cy="1302"/>
            </a:xfrm>
            <a:custGeom>
              <a:avLst/>
              <a:gdLst/>
              <a:ahLst/>
              <a:cxnLst>
                <a:cxn ang="0">
                  <a:pos x="16" y="16"/>
                </a:cxn>
                <a:cxn ang="0">
                  <a:pos x="24" y="40"/>
                </a:cxn>
                <a:cxn ang="0">
                  <a:pos x="40" y="64"/>
                </a:cxn>
                <a:cxn ang="0">
                  <a:pos x="56" y="96"/>
                </a:cxn>
                <a:cxn ang="0">
                  <a:pos x="72" y="119"/>
                </a:cxn>
                <a:cxn ang="0">
                  <a:pos x="88" y="151"/>
                </a:cxn>
                <a:cxn ang="0">
                  <a:pos x="96" y="183"/>
                </a:cxn>
                <a:cxn ang="0">
                  <a:pos x="112" y="215"/>
                </a:cxn>
                <a:cxn ang="0">
                  <a:pos x="128" y="255"/>
                </a:cxn>
                <a:cxn ang="0">
                  <a:pos x="144" y="287"/>
                </a:cxn>
                <a:cxn ang="0">
                  <a:pos x="160" y="327"/>
                </a:cxn>
                <a:cxn ang="0">
                  <a:pos x="168" y="359"/>
                </a:cxn>
                <a:cxn ang="0">
                  <a:pos x="184" y="399"/>
                </a:cxn>
                <a:cxn ang="0">
                  <a:pos x="200" y="439"/>
                </a:cxn>
                <a:cxn ang="0">
                  <a:pos x="216" y="479"/>
                </a:cxn>
                <a:cxn ang="0">
                  <a:pos x="224" y="519"/>
                </a:cxn>
                <a:cxn ang="0">
                  <a:pos x="240" y="559"/>
                </a:cxn>
                <a:cxn ang="0">
                  <a:pos x="256" y="591"/>
                </a:cxn>
                <a:cxn ang="0">
                  <a:pos x="272" y="631"/>
                </a:cxn>
                <a:cxn ang="0">
                  <a:pos x="288" y="671"/>
                </a:cxn>
                <a:cxn ang="0">
                  <a:pos x="296" y="711"/>
                </a:cxn>
                <a:cxn ang="0">
                  <a:pos x="312" y="751"/>
                </a:cxn>
                <a:cxn ang="0">
                  <a:pos x="328" y="791"/>
                </a:cxn>
                <a:cxn ang="0">
                  <a:pos x="344" y="831"/>
                </a:cxn>
                <a:cxn ang="0">
                  <a:pos x="352" y="863"/>
                </a:cxn>
                <a:cxn ang="0">
                  <a:pos x="368" y="903"/>
                </a:cxn>
                <a:cxn ang="0">
                  <a:pos x="384" y="935"/>
                </a:cxn>
                <a:cxn ang="0">
                  <a:pos x="400" y="975"/>
                </a:cxn>
                <a:cxn ang="0">
                  <a:pos x="416" y="1007"/>
                </a:cxn>
                <a:cxn ang="0">
                  <a:pos x="424" y="1039"/>
                </a:cxn>
                <a:cxn ang="0">
                  <a:pos x="440" y="1071"/>
                </a:cxn>
                <a:cxn ang="0">
                  <a:pos x="456" y="1095"/>
                </a:cxn>
                <a:cxn ang="0">
                  <a:pos x="472" y="1127"/>
                </a:cxn>
                <a:cxn ang="0">
                  <a:pos x="488" y="1151"/>
                </a:cxn>
                <a:cxn ang="0">
                  <a:pos x="496" y="1175"/>
                </a:cxn>
                <a:cxn ang="0">
                  <a:pos x="520" y="1199"/>
                </a:cxn>
                <a:cxn ang="0">
                  <a:pos x="544" y="1231"/>
                </a:cxn>
                <a:cxn ang="0">
                  <a:pos x="560" y="1255"/>
                </a:cxn>
                <a:cxn ang="0">
                  <a:pos x="584" y="1270"/>
                </a:cxn>
                <a:cxn ang="0">
                  <a:pos x="608" y="1286"/>
                </a:cxn>
                <a:cxn ang="0">
                  <a:pos x="632" y="1294"/>
                </a:cxn>
                <a:cxn ang="0">
                  <a:pos x="656" y="1302"/>
                </a:cxn>
              </a:cxnLst>
              <a:rect l="0" t="0" r="r" b="b"/>
              <a:pathLst>
                <a:path w="673" h="1302">
                  <a:moveTo>
                    <a:pt x="0" y="0"/>
                  </a:moveTo>
                  <a:lnTo>
                    <a:pt x="8" y="8"/>
                  </a:lnTo>
                  <a:lnTo>
                    <a:pt x="16" y="16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32" y="48"/>
                  </a:lnTo>
                  <a:lnTo>
                    <a:pt x="40" y="56"/>
                  </a:lnTo>
                  <a:lnTo>
                    <a:pt x="40" y="64"/>
                  </a:lnTo>
                  <a:lnTo>
                    <a:pt x="48" y="80"/>
                  </a:lnTo>
                  <a:lnTo>
                    <a:pt x="48" y="88"/>
                  </a:lnTo>
                  <a:lnTo>
                    <a:pt x="56" y="96"/>
                  </a:lnTo>
                  <a:lnTo>
                    <a:pt x="64" y="104"/>
                  </a:lnTo>
                  <a:lnTo>
                    <a:pt x="64" y="111"/>
                  </a:lnTo>
                  <a:lnTo>
                    <a:pt x="72" y="119"/>
                  </a:lnTo>
                  <a:lnTo>
                    <a:pt x="72" y="135"/>
                  </a:lnTo>
                  <a:lnTo>
                    <a:pt x="80" y="143"/>
                  </a:lnTo>
                  <a:lnTo>
                    <a:pt x="88" y="151"/>
                  </a:lnTo>
                  <a:lnTo>
                    <a:pt x="88" y="159"/>
                  </a:lnTo>
                  <a:lnTo>
                    <a:pt x="96" y="175"/>
                  </a:lnTo>
                  <a:lnTo>
                    <a:pt x="96" y="183"/>
                  </a:lnTo>
                  <a:lnTo>
                    <a:pt x="104" y="199"/>
                  </a:lnTo>
                  <a:lnTo>
                    <a:pt x="112" y="207"/>
                  </a:lnTo>
                  <a:lnTo>
                    <a:pt x="112" y="215"/>
                  </a:lnTo>
                  <a:lnTo>
                    <a:pt x="120" y="231"/>
                  </a:lnTo>
                  <a:lnTo>
                    <a:pt x="120" y="239"/>
                  </a:lnTo>
                  <a:lnTo>
                    <a:pt x="128" y="255"/>
                  </a:lnTo>
                  <a:lnTo>
                    <a:pt x="136" y="263"/>
                  </a:lnTo>
                  <a:lnTo>
                    <a:pt x="136" y="271"/>
                  </a:lnTo>
                  <a:lnTo>
                    <a:pt x="144" y="287"/>
                  </a:lnTo>
                  <a:lnTo>
                    <a:pt x="144" y="295"/>
                  </a:lnTo>
                  <a:lnTo>
                    <a:pt x="152" y="311"/>
                  </a:lnTo>
                  <a:lnTo>
                    <a:pt x="160" y="327"/>
                  </a:lnTo>
                  <a:lnTo>
                    <a:pt x="160" y="335"/>
                  </a:lnTo>
                  <a:lnTo>
                    <a:pt x="168" y="351"/>
                  </a:lnTo>
                  <a:lnTo>
                    <a:pt x="168" y="359"/>
                  </a:lnTo>
                  <a:lnTo>
                    <a:pt x="176" y="375"/>
                  </a:lnTo>
                  <a:lnTo>
                    <a:pt x="176" y="383"/>
                  </a:lnTo>
                  <a:lnTo>
                    <a:pt x="184" y="399"/>
                  </a:lnTo>
                  <a:lnTo>
                    <a:pt x="192" y="415"/>
                  </a:lnTo>
                  <a:lnTo>
                    <a:pt x="192" y="423"/>
                  </a:lnTo>
                  <a:lnTo>
                    <a:pt x="200" y="439"/>
                  </a:lnTo>
                  <a:lnTo>
                    <a:pt x="200" y="447"/>
                  </a:lnTo>
                  <a:lnTo>
                    <a:pt x="208" y="463"/>
                  </a:lnTo>
                  <a:lnTo>
                    <a:pt x="216" y="479"/>
                  </a:lnTo>
                  <a:lnTo>
                    <a:pt x="216" y="487"/>
                  </a:lnTo>
                  <a:lnTo>
                    <a:pt x="224" y="503"/>
                  </a:lnTo>
                  <a:lnTo>
                    <a:pt x="224" y="519"/>
                  </a:lnTo>
                  <a:lnTo>
                    <a:pt x="232" y="527"/>
                  </a:lnTo>
                  <a:lnTo>
                    <a:pt x="240" y="543"/>
                  </a:lnTo>
                  <a:lnTo>
                    <a:pt x="240" y="559"/>
                  </a:lnTo>
                  <a:lnTo>
                    <a:pt x="248" y="567"/>
                  </a:lnTo>
                  <a:lnTo>
                    <a:pt x="248" y="583"/>
                  </a:lnTo>
                  <a:lnTo>
                    <a:pt x="256" y="591"/>
                  </a:lnTo>
                  <a:lnTo>
                    <a:pt x="264" y="607"/>
                  </a:lnTo>
                  <a:lnTo>
                    <a:pt x="264" y="623"/>
                  </a:lnTo>
                  <a:lnTo>
                    <a:pt x="272" y="631"/>
                  </a:lnTo>
                  <a:lnTo>
                    <a:pt x="272" y="647"/>
                  </a:lnTo>
                  <a:lnTo>
                    <a:pt x="280" y="663"/>
                  </a:lnTo>
                  <a:lnTo>
                    <a:pt x="288" y="671"/>
                  </a:lnTo>
                  <a:lnTo>
                    <a:pt x="288" y="687"/>
                  </a:lnTo>
                  <a:lnTo>
                    <a:pt x="296" y="703"/>
                  </a:lnTo>
                  <a:lnTo>
                    <a:pt x="296" y="711"/>
                  </a:lnTo>
                  <a:lnTo>
                    <a:pt x="304" y="727"/>
                  </a:lnTo>
                  <a:lnTo>
                    <a:pt x="312" y="743"/>
                  </a:lnTo>
                  <a:lnTo>
                    <a:pt x="312" y="751"/>
                  </a:lnTo>
                  <a:lnTo>
                    <a:pt x="320" y="767"/>
                  </a:lnTo>
                  <a:lnTo>
                    <a:pt x="320" y="775"/>
                  </a:lnTo>
                  <a:lnTo>
                    <a:pt x="328" y="791"/>
                  </a:lnTo>
                  <a:lnTo>
                    <a:pt x="336" y="807"/>
                  </a:lnTo>
                  <a:lnTo>
                    <a:pt x="336" y="815"/>
                  </a:lnTo>
                  <a:lnTo>
                    <a:pt x="344" y="831"/>
                  </a:lnTo>
                  <a:lnTo>
                    <a:pt x="344" y="839"/>
                  </a:lnTo>
                  <a:lnTo>
                    <a:pt x="352" y="855"/>
                  </a:lnTo>
                  <a:lnTo>
                    <a:pt x="352" y="863"/>
                  </a:lnTo>
                  <a:lnTo>
                    <a:pt x="360" y="879"/>
                  </a:lnTo>
                  <a:lnTo>
                    <a:pt x="368" y="895"/>
                  </a:lnTo>
                  <a:lnTo>
                    <a:pt x="368" y="903"/>
                  </a:lnTo>
                  <a:lnTo>
                    <a:pt x="376" y="919"/>
                  </a:lnTo>
                  <a:lnTo>
                    <a:pt x="376" y="927"/>
                  </a:lnTo>
                  <a:lnTo>
                    <a:pt x="384" y="935"/>
                  </a:lnTo>
                  <a:lnTo>
                    <a:pt x="392" y="951"/>
                  </a:lnTo>
                  <a:lnTo>
                    <a:pt x="392" y="959"/>
                  </a:lnTo>
                  <a:lnTo>
                    <a:pt x="400" y="975"/>
                  </a:lnTo>
                  <a:lnTo>
                    <a:pt x="400" y="983"/>
                  </a:lnTo>
                  <a:lnTo>
                    <a:pt x="408" y="991"/>
                  </a:lnTo>
                  <a:lnTo>
                    <a:pt x="416" y="1007"/>
                  </a:lnTo>
                  <a:lnTo>
                    <a:pt x="416" y="1015"/>
                  </a:lnTo>
                  <a:lnTo>
                    <a:pt x="424" y="1031"/>
                  </a:lnTo>
                  <a:lnTo>
                    <a:pt x="424" y="1039"/>
                  </a:lnTo>
                  <a:lnTo>
                    <a:pt x="432" y="1047"/>
                  </a:lnTo>
                  <a:lnTo>
                    <a:pt x="440" y="1055"/>
                  </a:lnTo>
                  <a:lnTo>
                    <a:pt x="440" y="1071"/>
                  </a:lnTo>
                  <a:lnTo>
                    <a:pt x="448" y="1079"/>
                  </a:lnTo>
                  <a:lnTo>
                    <a:pt x="448" y="1087"/>
                  </a:lnTo>
                  <a:lnTo>
                    <a:pt x="456" y="1095"/>
                  </a:lnTo>
                  <a:lnTo>
                    <a:pt x="464" y="1103"/>
                  </a:lnTo>
                  <a:lnTo>
                    <a:pt x="464" y="1111"/>
                  </a:lnTo>
                  <a:lnTo>
                    <a:pt x="472" y="1127"/>
                  </a:lnTo>
                  <a:lnTo>
                    <a:pt x="472" y="1135"/>
                  </a:lnTo>
                  <a:lnTo>
                    <a:pt x="480" y="1143"/>
                  </a:lnTo>
                  <a:lnTo>
                    <a:pt x="488" y="1151"/>
                  </a:lnTo>
                  <a:lnTo>
                    <a:pt x="488" y="1159"/>
                  </a:lnTo>
                  <a:lnTo>
                    <a:pt x="496" y="1167"/>
                  </a:lnTo>
                  <a:lnTo>
                    <a:pt x="496" y="1175"/>
                  </a:lnTo>
                  <a:lnTo>
                    <a:pt x="504" y="1183"/>
                  </a:lnTo>
                  <a:lnTo>
                    <a:pt x="512" y="1191"/>
                  </a:lnTo>
                  <a:lnTo>
                    <a:pt x="520" y="1199"/>
                  </a:lnTo>
                  <a:lnTo>
                    <a:pt x="520" y="1207"/>
                  </a:lnTo>
                  <a:lnTo>
                    <a:pt x="528" y="1215"/>
                  </a:lnTo>
                  <a:lnTo>
                    <a:pt x="544" y="1231"/>
                  </a:lnTo>
                  <a:lnTo>
                    <a:pt x="544" y="1239"/>
                  </a:lnTo>
                  <a:lnTo>
                    <a:pt x="552" y="1247"/>
                  </a:lnTo>
                  <a:lnTo>
                    <a:pt x="560" y="1255"/>
                  </a:lnTo>
                  <a:lnTo>
                    <a:pt x="568" y="1262"/>
                  </a:lnTo>
                  <a:lnTo>
                    <a:pt x="576" y="1270"/>
                  </a:lnTo>
                  <a:lnTo>
                    <a:pt x="584" y="1270"/>
                  </a:lnTo>
                  <a:lnTo>
                    <a:pt x="592" y="1278"/>
                  </a:lnTo>
                  <a:lnTo>
                    <a:pt x="600" y="1286"/>
                  </a:lnTo>
                  <a:lnTo>
                    <a:pt x="608" y="1286"/>
                  </a:lnTo>
                  <a:lnTo>
                    <a:pt x="616" y="1294"/>
                  </a:lnTo>
                  <a:lnTo>
                    <a:pt x="624" y="1294"/>
                  </a:lnTo>
                  <a:lnTo>
                    <a:pt x="632" y="1294"/>
                  </a:lnTo>
                  <a:lnTo>
                    <a:pt x="640" y="1302"/>
                  </a:lnTo>
                  <a:lnTo>
                    <a:pt x="648" y="1302"/>
                  </a:lnTo>
                  <a:lnTo>
                    <a:pt x="656" y="1302"/>
                  </a:lnTo>
                  <a:lnTo>
                    <a:pt x="665" y="1302"/>
                  </a:lnTo>
                  <a:lnTo>
                    <a:pt x="673" y="1294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24" name="Freeform 24"/>
            <p:cNvSpPr>
              <a:spLocks/>
            </p:cNvSpPr>
            <p:nvPr/>
          </p:nvSpPr>
          <p:spPr bwMode="auto">
            <a:xfrm>
              <a:off x="3407" y="1446"/>
              <a:ext cx="648" cy="1318"/>
            </a:xfrm>
            <a:custGeom>
              <a:avLst/>
              <a:gdLst/>
              <a:ahLst/>
              <a:cxnLst>
                <a:cxn ang="0">
                  <a:pos x="16" y="1318"/>
                </a:cxn>
                <a:cxn ang="0">
                  <a:pos x="40" y="1302"/>
                </a:cxn>
                <a:cxn ang="0">
                  <a:pos x="64" y="1286"/>
                </a:cxn>
                <a:cxn ang="0">
                  <a:pos x="80" y="1263"/>
                </a:cxn>
                <a:cxn ang="0">
                  <a:pos x="104" y="1239"/>
                </a:cxn>
                <a:cxn ang="0">
                  <a:pos x="120" y="1215"/>
                </a:cxn>
                <a:cxn ang="0">
                  <a:pos x="136" y="1191"/>
                </a:cxn>
                <a:cxn ang="0">
                  <a:pos x="152" y="1167"/>
                </a:cxn>
                <a:cxn ang="0">
                  <a:pos x="168" y="1143"/>
                </a:cxn>
                <a:cxn ang="0">
                  <a:pos x="176" y="1119"/>
                </a:cxn>
                <a:cxn ang="0">
                  <a:pos x="192" y="1087"/>
                </a:cxn>
                <a:cxn ang="0">
                  <a:pos x="208" y="1055"/>
                </a:cxn>
                <a:cxn ang="0">
                  <a:pos x="224" y="1023"/>
                </a:cxn>
                <a:cxn ang="0">
                  <a:pos x="240" y="991"/>
                </a:cxn>
                <a:cxn ang="0">
                  <a:pos x="248" y="959"/>
                </a:cxn>
                <a:cxn ang="0">
                  <a:pos x="264" y="927"/>
                </a:cxn>
                <a:cxn ang="0">
                  <a:pos x="280" y="887"/>
                </a:cxn>
                <a:cxn ang="0">
                  <a:pos x="296" y="847"/>
                </a:cxn>
                <a:cxn ang="0">
                  <a:pos x="304" y="815"/>
                </a:cxn>
                <a:cxn ang="0">
                  <a:pos x="320" y="775"/>
                </a:cxn>
                <a:cxn ang="0">
                  <a:pos x="336" y="735"/>
                </a:cxn>
                <a:cxn ang="0">
                  <a:pos x="352" y="695"/>
                </a:cxn>
                <a:cxn ang="0">
                  <a:pos x="368" y="655"/>
                </a:cxn>
                <a:cxn ang="0">
                  <a:pos x="376" y="615"/>
                </a:cxn>
                <a:cxn ang="0">
                  <a:pos x="392" y="575"/>
                </a:cxn>
                <a:cxn ang="0">
                  <a:pos x="408" y="535"/>
                </a:cxn>
                <a:cxn ang="0">
                  <a:pos x="424" y="495"/>
                </a:cxn>
                <a:cxn ang="0">
                  <a:pos x="440" y="455"/>
                </a:cxn>
                <a:cxn ang="0">
                  <a:pos x="448" y="415"/>
                </a:cxn>
                <a:cxn ang="0">
                  <a:pos x="464" y="383"/>
                </a:cxn>
                <a:cxn ang="0">
                  <a:pos x="480" y="343"/>
                </a:cxn>
                <a:cxn ang="0">
                  <a:pos x="496" y="303"/>
                </a:cxn>
                <a:cxn ang="0">
                  <a:pos x="504" y="271"/>
                </a:cxn>
                <a:cxn ang="0">
                  <a:pos x="520" y="239"/>
                </a:cxn>
                <a:cxn ang="0">
                  <a:pos x="536" y="207"/>
                </a:cxn>
                <a:cxn ang="0">
                  <a:pos x="552" y="175"/>
                </a:cxn>
                <a:cxn ang="0">
                  <a:pos x="568" y="143"/>
                </a:cxn>
                <a:cxn ang="0">
                  <a:pos x="576" y="112"/>
                </a:cxn>
                <a:cxn ang="0">
                  <a:pos x="592" y="88"/>
                </a:cxn>
                <a:cxn ang="0">
                  <a:pos x="608" y="64"/>
                </a:cxn>
                <a:cxn ang="0">
                  <a:pos x="624" y="40"/>
                </a:cxn>
                <a:cxn ang="0">
                  <a:pos x="632" y="16"/>
                </a:cxn>
              </a:cxnLst>
              <a:rect l="0" t="0" r="r" b="b"/>
              <a:pathLst>
                <a:path w="648" h="1318">
                  <a:moveTo>
                    <a:pt x="0" y="1318"/>
                  </a:moveTo>
                  <a:lnTo>
                    <a:pt x="8" y="1318"/>
                  </a:lnTo>
                  <a:lnTo>
                    <a:pt x="16" y="1318"/>
                  </a:lnTo>
                  <a:lnTo>
                    <a:pt x="24" y="1310"/>
                  </a:lnTo>
                  <a:lnTo>
                    <a:pt x="32" y="1310"/>
                  </a:lnTo>
                  <a:lnTo>
                    <a:pt x="40" y="1302"/>
                  </a:lnTo>
                  <a:lnTo>
                    <a:pt x="48" y="1294"/>
                  </a:lnTo>
                  <a:lnTo>
                    <a:pt x="56" y="1294"/>
                  </a:lnTo>
                  <a:lnTo>
                    <a:pt x="64" y="1286"/>
                  </a:lnTo>
                  <a:lnTo>
                    <a:pt x="72" y="1279"/>
                  </a:lnTo>
                  <a:lnTo>
                    <a:pt x="88" y="1263"/>
                  </a:lnTo>
                  <a:lnTo>
                    <a:pt x="80" y="1263"/>
                  </a:lnTo>
                  <a:lnTo>
                    <a:pt x="88" y="1263"/>
                  </a:lnTo>
                  <a:lnTo>
                    <a:pt x="104" y="1247"/>
                  </a:lnTo>
                  <a:lnTo>
                    <a:pt x="104" y="1239"/>
                  </a:lnTo>
                  <a:lnTo>
                    <a:pt x="112" y="1231"/>
                  </a:lnTo>
                  <a:lnTo>
                    <a:pt x="120" y="1223"/>
                  </a:lnTo>
                  <a:lnTo>
                    <a:pt x="120" y="1215"/>
                  </a:lnTo>
                  <a:lnTo>
                    <a:pt x="128" y="1207"/>
                  </a:lnTo>
                  <a:lnTo>
                    <a:pt x="128" y="1199"/>
                  </a:lnTo>
                  <a:lnTo>
                    <a:pt x="136" y="1191"/>
                  </a:lnTo>
                  <a:lnTo>
                    <a:pt x="144" y="1183"/>
                  </a:lnTo>
                  <a:lnTo>
                    <a:pt x="144" y="1175"/>
                  </a:lnTo>
                  <a:lnTo>
                    <a:pt x="152" y="1167"/>
                  </a:lnTo>
                  <a:lnTo>
                    <a:pt x="152" y="1159"/>
                  </a:lnTo>
                  <a:lnTo>
                    <a:pt x="160" y="1151"/>
                  </a:lnTo>
                  <a:lnTo>
                    <a:pt x="168" y="1143"/>
                  </a:lnTo>
                  <a:lnTo>
                    <a:pt x="168" y="1135"/>
                  </a:lnTo>
                  <a:lnTo>
                    <a:pt x="176" y="1127"/>
                  </a:lnTo>
                  <a:lnTo>
                    <a:pt x="176" y="1119"/>
                  </a:lnTo>
                  <a:lnTo>
                    <a:pt x="184" y="1111"/>
                  </a:lnTo>
                  <a:lnTo>
                    <a:pt x="192" y="1095"/>
                  </a:lnTo>
                  <a:lnTo>
                    <a:pt x="192" y="1087"/>
                  </a:lnTo>
                  <a:lnTo>
                    <a:pt x="200" y="1079"/>
                  </a:lnTo>
                  <a:lnTo>
                    <a:pt x="200" y="1071"/>
                  </a:lnTo>
                  <a:lnTo>
                    <a:pt x="208" y="1055"/>
                  </a:lnTo>
                  <a:lnTo>
                    <a:pt x="216" y="1047"/>
                  </a:lnTo>
                  <a:lnTo>
                    <a:pt x="216" y="1039"/>
                  </a:lnTo>
                  <a:lnTo>
                    <a:pt x="224" y="1023"/>
                  </a:lnTo>
                  <a:lnTo>
                    <a:pt x="224" y="1015"/>
                  </a:lnTo>
                  <a:lnTo>
                    <a:pt x="232" y="1007"/>
                  </a:lnTo>
                  <a:lnTo>
                    <a:pt x="240" y="991"/>
                  </a:lnTo>
                  <a:lnTo>
                    <a:pt x="240" y="983"/>
                  </a:lnTo>
                  <a:lnTo>
                    <a:pt x="248" y="967"/>
                  </a:lnTo>
                  <a:lnTo>
                    <a:pt x="248" y="959"/>
                  </a:lnTo>
                  <a:lnTo>
                    <a:pt x="256" y="943"/>
                  </a:lnTo>
                  <a:lnTo>
                    <a:pt x="256" y="935"/>
                  </a:lnTo>
                  <a:lnTo>
                    <a:pt x="264" y="927"/>
                  </a:lnTo>
                  <a:lnTo>
                    <a:pt x="272" y="911"/>
                  </a:lnTo>
                  <a:lnTo>
                    <a:pt x="272" y="895"/>
                  </a:lnTo>
                  <a:lnTo>
                    <a:pt x="280" y="887"/>
                  </a:lnTo>
                  <a:lnTo>
                    <a:pt x="280" y="871"/>
                  </a:lnTo>
                  <a:lnTo>
                    <a:pt x="288" y="863"/>
                  </a:lnTo>
                  <a:lnTo>
                    <a:pt x="296" y="847"/>
                  </a:lnTo>
                  <a:lnTo>
                    <a:pt x="296" y="839"/>
                  </a:lnTo>
                  <a:lnTo>
                    <a:pt x="304" y="823"/>
                  </a:lnTo>
                  <a:lnTo>
                    <a:pt x="304" y="815"/>
                  </a:lnTo>
                  <a:lnTo>
                    <a:pt x="312" y="799"/>
                  </a:lnTo>
                  <a:lnTo>
                    <a:pt x="320" y="783"/>
                  </a:lnTo>
                  <a:lnTo>
                    <a:pt x="320" y="775"/>
                  </a:lnTo>
                  <a:lnTo>
                    <a:pt x="328" y="759"/>
                  </a:lnTo>
                  <a:lnTo>
                    <a:pt x="328" y="743"/>
                  </a:lnTo>
                  <a:lnTo>
                    <a:pt x="336" y="735"/>
                  </a:lnTo>
                  <a:lnTo>
                    <a:pt x="344" y="719"/>
                  </a:lnTo>
                  <a:lnTo>
                    <a:pt x="344" y="711"/>
                  </a:lnTo>
                  <a:lnTo>
                    <a:pt x="352" y="695"/>
                  </a:lnTo>
                  <a:lnTo>
                    <a:pt x="352" y="679"/>
                  </a:lnTo>
                  <a:lnTo>
                    <a:pt x="360" y="671"/>
                  </a:lnTo>
                  <a:lnTo>
                    <a:pt x="368" y="655"/>
                  </a:lnTo>
                  <a:lnTo>
                    <a:pt x="368" y="639"/>
                  </a:lnTo>
                  <a:lnTo>
                    <a:pt x="376" y="631"/>
                  </a:lnTo>
                  <a:lnTo>
                    <a:pt x="376" y="615"/>
                  </a:lnTo>
                  <a:lnTo>
                    <a:pt x="384" y="599"/>
                  </a:lnTo>
                  <a:lnTo>
                    <a:pt x="392" y="591"/>
                  </a:lnTo>
                  <a:lnTo>
                    <a:pt x="392" y="575"/>
                  </a:lnTo>
                  <a:lnTo>
                    <a:pt x="400" y="559"/>
                  </a:lnTo>
                  <a:lnTo>
                    <a:pt x="400" y="551"/>
                  </a:lnTo>
                  <a:lnTo>
                    <a:pt x="408" y="535"/>
                  </a:lnTo>
                  <a:lnTo>
                    <a:pt x="416" y="519"/>
                  </a:lnTo>
                  <a:lnTo>
                    <a:pt x="416" y="511"/>
                  </a:lnTo>
                  <a:lnTo>
                    <a:pt x="424" y="495"/>
                  </a:lnTo>
                  <a:lnTo>
                    <a:pt x="424" y="479"/>
                  </a:lnTo>
                  <a:lnTo>
                    <a:pt x="432" y="471"/>
                  </a:lnTo>
                  <a:lnTo>
                    <a:pt x="440" y="455"/>
                  </a:lnTo>
                  <a:lnTo>
                    <a:pt x="440" y="447"/>
                  </a:lnTo>
                  <a:lnTo>
                    <a:pt x="448" y="431"/>
                  </a:lnTo>
                  <a:lnTo>
                    <a:pt x="448" y="415"/>
                  </a:lnTo>
                  <a:lnTo>
                    <a:pt x="456" y="407"/>
                  </a:lnTo>
                  <a:lnTo>
                    <a:pt x="456" y="391"/>
                  </a:lnTo>
                  <a:lnTo>
                    <a:pt x="464" y="383"/>
                  </a:lnTo>
                  <a:lnTo>
                    <a:pt x="472" y="367"/>
                  </a:lnTo>
                  <a:lnTo>
                    <a:pt x="472" y="359"/>
                  </a:lnTo>
                  <a:lnTo>
                    <a:pt x="480" y="343"/>
                  </a:lnTo>
                  <a:lnTo>
                    <a:pt x="480" y="327"/>
                  </a:lnTo>
                  <a:lnTo>
                    <a:pt x="488" y="319"/>
                  </a:lnTo>
                  <a:lnTo>
                    <a:pt x="496" y="303"/>
                  </a:lnTo>
                  <a:lnTo>
                    <a:pt x="496" y="295"/>
                  </a:lnTo>
                  <a:lnTo>
                    <a:pt x="504" y="287"/>
                  </a:lnTo>
                  <a:lnTo>
                    <a:pt x="504" y="271"/>
                  </a:lnTo>
                  <a:lnTo>
                    <a:pt x="512" y="263"/>
                  </a:lnTo>
                  <a:lnTo>
                    <a:pt x="520" y="247"/>
                  </a:lnTo>
                  <a:lnTo>
                    <a:pt x="520" y="239"/>
                  </a:lnTo>
                  <a:lnTo>
                    <a:pt x="528" y="223"/>
                  </a:lnTo>
                  <a:lnTo>
                    <a:pt x="528" y="215"/>
                  </a:lnTo>
                  <a:lnTo>
                    <a:pt x="536" y="207"/>
                  </a:lnTo>
                  <a:lnTo>
                    <a:pt x="544" y="191"/>
                  </a:lnTo>
                  <a:lnTo>
                    <a:pt x="544" y="183"/>
                  </a:lnTo>
                  <a:lnTo>
                    <a:pt x="552" y="175"/>
                  </a:lnTo>
                  <a:lnTo>
                    <a:pt x="552" y="159"/>
                  </a:lnTo>
                  <a:lnTo>
                    <a:pt x="560" y="151"/>
                  </a:lnTo>
                  <a:lnTo>
                    <a:pt x="568" y="143"/>
                  </a:lnTo>
                  <a:lnTo>
                    <a:pt x="568" y="135"/>
                  </a:lnTo>
                  <a:lnTo>
                    <a:pt x="576" y="128"/>
                  </a:lnTo>
                  <a:lnTo>
                    <a:pt x="576" y="112"/>
                  </a:lnTo>
                  <a:lnTo>
                    <a:pt x="584" y="104"/>
                  </a:lnTo>
                  <a:lnTo>
                    <a:pt x="592" y="96"/>
                  </a:lnTo>
                  <a:lnTo>
                    <a:pt x="592" y="88"/>
                  </a:lnTo>
                  <a:lnTo>
                    <a:pt x="600" y="80"/>
                  </a:lnTo>
                  <a:lnTo>
                    <a:pt x="600" y="72"/>
                  </a:lnTo>
                  <a:lnTo>
                    <a:pt x="608" y="64"/>
                  </a:lnTo>
                  <a:lnTo>
                    <a:pt x="616" y="56"/>
                  </a:lnTo>
                  <a:lnTo>
                    <a:pt x="616" y="48"/>
                  </a:lnTo>
                  <a:lnTo>
                    <a:pt x="624" y="40"/>
                  </a:lnTo>
                  <a:lnTo>
                    <a:pt x="624" y="32"/>
                  </a:lnTo>
                  <a:lnTo>
                    <a:pt x="632" y="24"/>
                  </a:lnTo>
                  <a:lnTo>
                    <a:pt x="632" y="16"/>
                  </a:lnTo>
                  <a:lnTo>
                    <a:pt x="640" y="8"/>
                  </a:lnTo>
                  <a:lnTo>
                    <a:pt x="648" y="0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25" name="Freeform 25"/>
            <p:cNvSpPr>
              <a:spLocks/>
            </p:cNvSpPr>
            <p:nvPr/>
          </p:nvSpPr>
          <p:spPr bwMode="auto">
            <a:xfrm>
              <a:off x="4055" y="1358"/>
              <a:ext cx="697" cy="1159"/>
            </a:xfrm>
            <a:custGeom>
              <a:avLst/>
              <a:gdLst/>
              <a:ahLst/>
              <a:cxnLst>
                <a:cxn ang="0">
                  <a:pos x="8" y="72"/>
                </a:cxn>
                <a:cxn ang="0">
                  <a:pos x="32" y="48"/>
                </a:cxn>
                <a:cxn ang="0">
                  <a:pos x="56" y="24"/>
                </a:cxn>
                <a:cxn ang="0">
                  <a:pos x="80" y="16"/>
                </a:cxn>
                <a:cxn ang="0">
                  <a:pos x="104" y="8"/>
                </a:cxn>
                <a:cxn ang="0">
                  <a:pos x="128" y="0"/>
                </a:cxn>
                <a:cxn ang="0">
                  <a:pos x="152" y="8"/>
                </a:cxn>
                <a:cxn ang="0">
                  <a:pos x="176" y="16"/>
                </a:cxn>
                <a:cxn ang="0">
                  <a:pos x="200" y="32"/>
                </a:cxn>
                <a:cxn ang="0">
                  <a:pos x="224" y="56"/>
                </a:cxn>
                <a:cxn ang="0">
                  <a:pos x="240" y="72"/>
                </a:cxn>
                <a:cxn ang="0">
                  <a:pos x="256" y="96"/>
                </a:cxn>
                <a:cxn ang="0">
                  <a:pos x="272" y="120"/>
                </a:cxn>
                <a:cxn ang="0">
                  <a:pos x="288" y="144"/>
                </a:cxn>
                <a:cxn ang="0">
                  <a:pos x="304" y="168"/>
                </a:cxn>
                <a:cxn ang="0">
                  <a:pos x="320" y="192"/>
                </a:cxn>
                <a:cxn ang="0">
                  <a:pos x="328" y="223"/>
                </a:cxn>
                <a:cxn ang="0">
                  <a:pos x="344" y="247"/>
                </a:cxn>
                <a:cxn ang="0">
                  <a:pos x="360" y="279"/>
                </a:cxn>
                <a:cxn ang="0">
                  <a:pos x="377" y="311"/>
                </a:cxn>
                <a:cxn ang="0">
                  <a:pos x="385" y="351"/>
                </a:cxn>
                <a:cxn ang="0">
                  <a:pos x="401" y="383"/>
                </a:cxn>
                <a:cxn ang="0">
                  <a:pos x="417" y="415"/>
                </a:cxn>
                <a:cxn ang="0">
                  <a:pos x="433" y="455"/>
                </a:cxn>
                <a:cxn ang="0">
                  <a:pos x="449" y="495"/>
                </a:cxn>
                <a:cxn ang="0">
                  <a:pos x="457" y="535"/>
                </a:cxn>
                <a:cxn ang="0">
                  <a:pos x="473" y="567"/>
                </a:cxn>
                <a:cxn ang="0">
                  <a:pos x="489" y="607"/>
                </a:cxn>
                <a:cxn ang="0">
                  <a:pos x="505" y="647"/>
                </a:cxn>
                <a:cxn ang="0">
                  <a:pos x="521" y="687"/>
                </a:cxn>
                <a:cxn ang="0">
                  <a:pos x="529" y="727"/>
                </a:cxn>
                <a:cxn ang="0">
                  <a:pos x="545" y="767"/>
                </a:cxn>
                <a:cxn ang="0">
                  <a:pos x="561" y="807"/>
                </a:cxn>
                <a:cxn ang="0">
                  <a:pos x="577" y="847"/>
                </a:cxn>
                <a:cxn ang="0">
                  <a:pos x="585" y="887"/>
                </a:cxn>
                <a:cxn ang="0">
                  <a:pos x="601" y="927"/>
                </a:cxn>
                <a:cxn ang="0">
                  <a:pos x="617" y="959"/>
                </a:cxn>
                <a:cxn ang="0">
                  <a:pos x="633" y="999"/>
                </a:cxn>
                <a:cxn ang="0">
                  <a:pos x="649" y="1031"/>
                </a:cxn>
                <a:cxn ang="0">
                  <a:pos x="657" y="1071"/>
                </a:cxn>
                <a:cxn ang="0">
                  <a:pos x="673" y="1103"/>
                </a:cxn>
                <a:cxn ang="0">
                  <a:pos x="689" y="1135"/>
                </a:cxn>
              </a:cxnLst>
              <a:rect l="0" t="0" r="r" b="b"/>
              <a:pathLst>
                <a:path w="697" h="1159">
                  <a:moveTo>
                    <a:pt x="0" y="88"/>
                  </a:moveTo>
                  <a:lnTo>
                    <a:pt x="16" y="72"/>
                  </a:lnTo>
                  <a:lnTo>
                    <a:pt x="8" y="72"/>
                  </a:lnTo>
                  <a:lnTo>
                    <a:pt x="16" y="72"/>
                  </a:lnTo>
                  <a:lnTo>
                    <a:pt x="32" y="56"/>
                  </a:lnTo>
                  <a:lnTo>
                    <a:pt x="32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24"/>
                  </a:lnTo>
                  <a:lnTo>
                    <a:pt x="64" y="24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96" y="8"/>
                  </a:lnTo>
                  <a:lnTo>
                    <a:pt x="104" y="8"/>
                  </a:lnTo>
                  <a:lnTo>
                    <a:pt x="112" y="8"/>
                  </a:lnTo>
                  <a:lnTo>
                    <a:pt x="120" y="0"/>
                  </a:lnTo>
                  <a:lnTo>
                    <a:pt x="128" y="0"/>
                  </a:lnTo>
                  <a:lnTo>
                    <a:pt x="136" y="0"/>
                  </a:lnTo>
                  <a:lnTo>
                    <a:pt x="144" y="8"/>
                  </a:lnTo>
                  <a:lnTo>
                    <a:pt x="152" y="8"/>
                  </a:lnTo>
                  <a:lnTo>
                    <a:pt x="160" y="8"/>
                  </a:lnTo>
                  <a:lnTo>
                    <a:pt x="168" y="16"/>
                  </a:lnTo>
                  <a:lnTo>
                    <a:pt x="176" y="16"/>
                  </a:lnTo>
                  <a:lnTo>
                    <a:pt x="184" y="24"/>
                  </a:lnTo>
                  <a:lnTo>
                    <a:pt x="192" y="24"/>
                  </a:lnTo>
                  <a:lnTo>
                    <a:pt x="200" y="32"/>
                  </a:lnTo>
                  <a:lnTo>
                    <a:pt x="208" y="40"/>
                  </a:lnTo>
                  <a:lnTo>
                    <a:pt x="216" y="48"/>
                  </a:lnTo>
                  <a:lnTo>
                    <a:pt x="224" y="56"/>
                  </a:lnTo>
                  <a:lnTo>
                    <a:pt x="240" y="72"/>
                  </a:lnTo>
                  <a:lnTo>
                    <a:pt x="232" y="72"/>
                  </a:lnTo>
                  <a:lnTo>
                    <a:pt x="240" y="72"/>
                  </a:lnTo>
                  <a:lnTo>
                    <a:pt x="248" y="80"/>
                  </a:lnTo>
                  <a:lnTo>
                    <a:pt x="248" y="88"/>
                  </a:lnTo>
                  <a:lnTo>
                    <a:pt x="256" y="96"/>
                  </a:lnTo>
                  <a:lnTo>
                    <a:pt x="264" y="104"/>
                  </a:lnTo>
                  <a:lnTo>
                    <a:pt x="272" y="112"/>
                  </a:lnTo>
                  <a:lnTo>
                    <a:pt x="272" y="120"/>
                  </a:lnTo>
                  <a:lnTo>
                    <a:pt x="280" y="128"/>
                  </a:lnTo>
                  <a:lnTo>
                    <a:pt x="280" y="136"/>
                  </a:lnTo>
                  <a:lnTo>
                    <a:pt x="288" y="144"/>
                  </a:lnTo>
                  <a:lnTo>
                    <a:pt x="296" y="152"/>
                  </a:lnTo>
                  <a:lnTo>
                    <a:pt x="296" y="160"/>
                  </a:lnTo>
                  <a:lnTo>
                    <a:pt x="304" y="168"/>
                  </a:lnTo>
                  <a:lnTo>
                    <a:pt x="304" y="176"/>
                  </a:lnTo>
                  <a:lnTo>
                    <a:pt x="312" y="184"/>
                  </a:lnTo>
                  <a:lnTo>
                    <a:pt x="320" y="192"/>
                  </a:lnTo>
                  <a:lnTo>
                    <a:pt x="320" y="200"/>
                  </a:lnTo>
                  <a:lnTo>
                    <a:pt x="328" y="216"/>
                  </a:lnTo>
                  <a:lnTo>
                    <a:pt x="328" y="223"/>
                  </a:lnTo>
                  <a:lnTo>
                    <a:pt x="336" y="231"/>
                  </a:lnTo>
                  <a:lnTo>
                    <a:pt x="344" y="239"/>
                  </a:lnTo>
                  <a:lnTo>
                    <a:pt x="344" y="247"/>
                  </a:lnTo>
                  <a:lnTo>
                    <a:pt x="352" y="263"/>
                  </a:lnTo>
                  <a:lnTo>
                    <a:pt x="352" y="271"/>
                  </a:lnTo>
                  <a:lnTo>
                    <a:pt x="360" y="279"/>
                  </a:lnTo>
                  <a:lnTo>
                    <a:pt x="369" y="295"/>
                  </a:lnTo>
                  <a:lnTo>
                    <a:pt x="369" y="303"/>
                  </a:lnTo>
                  <a:lnTo>
                    <a:pt x="377" y="311"/>
                  </a:lnTo>
                  <a:lnTo>
                    <a:pt x="377" y="327"/>
                  </a:lnTo>
                  <a:lnTo>
                    <a:pt x="385" y="335"/>
                  </a:lnTo>
                  <a:lnTo>
                    <a:pt x="385" y="351"/>
                  </a:lnTo>
                  <a:lnTo>
                    <a:pt x="393" y="359"/>
                  </a:lnTo>
                  <a:lnTo>
                    <a:pt x="401" y="375"/>
                  </a:lnTo>
                  <a:lnTo>
                    <a:pt x="401" y="383"/>
                  </a:lnTo>
                  <a:lnTo>
                    <a:pt x="409" y="391"/>
                  </a:lnTo>
                  <a:lnTo>
                    <a:pt x="409" y="407"/>
                  </a:lnTo>
                  <a:lnTo>
                    <a:pt x="417" y="415"/>
                  </a:lnTo>
                  <a:lnTo>
                    <a:pt x="425" y="431"/>
                  </a:lnTo>
                  <a:lnTo>
                    <a:pt x="425" y="447"/>
                  </a:lnTo>
                  <a:lnTo>
                    <a:pt x="433" y="455"/>
                  </a:lnTo>
                  <a:lnTo>
                    <a:pt x="433" y="471"/>
                  </a:lnTo>
                  <a:lnTo>
                    <a:pt x="441" y="479"/>
                  </a:lnTo>
                  <a:lnTo>
                    <a:pt x="449" y="495"/>
                  </a:lnTo>
                  <a:lnTo>
                    <a:pt x="449" y="503"/>
                  </a:lnTo>
                  <a:lnTo>
                    <a:pt x="457" y="519"/>
                  </a:lnTo>
                  <a:lnTo>
                    <a:pt x="457" y="535"/>
                  </a:lnTo>
                  <a:lnTo>
                    <a:pt x="465" y="543"/>
                  </a:lnTo>
                  <a:lnTo>
                    <a:pt x="473" y="559"/>
                  </a:lnTo>
                  <a:lnTo>
                    <a:pt x="473" y="567"/>
                  </a:lnTo>
                  <a:lnTo>
                    <a:pt x="481" y="583"/>
                  </a:lnTo>
                  <a:lnTo>
                    <a:pt x="481" y="599"/>
                  </a:lnTo>
                  <a:lnTo>
                    <a:pt x="489" y="607"/>
                  </a:lnTo>
                  <a:lnTo>
                    <a:pt x="497" y="623"/>
                  </a:lnTo>
                  <a:lnTo>
                    <a:pt x="497" y="639"/>
                  </a:lnTo>
                  <a:lnTo>
                    <a:pt x="505" y="647"/>
                  </a:lnTo>
                  <a:lnTo>
                    <a:pt x="505" y="663"/>
                  </a:lnTo>
                  <a:lnTo>
                    <a:pt x="513" y="679"/>
                  </a:lnTo>
                  <a:lnTo>
                    <a:pt x="521" y="687"/>
                  </a:lnTo>
                  <a:lnTo>
                    <a:pt x="521" y="703"/>
                  </a:lnTo>
                  <a:lnTo>
                    <a:pt x="529" y="719"/>
                  </a:lnTo>
                  <a:lnTo>
                    <a:pt x="529" y="727"/>
                  </a:lnTo>
                  <a:lnTo>
                    <a:pt x="537" y="743"/>
                  </a:lnTo>
                  <a:lnTo>
                    <a:pt x="545" y="759"/>
                  </a:lnTo>
                  <a:lnTo>
                    <a:pt x="545" y="767"/>
                  </a:lnTo>
                  <a:lnTo>
                    <a:pt x="553" y="783"/>
                  </a:lnTo>
                  <a:lnTo>
                    <a:pt x="553" y="799"/>
                  </a:lnTo>
                  <a:lnTo>
                    <a:pt x="561" y="807"/>
                  </a:lnTo>
                  <a:lnTo>
                    <a:pt x="561" y="823"/>
                  </a:lnTo>
                  <a:lnTo>
                    <a:pt x="569" y="831"/>
                  </a:lnTo>
                  <a:lnTo>
                    <a:pt x="577" y="847"/>
                  </a:lnTo>
                  <a:lnTo>
                    <a:pt x="577" y="863"/>
                  </a:lnTo>
                  <a:lnTo>
                    <a:pt x="585" y="871"/>
                  </a:lnTo>
                  <a:lnTo>
                    <a:pt x="585" y="887"/>
                  </a:lnTo>
                  <a:lnTo>
                    <a:pt x="593" y="903"/>
                  </a:lnTo>
                  <a:lnTo>
                    <a:pt x="601" y="911"/>
                  </a:lnTo>
                  <a:lnTo>
                    <a:pt x="601" y="927"/>
                  </a:lnTo>
                  <a:lnTo>
                    <a:pt x="609" y="935"/>
                  </a:lnTo>
                  <a:lnTo>
                    <a:pt x="609" y="951"/>
                  </a:lnTo>
                  <a:lnTo>
                    <a:pt x="617" y="959"/>
                  </a:lnTo>
                  <a:lnTo>
                    <a:pt x="625" y="975"/>
                  </a:lnTo>
                  <a:lnTo>
                    <a:pt x="625" y="983"/>
                  </a:lnTo>
                  <a:lnTo>
                    <a:pt x="633" y="999"/>
                  </a:lnTo>
                  <a:lnTo>
                    <a:pt x="633" y="1015"/>
                  </a:lnTo>
                  <a:lnTo>
                    <a:pt x="641" y="1023"/>
                  </a:lnTo>
                  <a:lnTo>
                    <a:pt x="649" y="1031"/>
                  </a:lnTo>
                  <a:lnTo>
                    <a:pt x="649" y="1047"/>
                  </a:lnTo>
                  <a:lnTo>
                    <a:pt x="657" y="1055"/>
                  </a:lnTo>
                  <a:lnTo>
                    <a:pt x="657" y="1071"/>
                  </a:lnTo>
                  <a:lnTo>
                    <a:pt x="665" y="1079"/>
                  </a:lnTo>
                  <a:lnTo>
                    <a:pt x="673" y="1095"/>
                  </a:lnTo>
                  <a:lnTo>
                    <a:pt x="673" y="1103"/>
                  </a:lnTo>
                  <a:lnTo>
                    <a:pt x="681" y="1111"/>
                  </a:lnTo>
                  <a:lnTo>
                    <a:pt x="681" y="1127"/>
                  </a:lnTo>
                  <a:lnTo>
                    <a:pt x="689" y="1135"/>
                  </a:lnTo>
                  <a:lnTo>
                    <a:pt x="697" y="1143"/>
                  </a:lnTo>
                  <a:lnTo>
                    <a:pt x="697" y="1159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26" name="Freeform 26"/>
            <p:cNvSpPr>
              <a:spLocks/>
            </p:cNvSpPr>
            <p:nvPr/>
          </p:nvSpPr>
          <p:spPr bwMode="auto">
            <a:xfrm>
              <a:off x="4752" y="2069"/>
              <a:ext cx="624" cy="703"/>
            </a:xfrm>
            <a:custGeom>
              <a:avLst/>
              <a:gdLst/>
              <a:ahLst/>
              <a:cxnLst>
                <a:cxn ang="0">
                  <a:pos x="8" y="456"/>
                </a:cxn>
                <a:cxn ang="0">
                  <a:pos x="16" y="472"/>
                </a:cxn>
                <a:cxn ang="0">
                  <a:pos x="24" y="496"/>
                </a:cxn>
                <a:cxn ang="0">
                  <a:pos x="32" y="512"/>
                </a:cxn>
                <a:cxn ang="0">
                  <a:pos x="48" y="528"/>
                </a:cxn>
                <a:cxn ang="0">
                  <a:pos x="56" y="544"/>
                </a:cxn>
                <a:cxn ang="0">
                  <a:pos x="64" y="560"/>
                </a:cxn>
                <a:cxn ang="0">
                  <a:pos x="72" y="576"/>
                </a:cxn>
                <a:cxn ang="0">
                  <a:pos x="80" y="592"/>
                </a:cxn>
                <a:cxn ang="0">
                  <a:pos x="88" y="608"/>
                </a:cxn>
                <a:cxn ang="0">
                  <a:pos x="104" y="624"/>
                </a:cxn>
                <a:cxn ang="0">
                  <a:pos x="112" y="640"/>
                </a:cxn>
                <a:cxn ang="0">
                  <a:pos x="136" y="656"/>
                </a:cxn>
                <a:cxn ang="0">
                  <a:pos x="144" y="663"/>
                </a:cxn>
                <a:cxn ang="0">
                  <a:pos x="160" y="679"/>
                </a:cxn>
                <a:cxn ang="0">
                  <a:pos x="176" y="687"/>
                </a:cxn>
                <a:cxn ang="0">
                  <a:pos x="192" y="695"/>
                </a:cxn>
                <a:cxn ang="0">
                  <a:pos x="208" y="703"/>
                </a:cxn>
                <a:cxn ang="0">
                  <a:pos x="224" y="703"/>
                </a:cxn>
                <a:cxn ang="0">
                  <a:pos x="240" y="695"/>
                </a:cxn>
                <a:cxn ang="0">
                  <a:pos x="256" y="695"/>
                </a:cxn>
                <a:cxn ang="0">
                  <a:pos x="272" y="687"/>
                </a:cxn>
                <a:cxn ang="0">
                  <a:pos x="288" y="671"/>
                </a:cxn>
                <a:cxn ang="0">
                  <a:pos x="304" y="663"/>
                </a:cxn>
                <a:cxn ang="0">
                  <a:pos x="320" y="648"/>
                </a:cxn>
                <a:cxn ang="0">
                  <a:pos x="336" y="632"/>
                </a:cxn>
                <a:cxn ang="0">
                  <a:pos x="352" y="616"/>
                </a:cxn>
                <a:cxn ang="0">
                  <a:pos x="368" y="592"/>
                </a:cxn>
                <a:cxn ang="0">
                  <a:pos x="368" y="592"/>
                </a:cxn>
                <a:cxn ang="0">
                  <a:pos x="376" y="576"/>
                </a:cxn>
                <a:cxn ang="0">
                  <a:pos x="384" y="560"/>
                </a:cxn>
                <a:cxn ang="0">
                  <a:pos x="400" y="544"/>
                </a:cxn>
                <a:cxn ang="0">
                  <a:pos x="408" y="528"/>
                </a:cxn>
                <a:cxn ang="0">
                  <a:pos x="416" y="504"/>
                </a:cxn>
                <a:cxn ang="0">
                  <a:pos x="424" y="488"/>
                </a:cxn>
                <a:cxn ang="0">
                  <a:pos x="432" y="472"/>
                </a:cxn>
                <a:cxn ang="0">
                  <a:pos x="440" y="448"/>
                </a:cxn>
                <a:cxn ang="0">
                  <a:pos x="456" y="432"/>
                </a:cxn>
                <a:cxn ang="0">
                  <a:pos x="464" y="408"/>
                </a:cxn>
                <a:cxn ang="0">
                  <a:pos x="472" y="384"/>
                </a:cxn>
                <a:cxn ang="0">
                  <a:pos x="480" y="360"/>
                </a:cxn>
                <a:cxn ang="0">
                  <a:pos x="488" y="336"/>
                </a:cxn>
                <a:cxn ang="0">
                  <a:pos x="504" y="320"/>
                </a:cxn>
                <a:cxn ang="0">
                  <a:pos x="512" y="296"/>
                </a:cxn>
                <a:cxn ang="0">
                  <a:pos x="520" y="264"/>
                </a:cxn>
                <a:cxn ang="0">
                  <a:pos x="528" y="240"/>
                </a:cxn>
                <a:cxn ang="0">
                  <a:pos x="536" y="216"/>
                </a:cxn>
                <a:cxn ang="0">
                  <a:pos x="552" y="192"/>
                </a:cxn>
                <a:cxn ang="0">
                  <a:pos x="560" y="168"/>
                </a:cxn>
                <a:cxn ang="0">
                  <a:pos x="568" y="144"/>
                </a:cxn>
                <a:cxn ang="0">
                  <a:pos x="576" y="112"/>
                </a:cxn>
                <a:cxn ang="0">
                  <a:pos x="584" y="88"/>
                </a:cxn>
                <a:cxn ang="0">
                  <a:pos x="600" y="64"/>
                </a:cxn>
                <a:cxn ang="0">
                  <a:pos x="608" y="32"/>
                </a:cxn>
                <a:cxn ang="0">
                  <a:pos x="616" y="8"/>
                </a:cxn>
              </a:cxnLst>
              <a:rect l="0" t="0" r="r" b="b"/>
              <a:pathLst>
                <a:path w="624" h="703">
                  <a:moveTo>
                    <a:pt x="0" y="448"/>
                  </a:moveTo>
                  <a:lnTo>
                    <a:pt x="8" y="456"/>
                  </a:lnTo>
                  <a:lnTo>
                    <a:pt x="8" y="464"/>
                  </a:lnTo>
                  <a:lnTo>
                    <a:pt x="16" y="472"/>
                  </a:lnTo>
                  <a:lnTo>
                    <a:pt x="24" y="488"/>
                  </a:lnTo>
                  <a:lnTo>
                    <a:pt x="24" y="496"/>
                  </a:lnTo>
                  <a:lnTo>
                    <a:pt x="32" y="504"/>
                  </a:lnTo>
                  <a:lnTo>
                    <a:pt x="32" y="512"/>
                  </a:lnTo>
                  <a:lnTo>
                    <a:pt x="40" y="520"/>
                  </a:lnTo>
                  <a:lnTo>
                    <a:pt x="48" y="528"/>
                  </a:lnTo>
                  <a:lnTo>
                    <a:pt x="48" y="536"/>
                  </a:lnTo>
                  <a:lnTo>
                    <a:pt x="56" y="544"/>
                  </a:lnTo>
                  <a:lnTo>
                    <a:pt x="56" y="552"/>
                  </a:lnTo>
                  <a:lnTo>
                    <a:pt x="64" y="560"/>
                  </a:lnTo>
                  <a:lnTo>
                    <a:pt x="64" y="568"/>
                  </a:lnTo>
                  <a:lnTo>
                    <a:pt x="72" y="576"/>
                  </a:lnTo>
                  <a:lnTo>
                    <a:pt x="80" y="584"/>
                  </a:lnTo>
                  <a:lnTo>
                    <a:pt x="80" y="592"/>
                  </a:lnTo>
                  <a:lnTo>
                    <a:pt x="88" y="600"/>
                  </a:lnTo>
                  <a:lnTo>
                    <a:pt x="88" y="608"/>
                  </a:lnTo>
                  <a:lnTo>
                    <a:pt x="96" y="616"/>
                  </a:lnTo>
                  <a:lnTo>
                    <a:pt x="104" y="624"/>
                  </a:lnTo>
                  <a:lnTo>
                    <a:pt x="120" y="640"/>
                  </a:lnTo>
                  <a:lnTo>
                    <a:pt x="112" y="640"/>
                  </a:lnTo>
                  <a:lnTo>
                    <a:pt x="120" y="640"/>
                  </a:lnTo>
                  <a:lnTo>
                    <a:pt x="136" y="656"/>
                  </a:lnTo>
                  <a:lnTo>
                    <a:pt x="136" y="663"/>
                  </a:lnTo>
                  <a:lnTo>
                    <a:pt x="144" y="663"/>
                  </a:lnTo>
                  <a:lnTo>
                    <a:pt x="152" y="671"/>
                  </a:lnTo>
                  <a:lnTo>
                    <a:pt x="160" y="679"/>
                  </a:lnTo>
                  <a:lnTo>
                    <a:pt x="168" y="687"/>
                  </a:lnTo>
                  <a:lnTo>
                    <a:pt x="176" y="687"/>
                  </a:lnTo>
                  <a:lnTo>
                    <a:pt x="184" y="695"/>
                  </a:lnTo>
                  <a:lnTo>
                    <a:pt x="192" y="695"/>
                  </a:lnTo>
                  <a:lnTo>
                    <a:pt x="200" y="695"/>
                  </a:lnTo>
                  <a:lnTo>
                    <a:pt x="208" y="703"/>
                  </a:lnTo>
                  <a:lnTo>
                    <a:pt x="216" y="703"/>
                  </a:lnTo>
                  <a:lnTo>
                    <a:pt x="224" y="703"/>
                  </a:lnTo>
                  <a:lnTo>
                    <a:pt x="232" y="703"/>
                  </a:lnTo>
                  <a:lnTo>
                    <a:pt x="240" y="695"/>
                  </a:lnTo>
                  <a:lnTo>
                    <a:pt x="248" y="695"/>
                  </a:lnTo>
                  <a:lnTo>
                    <a:pt x="256" y="695"/>
                  </a:lnTo>
                  <a:lnTo>
                    <a:pt x="264" y="687"/>
                  </a:lnTo>
                  <a:lnTo>
                    <a:pt x="272" y="687"/>
                  </a:lnTo>
                  <a:lnTo>
                    <a:pt x="280" y="679"/>
                  </a:lnTo>
                  <a:lnTo>
                    <a:pt x="288" y="671"/>
                  </a:lnTo>
                  <a:lnTo>
                    <a:pt x="296" y="671"/>
                  </a:lnTo>
                  <a:lnTo>
                    <a:pt x="304" y="663"/>
                  </a:lnTo>
                  <a:lnTo>
                    <a:pt x="312" y="656"/>
                  </a:lnTo>
                  <a:lnTo>
                    <a:pt x="320" y="648"/>
                  </a:lnTo>
                  <a:lnTo>
                    <a:pt x="328" y="640"/>
                  </a:lnTo>
                  <a:lnTo>
                    <a:pt x="336" y="632"/>
                  </a:lnTo>
                  <a:lnTo>
                    <a:pt x="344" y="624"/>
                  </a:lnTo>
                  <a:lnTo>
                    <a:pt x="352" y="616"/>
                  </a:lnTo>
                  <a:lnTo>
                    <a:pt x="352" y="608"/>
                  </a:lnTo>
                  <a:lnTo>
                    <a:pt x="368" y="592"/>
                  </a:lnTo>
                  <a:lnTo>
                    <a:pt x="360" y="592"/>
                  </a:lnTo>
                  <a:lnTo>
                    <a:pt x="368" y="592"/>
                  </a:lnTo>
                  <a:lnTo>
                    <a:pt x="376" y="584"/>
                  </a:lnTo>
                  <a:lnTo>
                    <a:pt x="376" y="576"/>
                  </a:lnTo>
                  <a:lnTo>
                    <a:pt x="384" y="568"/>
                  </a:lnTo>
                  <a:lnTo>
                    <a:pt x="384" y="560"/>
                  </a:lnTo>
                  <a:lnTo>
                    <a:pt x="392" y="552"/>
                  </a:lnTo>
                  <a:lnTo>
                    <a:pt x="400" y="544"/>
                  </a:lnTo>
                  <a:lnTo>
                    <a:pt x="400" y="536"/>
                  </a:lnTo>
                  <a:lnTo>
                    <a:pt x="408" y="528"/>
                  </a:lnTo>
                  <a:lnTo>
                    <a:pt x="408" y="512"/>
                  </a:lnTo>
                  <a:lnTo>
                    <a:pt x="416" y="504"/>
                  </a:lnTo>
                  <a:lnTo>
                    <a:pt x="424" y="496"/>
                  </a:lnTo>
                  <a:lnTo>
                    <a:pt x="424" y="488"/>
                  </a:lnTo>
                  <a:lnTo>
                    <a:pt x="432" y="480"/>
                  </a:lnTo>
                  <a:lnTo>
                    <a:pt x="432" y="472"/>
                  </a:lnTo>
                  <a:lnTo>
                    <a:pt x="440" y="456"/>
                  </a:lnTo>
                  <a:lnTo>
                    <a:pt x="440" y="448"/>
                  </a:lnTo>
                  <a:lnTo>
                    <a:pt x="448" y="440"/>
                  </a:lnTo>
                  <a:lnTo>
                    <a:pt x="456" y="432"/>
                  </a:lnTo>
                  <a:lnTo>
                    <a:pt x="456" y="416"/>
                  </a:lnTo>
                  <a:lnTo>
                    <a:pt x="464" y="408"/>
                  </a:lnTo>
                  <a:lnTo>
                    <a:pt x="464" y="392"/>
                  </a:lnTo>
                  <a:lnTo>
                    <a:pt x="472" y="384"/>
                  </a:lnTo>
                  <a:lnTo>
                    <a:pt x="480" y="376"/>
                  </a:lnTo>
                  <a:lnTo>
                    <a:pt x="480" y="360"/>
                  </a:lnTo>
                  <a:lnTo>
                    <a:pt x="488" y="352"/>
                  </a:lnTo>
                  <a:lnTo>
                    <a:pt x="488" y="336"/>
                  </a:lnTo>
                  <a:lnTo>
                    <a:pt x="496" y="328"/>
                  </a:lnTo>
                  <a:lnTo>
                    <a:pt x="504" y="320"/>
                  </a:lnTo>
                  <a:lnTo>
                    <a:pt x="504" y="304"/>
                  </a:lnTo>
                  <a:lnTo>
                    <a:pt x="512" y="296"/>
                  </a:lnTo>
                  <a:lnTo>
                    <a:pt x="512" y="280"/>
                  </a:lnTo>
                  <a:lnTo>
                    <a:pt x="520" y="264"/>
                  </a:lnTo>
                  <a:lnTo>
                    <a:pt x="528" y="256"/>
                  </a:lnTo>
                  <a:lnTo>
                    <a:pt x="528" y="240"/>
                  </a:lnTo>
                  <a:lnTo>
                    <a:pt x="536" y="232"/>
                  </a:lnTo>
                  <a:lnTo>
                    <a:pt x="536" y="216"/>
                  </a:lnTo>
                  <a:lnTo>
                    <a:pt x="544" y="208"/>
                  </a:lnTo>
                  <a:lnTo>
                    <a:pt x="552" y="192"/>
                  </a:lnTo>
                  <a:lnTo>
                    <a:pt x="552" y="176"/>
                  </a:lnTo>
                  <a:lnTo>
                    <a:pt x="560" y="168"/>
                  </a:lnTo>
                  <a:lnTo>
                    <a:pt x="560" y="152"/>
                  </a:lnTo>
                  <a:lnTo>
                    <a:pt x="568" y="144"/>
                  </a:lnTo>
                  <a:lnTo>
                    <a:pt x="576" y="128"/>
                  </a:lnTo>
                  <a:lnTo>
                    <a:pt x="576" y="112"/>
                  </a:lnTo>
                  <a:lnTo>
                    <a:pt x="584" y="104"/>
                  </a:lnTo>
                  <a:lnTo>
                    <a:pt x="584" y="88"/>
                  </a:lnTo>
                  <a:lnTo>
                    <a:pt x="592" y="72"/>
                  </a:lnTo>
                  <a:lnTo>
                    <a:pt x="600" y="64"/>
                  </a:lnTo>
                  <a:lnTo>
                    <a:pt x="600" y="48"/>
                  </a:lnTo>
                  <a:lnTo>
                    <a:pt x="608" y="32"/>
                  </a:lnTo>
                  <a:lnTo>
                    <a:pt x="608" y="24"/>
                  </a:lnTo>
                  <a:lnTo>
                    <a:pt x="616" y="8"/>
                  </a:lnTo>
                  <a:lnTo>
                    <a:pt x="624" y="0"/>
                  </a:lnTo>
                </a:path>
              </a:pathLst>
            </a:custGeom>
            <a:noFill/>
            <a:ln w="38100" cmpd="sng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25627" name="Group 27"/>
          <p:cNvGrpSpPr>
            <a:grpSpLocks/>
          </p:cNvGrpSpPr>
          <p:nvPr/>
        </p:nvGrpSpPr>
        <p:grpSpPr bwMode="auto">
          <a:xfrm>
            <a:off x="7391400" y="3789364"/>
            <a:ext cx="2305050" cy="1081087"/>
            <a:chOff x="597" y="654"/>
            <a:chExt cx="4764" cy="2822"/>
          </a:xfrm>
        </p:grpSpPr>
        <p:sp>
          <p:nvSpPr>
            <p:cNvPr id="25628" name="Freeform 28"/>
            <p:cNvSpPr>
              <a:spLocks/>
            </p:cNvSpPr>
            <p:nvPr/>
          </p:nvSpPr>
          <p:spPr bwMode="auto">
            <a:xfrm>
              <a:off x="597" y="654"/>
              <a:ext cx="616" cy="2822"/>
            </a:xfrm>
            <a:custGeom>
              <a:avLst/>
              <a:gdLst/>
              <a:ahLst/>
              <a:cxnLst>
                <a:cxn ang="0">
                  <a:pos x="8" y="1175"/>
                </a:cxn>
                <a:cxn ang="0">
                  <a:pos x="24" y="943"/>
                </a:cxn>
                <a:cxn ang="0">
                  <a:pos x="40" y="728"/>
                </a:cxn>
                <a:cxn ang="0">
                  <a:pos x="56" y="528"/>
                </a:cxn>
                <a:cxn ang="0">
                  <a:pos x="64" y="352"/>
                </a:cxn>
                <a:cxn ang="0">
                  <a:pos x="80" y="216"/>
                </a:cxn>
                <a:cxn ang="0">
                  <a:pos x="96" y="104"/>
                </a:cxn>
                <a:cxn ang="0">
                  <a:pos x="112" y="32"/>
                </a:cxn>
                <a:cxn ang="0">
                  <a:pos x="128" y="0"/>
                </a:cxn>
                <a:cxn ang="0">
                  <a:pos x="144" y="24"/>
                </a:cxn>
                <a:cxn ang="0">
                  <a:pos x="160" y="88"/>
                </a:cxn>
                <a:cxn ang="0">
                  <a:pos x="176" y="192"/>
                </a:cxn>
                <a:cxn ang="0">
                  <a:pos x="184" y="328"/>
                </a:cxn>
                <a:cxn ang="0">
                  <a:pos x="200" y="496"/>
                </a:cxn>
                <a:cxn ang="0">
                  <a:pos x="216" y="688"/>
                </a:cxn>
                <a:cxn ang="0">
                  <a:pos x="232" y="904"/>
                </a:cxn>
                <a:cxn ang="0">
                  <a:pos x="240" y="1127"/>
                </a:cxn>
                <a:cxn ang="0">
                  <a:pos x="256" y="1367"/>
                </a:cxn>
                <a:cxn ang="0">
                  <a:pos x="272" y="1607"/>
                </a:cxn>
                <a:cxn ang="0">
                  <a:pos x="288" y="1839"/>
                </a:cxn>
                <a:cxn ang="0">
                  <a:pos x="304" y="2063"/>
                </a:cxn>
                <a:cxn ang="0">
                  <a:pos x="312" y="2262"/>
                </a:cxn>
                <a:cxn ang="0">
                  <a:pos x="328" y="2438"/>
                </a:cxn>
                <a:cxn ang="0">
                  <a:pos x="344" y="2590"/>
                </a:cxn>
                <a:cxn ang="0">
                  <a:pos x="360" y="2702"/>
                </a:cxn>
                <a:cxn ang="0">
                  <a:pos x="376" y="2774"/>
                </a:cxn>
                <a:cxn ang="0">
                  <a:pos x="384" y="2814"/>
                </a:cxn>
                <a:cxn ang="0">
                  <a:pos x="408" y="2806"/>
                </a:cxn>
                <a:cxn ang="0">
                  <a:pos x="416" y="2750"/>
                </a:cxn>
                <a:cxn ang="0">
                  <a:pos x="432" y="2654"/>
                </a:cxn>
                <a:cxn ang="0">
                  <a:pos x="448" y="2526"/>
                </a:cxn>
                <a:cxn ang="0">
                  <a:pos x="464" y="2366"/>
                </a:cxn>
                <a:cxn ang="0">
                  <a:pos x="480" y="2174"/>
                </a:cxn>
                <a:cxn ang="0">
                  <a:pos x="488" y="1959"/>
                </a:cxn>
                <a:cxn ang="0">
                  <a:pos x="504" y="1735"/>
                </a:cxn>
                <a:cxn ang="0">
                  <a:pos x="520" y="1503"/>
                </a:cxn>
                <a:cxn ang="0">
                  <a:pos x="536" y="1263"/>
                </a:cxn>
                <a:cxn ang="0">
                  <a:pos x="552" y="1023"/>
                </a:cxn>
                <a:cxn ang="0">
                  <a:pos x="560" y="800"/>
                </a:cxn>
                <a:cxn ang="0">
                  <a:pos x="576" y="600"/>
                </a:cxn>
                <a:cxn ang="0">
                  <a:pos x="592" y="416"/>
                </a:cxn>
                <a:cxn ang="0">
                  <a:pos x="608" y="264"/>
                </a:cxn>
              </a:cxnLst>
              <a:rect l="0" t="0" r="r" b="b"/>
              <a:pathLst>
                <a:path w="616" h="2822">
                  <a:moveTo>
                    <a:pt x="0" y="1335"/>
                  </a:moveTo>
                  <a:lnTo>
                    <a:pt x="8" y="1255"/>
                  </a:lnTo>
                  <a:lnTo>
                    <a:pt x="8" y="1175"/>
                  </a:lnTo>
                  <a:lnTo>
                    <a:pt x="16" y="1095"/>
                  </a:lnTo>
                  <a:lnTo>
                    <a:pt x="16" y="1015"/>
                  </a:lnTo>
                  <a:lnTo>
                    <a:pt x="24" y="943"/>
                  </a:lnTo>
                  <a:lnTo>
                    <a:pt x="32" y="872"/>
                  </a:lnTo>
                  <a:lnTo>
                    <a:pt x="32" y="792"/>
                  </a:lnTo>
                  <a:lnTo>
                    <a:pt x="40" y="728"/>
                  </a:lnTo>
                  <a:lnTo>
                    <a:pt x="40" y="656"/>
                  </a:lnTo>
                  <a:lnTo>
                    <a:pt x="48" y="592"/>
                  </a:lnTo>
                  <a:lnTo>
                    <a:pt x="56" y="528"/>
                  </a:lnTo>
                  <a:lnTo>
                    <a:pt x="56" y="464"/>
                  </a:lnTo>
                  <a:lnTo>
                    <a:pt x="64" y="408"/>
                  </a:lnTo>
                  <a:lnTo>
                    <a:pt x="64" y="352"/>
                  </a:lnTo>
                  <a:lnTo>
                    <a:pt x="72" y="304"/>
                  </a:lnTo>
                  <a:lnTo>
                    <a:pt x="80" y="256"/>
                  </a:lnTo>
                  <a:lnTo>
                    <a:pt x="80" y="216"/>
                  </a:lnTo>
                  <a:lnTo>
                    <a:pt x="88" y="176"/>
                  </a:lnTo>
                  <a:lnTo>
                    <a:pt x="88" y="136"/>
                  </a:lnTo>
                  <a:lnTo>
                    <a:pt x="96" y="104"/>
                  </a:lnTo>
                  <a:lnTo>
                    <a:pt x="104" y="80"/>
                  </a:lnTo>
                  <a:lnTo>
                    <a:pt x="104" y="56"/>
                  </a:lnTo>
                  <a:lnTo>
                    <a:pt x="112" y="32"/>
                  </a:lnTo>
                  <a:lnTo>
                    <a:pt x="112" y="16"/>
                  </a:lnTo>
                  <a:lnTo>
                    <a:pt x="120" y="8"/>
                  </a:lnTo>
                  <a:lnTo>
                    <a:pt x="128" y="0"/>
                  </a:lnTo>
                  <a:lnTo>
                    <a:pt x="136" y="8"/>
                  </a:lnTo>
                  <a:lnTo>
                    <a:pt x="136" y="16"/>
                  </a:lnTo>
                  <a:lnTo>
                    <a:pt x="144" y="24"/>
                  </a:lnTo>
                  <a:lnTo>
                    <a:pt x="152" y="40"/>
                  </a:lnTo>
                  <a:lnTo>
                    <a:pt x="152" y="64"/>
                  </a:lnTo>
                  <a:lnTo>
                    <a:pt x="160" y="88"/>
                  </a:lnTo>
                  <a:lnTo>
                    <a:pt x="160" y="120"/>
                  </a:lnTo>
                  <a:lnTo>
                    <a:pt x="168" y="152"/>
                  </a:lnTo>
                  <a:lnTo>
                    <a:pt x="176" y="192"/>
                  </a:lnTo>
                  <a:lnTo>
                    <a:pt x="176" y="232"/>
                  </a:lnTo>
                  <a:lnTo>
                    <a:pt x="184" y="280"/>
                  </a:lnTo>
                  <a:lnTo>
                    <a:pt x="184" y="328"/>
                  </a:lnTo>
                  <a:lnTo>
                    <a:pt x="192" y="376"/>
                  </a:lnTo>
                  <a:lnTo>
                    <a:pt x="192" y="432"/>
                  </a:lnTo>
                  <a:lnTo>
                    <a:pt x="200" y="496"/>
                  </a:lnTo>
                  <a:lnTo>
                    <a:pt x="208" y="552"/>
                  </a:lnTo>
                  <a:lnTo>
                    <a:pt x="208" y="616"/>
                  </a:lnTo>
                  <a:lnTo>
                    <a:pt x="216" y="688"/>
                  </a:lnTo>
                  <a:lnTo>
                    <a:pt x="216" y="760"/>
                  </a:lnTo>
                  <a:lnTo>
                    <a:pt x="224" y="824"/>
                  </a:lnTo>
                  <a:lnTo>
                    <a:pt x="232" y="904"/>
                  </a:lnTo>
                  <a:lnTo>
                    <a:pt x="232" y="975"/>
                  </a:lnTo>
                  <a:lnTo>
                    <a:pt x="240" y="1055"/>
                  </a:lnTo>
                  <a:lnTo>
                    <a:pt x="240" y="1127"/>
                  </a:lnTo>
                  <a:lnTo>
                    <a:pt x="248" y="1207"/>
                  </a:lnTo>
                  <a:lnTo>
                    <a:pt x="256" y="1287"/>
                  </a:lnTo>
                  <a:lnTo>
                    <a:pt x="256" y="1367"/>
                  </a:lnTo>
                  <a:lnTo>
                    <a:pt x="264" y="1447"/>
                  </a:lnTo>
                  <a:lnTo>
                    <a:pt x="264" y="1527"/>
                  </a:lnTo>
                  <a:lnTo>
                    <a:pt x="272" y="1607"/>
                  </a:lnTo>
                  <a:lnTo>
                    <a:pt x="280" y="1687"/>
                  </a:lnTo>
                  <a:lnTo>
                    <a:pt x="280" y="1759"/>
                  </a:lnTo>
                  <a:lnTo>
                    <a:pt x="288" y="1839"/>
                  </a:lnTo>
                  <a:lnTo>
                    <a:pt x="288" y="1911"/>
                  </a:lnTo>
                  <a:lnTo>
                    <a:pt x="296" y="1991"/>
                  </a:lnTo>
                  <a:lnTo>
                    <a:pt x="304" y="2063"/>
                  </a:lnTo>
                  <a:lnTo>
                    <a:pt x="304" y="2126"/>
                  </a:lnTo>
                  <a:lnTo>
                    <a:pt x="312" y="2198"/>
                  </a:lnTo>
                  <a:lnTo>
                    <a:pt x="312" y="2262"/>
                  </a:lnTo>
                  <a:lnTo>
                    <a:pt x="320" y="2326"/>
                  </a:lnTo>
                  <a:lnTo>
                    <a:pt x="328" y="2382"/>
                  </a:lnTo>
                  <a:lnTo>
                    <a:pt x="328" y="2438"/>
                  </a:lnTo>
                  <a:lnTo>
                    <a:pt x="336" y="2494"/>
                  </a:lnTo>
                  <a:lnTo>
                    <a:pt x="336" y="2542"/>
                  </a:lnTo>
                  <a:lnTo>
                    <a:pt x="344" y="2590"/>
                  </a:lnTo>
                  <a:lnTo>
                    <a:pt x="352" y="2630"/>
                  </a:lnTo>
                  <a:lnTo>
                    <a:pt x="352" y="2670"/>
                  </a:lnTo>
                  <a:lnTo>
                    <a:pt x="360" y="2702"/>
                  </a:lnTo>
                  <a:lnTo>
                    <a:pt x="360" y="2734"/>
                  </a:lnTo>
                  <a:lnTo>
                    <a:pt x="368" y="2758"/>
                  </a:lnTo>
                  <a:lnTo>
                    <a:pt x="376" y="2774"/>
                  </a:lnTo>
                  <a:lnTo>
                    <a:pt x="376" y="2798"/>
                  </a:lnTo>
                  <a:lnTo>
                    <a:pt x="384" y="2806"/>
                  </a:lnTo>
                  <a:lnTo>
                    <a:pt x="384" y="2814"/>
                  </a:lnTo>
                  <a:lnTo>
                    <a:pt x="392" y="2822"/>
                  </a:lnTo>
                  <a:lnTo>
                    <a:pt x="400" y="2814"/>
                  </a:lnTo>
                  <a:lnTo>
                    <a:pt x="408" y="2806"/>
                  </a:lnTo>
                  <a:lnTo>
                    <a:pt x="408" y="2790"/>
                  </a:lnTo>
                  <a:lnTo>
                    <a:pt x="416" y="2774"/>
                  </a:lnTo>
                  <a:lnTo>
                    <a:pt x="416" y="2750"/>
                  </a:lnTo>
                  <a:lnTo>
                    <a:pt x="424" y="2718"/>
                  </a:lnTo>
                  <a:lnTo>
                    <a:pt x="432" y="2686"/>
                  </a:lnTo>
                  <a:lnTo>
                    <a:pt x="432" y="2654"/>
                  </a:lnTo>
                  <a:lnTo>
                    <a:pt x="440" y="2614"/>
                  </a:lnTo>
                  <a:lnTo>
                    <a:pt x="440" y="2574"/>
                  </a:lnTo>
                  <a:lnTo>
                    <a:pt x="448" y="2526"/>
                  </a:lnTo>
                  <a:lnTo>
                    <a:pt x="456" y="2470"/>
                  </a:lnTo>
                  <a:lnTo>
                    <a:pt x="456" y="2422"/>
                  </a:lnTo>
                  <a:lnTo>
                    <a:pt x="464" y="2366"/>
                  </a:lnTo>
                  <a:lnTo>
                    <a:pt x="464" y="2302"/>
                  </a:lnTo>
                  <a:lnTo>
                    <a:pt x="472" y="2238"/>
                  </a:lnTo>
                  <a:lnTo>
                    <a:pt x="480" y="2174"/>
                  </a:lnTo>
                  <a:lnTo>
                    <a:pt x="480" y="2102"/>
                  </a:lnTo>
                  <a:lnTo>
                    <a:pt x="488" y="2039"/>
                  </a:lnTo>
                  <a:lnTo>
                    <a:pt x="488" y="1959"/>
                  </a:lnTo>
                  <a:lnTo>
                    <a:pt x="496" y="1887"/>
                  </a:lnTo>
                  <a:lnTo>
                    <a:pt x="504" y="1815"/>
                  </a:lnTo>
                  <a:lnTo>
                    <a:pt x="504" y="1735"/>
                  </a:lnTo>
                  <a:lnTo>
                    <a:pt x="512" y="1655"/>
                  </a:lnTo>
                  <a:lnTo>
                    <a:pt x="512" y="1575"/>
                  </a:lnTo>
                  <a:lnTo>
                    <a:pt x="520" y="1503"/>
                  </a:lnTo>
                  <a:lnTo>
                    <a:pt x="528" y="1423"/>
                  </a:lnTo>
                  <a:lnTo>
                    <a:pt x="528" y="1343"/>
                  </a:lnTo>
                  <a:lnTo>
                    <a:pt x="536" y="1263"/>
                  </a:lnTo>
                  <a:lnTo>
                    <a:pt x="536" y="1183"/>
                  </a:lnTo>
                  <a:lnTo>
                    <a:pt x="544" y="1103"/>
                  </a:lnTo>
                  <a:lnTo>
                    <a:pt x="552" y="1023"/>
                  </a:lnTo>
                  <a:lnTo>
                    <a:pt x="552" y="951"/>
                  </a:lnTo>
                  <a:lnTo>
                    <a:pt x="560" y="880"/>
                  </a:lnTo>
                  <a:lnTo>
                    <a:pt x="560" y="800"/>
                  </a:lnTo>
                  <a:lnTo>
                    <a:pt x="568" y="736"/>
                  </a:lnTo>
                  <a:lnTo>
                    <a:pt x="568" y="664"/>
                  </a:lnTo>
                  <a:lnTo>
                    <a:pt x="576" y="600"/>
                  </a:lnTo>
                  <a:lnTo>
                    <a:pt x="584" y="536"/>
                  </a:lnTo>
                  <a:lnTo>
                    <a:pt x="584" y="472"/>
                  </a:lnTo>
                  <a:lnTo>
                    <a:pt x="592" y="416"/>
                  </a:lnTo>
                  <a:lnTo>
                    <a:pt x="592" y="360"/>
                  </a:lnTo>
                  <a:lnTo>
                    <a:pt x="600" y="312"/>
                  </a:lnTo>
                  <a:lnTo>
                    <a:pt x="608" y="264"/>
                  </a:lnTo>
                  <a:lnTo>
                    <a:pt x="608" y="216"/>
                  </a:lnTo>
                  <a:lnTo>
                    <a:pt x="616" y="176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29" name="Freeform 29"/>
            <p:cNvSpPr>
              <a:spLocks/>
            </p:cNvSpPr>
            <p:nvPr/>
          </p:nvSpPr>
          <p:spPr bwMode="auto">
            <a:xfrm>
              <a:off x="1213" y="654"/>
              <a:ext cx="625" cy="2822"/>
            </a:xfrm>
            <a:custGeom>
              <a:avLst/>
              <a:gdLst/>
              <a:ahLst/>
              <a:cxnLst>
                <a:cxn ang="0">
                  <a:pos x="8" y="104"/>
                </a:cxn>
                <a:cxn ang="0">
                  <a:pos x="24" y="32"/>
                </a:cxn>
                <a:cxn ang="0">
                  <a:pos x="40" y="0"/>
                </a:cxn>
                <a:cxn ang="0">
                  <a:pos x="56" y="24"/>
                </a:cxn>
                <a:cxn ang="0">
                  <a:pos x="72" y="88"/>
                </a:cxn>
                <a:cxn ang="0">
                  <a:pos x="88" y="184"/>
                </a:cxn>
                <a:cxn ang="0">
                  <a:pos x="96" y="320"/>
                </a:cxn>
                <a:cxn ang="0">
                  <a:pos x="112" y="488"/>
                </a:cxn>
                <a:cxn ang="0">
                  <a:pos x="129" y="680"/>
                </a:cxn>
                <a:cxn ang="0">
                  <a:pos x="145" y="896"/>
                </a:cxn>
                <a:cxn ang="0">
                  <a:pos x="153" y="1119"/>
                </a:cxn>
                <a:cxn ang="0">
                  <a:pos x="169" y="1359"/>
                </a:cxn>
                <a:cxn ang="0">
                  <a:pos x="185" y="1599"/>
                </a:cxn>
                <a:cxn ang="0">
                  <a:pos x="201" y="1831"/>
                </a:cxn>
                <a:cxn ang="0">
                  <a:pos x="217" y="2055"/>
                </a:cxn>
                <a:cxn ang="0">
                  <a:pos x="225" y="2254"/>
                </a:cxn>
                <a:cxn ang="0">
                  <a:pos x="241" y="2430"/>
                </a:cxn>
                <a:cxn ang="0">
                  <a:pos x="257" y="2582"/>
                </a:cxn>
                <a:cxn ang="0">
                  <a:pos x="273" y="2694"/>
                </a:cxn>
                <a:cxn ang="0">
                  <a:pos x="289" y="2774"/>
                </a:cxn>
                <a:cxn ang="0">
                  <a:pos x="297" y="2814"/>
                </a:cxn>
                <a:cxn ang="0">
                  <a:pos x="321" y="2806"/>
                </a:cxn>
                <a:cxn ang="0">
                  <a:pos x="337" y="2750"/>
                </a:cxn>
                <a:cxn ang="0">
                  <a:pos x="345" y="2662"/>
                </a:cxn>
                <a:cxn ang="0">
                  <a:pos x="361" y="2526"/>
                </a:cxn>
                <a:cxn ang="0">
                  <a:pos x="377" y="2366"/>
                </a:cxn>
                <a:cxn ang="0">
                  <a:pos x="393" y="2182"/>
                </a:cxn>
                <a:cxn ang="0">
                  <a:pos x="401" y="1967"/>
                </a:cxn>
                <a:cxn ang="0">
                  <a:pos x="417" y="1743"/>
                </a:cxn>
                <a:cxn ang="0">
                  <a:pos x="433" y="1511"/>
                </a:cxn>
                <a:cxn ang="0">
                  <a:pos x="449" y="1271"/>
                </a:cxn>
                <a:cxn ang="0">
                  <a:pos x="465" y="1031"/>
                </a:cxn>
                <a:cxn ang="0">
                  <a:pos x="473" y="808"/>
                </a:cxn>
                <a:cxn ang="0">
                  <a:pos x="489" y="608"/>
                </a:cxn>
                <a:cxn ang="0">
                  <a:pos x="505" y="424"/>
                </a:cxn>
                <a:cxn ang="0">
                  <a:pos x="521" y="264"/>
                </a:cxn>
                <a:cxn ang="0">
                  <a:pos x="529" y="144"/>
                </a:cxn>
                <a:cxn ang="0">
                  <a:pos x="545" y="56"/>
                </a:cxn>
                <a:cxn ang="0">
                  <a:pos x="561" y="8"/>
                </a:cxn>
                <a:cxn ang="0">
                  <a:pos x="585" y="24"/>
                </a:cxn>
                <a:cxn ang="0">
                  <a:pos x="601" y="80"/>
                </a:cxn>
                <a:cxn ang="0">
                  <a:pos x="617" y="184"/>
                </a:cxn>
              </a:cxnLst>
              <a:rect l="0" t="0" r="r" b="b"/>
              <a:pathLst>
                <a:path w="625" h="2822">
                  <a:moveTo>
                    <a:pt x="0" y="176"/>
                  </a:moveTo>
                  <a:lnTo>
                    <a:pt x="0" y="136"/>
                  </a:lnTo>
                  <a:lnTo>
                    <a:pt x="8" y="104"/>
                  </a:lnTo>
                  <a:lnTo>
                    <a:pt x="16" y="80"/>
                  </a:lnTo>
                  <a:lnTo>
                    <a:pt x="16" y="56"/>
                  </a:lnTo>
                  <a:lnTo>
                    <a:pt x="24" y="32"/>
                  </a:lnTo>
                  <a:lnTo>
                    <a:pt x="24" y="24"/>
                  </a:lnTo>
                  <a:lnTo>
                    <a:pt x="32" y="8"/>
                  </a:lnTo>
                  <a:lnTo>
                    <a:pt x="40" y="0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64" y="40"/>
                  </a:lnTo>
                  <a:lnTo>
                    <a:pt x="64" y="64"/>
                  </a:lnTo>
                  <a:lnTo>
                    <a:pt x="72" y="88"/>
                  </a:lnTo>
                  <a:lnTo>
                    <a:pt x="72" y="112"/>
                  </a:lnTo>
                  <a:lnTo>
                    <a:pt x="80" y="144"/>
                  </a:lnTo>
                  <a:lnTo>
                    <a:pt x="88" y="184"/>
                  </a:lnTo>
                  <a:lnTo>
                    <a:pt x="88" y="224"/>
                  </a:lnTo>
                  <a:lnTo>
                    <a:pt x="96" y="272"/>
                  </a:lnTo>
                  <a:lnTo>
                    <a:pt x="96" y="320"/>
                  </a:lnTo>
                  <a:lnTo>
                    <a:pt x="104" y="376"/>
                  </a:lnTo>
                  <a:lnTo>
                    <a:pt x="112" y="424"/>
                  </a:lnTo>
                  <a:lnTo>
                    <a:pt x="112" y="488"/>
                  </a:lnTo>
                  <a:lnTo>
                    <a:pt x="121" y="544"/>
                  </a:lnTo>
                  <a:lnTo>
                    <a:pt x="121" y="616"/>
                  </a:lnTo>
                  <a:lnTo>
                    <a:pt x="129" y="680"/>
                  </a:lnTo>
                  <a:lnTo>
                    <a:pt x="137" y="752"/>
                  </a:lnTo>
                  <a:lnTo>
                    <a:pt x="137" y="816"/>
                  </a:lnTo>
                  <a:lnTo>
                    <a:pt x="145" y="896"/>
                  </a:lnTo>
                  <a:lnTo>
                    <a:pt x="145" y="967"/>
                  </a:lnTo>
                  <a:lnTo>
                    <a:pt x="153" y="1047"/>
                  </a:lnTo>
                  <a:lnTo>
                    <a:pt x="153" y="1119"/>
                  </a:lnTo>
                  <a:lnTo>
                    <a:pt x="161" y="1199"/>
                  </a:lnTo>
                  <a:lnTo>
                    <a:pt x="169" y="1279"/>
                  </a:lnTo>
                  <a:lnTo>
                    <a:pt x="169" y="1359"/>
                  </a:lnTo>
                  <a:lnTo>
                    <a:pt x="177" y="1439"/>
                  </a:lnTo>
                  <a:lnTo>
                    <a:pt x="177" y="1519"/>
                  </a:lnTo>
                  <a:lnTo>
                    <a:pt x="185" y="1599"/>
                  </a:lnTo>
                  <a:lnTo>
                    <a:pt x="193" y="1679"/>
                  </a:lnTo>
                  <a:lnTo>
                    <a:pt x="193" y="1751"/>
                  </a:lnTo>
                  <a:lnTo>
                    <a:pt x="201" y="1831"/>
                  </a:lnTo>
                  <a:lnTo>
                    <a:pt x="201" y="1903"/>
                  </a:lnTo>
                  <a:lnTo>
                    <a:pt x="209" y="1983"/>
                  </a:lnTo>
                  <a:lnTo>
                    <a:pt x="217" y="2055"/>
                  </a:lnTo>
                  <a:lnTo>
                    <a:pt x="217" y="2118"/>
                  </a:lnTo>
                  <a:lnTo>
                    <a:pt x="225" y="2190"/>
                  </a:lnTo>
                  <a:lnTo>
                    <a:pt x="225" y="2254"/>
                  </a:lnTo>
                  <a:lnTo>
                    <a:pt x="233" y="2318"/>
                  </a:lnTo>
                  <a:lnTo>
                    <a:pt x="241" y="2374"/>
                  </a:lnTo>
                  <a:lnTo>
                    <a:pt x="241" y="2430"/>
                  </a:lnTo>
                  <a:lnTo>
                    <a:pt x="249" y="2486"/>
                  </a:lnTo>
                  <a:lnTo>
                    <a:pt x="249" y="2534"/>
                  </a:lnTo>
                  <a:lnTo>
                    <a:pt x="257" y="2582"/>
                  </a:lnTo>
                  <a:lnTo>
                    <a:pt x="265" y="2622"/>
                  </a:lnTo>
                  <a:lnTo>
                    <a:pt x="265" y="2662"/>
                  </a:lnTo>
                  <a:lnTo>
                    <a:pt x="273" y="2694"/>
                  </a:lnTo>
                  <a:lnTo>
                    <a:pt x="273" y="2726"/>
                  </a:lnTo>
                  <a:lnTo>
                    <a:pt x="281" y="2750"/>
                  </a:lnTo>
                  <a:lnTo>
                    <a:pt x="289" y="2774"/>
                  </a:lnTo>
                  <a:lnTo>
                    <a:pt x="289" y="2790"/>
                  </a:lnTo>
                  <a:lnTo>
                    <a:pt x="297" y="2806"/>
                  </a:lnTo>
                  <a:lnTo>
                    <a:pt x="297" y="2814"/>
                  </a:lnTo>
                  <a:lnTo>
                    <a:pt x="305" y="2822"/>
                  </a:lnTo>
                  <a:lnTo>
                    <a:pt x="313" y="2814"/>
                  </a:lnTo>
                  <a:lnTo>
                    <a:pt x="321" y="2806"/>
                  </a:lnTo>
                  <a:lnTo>
                    <a:pt x="321" y="2790"/>
                  </a:lnTo>
                  <a:lnTo>
                    <a:pt x="329" y="2774"/>
                  </a:lnTo>
                  <a:lnTo>
                    <a:pt x="337" y="2750"/>
                  </a:lnTo>
                  <a:lnTo>
                    <a:pt x="337" y="2726"/>
                  </a:lnTo>
                  <a:lnTo>
                    <a:pt x="345" y="2694"/>
                  </a:lnTo>
                  <a:lnTo>
                    <a:pt x="345" y="2662"/>
                  </a:lnTo>
                  <a:lnTo>
                    <a:pt x="353" y="2622"/>
                  </a:lnTo>
                  <a:lnTo>
                    <a:pt x="353" y="2574"/>
                  </a:lnTo>
                  <a:lnTo>
                    <a:pt x="361" y="2526"/>
                  </a:lnTo>
                  <a:lnTo>
                    <a:pt x="369" y="2478"/>
                  </a:lnTo>
                  <a:lnTo>
                    <a:pt x="369" y="2422"/>
                  </a:lnTo>
                  <a:lnTo>
                    <a:pt x="377" y="2366"/>
                  </a:lnTo>
                  <a:lnTo>
                    <a:pt x="377" y="2310"/>
                  </a:lnTo>
                  <a:lnTo>
                    <a:pt x="385" y="2246"/>
                  </a:lnTo>
                  <a:lnTo>
                    <a:pt x="393" y="2182"/>
                  </a:lnTo>
                  <a:lnTo>
                    <a:pt x="393" y="2110"/>
                  </a:lnTo>
                  <a:lnTo>
                    <a:pt x="401" y="2047"/>
                  </a:lnTo>
                  <a:lnTo>
                    <a:pt x="401" y="1967"/>
                  </a:lnTo>
                  <a:lnTo>
                    <a:pt x="409" y="1895"/>
                  </a:lnTo>
                  <a:lnTo>
                    <a:pt x="417" y="1823"/>
                  </a:lnTo>
                  <a:lnTo>
                    <a:pt x="417" y="1743"/>
                  </a:lnTo>
                  <a:lnTo>
                    <a:pt x="425" y="1663"/>
                  </a:lnTo>
                  <a:lnTo>
                    <a:pt x="425" y="1591"/>
                  </a:lnTo>
                  <a:lnTo>
                    <a:pt x="433" y="1511"/>
                  </a:lnTo>
                  <a:lnTo>
                    <a:pt x="441" y="1431"/>
                  </a:lnTo>
                  <a:lnTo>
                    <a:pt x="441" y="1351"/>
                  </a:lnTo>
                  <a:lnTo>
                    <a:pt x="449" y="1271"/>
                  </a:lnTo>
                  <a:lnTo>
                    <a:pt x="449" y="1191"/>
                  </a:lnTo>
                  <a:lnTo>
                    <a:pt x="457" y="1111"/>
                  </a:lnTo>
                  <a:lnTo>
                    <a:pt x="465" y="1031"/>
                  </a:lnTo>
                  <a:lnTo>
                    <a:pt x="465" y="959"/>
                  </a:lnTo>
                  <a:lnTo>
                    <a:pt x="473" y="888"/>
                  </a:lnTo>
                  <a:lnTo>
                    <a:pt x="473" y="808"/>
                  </a:lnTo>
                  <a:lnTo>
                    <a:pt x="481" y="744"/>
                  </a:lnTo>
                  <a:lnTo>
                    <a:pt x="489" y="672"/>
                  </a:lnTo>
                  <a:lnTo>
                    <a:pt x="489" y="608"/>
                  </a:lnTo>
                  <a:lnTo>
                    <a:pt x="497" y="544"/>
                  </a:lnTo>
                  <a:lnTo>
                    <a:pt x="497" y="480"/>
                  </a:lnTo>
                  <a:lnTo>
                    <a:pt x="505" y="424"/>
                  </a:lnTo>
                  <a:lnTo>
                    <a:pt x="513" y="368"/>
                  </a:lnTo>
                  <a:lnTo>
                    <a:pt x="513" y="312"/>
                  </a:lnTo>
                  <a:lnTo>
                    <a:pt x="521" y="264"/>
                  </a:lnTo>
                  <a:lnTo>
                    <a:pt x="521" y="224"/>
                  </a:lnTo>
                  <a:lnTo>
                    <a:pt x="529" y="184"/>
                  </a:lnTo>
                  <a:lnTo>
                    <a:pt x="529" y="144"/>
                  </a:lnTo>
                  <a:lnTo>
                    <a:pt x="537" y="112"/>
                  </a:lnTo>
                  <a:lnTo>
                    <a:pt x="545" y="80"/>
                  </a:lnTo>
                  <a:lnTo>
                    <a:pt x="545" y="56"/>
                  </a:lnTo>
                  <a:lnTo>
                    <a:pt x="553" y="40"/>
                  </a:lnTo>
                  <a:lnTo>
                    <a:pt x="553" y="24"/>
                  </a:lnTo>
                  <a:lnTo>
                    <a:pt x="561" y="8"/>
                  </a:lnTo>
                  <a:lnTo>
                    <a:pt x="569" y="0"/>
                  </a:lnTo>
                  <a:lnTo>
                    <a:pt x="577" y="8"/>
                  </a:lnTo>
                  <a:lnTo>
                    <a:pt x="585" y="24"/>
                  </a:lnTo>
                  <a:lnTo>
                    <a:pt x="593" y="40"/>
                  </a:lnTo>
                  <a:lnTo>
                    <a:pt x="593" y="56"/>
                  </a:lnTo>
                  <a:lnTo>
                    <a:pt x="601" y="80"/>
                  </a:lnTo>
                  <a:lnTo>
                    <a:pt x="601" y="112"/>
                  </a:lnTo>
                  <a:lnTo>
                    <a:pt x="609" y="144"/>
                  </a:lnTo>
                  <a:lnTo>
                    <a:pt x="617" y="184"/>
                  </a:lnTo>
                  <a:lnTo>
                    <a:pt x="617" y="224"/>
                  </a:lnTo>
                  <a:lnTo>
                    <a:pt x="625" y="264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30" name="Freeform 30"/>
            <p:cNvSpPr>
              <a:spLocks/>
            </p:cNvSpPr>
            <p:nvPr/>
          </p:nvSpPr>
          <p:spPr bwMode="auto">
            <a:xfrm>
              <a:off x="1838" y="654"/>
              <a:ext cx="617" cy="2822"/>
            </a:xfrm>
            <a:custGeom>
              <a:avLst/>
              <a:gdLst/>
              <a:ahLst/>
              <a:cxnLst>
                <a:cxn ang="0">
                  <a:pos x="8" y="368"/>
                </a:cxn>
                <a:cxn ang="0">
                  <a:pos x="24" y="544"/>
                </a:cxn>
                <a:cxn ang="0">
                  <a:pos x="40" y="744"/>
                </a:cxn>
                <a:cxn ang="0">
                  <a:pos x="48" y="959"/>
                </a:cxn>
                <a:cxn ang="0">
                  <a:pos x="64" y="1191"/>
                </a:cxn>
                <a:cxn ang="0">
                  <a:pos x="80" y="1431"/>
                </a:cxn>
                <a:cxn ang="0">
                  <a:pos x="96" y="1663"/>
                </a:cxn>
                <a:cxn ang="0">
                  <a:pos x="104" y="1895"/>
                </a:cxn>
                <a:cxn ang="0">
                  <a:pos x="120" y="2110"/>
                </a:cxn>
                <a:cxn ang="0">
                  <a:pos x="136" y="2310"/>
                </a:cxn>
                <a:cxn ang="0">
                  <a:pos x="152" y="2478"/>
                </a:cxn>
                <a:cxn ang="0">
                  <a:pos x="168" y="2622"/>
                </a:cxn>
                <a:cxn ang="0">
                  <a:pos x="176" y="2726"/>
                </a:cxn>
                <a:cxn ang="0">
                  <a:pos x="192" y="2790"/>
                </a:cxn>
                <a:cxn ang="0">
                  <a:pos x="208" y="2822"/>
                </a:cxn>
                <a:cxn ang="0">
                  <a:pos x="224" y="2790"/>
                </a:cxn>
                <a:cxn ang="0">
                  <a:pos x="240" y="2726"/>
                </a:cxn>
                <a:cxn ang="0">
                  <a:pos x="256" y="2622"/>
                </a:cxn>
                <a:cxn ang="0">
                  <a:pos x="272" y="2486"/>
                </a:cxn>
                <a:cxn ang="0">
                  <a:pos x="280" y="2318"/>
                </a:cxn>
                <a:cxn ang="0">
                  <a:pos x="296" y="2118"/>
                </a:cxn>
                <a:cxn ang="0">
                  <a:pos x="312" y="1903"/>
                </a:cxn>
                <a:cxn ang="0">
                  <a:pos x="328" y="1679"/>
                </a:cxn>
                <a:cxn ang="0">
                  <a:pos x="344" y="1439"/>
                </a:cxn>
                <a:cxn ang="0">
                  <a:pos x="352" y="1199"/>
                </a:cxn>
                <a:cxn ang="0">
                  <a:pos x="368" y="967"/>
                </a:cxn>
                <a:cxn ang="0">
                  <a:pos x="384" y="752"/>
                </a:cxn>
                <a:cxn ang="0">
                  <a:pos x="400" y="544"/>
                </a:cxn>
                <a:cxn ang="0">
                  <a:pos x="416" y="376"/>
                </a:cxn>
                <a:cxn ang="0">
                  <a:pos x="424" y="224"/>
                </a:cxn>
                <a:cxn ang="0">
                  <a:pos x="440" y="112"/>
                </a:cxn>
                <a:cxn ang="0">
                  <a:pos x="456" y="40"/>
                </a:cxn>
                <a:cxn ang="0">
                  <a:pos x="480" y="0"/>
                </a:cxn>
                <a:cxn ang="0">
                  <a:pos x="488" y="24"/>
                </a:cxn>
                <a:cxn ang="0">
                  <a:pos x="504" y="80"/>
                </a:cxn>
                <a:cxn ang="0">
                  <a:pos x="521" y="176"/>
                </a:cxn>
                <a:cxn ang="0">
                  <a:pos x="529" y="312"/>
                </a:cxn>
                <a:cxn ang="0">
                  <a:pos x="545" y="472"/>
                </a:cxn>
                <a:cxn ang="0">
                  <a:pos x="561" y="664"/>
                </a:cxn>
                <a:cxn ang="0">
                  <a:pos x="577" y="880"/>
                </a:cxn>
                <a:cxn ang="0">
                  <a:pos x="593" y="1103"/>
                </a:cxn>
                <a:cxn ang="0">
                  <a:pos x="601" y="1343"/>
                </a:cxn>
              </a:cxnLst>
              <a:rect l="0" t="0" r="r" b="b"/>
              <a:pathLst>
                <a:path w="617" h="2822">
                  <a:moveTo>
                    <a:pt x="0" y="264"/>
                  </a:moveTo>
                  <a:lnTo>
                    <a:pt x="0" y="312"/>
                  </a:lnTo>
                  <a:lnTo>
                    <a:pt x="8" y="368"/>
                  </a:lnTo>
                  <a:lnTo>
                    <a:pt x="16" y="424"/>
                  </a:lnTo>
                  <a:lnTo>
                    <a:pt x="16" y="480"/>
                  </a:lnTo>
                  <a:lnTo>
                    <a:pt x="24" y="544"/>
                  </a:lnTo>
                  <a:lnTo>
                    <a:pt x="24" y="608"/>
                  </a:lnTo>
                  <a:lnTo>
                    <a:pt x="32" y="672"/>
                  </a:lnTo>
                  <a:lnTo>
                    <a:pt x="40" y="744"/>
                  </a:lnTo>
                  <a:lnTo>
                    <a:pt x="40" y="808"/>
                  </a:lnTo>
                  <a:lnTo>
                    <a:pt x="48" y="888"/>
                  </a:lnTo>
                  <a:lnTo>
                    <a:pt x="48" y="959"/>
                  </a:lnTo>
                  <a:lnTo>
                    <a:pt x="56" y="1031"/>
                  </a:lnTo>
                  <a:lnTo>
                    <a:pt x="64" y="1111"/>
                  </a:lnTo>
                  <a:lnTo>
                    <a:pt x="64" y="1191"/>
                  </a:lnTo>
                  <a:lnTo>
                    <a:pt x="72" y="1271"/>
                  </a:lnTo>
                  <a:lnTo>
                    <a:pt x="72" y="1351"/>
                  </a:lnTo>
                  <a:lnTo>
                    <a:pt x="80" y="1431"/>
                  </a:lnTo>
                  <a:lnTo>
                    <a:pt x="88" y="1511"/>
                  </a:lnTo>
                  <a:lnTo>
                    <a:pt x="88" y="1591"/>
                  </a:lnTo>
                  <a:lnTo>
                    <a:pt x="96" y="1663"/>
                  </a:lnTo>
                  <a:lnTo>
                    <a:pt x="96" y="1743"/>
                  </a:lnTo>
                  <a:lnTo>
                    <a:pt x="104" y="1823"/>
                  </a:lnTo>
                  <a:lnTo>
                    <a:pt x="104" y="1895"/>
                  </a:lnTo>
                  <a:lnTo>
                    <a:pt x="112" y="1967"/>
                  </a:lnTo>
                  <a:lnTo>
                    <a:pt x="120" y="2047"/>
                  </a:lnTo>
                  <a:lnTo>
                    <a:pt x="120" y="2110"/>
                  </a:lnTo>
                  <a:lnTo>
                    <a:pt x="128" y="2182"/>
                  </a:lnTo>
                  <a:lnTo>
                    <a:pt x="128" y="2246"/>
                  </a:lnTo>
                  <a:lnTo>
                    <a:pt x="136" y="2310"/>
                  </a:lnTo>
                  <a:lnTo>
                    <a:pt x="144" y="2366"/>
                  </a:lnTo>
                  <a:lnTo>
                    <a:pt x="144" y="2422"/>
                  </a:lnTo>
                  <a:lnTo>
                    <a:pt x="152" y="2478"/>
                  </a:lnTo>
                  <a:lnTo>
                    <a:pt x="152" y="2526"/>
                  </a:lnTo>
                  <a:lnTo>
                    <a:pt x="160" y="2574"/>
                  </a:lnTo>
                  <a:lnTo>
                    <a:pt x="168" y="2622"/>
                  </a:lnTo>
                  <a:lnTo>
                    <a:pt x="168" y="2662"/>
                  </a:lnTo>
                  <a:lnTo>
                    <a:pt x="176" y="2694"/>
                  </a:lnTo>
                  <a:lnTo>
                    <a:pt x="176" y="2726"/>
                  </a:lnTo>
                  <a:lnTo>
                    <a:pt x="184" y="2750"/>
                  </a:lnTo>
                  <a:lnTo>
                    <a:pt x="192" y="2774"/>
                  </a:lnTo>
                  <a:lnTo>
                    <a:pt x="192" y="2790"/>
                  </a:lnTo>
                  <a:lnTo>
                    <a:pt x="200" y="2806"/>
                  </a:lnTo>
                  <a:lnTo>
                    <a:pt x="200" y="2814"/>
                  </a:lnTo>
                  <a:lnTo>
                    <a:pt x="208" y="2822"/>
                  </a:lnTo>
                  <a:lnTo>
                    <a:pt x="216" y="2814"/>
                  </a:lnTo>
                  <a:lnTo>
                    <a:pt x="224" y="2806"/>
                  </a:lnTo>
                  <a:lnTo>
                    <a:pt x="224" y="2790"/>
                  </a:lnTo>
                  <a:lnTo>
                    <a:pt x="232" y="2774"/>
                  </a:lnTo>
                  <a:lnTo>
                    <a:pt x="240" y="2750"/>
                  </a:lnTo>
                  <a:lnTo>
                    <a:pt x="240" y="2726"/>
                  </a:lnTo>
                  <a:lnTo>
                    <a:pt x="248" y="2694"/>
                  </a:lnTo>
                  <a:lnTo>
                    <a:pt x="248" y="2662"/>
                  </a:lnTo>
                  <a:lnTo>
                    <a:pt x="256" y="2622"/>
                  </a:lnTo>
                  <a:lnTo>
                    <a:pt x="264" y="2582"/>
                  </a:lnTo>
                  <a:lnTo>
                    <a:pt x="264" y="2534"/>
                  </a:lnTo>
                  <a:lnTo>
                    <a:pt x="272" y="2486"/>
                  </a:lnTo>
                  <a:lnTo>
                    <a:pt x="272" y="2430"/>
                  </a:lnTo>
                  <a:lnTo>
                    <a:pt x="280" y="2374"/>
                  </a:lnTo>
                  <a:lnTo>
                    <a:pt x="280" y="2318"/>
                  </a:lnTo>
                  <a:lnTo>
                    <a:pt x="288" y="2254"/>
                  </a:lnTo>
                  <a:lnTo>
                    <a:pt x="296" y="2190"/>
                  </a:lnTo>
                  <a:lnTo>
                    <a:pt x="296" y="2118"/>
                  </a:lnTo>
                  <a:lnTo>
                    <a:pt x="304" y="2055"/>
                  </a:lnTo>
                  <a:lnTo>
                    <a:pt x="304" y="1983"/>
                  </a:lnTo>
                  <a:lnTo>
                    <a:pt x="312" y="1903"/>
                  </a:lnTo>
                  <a:lnTo>
                    <a:pt x="320" y="1831"/>
                  </a:lnTo>
                  <a:lnTo>
                    <a:pt x="320" y="1751"/>
                  </a:lnTo>
                  <a:lnTo>
                    <a:pt x="328" y="1679"/>
                  </a:lnTo>
                  <a:lnTo>
                    <a:pt x="328" y="1599"/>
                  </a:lnTo>
                  <a:lnTo>
                    <a:pt x="336" y="1519"/>
                  </a:lnTo>
                  <a:lnTo>
                    <a:pt x="344" y="1439"/>
                  </a:lnTo>
                  <a:lnTo>
                    <a:pt x="344" y="1359"/>
                  </a:lnTo>
                  <a:lnTo>
                    <a:pt x="352" y="1279"/>
                  </a:lnTo>
                  <a:lnTo>
                    <a:pt x="352" y="1199"/>
                  </a:lnTo>
                  <a:lnTo>
                    <a:pt x="360" y="1119"/>
                  </a:lnTo>
                  <a:lnTo>
                    <a:pt x="368" y="1047"/>
                  </a:lnTo>
                  <a:lnTo>
                    <a:pt x="368" y="967"/>
                  </a:lnTo>
                  <a:lnTo>
                    <a:pt x="376" y="896"/>
                  </a:lnTo>
                  <a:lnTo>
                    <a:pt x="376" y="816"/>
                  </a:lnTo>
                  <a:lnTo>
                    <a:pt x="384" y="752"/>
                  </a:lnTo>
                  <a:lnTo>
                    <a:pt x="392" y="680"/>
                  </a:lnTo>
                  <a:lnTo>
                    <a:pt x="392" y="616"/>
                  </a:lnTo>
                  <a:lnTo>
                    <a:pt x="400" y="544"/>
                  </a:lnTo>
                  <a:lnTo>
                    <a:pt x="400" y="488"/>
                  </a:lnTo>
                  <a:lnTo>
                    <a:pt x="408" y="424"/>
                  </a:lnTo>
                  <a:lnTo>
                    <a:pt x="416" y="376"/>
                  </a:lnTo>
                  <a:lnTo>
                    <a:pt x="416" y="320"/>
                  </a:lnTo>
                  <a:lnTo>
                    <a:pt x="424" y="272"/>
                  </a:lnTo>
                  <a:lnTo>
                    <a:pt x="424" y="224"/>
                  </a:lnTo>
                  <a:lnTo>
                    <a:pt x="432" y="184"/>
                  </a:lnTo>
                  <a:lnTo>
                    <a:pt x="440" y="144"/>
                  </a:lnTo>
                  <a:lnTo>
                    <a:pt x="440" y="112"/>
                  </a:lnTo>
                  <a:lnTo>
                    <a:pt x="448" y="88"/>
                  </a:lnTo>
                  <a:lnTo>
                    <a:pt x="448" y="64"/>
                  </a:lnTo>
                  <a:lnTo>
                    <a:pt x="456" y="40"/>
                  </a:lnTo>
                  <a:lnTo>
                    <a:pt x="464" y="24"/>
                  </a:lnTo>
                  <a:lnTo>
                    <a:pt x="464" y="16"/>
                  </a:lnTo>
                  <a:lnTo>
                    <a:pt x="480" y="0"/>
                  </a:lnTo>
                  <a:lnTo>
                    <a:pt x="472" y="0"/>
                  </a:lnTo>
                  <a:lnTo>
                    <a:pt x="480" y="8"/>
                  </a:lnTo>
                  <a:lnTo>
                    <a:pt x="488" y="24"/>
                  </a:lnTo>
                  <a:lnTo>
                    <a:pt x="496" y="32"/>
                  </a:lnTo>
                  <a:lnTo>
                    <a:pt x="496" y="56"/>
                  </a:lnTo>
                  <a:lnTo>
                    <a:pt x="504" y="80"/>
                  </a:lnTo>
                  <a:lnTo>
                    <a:pt x="504" y="104"/>
                  </a:lnTo>
                  <a:lnTo>
                    <a:pt x="512" y="136"/>
                  </a:lnTo>
                  <a:lnTo>
                    <a:pt x="521" y="176"/>
                  </a:lnTo>
                  <a:lnTo>
                    <a:pt x="521" y="216"/>
                  </a:lnTo>
                  <a:lnTo>
                    <a:pt x="529" y="264"/>
                  </a:lnTo>
                  <a:lnTo>
                    <a:pt x="529" y="312"/>
                  </a:lnTo>
                  <a:lnTo>
                    <a:pt x="537" y="360"/>
                  </a:lnTo>
                  <a:lnTo>
                    <a:pt x="545" y="416"/>
                  </a:lnTo>
                  <a:lnTo>
                    <a:pt x="545" y="472"/>
                  </a:lnTo>
                  <a:lnTo>
                    <a:pt x="553" y="536"/>
                  </a:lnTo>
                  <a:lnTo>
                    <a:pt x="553" y="600"/>
                  </a:lnTo>
                  <a:lnTo>
                    <a:pt x="561" y="664"/>
                  </a:lnTo>
                  <a:lnTo>
                    <a:pt x="569" y="736"/>
                  </a:lnTo>
                  <a:lnTo>
                    <a:pt x="569" y="800"/>
                  </a:lnTo>
                  <a:lnTo>
                    <a:pt x="577" y="880"/>
                  </a:lnTo>
                  <a:lnTo>
                    <a:pt x="577" y="951"/>
                  </a:lnTo>
                  <a:lnTo>
                    <a:pt x="585" y="1023"/>
                  </a:lnTo>
                  <a:lnTo>
                    <a:pt x="593" y="1103"/>
                  </a:lnTo>
                  <a:lnTo>
                    <a:pt x="593" y="1183"/>
                  </a:lnTo>
                  <a:lnTo>
                    <a:pt x="601" y="1263"/>
                  </a:lnTo>
                  <a:lnTo>
                    <a:pt x="601" y="1343"/>
                  </a:lnTo>
                  <a:lnTo>
                    <a:pt x="609" y="1423"/>
                  </a:lnTo>
                  <a:lnTo>
                    <a:pt x="617" y="1503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31" name="Freeform 31"/>
            <p:cNvSpPr>
              <a:spLocks/>
            </p:cNvSpPr>
            <p:nvPr/>
          </p:nvSpPr>
          <p:spPr bwMode="auto">
            <a:xfrm>
              <a:off x="2455" y="654"/>
              <a:ext cx="608" cy="2822"/>
            </a:xfrm>
            <a:custGeom>
              <a:avLst/>
              <a:gdLst/>
              <a:ahLst/>
              <a:cxnLst>
                <a:cxn ang="0">
                  <a:pos x="8" y="1655"/>
                </a:cxn>
                <a:cxn ang="0">
                  <a:pos x="24" y="1887"/>
                </a:cxn>
                <a:cxn ang="0">
                  <a:pos x="32" y="2102"/>
                </a:cxn>
                <a:cxn ang="0">
                  <a:pos x="48" y="2302"/>
                </a:cxn>
                <a:cxn ang="0">
                  <a:pos x="64" y="2470"/>
                </a:cxn>
                <a:cxn ang="0">
                  <a:pos x="80" y="2614"/>
                </a:cxn>
                <a:cxn ang="0">
                  <a:pos x="88" y="2718"/>
                </a:cxn>
                <a:cxn ang="0">
                  <a:pos x="104" y="2790"/>
                </a:cxn>
                <a:cxn ang="0">
                  <a:pos x="120" y="2822"/>
                </a:cxn>
                <a:cxn ang="0">
                  <a:pos x="136" y="2798"/>
                </a:cxn>
                <a:cxn ang="0">
                  <a:pos x="152" y="2734"/>
                </a:cxn>
                <a:cxn ang="0">
                  <a:pos x="168" y="2630"/>
                </a:cxn>
                <a:cxn ang="0">
                  <a:pos x="184" y="2494"/>
                </a:cxn>
                <a:cxn ang="0">
                  <a:pos x="200" y="2326"/>
                </a:cxn>
                <a:cxn ang="0">
                  <a:pos x="208" y="2126"/>
                </a:cxn>
                <a:cxn ang="0">
                  <a:pos x="224" y="1911"/>
                </a:cxn>
                <a:cxn ang="0">
                  <a:pos x="240" y="1687"/>
                </a:cxn>
                <a:cxn ang="0">
                  <a:pos x="256" y="1447"/>
                </a:cxn>
                <a:cxn ang="0">
                  <a:pos x="264" y="1207"/>
                </a:cxn>
                <a:cxn ang="0">
                  <a:pos x="280" y="975"/>
                </a:cxn>
                <a:cxn ang="0">
                  <a:pos x="296" y="760"/>
                </a:cxn>
                <a:cxn ang="0">
                  <a:pos x="312" y="552"/>
                </a:cxn>
                <a:cxn ang="0">
                  <a:pos x="328" y="376"/>
                </a:cxn>
                <a:cxn ang="0">
                  <a:pos x="336" y="232"/>
                </a:cxn>
                <a:cxn ang="0">
                  <a:pos x="352" y="120"/>
                </a:cxn>
                <a:cxn ang="0">
                  <a:pos x="368" y="40"/>
                </a:cxn>
                <a:cxn ang="0">
                  <a:pos x="392" y="0"/>
                </a:cxn>
                <a:cxn ang="0">
                  <a:pos x="400" y="8"/>
                </a:cxn>
                <a:cxn ang="0">
                  <a:pos x="408" y="56"/>
                </a:cxn>
                <a:cxn ang="0">
                  <a:pos x="424" y="136"/>
                </a:cxn>
                <a:cxn ang="0">
                  <a:pos x="440" y="256"/>
                </a:cxn>
                <a:cxn ang="0">
                  <a:pos x="456" y="408"/>
                </a:cxn>
                <a:cxn ang="0">
                  <a:pos x="464" y="592"/>
                </a:cxn>
                <a:cxn ang="0">
                  <a:pos x="480" y="792"/>
                </a:cxn>
                <a:cxn ang="0">
                  <a:pos x="496" y="1015"/>
                </a:cxn>
                <a:cxn ang="0">
                  <a:pos x="512" y="1255"/>
                </a:cxn>
                <a:cxn ang="0">
                  <a:pos x="528" y="1487"/>
                </a:cxn>
                <a:cxn ang="0">
                  <a:pos x="536" y="1727"/>
                </a:cxn>
                <a:cxn ang="0">
                  <a:pos x="552" y="1951"/>
                </a:cxn>
                <a:cxn ang="0">
                  <a:pos x="568" y="2166"/>
                </a:cxn>
                <a:cxn ang="0">
                  <a:pos x="584" y="2358"/>
                </a:cxn>
                <a:cxn ang="0">
                  <a:pos x="600" y="2518"/>
                </a:cxn>
              </a:cxnLst>
              <a:rect l="0" t="0" r="r" b="b"/>
              <a:pathLst>
                <a:path w="608" h="2822">
                  <a:moveTo>
                    <a:pt x="0" y="1503"/>
                  </a:moveTo>
                  <a:lnTo>
                    <a:pt x="0" y="1575"/>
                  </a:lnTo>
                  <a:lnTo>
                    <a:pt x="8" y="1655"/>
                  </a:lnTo>
                  <a:lnTo>
                    <a:pt x="8" y="1735"/>
                  </a:lnTo>
                  <a:lnTo>
                    <a:pt x="16" y="1815"/>
                  </a:lnTo>
                  <a:lnTo>
                    <a:pt x="24" y="1887"/>
                  </a:lnTo>
                  <a:lnTo>
                    <a:pt x="24" y="1959"/>
                  </a:lnTo>
                  <a:lnTo>
                    <a:pt x="32" y="2039"/>
                  </a:lnTo>
                  <a:lnTo>
                    <a:pt x="32" y="2102"/>
                  </a:lnTo>
                  <a:lnTo>
                    <a:pt x="40" y="2174"/>
                  </a:lnTo>
                  <a:lnTo>
                    <a:pt x="48" y="2238"/>
                  </a:lnTo>
                  <a:lnTo>
                    <a:pt x="48" y="2302"/>
                  </a:lnTo>
                  <a:lnTo>
                    <a:pt x="56" y="2366"/>
                  </a:lnTo>
                  <a:lnTo>
                    <a:pt x="56" y="2422"/>
                  </a:lnTo>
                  <a:lnTo>
                    <a:pt x="64" y="2470"/>
                  </a:lnTo>
                  <a:lnTo>
                    <a:pt x="64" y="2526"/>
                  </a:lnTo>
                  <a:lnTo>
                    <a:pt x="72" y="2574"/>
                  </a:lnTo>
                  <a:lnTo>
                    <a:pt x="80" y="2614"/>
                  </a:lnTo>
                  <a:lnTo>
                    <a:pt x="80" y="2654"/>
                  </a:lnTo>
                  <a:lnTo>
                    <a:pt x="88" y="2686"/>
                  </a:lnTo>
                  <a:lnTo>
                    <a:pt x="88" y="2718"/>
                  </a:lnTo>
                  <a:lnTo>
                    <a:pt x="96" y="2750"/>
                  </a:lnTo>
                  <a:lnTo>
                    <a:pt x="104" y="2774"/>
                  </a:lnTo>
                  <a:lnTo>
                    <a:pt x="104" y="2790"/>
                  </a:lnTo>
                  <a:lnTo>
                    <a:pt x="112" y="2806"/>
                  </a:lnTo>
                  <a:lnTo>
                    <a:pt x="112" y="2814"/>
                  </a:lnTo>
                  <a:lnTo>
                    <a:pt x="120" y="2822"/>
                  </a:lnTo>
                  <a:lnTo>
                    <a:pt x="128" y="2814"/>
                  </a:lnTo>
                  <a:lnTo>
                    <a:pt x="136" y="2806"/>
                  </a:lnTo>
                  <a:lnTo>
                    <a:pt x="136" y="2798"/>
                  </a:lnTo>
                  <a:lnTo>
                    <a:pt x="144" y="2774"/>
                  </a:lnTo>
                  <a:lnTo>
                    <a:pt x="152" y="2758"/>
                  </a:lnTo>
                  <a:lnTo>
                    <a:pt x="152" y="2734"/>
                  </a:lnTo>
                  <a:lnTo>
                    <a:pt x="160" y="2702"/>
                  </a:lnTo>
                  <a:lnTo>
                    <a:pt x="160" y="2670"/>
                  </a:lnTo>
                  <a:lnTo>
                    <a:pt x="168" y="2630"/>
                  </a:lnTo>
                  <a:lnTo>
                    <a:pt x="176" y="2590"/>
                  </a:lnTo>
                  <a:lnTo>
                    <a:pt x="176" y="2542"/>
                  </a:lnTo>
                  <a:lnTo>
                    <a:pt x="184" y="2494"/>
                  </a:lnTo>
                  <a:lnTo>
                    <a:pt x="184" y="2438"/>
                  </a:lnTo>
                  <a:lnTo>
                    <a:pt x="192" y="2382"/>
                  </a:lnTo>
                  <a:lnTo>
                    <a:pt x="200" y="2326"/>
                  </a:lnTo>
                  <a:lnTo>
                    <a:pt x="200" y="2262"/>
                  </a:lnTo>
                  <a:lnTo>
                    <a:pt x="208" y="2198"/>
                  </a:lnTo>
                  <a:lnTo>
                    <a:pt x="208" y="2126"/>
                  </a:lnTo>
                  <a:lnTo>
                    <a:pt x="216" y="2063"/>
                  </a:lnTo>
                  <a:lnTo>
                    <a:pt x="224" y="1991"/>
                  </a:lnTo>
                  <a:lnTo>
                    <a:pt x="224" y="1911"/>
                  </a:lnTo>
                  <a:lnTo>
                    <a:pt x="232" y="1839"/>
                  </a:lnTo>
                  <a:lnTo>
                    <a:pt x="232" y="1759"/>
                  </a:lnTo>
                  <a:lnTo>
                    <a:pt x="240" y="1687"/>
                  </a:lnTo>
                  <a:lnTo>
                    <a:pt x="240" y="1607"/>
                  </a:lnTo>
                  <a:lnTo>
                    <a:pt x="248" y="1527"/>
                  </a:lnTo>
                  <a:lnTo>
                    <a:pt x="256" y="1447"/>
                  </a:lnTo>
                  <a:lnTo>
                    <a:pt x="256" y="1367"/>
                  </a:lnTo>
                  <a:lnTo>
                    <a:pt x="264" y="1287"/>
                  </a:lnTo>
                  <a:lnTo>
                    <a:pt x="264" y="1207"/>
                  </a:lnTo>
                  <a:lnTo>
                    <a:pt x="272" y="1127"/>
                  </a:lnTo>
                  <a:lnTo>
                    <a:pt x="280" y="1055"/>
                  </a:lnTo>
                  <a:lnTo>
                    <a:pt x="280" y="975"/>
                  </a:lnTo>
                  <a:lnTo>
                    <a:pt x="288" y="904"/>
                  </a:lnTo>
                  <a:lnTo>
                    <a:pt x="288" y="824"/>
                  </a:lnTo>
                  <a:lnTo>
                    <a:pt x="296" y="760"/>
                  </a:lnTo>
                  <a:lnTo>
                    <a:pt x="304" y="688"/>
                  </a:lnTo>
                  <a:lnTo>
                    <a:pt x="304" y="616"/>
                  </a:lnTo>
                  <a:lnTo>
                    <a:pt x="312" y="552"/>
                  </a:lnTo>
                  <a:lnTo>
                    <a:pt x="312" y="496"/>
                  </a:lnTo>
                  <a:lnTo>
                    <a:pt x="320" y="432"/>
                  </a:lnTo>
                  <a:lnTo>
                    <a:pt x="328" y="376"/>
                  </a:lnTo>
                  <a:lnTo>
                    <a:pt x="328" y="328"/>
                  </a:lnTo>
                  <a:lnTo>
                    <a:pt x="336" y="280"/>
                  </a:lnTo>
                  <a:lnTo>
                    <a:pt x="336" y="232"/>
                  </a:lnTo>
                  <a:lnTo>
                    <a:pt x="344" y="192"/>
                  </a:lnTo>
                  <a:lnTo>
                    <a:pt x="352" y="152"/>
                  </a:lnTo>
                  <a:lnTo>
                    <a:pt x="352" y="120"/>
                  </a:lnTo>
                  <a:lnTo>
                    <a:pt x="360" y="88"/>
                  </a:lnTo>
                  <a:lnTo>
                    <a:pt x="360" y="64"/>
                  </a:lnTo>
                  <a:lnTo>
                    <a:pt x="368" y="40"/>
                  </a:lnTo>
                  <a:lnTo>
                    <a:pt x="376" y="24"/>
                  </a:lnTo>
                  <a:lnTo>
                    <a:pt x="376" y="16"/>
                  </a:lnTo>
                  <a:lnTo>
                    <a:pt x="392" y="0"/>
                  </a:lnTo>
                  <a:lnTo>
                    <a:pt x="384" y="0"/>
                  </a:lnTo>
                  <a:lnTo>
                    <a:pt x="392" y="0"/>
                  </a:lnTo>
                  <a:lnTo>
                    <a:pt x="400" y="8"/>
                  </a:lnTo>
                  <a:lnTo>
                    <a:pt x="400" y="16"/>
                  </a:lnTo>
                  <a:lnTo>
                    <a:pt x="408" y="32"/>
                  </a:lnTo>
                  <a:lnTo>
                    <a:pt x="408" y="56"/>
                  </a:lnTo>
                  <a:lnTo>
                    <a:pt x="416" y="80"/>
                  </a:lnTo>
                  <a:lnTo>
                    <a:pt x="424" y="104"/>
                  </a:lnTo>
                  <a:lnTo>
                    <a:pt x="424" y="136"/>
                  </a:lnTo>
                  <a:lnTo>
                    <a:pt x="432" y="176"/>
                  </a:lnTo>
                  <a:lnTo>
                    <a:pt x="432" y="216"/>
                  </a:lnTo>
                  <a:lnTo>
                    <a:pt x="440" y="256"/>
                  </a:lnTo>
                  <a:lnTo>
                    <a:pt x="440" y="304"/>
                  </a:lnTo>
                  <a:lnTo>
                    <a:pt x="448" y="352"/>
                  </a:lnTo>
                  <a:lnTo>
                    <a:pt x="456" y="408"/>
                  </a:lnTo>
                  <a:lnTo>
                    <a:pt x="456" y="464"/>
                  </a:lnTo>
                  <a:lnTo>
                    <a:pt x="464" y="528"/>
                  </a:lnTo>
                  <a:lnTo>
                    <a:pt x="464" y="592"/>
                  </a:lnTo>
                  <a:lnTo>
                    <a:pt x="472" y="656"/>
                  </a:lnTo>
                  <a:lnTo>
                    <a:pt x="480" y="728"/>
                  </a:lnTo>
                  <a:lnTo>
                    <a:pt x="480" y="792"/>
                  </a:lnTo>
                  <a:lnTo>
                    <a:pt x="488" y="872"/>
                  </a:lnTo>
                  <a:lnTo>
                    <a:pt x="488" y="943"/>
                  </a:lnTo>
                  <a:lnTo>
                    <a:pt x="496" y="1015"/>
                  </a:lnTo>
                  <a:lnTo>
                    <a:pt x="504" y="1095"/>
                  </a:lnTo>
                  <a:lnTo>
                    <a:pt x="504" y="1175"/>
                  </a:lnTo>
                  <a:lnTo>
                    <a:pt x="512" y="1255"/>
                  </a:lnTo>
                  <a:lnTo>
                    <a:pt x="512" y="1335"/>
                  </a:lnTo>
                  <a:lnTo>
                    <a:pt x="520" y="1407"/>
                  </a:lnTo>
                  <a:lnTo>
                    <a:pt x="528" y="1487"/>
                  </a:lnTo>
                  <a:lnTo>
                    <a:pt x="528" y="1567"/>
                  </a:lnTo>
                  <a:lnTo>
                    <a:pt x="536" y="1647"/>
                  </a:lnTo>
                  <a:lnTo>
                    <a:pt x="536" y="1727"/>
                  </a:lnTo>
                  <a:lnTo>
                    <a:pt x="544" y="1807"/>
                  </a:lnTo>
                  <a:lnTo>
                    <a:pt x="552" y="1879"/>
                  </a:lnTo>
                  <a:lnTo>
                    <a:pt x="552" y="1951"/>
                  </a:lnTo>
                  <a:lnTo>
                    <a:pt x="560" y="2031"/>
                  </a:lnTo>
                  <a:lnTo>
                    <a:pt x="560" y="2094"/>
                  </a:lnTo>
                  <a:lnTo>
                    <a:pt x="568" y="2166"/>
                  </a:lnTo>
                  <a:lnTo>
                    <a:pt x="576" y="2230"/>
                  </a:lnTo>
                  <a:lnTo>
                    <a:pt x="576" y="2294"/>
                  </a:lnTo>
                  <a:lnTo>
                    <a:pt x="584" y="2358"/>
                  </a:lnTo>
                  <a:lnTo>
                    <a:pt x="584" y="2414"/>
                  </a:lnTo>
                  <a:lnTo>
                    <a:pt x="592" y="2470"/>
                  </a:lnTo>
                  <a:lnTo>
                    <a:pt x="600" y="2518"/>
                  </a:lnTo>
                  <a:lnTo>
                    <a:pt x="600" y="2566"/>
                  </a:lnTo>
                  <a:lnTo>
                    <a:pt x="608" y="2606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32" name="Freeform 32"/>
            <p:cNvSpPr>
              <a:spLocks/>
            </p:cNvSpPr>
            <p:nvPr/>
          </p:nvSpPr>
          <p:spPr bwMode="auto">
            <a:xfrm>
              <a:off x="3063" y="654"/>
              <a:ext cx="609" cy="2822"/>
            </a:xfrm>
            <a:custGeom>
              <a:avLst/>
              <a:gdLst/>
              <a:ahLst/>
              <a:cxnLst>
                <a:cxn ang="0">
                  <a:pos x="8" y="2686"/>
                </a:cxn>
                <a:cxn ang="0">
                  <a:pos x="24" y="2766"/>
                </a:cxn>
                <a:cxn ang="0">
                  <a:pos x="32" y="2814"/>
                </a:cxn>
                <a:cxn ang="0">
                  <a:pos x="56" y="2806"/>
                </a:cxn>
                <a:cxn ang="0">
                  <a:pos x="72" y="2758"/>
                </a:cxn>
                <a:cxn ang="0">
                  <a:pos x="80" y="2670"/>
                </a:cxn>
                <a:cxn ang="0">
                  <a:pos x="96" y="2542"/>
                </a:cxn>
                <a:cxn ang="0">
                  <a:pos x="112" y="2390"/>
                </a:cxn>
                <a:cxn ang="0">
                  <a:pos x="128" y="2206"/>
                </a:cxn>
                <a:cxn ang="0">
                  <a:pos x="144" y="1999"/>
                </a:cxn>
                <a:cxn ang="0">
                  <a:pos x="152" y="1767"/>
                </a:cxn>
                <a:cxn ang="0">
                  <a:pos x="168" y="1535"/>
                </a:cxn>
                <a:cxn ang="0">
                  <a:pos x="184" y="1295"/>
                </a:cxn>
                <a:cxn ang="0">
                  <a:pos x="200" y="1063"/>
                </a:cxn>
                <a:cxn ang="0">
                  <a:pos x="208" y="832"/>
                </a:cxn>
                <a:cxn ang="0">
                  <a:pos x="224" y="624"/>
                </a:cxn>
                <a:cxn ang="0">
                  <a:pos x="240" y="440"/>
                </a:cxn>
                <a:cxn ang="0">
                  <a:pos x="256" y="280"/>
                </a:cxn>
                <a:cxn ang="0">
                  <a:pos x="272" y="152"/>
                </a:cxn>
                <a:cxn ang="0">
                  <a:pos x="280" y="64"/>
                </a:cxn>
                <a:cxn ang="0">
                  <a:pos x="296" y="16"/>
                </a:cxn>
                <a:cxn ang="0">
                  <a:pos x="312" y="0"/>
                </a:cxn>
                <a:cxn ang="0">
                  <a:pos x="329" y="32"/>
                </a:cxn>
                <a:cxn ang="0">
                  <a:pos x="345" y="104"/>
                </a:cxn>
                <a:cxn ang="0">
                  <a:pos x="353" y="208"/>
                </a:cxn>
                <a:cxn ang="0">
                  <a:pos x="369" y="352"/>
                </a:cxn>
                <a:cxn ang="0">
                  <a:pos x="385" y="520"/>
                </a:cxn>
                <a:cxn ang="0">
                  <a:pos x="401" y="720"/>
                </a:cxn>
                <a:cxn ang="0">
                  <a:pos x="409" y="935"/>
                </a:cxn>
                <a:cxn ang="0">
                  <a:pos x="425" y="1167"/>
                </a:cxn>
                <a:cxn ang="0">
                  <a:pos x="441" y="1399"/>
                </a:cxn>
                <a:cxn ang="0">
                  <a:pos x="457" y="1639"/>
                </a:cxn>
                <a:cxn ang="0">
                  <a:pos x="473" y="1871"/>
                </a:cxn>
                <a:cxn ang="0">
                  <a:pos x="481" y="2086"/>
                </a:cxn>
                <a:cxn ang="0">
                  <a:pos x="497" y="2286"/>
                </a:cxn>
                <a:cxn ang="0">
                  <a:pos x="513" y="2462"/>
                </a:cxn>
                <a:cxn ang="0">
                  <a:pos x="529" y="2606"/>
                </a:cxn>
                <a:cxn ang="0">
                  <a:pos x="545" y="2718"/>
                </a:cxn>
                <a:cxn ang="0">
                  <a:pos x="553" y="2790"/>
                </a:cxn>
                <a:cxn ang="0">
                  <a:pos x="569" y="2822"/>
                </a:cxn>
                <a:cxn ang="0">
                  <a:pos x="585" y="2798"/>
                </a:cxn>
                <a:cxn ang="0">
                  <a:pos x="601" y="2734"/>
                </a:cxn>
              </a:cxnLst>
              <a:rect l="0" t="0" r="r" b="b"/>
              <a:pathLst>
                <a:path w="609" h="2822">
                  <a:moveTo>
                    <a:pt x="0" y="2606"/>
                  </a:moveTo>
                  <a:lnTo>
                    <a:pt x="0" y="2646"/>
                  </a:lnTo>
                  <a:lnTo>
                    <a:pt x="8" y="2686"/>
                  </a:lnTo>
                  <a:lnTo>
                    <a:pt x="8" y="2718"/>
                  </a:lnTo>
                  <a:lnTo>
                    <a:pt x="16" y="2742"/>
                  </a:lnTo>
                  <a:lnTo>
                    <a:pt x="24" y="2766"/>
                  </a:lnTo>
                  <a:lnTo>
                    <a:pt x="24" y="2790"/>
                  </a:lnTo>
                  <a:lnTo>
                    <a:pt x="32" y="2806"/>
                  </a:lnTo>
                  <a:lnTo>
                    <a:pt x="32" y="2814"/>
                  </a:lnTo>
                  <a:lnTo>
                    <a:pt x="40" y="2822"/>
                  </a:lnTo>
                  <a:lnTo>
                    <a:pt x="48" y="2814"/>
                  </a:lnTo>
                  <a:lnTo>
                    <a:pt x="56" y="2806"/>
                  </a:lnTo>
                  <a:lnTo>
                    <a:pt x="56" y="2798"/>
                  </a:lnTo>
                  <a:lnTo>
                    <a:pt x="64" y="2782"/>
                  </a:lnTo>
                  <a:lnTo>
                    <a:pt x="72" y="2758"/>
                  </a:lnTo>
                  <a:lnTo>
                    <a:pt x="72" y="2734"/>
                  </a:lnTo>
                  <a:lnTo>
                    <a:pt x="80" y="2702"/>
                  </a:lnTo>
                  <a:lnTo>
                    <a:pt x="80" y="2670"/>
                  </a:lnTo>
                  <a:lnTo>
                    <a:pt x="88" y="2630"/>
                  </a:lnTo>
                  <a:lnTo>
                    <a:pt x="96" y="2590"/>
                  </a:lnTo>
                  <a:lnTo>
                    <a:pt x="96" y="2542"/>
                  </a:lnTo>
                  <a:lnTo>
                    <a:pt x="104" y="2494"/>
                  </a:lnTo>
                  <a:lnTo>
                    <a:pt x="104" y="2446"/>
                  </a:lnTo>
                  <a:lnTo>
                    <a:pt x="112" y="2390"/>
                  </a:lnTo>
                  <a:lnTo>
                    <a:pt x="120" y="2326"/>
                  </a:lnTo>
                  <a:lnTo>
                    <a:pt x="120" y="2270"/>
                  </a:lnTo>
                  <a:lnTo>
                    <a:pt x="128" y="2206"/>
                  </a:lnTo>
                  <a:lnTo>
                    <a:pt x="128" y="2134"/>
                  </a:lnTo>
                  <a:lnTo>
                    <a:pt x="136" y="2063"/>
                  </a:lnTo>
                  <a:lnTo>
                    <a:pt x="144" y="1999"/>
                  </a:lnTo>
                  <a:lnTo>
                    <a:pt x="144" y="1919"/>
                  </a:lnTo>
                  <a:lnTo>
                    <a:pt x="152" y="1847"/>
                  </a:lnTo>
                  <a:lnTo>
                    <a:pt x="152" y="1767"/>
                  </a:lnTo>
                  <a:lnTo>
                    <a:pt x="160" y="1695"/>
                  </a:lnTo>
                  <a:lnTo>
                    <a:pt x="168" y="1615"/>
                  </a:lnTo>
                  <a:lnTo>
                    <a:pt x="168" y="1535"/>
                  </a:lnTo>
                  <a:lnTo>
                    <a:pt x="176" y="1455"/>
                  </a:lnTo>
                  <a:lnTo>
                    <a:pt x="176" y="1375"/>
                  </a:lnTo>
                  <a:lnTo>
                    <a:pt x="184" y="1295"/>
                  </a:lnTo>
                  <a:lnTo>
                    <a:pt x="192" y="1215"/>
                  </a:lnTo>
                  <a:lnTo>
                    <a:pt x="192" y="1135"/>
                  </a:lnTo>
                  <a:lnTo>
                    <a:pt x="200" y="1063"/>
                  </a:lnTo>
                  <a:lnTo>
                    <a:pt x="200" y="983"/>
                  </a:lnTo>
                  <a:lnTo>
                    <a:pt x="208" y="912"/>
                  </a:lnTo>
                  <a:lnTo>
                    <a:pt x="208" y="832"/>
                  </a:lnTo>
                  <a:lnTo>
                    <a:pt x="216" y="760"/>
                  </a:lnTo>
                  <a:lnTo>
                    <a:pt x="224" y="696"/>
                  </a:lnTo>
                  <a:lnTo>
                    <a:pt x="224" y="624"/>
                  </a:lnTo>
                  <a:lnTo>
                    <a:pt x="232" y="560"/>
                  </a:lnTo>
                  <a:lnTo>
                    <a:pt x="232" y="496"/>
                  </a:lnTo>
                  <a:lnTo>
                    <a:pt x="240" y="440"/>
                  </a:lnTo>
                  <a:lnTo>
                    <a:pt x="248" y="384"/>
                  </a:lnTo>
                  <a:lnTo>
                    <a:pt x="248" y="328"/>
                  </a:lnTo>
                  <a:lnTo>
                    <a:pt x="256" y="280"/>
                  </a:lnTo>
                  <a:lnTo>
                    <a:pt x="256" y="232"/>
                  </a:lnTo>
                  <a:lnTo>
                    <a:pt x="264" y="192"/>
                  </a:lnTo>
                  <a:lnTo>
                    <a:pt x="272" y="152"/>
                  </a:lnTo>
                  <a:lnTo>
                    <a:pt x="272" y="120"/>
                  </a:lnTo>
                  <a:lnTo>
                    <a:pt x="280" y="88"/>
                  </a:lnTo>
                  <a:lnTo>
                    <a:pt x="280" y="64"/>
                  </a:lnTo>
                  <a:lnTo>
                    <a:pt x="288" y="48"/>
                  </a:lnTo>
                  <a:lnTo>
                    <a:pt x="296" y="24"/>
                  </a:lnTo>
                  <a:lnTo>
                    <a:pt x="296" y="16"/>
                  </a:lnTo>
                  <a:lnTo>
                    <a:pt x="312" y="0"/>
                  </a:lnTo>
                  <a:lnTo>
                    <a:pt x="304" y="0"/>
                  </a:lnTo>
                  <a:lnTo>
                    <a:pt x="312" y="0"/>
                  </a:lnTo>
                  <a:lnTo>
                    <a:pt x="321" y="8"/>
                  </a:lnTo>
                  <a:lnTo>
                    <a:pt x="321" y="16"/>
                  </a:lnTo>
                  <a:lnTo>
                    <a:pt x="329" y="32"/>
                  </a:lnTo>
                  <a:lnTo>
                    <a:pt x="329" y="48"/>
                  </a:lnTo>
                  <a:lnTo>
                    <a:pt x="337" y="72"/>
                  </a:lnTo>
                  <a:lnTo>
                    <a:pt x="345" y="104"/>
                  </a:lnTo>
                  <a:lnTo>
                    <a:pt x="345" y="136"/>
                  </a:lnTo>
                  <a:lnTo>
                    <a:pt x="353" y="168"/>
                  </a:lnTo>
                  <a:lnTo>
                    <a:pt x="353" y="208"/>
                  </a:lnTo>
                  <a:lnTo>
                    <a:pt x="361" y="248"/>
                  </a:lnTo>
                  <a:lnTo>
                    <a:pt x="369" y="296"/>
                  </a:lnTo>
                  <a:lnTo>
                    <a:pt x="369" y="352"/>
                  </a:lnTo>
                  <a:lnTo>
                    <a:pt x="377" y="400"/>
                  </a:lnTo>
                  <a:lnTo>
                    <a:pt x="377" y="456"/>
                  </a:lnTo>
                  <a:lnTo>
                    <a:pt x="385" y="520"/>
                  </a:lnTo>
                  <a:lnTo>
                    <a:pt x="393" y="584"/>
                  </a:lnTo>
                  <a:lnTo>
                    <a:pt x="393" y="648"/>
                  </a:lnTo>
                  <a:lnTo>
                    <a:pt x="401" y="720"/>
                  </a:lnTo>
                  <a:lnTo>
                    <a:pt x="401" y="784"/>
                  </a:lnTo>
                  <a:lnTo>
                    <a:pt x="409" y="864"/>
                  </a:lnTo>
                  <a:lnTo>
                    <a:pt x="409" y="935"/>
                  </a:lnTo>
                  <a:lnTo>
                    <a:pt x="417" y="1007"/>
                  </a:lnTo>
                  <a:lnTo>
                    <a:pt x="425" y="1087"/>
                  </a:lnTo>
                  <a:lnTo>
                    <a:pt x="425" y="1167"/>
                  </a:lnTo>
                  <a:lnTo>
                    <a:pt x="433" y="1247"/>
                  </a:lnTo>
                  <a:lnTo>
                    <a:pt x="433" y="1319"/>
                  </a:lnTo>
                  <a:lnTo>
                    <a:pt x="441" y="1399"/>
                  </a:lnTo>
                  <a:lnTo>
                    <a:pt x="449" y="1479"/>
                  </a:lnTo>
                  <a:lnTo>
                    <a:pt x="449" y="1559"/>
                  </a:lnTo>
                  <a:lnTo>
                    <a:pt x="457" y="1639"/>
                  </a:lnTo>
                  <a:lnTo>
                    <a:pt x="457" y="1719"/>
                  </a:lnTo>
                  <a:lnTo>
                    <a:pt x="465" y="1799"/>
                  </a:lnTo>
                  <a:lnTo>
                    <a:pt x="473" y="1871"/>
                  </a:lnTo>
                  <a:lnTo>
                    <a:pt x="473" y="1943"/>
                  </a:lnTo>
                  <a:lnTo>
                    <a:pt x="481" y="2023"/>
                  </a:lnTo>
                  <a:lnTo>
                    <a:pt x="481" y="2086"/>
                  </a:lnTo>
                  <a:lnTo>
                    <a:pt x="489" y="2158"/>
                  </a:lnTo>
                  <a:lnTo>
                    <a:pt x="497" y="2222"/>
                  </a:lnTo>
                  <a:lnTo>
                    <a:pt x="497" y="2286"/>
                  </a:lnTo>
                  <a:lnTo>
                    <a:pt x="505" y="2350"/>
                  </a:lnTo>
                  <a:lnTo>
                    <a:pt x="505" y="2406"/>
                  </a:lnTo>
                  <a:lnTo>
                    <a:pt x="513" y="2462"/>
                  </a:lnTo>
                  <a:lnTo>
                    <a:pt x="521" y="2510"/>
                  </a:lnTo>
                  <a:lnTo>
                    <a:pt x="521" y="2558"/>
                  </a:lnTo>
                  <a:lnTo>
                    <a:pt x="529" y="2606"/>
                  </a:lnTo>
                  <a:lnTo>
                    <a:pt x="529" y="2646"/>
                  </a:lnTo>
                  <a:lnTo>
                    <a:pt x="537" y="2686"/>
                  </a:lnTo>
                  <a:lnTo>
                    <a:pt x="545" y="2718"/>
                  </a:lnTo>
                  <a:lnTo>
                    <a:pt x="545" y="2742"/>
                  </a:lnTo>
                  <a:lnTo>
                    <a:pt x="553" y="2766"/>
                  </a:lnTo>
                  <a:lnTo>
                    <a:pt x="553" y="2790"/>
                  </a:lnTo>
                  <a:lnTo>
                    <a:pt x="561" y="2798"/>
                  </a:lnTo>
                  <a:lnTo>
                    <a:pt x="577" y="2822"/>
                  </a:lnTo>
                  <a:lnTo>
                    <a:pt x="569" y="2822"/>
                  </a:lnTo>
                  <a:lnTo>
                    <a:pt x="577" y="2814"/>
                  </a:lnTo>
                  <a:lnTo>
                    <a:pt x="585" y="2806"/>
                  </a:lnTo>
                  <a:lnTo>
                    <a:pt x="585" y="2798"/>
                  </a:lnTo>
                  <a:lnTo>
                    <a:pt x="593" y="2782"/>
                  </a:lnTo>
                  <a:lnTo>
                    <a:pt x="601" y="2758"/>
                  </a:lnTo>
                  <a:lnTo>
                    <a:pt x="601" y="2734"/>
                  </a:lnTo>
                  <a:lnTo>
                    <a:pt x="609" y="2710"/>
                  </a:lnTo>
                  <a:lnTo>
                    <a:pt x="609" y="2678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33" name="Freeform 33"/>
            <p:cNvSpPr>
              <a:spLocks/>
            </p:cNvSpPr>
            <p:nvPr/>
          </p:nvSpPr>
          <p:spPr bwMode="auto">
            <a:xfrm>
              <a:off x="3672" y="654"/>
              <a:ext cx="616" cy="2814"/>
            </a:xfrm>
            <a:custGeom>
              <a:avLst/>
              <a:gdLst/>
              <a:ahLst/>
              <a:cxnLst>
                <a:cxn ang="0">
                  <a:pos x="16" y="2598"/>
                </a:cxn>
                <a:cxn ang="0">
                  <a:pos x="24" y="2446"/>
                </a:cxn>
                <a:cxn ang="0">
                  <a:pos x="40" y="2278"/>
                </a:cxn>
                <a:cxn ang="0">
                  <a:pos x="56" y="2071"/>
                </a:cxn>
                <a:cxn ang="0">
                  <a:pos x="72" y="1855"/>
                </a:cxn>
                <a:cxn ang="0">
                  <a:pos x="88" y="1623"/>
                </a:cxn>
                <a:cxn ang="0">
                  <a:pos x="96" y="1383"/>
                </a:cxn>
                <a:cxn ang="0">
                  <a:pos x="112" y="1143"/>
                </a:cxn>
                <a:cxn ang="0">
                  <a:pos x="128" y="920"/>
                </a:cxn>
                <a:cxn ang="0">
                  <a:pos x="144" y="704"/>
                </a:cxn>
                <a:cxn ang="0">
                  <a:pos x="160" y="504"/>
                </a:cxn>
                <a:cxn ang="0">
                  <a:pos x="168" y="336"/>
                </a:cxn>
                <a:cxn ang="0">
                  <a:pos x="184" y="200"/>
                </a:cxn>
                <a:cxn ang="0">
                  <a:pos x="200" y="96"/>
                </a:cxn>
                <a:cxn ang="0">
                  <a:pos x="216" y="32"/>
                </a:cxn>
                <a:cxn ang="0">
                  <a:pos x="224" y="0"/>
                </a:cxn>
                <a:cxn ang="0">
                  <a:pos x="240" y="16"/>
                </a:cxn>
                <a:cxn ang="0">
                  <a:pos x="256" y="72"/>
                </a:cxn>
                <a:cxn ang="0">
                  <a:pos x="272" y="160"/>
                </a:cxn>
                <a:cxn ang="0">
                  <a:pos x="288" y="296"/>
                </a:cxn>
                <a:cxn ang="0">
                  <a:pos x="296" y="456"/>
                </a:cxn>
                <a:cxn ang="0">
                  <a:pos x="312" y="640"/>
                </a:cxn>
                <a:cxn ang="0">
                  <a:pos x="328" y="856"/>
                </a:cxn>
                <a:cxn ang="0">
                  <a:pos x="344" y="1079"/>
                </a:cxn>
                <a:cxn ang="0">
                  <a:pos x="352" y="1311"/>
                </a:cxn>
                <a:cxn ang="0">
                  <a:pos x="368" y="1551"/>
                </a:cxn>
                <a:cxn ang="0">
                  <a:pos x="384" y="1791"/>
                </a:cxn>
                <a:cxn ang="0">
                  <a:pos x="400" y="2015"/>
                </a:cxn>
                <a:cxn ang="0">
                  <a:pos x="416" y="2214"/>
                </a:cxn>
                <a:cxn ang="0">
                  <a:pos x="424" y="2398"/>
                </a:cxn>
                <a:cxn ang="0">
                  <a:pos x="440" y="2558"/>
                </a:cxn>
                <a:cxn ang="0">
                  <a:pos x="456" y="2678"/>
                </a:cxn>
                <a:cxn ang="0">
                  <a:pos x="472" y="2766"/>
                </a:cxn>
                <a:cxn ang="0">
                  <a:pos x="488" y="2814"/>
                </a:cxn>
                <a:cxn ang="0">
                  <a:pos x="504" y="2814"/>
                </a:cxn>
                <a:cxn ang="0">
                  <a:pos x="520" y="2766"/>
                </a:cxn>
                <a:cxn ang="0">
                  <a:pos x="536" y="2678"/>
                </a:cxn>
                <a:cxn ang="0">
                  <a:pos x="544" y="2558"/>
                </a:cxn>
                <a:cxn ang="0">
                  <a:pos x="560" y="2398"/>
                </a:cxn>
                <a:cxn ang="0">
                  <a:pos x="576" y="2214"/>
                </a:cxn>
                <a:cxn ang="0">
                  <a:pos x="592" y="2015"/>
                </a:cxn>
                <a:cxn ang="0">
                  <a:pos x="600" y="1791"/>
                </a:cxn>
              </a:cxnLst>
              <a:rect l="0" t="0" r="r" b="b"/>
              <a:pathLst>
                <a:path w="616" h="2814">
                  <a:moveTo>
                    <a:pt x="0" y="2678"/>
                  </a:moveTo>
                  <a:lnTo>
                    <a:pt x="8" y="2638"/>
                  </a:lnTo>
                  <a:lnTo>
                    <a:pt x="16" y="2598"/>
                  </a:lnTo>
                  <a:lnTo>
                    <a:pt x="16" y="2550"/>
                  </a:lnTo>
                  <a:lnTo>
                    <a:pt x="24" y="2502"/>
                  </a:lnTo>
                  <a:lnTo>
                    <a:pt x="24" y="2446"/>
                  </a:lnTo>
                  <a:lnTo>
                    <a:pt x="32" y="2398"/>
                  </a:lnTo>
                  <a:lnTo>
                    <a:pt x="40" y="2334"/>
                  </a:lnTo>
                  <a:lnTo>
                    <a:pt x="40" y="2278"/>
                  </a:lnTo>
                  <a:lnTo>
                    <a:pt x="48" y="2206"/>
                  </a:lnTo>
                  <a:lnTo>
                    <a:pt x="48" y="2142"/>
                  </a:lnTo>
                  <a:lnTo>
                    <a:pt x="56" y="2071"/>
                  </a:lnTo>
                  <a:lnTo>
                    <a:pt x="64" y="2007"/>
                  </a:lnTo>
                  <a:lnTo>
                    <a:pt x="64" y="1927"/>
                  </a:lnTo>
                  <a:lnTo>
                    <a:pt x="72" y="1855"/>
                  </a:lnTo>
                  <a:lnTo>
                    <a:pt x="72" y="1775"/>
                  </a:lnTo>
                  <a:lnTo>
                    <a:pt x="80" y="1703"/>
                  </a:lnTo>
                  <a:lnTo>
                    <a:pt x="88" y="1623"/>
                  </a:lnTo>
                  <a:lnTo>
                    <a:pt x="88" y="1543"/>
                  </a:lnTo>
                  <a:lnTo>
                    <a:pt x="96" y="1463"/>
                  </a:lnTo>
                  <a:lnTo>
                    <a:pt x="96" y="1383"/>
                  </a:lnTo>
                  <a:lnTo>
                    <a:pt x="104" y="1303"/>
                  </a:lnTo>
                  <a:lnTo>
                    <a:pt x="112" y="1223"/>
                  </a:lnTo>
                  <a:lnTo>
                    <a:pt x="112" y="1143"/>
                  </a:lnTo>
                  <a:lnTo>
                    <a:pt x="120" y="1071"/>
                  </a:lnTo>
                  <a:lnTo>
                    <a:pt x="120" y="991"/>
                  </a:lnTo>
                  <a:lnTo>
                    <a:pt x="128" y="920"/>
                  </a:lnTo>
                  <a:lnTo>
                    <a:pt x="136" y="840"/>
                  </a:lnTo>
                  <a:lnTo>
                    <a:pt x="136" y="768"/>
                  </a:lnTo>
                  <a:lnTo>
                    <a:pt x="144" y="704"/>
                  </a:lnTo>
                  <a:lnTo>
                    <a:pt x="144" y="632"/>
                  </a:lnTo>
                  <a:lnTo>
                    <a:pt x="152" y="568"/>
                  </a:lnTo>
                  <a:lnTo>
                    <a:pt x="160" y="504"/>
                  </a:lnTo>
                  <a:lnTo>
                    <a:pt x="160" y="448"/>
                  </a:lnTo>
                  <a:lnTo>
                    <a:pt x="168" y="392"/>
                  </a:lnTo>
                  <a:lnTo>
                    <a:pt x="168" y="336"/>
                  </a:lnTo>
                  <a:lnTo>
                    <a:pt x="176" y="288"/>
                  </a:lnTo>
                  <a:lnTo>
                    <a:pt x="176" y="240"/>
                  </a:lnTo>
                  <a:lnTo>
                    <a:pt x="184" y="200"/>
                  </a:lnTo>
                  <a:lnTo>
                    <a:pt x="192" y="160"/>
                  </a:lnTo>
                  <a:lnTo>
                    <a:pt x="192" y="128"/>
                  </a:lnTo>
                  <a:lnTo>
                    <a:pt x="200" y="96"/>
                  </a:lnTo>
                  <a:lnTo>
                    <a:pt x="200" y="72"/>
                  </a:lnTo>
                  <a:lnTo>
                    <a:pt x="208" y="48"/>
                  </a:lnTo>
                  <a:lnTo>
                    <a:pt x="216" y="32"/>
                  </a:lnTo>
                  <a:lnTo>
                    <a:pt x="216" y="16"/>
                  </a:lnTo>
                  <a:lnTo>
                    <a:pt x="232" y="0"/>
                  </a:lnTo>
                  <a:lnTo>
                    <a:pt x="224" y="0"/>
                  </a:lnTo>
                  <a:lnTo>
                    <a:pt x="232" y="0"/>
                  </a:lnTo>
                  <a:lnTo>
                    <a:pt x="240" y="8"/>
                  </a:lnTo>
                  <a:lnTo>
                    <a:pt x="240" y="16"/>
                  </a:lnTo>
                  <a:lnTo>
                    <a:pt x="248" y="32"/>
                  </a:lnTo>
                  <a:lnTo>
                    <a:pt x="248" y="48"/>
                  </a:lnTo>
                  <a:lnTo>
                    <a:pt x="256" y="72"/>
                  </a:lnTo>
                  <a:lnTo>
                    <a:pt x="264" y="96"/>
                  </a:lnTo>
                  <a:lnTo>
                    <a:pt x="264" y="128"/>
                  </a:lnTo>
                  <a:lnTo>
                    <a:pt x="272" y="160"/>
                  </a:lnTo>
                  <a:lnTo>
                    <a:pt x="272" y="200"/>
                  </a:lnTo>
                  <a:lnTo>
                    <a:pt x="280" y="248"/>
                  </a:lnTo>
                  <a:lnTo>
                    <a:pt x="288" y="296"/>
                  </a:lnTo>
                  <a:lnTo>
                    <a:pt x="288" y="344"/>
                  </a:lnTo>
                  <a:lnTo>
                    <a:pt x="296" y="400"/>
                  </a:lnTo>
                  <a:lnTo>
                    <a:pt x="296" y="456"/>
                  </a:lnTo>
                  <a:lnTo>
                    <a:pt x="304" y="512"/>
                  </a:lnTo>
                  <a:lnTo>
                    <a:pt x="312" y="576"/>
                  </a:lnTo>
                  <a:lnTo>
                    <a:pt x="312" y="640"/>
                  </a:lnTo>
                  <a:lnTo>
                    <a:pt x="320" y="712"/>
                  </a:lnTo>
                  <a:lnTo>
                    <a:pt x="320" y="776"/>
                  </a:lnTo>
                  <a:lnTo>
                    <a:pt x="328" y="856"/>
                  </a:lnTo>
                  <a:lnTo>
                    <a:pt x="336" y="927"/>
                  </a:lnTo>
                  <a:lnTo>
                    <a:pt x="336" y="999"/>
                  </a:lnTo>
                  <a:lnTo>
                    <a:pt x="344" y="1079"/>
                  </a:lnTo>
                  <a:lnTo>
                    <a:pt x="344" y="1159"/>
                  </a:lnTo>
                  <a:lnTo>
                    <a:pt x="352" y="1231"/>
                  </a:lnTo>
                  <a:lnTo>
                    <a:pt x="352" y="1311"/>
                  </a:lnTo>
                  <a:lnTo>
                    <a:pt x="360" y="1391"/>
                  </a:lnTo>
                  <a:lnTo>
                    <a:pt x="368" y="1471"/>
                  </a:lnTo>
                  <a:lnTo>
                    <a:pt x="368" y="1551"/>
                  </a:lnTo>
                  <a:lnTo>
                    <a:pt x="376" y="1631"/>
                  </a:lnTo>
                  <a:lnTo>
                    <a:pt x="376" y="1711"/>
                  </a:lnTo>
                  <a:lnTo>
                    <a:pt x="384" y="1791"/>
                  </a:lnTo>
                  <a:lnTo>
                    <a:pt x="392" y="1863"/>
                  </a:lnTo>
                  <a:lnTo>
                    <a:pt x="392" y="1935"/>
                  </a:lnTo>
                  <a:lnTo>
                    <a:pt x="400" y="2015"/>
                  </a:lnTo>
                  <a:lnTo>
                    <a:pt x="400" y="2078"/>
                  </a:lnTo>
                  <a:lnTo>
                    <a:pt x="408" y="2150"/>
                  </a:lnTo>
                  <a:lnTo>
                    <a:pt x="416" y="2214"/>
                  </a:lnTo>
                  <a:lnTo>
                    <a:pt x="416" y="2278"/>
                  </a:lnTo>
                  <a:lnTo>
                    <a:pt x="424" y="2342"/>
                  </a:lnTo>
                  <a:lnTo>
                    <a:pt x="424" y="2398"/>
                  </a:lnTo>
                  <a:lnTo>
                    <a:pt x="432" y="2454"/>
                  </a:lnTo>
                  <a:lnTo>
                    <a:pt x="440" y="2510"/>
                  </a:lnTo>
                  <a:lnTo>
                    <a:pt x="440" y="2558"/>
                  </a:lnTo>
                  <a:lnTo>
                    <a:pt x="448" y="2598"/>
                  </a:lnTo>
                  <a:lnTo>
                    <a:pt x="448" y="2638"/>
                  </a:lnTo>
                  <a:lnTo>
                    <a:pt x="456" y="2678"/>
                  </a:lnTo>
                  <a:lnTo>
                    <a:pt x="464" y="2710"/>
                  </a:lnTo>
                  <a:lnTo>
                    <a:pt x="464" y="2742"/>
                  </a:lnTo>
                  <a:lnTo>
                    <a:pt x="472" y="2766"/>
                  </a:lnTo>
                  <a:lnTo>
                    <a:pt x="472" y="2782"/>
                  </a:lnTo>
                  <a:lnTo>
                    <a:pt x="480" y="2798"/>
                  </a:lnTo>
                  <a:lnTo>
                    <a:pt x="488" y="2814"/>
                  </a:lnTo>
                  <a:lnTo>
                    <a:pt x="504" y="2814"/>
                  </a:lnTo>
                  <a:lnTo>
                    <a:pt x="496" y="2814"/>
                  </a:lnTo>
                  <a:lnTo>
                    <a:pt x="504" y="2814"/>
                  </a:lnTo>
                  <a:lnTo>
                    <a:pt x="512" y="2798"/>
                  </a:lnTo>
                  <a:lnTo>
                    <a:pt x="512" y="2782"/>
                  </a:lnTo>
                  <a:lnTo>
                    <a:pt x="520" y="2766"/>
                  </a:lnTo>
                  <a:lnTo>
                    <a:pt x="520" y="2742"/>
                  </a:lnTo>
                  <a:lnTo>
                    <a:pt x="528" y="2710"/>
                  </a:lnTo>
                  <a:lnTo>
                    <a:pt x="536" y="2678"/>
                  </a:lnTo>
                  <a:lnTo>
                    <a:pt x="536" y="2638"/>
                  </a:lnTo>
                  <a:lnTo>
                    <a:pt x="544" y="2598"/>
                  </a:lnTo>
                  <a:lnTo>
                    <a:pt x="544" y="2558"/>
                  </a:lnTo>
                  <a:lnTo>
                    <a:pt x="552" y="2510"/>
                  </a:lnTo>
                  <a:lnTo>
                    <a:pt x="552" y="2454"/>
                  </a:lnTo>
                  <a:lnTo>
                    <a:pt x="560" y="2398"/>
                  </a:lnTo>
                  <a:lnTo>
                    <a:pt x="568" y="2342"/>
                  </a:lnTo>
                  <a:lnTo>
                    <a:pt x="568" y="2278"/>
                  </a:lnTo>
                  <a:lnTo>
                    <a:pt x="576" y="2214"/>
                  </a:lnTo>
                  <a:lnTo>
                    <a:pt x="576" y="2150"/>
                  </a:lnTo>
                  <a:lnTo>
                    <a:pt x="584" y="2078"/>
                  </a:lnTo>
                  <a:lnTo>
                    <a:pt x="592" y="2015"/>
                  </a:lnTo>
                  <a:lnTo>
                    <a:pt x="592" y="1935"/>
                  </a:lnTo>
                  <a:lnTo>
                    <a:pt x="600" y="1863"/>
                  </a:lnTo>
                  <a:lnTo>
                    <a:pt x="600" y="1791"/>
                  </a:lnTo>
                  <a:lnTo>
                    <a:pt x="608" y="1711"/>
                  </a:lnTo>
                  <a:lnTo>
                    <a:pt x="616" y="1631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34" name="Freeform 34"/>
            <p:cNvSpPr>
              <a:spLocks/>
            </p:cNvSpPr>
            <p:nvPr/>
          </p:nvSpPr>
          <p:spPr bwMode="auto">
            <a:xfrm>
              <a:off x="4288" y="654"/>
              <a:ext cx="609" cy="2822"/>
            </a:xfrm>
            <a:custGeom>
              <a:avLst/>
              <a:gdLst/>
              <a:ahLst/>
              <a:cxnLst>
                <a:cxn ang="0">
                  <a:pos x="8" y="1471"/>
                </a:cxn>
                <a:cxn ang="0">
                  <a:pos x="24" y="1231"/>
                </a:cxn>
                <a:cxn ang="0">
                  <a:pos x="32" y="999"/>
                </a:cxn>
                <a:cxn ang="0">
                  <a:pos x="48" y="776"/>
                </a:cxn>
                <a:cxn ang="0">
                  <a:pos x="64" y="576"/>
                </a:cxn>
                <a:cxn ang="0">
                  <a:pos x="80" y="400"/>
                </a:cxn>
                <a:cxn ang="0">
                  <a:pos x="96" y="248"/>
                </a:cxn>
                <a:cxn ang="0">
                  <a:pos x="104" y="128"/>
                </a:cxn>
                <a:cxn ang="0">
                  <a:pos x="121" y="48"/>
                </a:cxn>
                <a:cxn ang="0">
                  <a:pos x="145" y="0"/>
                </a:cxn>
                <a:cxn ang="0">
                  <a:pos x="153" y="8"/>
                </a:cxn>
                <a:cxn ang="0">
                  <a:pos x="161" y="48"/>
                </a:cxn>
                <a:cxn ang="0">
                  <a:pos x="177" y="128"/>
                </a:cxn>
                <a:cxn ang="0">
                  <a:pos x="193" y="240"/>
                </a:cxn>
                <a:cxn ang="0">
                  <a:pos x="209" y="392"/>
                </a:cxn>
                <a:cxn ang="0">
                  <a:pos x="225" y="568"/>
                </a:cxn>
                <a:cxn ang="0">
                  <a:pos x="233" y="768"/>
                </a:cxn>
                <a:cxn ang="0">
                  <a:pos x="249" y="991"/>
                </a:cxn>
                <a:cxn ang="0">
                  <a:pos x="265" y="1223"/>
                </a:cxn>
                <a:cxn ang="0">
                  <a:pos x="281" y="1463"/>
                </a:cxn>
                <a:cxn ang="0">
                  <a:pos x="297" y="1703"/>
                </a:cxn>
                <a:cxn ang="0">
                  <a:pos x="305" y="1927"/>
                </a:cxn>
                <a:cxn ang="0">
                  <a:pos x="321" y="2142"/>
                </a:cxn>
                <a:cxn ang="0">
                  <a:pos x="337" y="2334"/>
                </a:cxn>
                <a:cxn ang="0">
                  <a:pos x="353" y="2502"/>
                </a:cxn>
                <a:cxn ang="0">
                  <a:pos x="361" y="2638"/>
                </a:cxn>
                <a:cxn ang="0">
                  <a:pos x="377" y="2734"/>
                </a:cxn>
                <a:cxn ang="0">
                  <a:pos x="393" y="2798"/>
                </a:cxn>
                <a:cxn ang="0">
                  <a:pos x="409" y="2822"/>
                </a:cxn>
                <a:cxn ang="0">
                  <a:pos x="425" y="2790"/>
                </a:cxn>
                <a:cxn ang="0">
                  <a:pos x="441" y="2718"/>
                </a:cxn>
                <a:cxn ang="0">
                  <a:pos x="457" y="2606"/>
                </a:cxn>
                <a:cxn ang="0">
                  <a:pos x="473" y="2462"/>
                </a:cxn>
                <a:cxn ang="0">
                  <a:pos x="481" y="2286"/>
                </a:cxn>
                <a:cxn ang="0">
                  <a:pos x="497" y="2086"/>
                </a:cxn>
                <a:cxn ang="0">
                  <a:pos x="513" y="1871"/>
                </a:cxn>
                <a:cxn ang="0">
                  <a:pos x="529" y="1639"/>
                </a:cxn>
                <a:cxn ang="0">
                  <a:pos x="537" y="1399"/>
                </a:cxn>
                <a:cxn ang="0">
                  <a:pos x="553" y="1167"/>
                </a:cxn>
                <a:cxn ang="0">
                  <a:pos x="569" y="935"/>
                </a:cxn>
                <a:cxn ang="0">
                  <a:pos x="585" y="720"/>
                </a:cxn>
                <a:cxn ang="0">
                  <a:pos x="601" y="520"/>
                </a:cxn>
              </a:cxnLst>
              <a:rect l="0" t="0" r="r" b="b"/>
              <a:pathLst>
                <a:path w="609" h="2822">
                  <a:moveTo>
                    <a:pt x="0" y="1631"/>
                  </a:moveTo>
                  <a:lnTo>
                    <a:pt x="0" y="1551"/>
                  </a:lnTo>
                  <a:lnTo>
                    <a:pt x="8" y="1471"/>
                  </a:lnTo>
                  <a:lnTo>
                    <a:pt x="8" y="1391"/>
                  </a:lnTo>
                  <a:lnTo>
                    <a:pt x="16" y="1311"/>
                  </a:lnTo>
                  <a:lnTo>
                    <a:pt x="24" y="1231"/>
                  </a:lnTo>
                  <a:lnTo>
                    <a:pt x="24" y="1159"/>
                  </a:lnTo>
                  <a:lnTo>
                    <a:pt x="32" y="1079"/>
                  </a:lnTo>
                  <a:lnTo>
                    <a:pt x="32" y="999"/>
                  </a:lnTo>
                  <a:lnTo>
                    <a:pt x="40" y="927"/>
                  </a:lnTo>
                  <a:lnTo>
                    <a:pt x="48" y="856"/>
                  </a:lnTo>
                  <a:lnTo>
                    <a:pt x="48" y="776"/>
                  </a:lnTo>
                  <a:lnTo>
                    <a:pt x="56" y="712"/>
                  </a:lnTo>
                  <a:lnTo>
                    <a:pt x="56" y="640"/>
                  </a:lnTo>
                  <a:lnTo>
                    <a:pt x="64" y="576"/>
                  </a:lnTo>
                  <a:lnTo>
                    <a:pt x="72" y="512"/>
                  </a:lnTo>
                  <a:lnTo>
                    <a:pt x="72" y="456"/>
                  </a:lnTo>
                  <a:lnTo>
                    <a:pt x="80" y="400"/>
                  </a:lnTo>
                  <a:lnTo>
                    <a:pt x="80" y="344"/>
                  </a:lnTo>
                  <a:lnTo>
                    <a:pt x="88" y="296"/>
                  </a:lnTo>
                  <a:lnTo>
                    <a:pt x="96" y="248"/>
                  </a:lnTo>
                  <a:lnTo>
                    <a:pt x="96" y="200"/>
                  </a:lnTo>
                  <a:lnTo>
                    <a:pt x="104" y="160"/>
                  </a:lnTo>
                  <a:lnTo>
                    <a:pt x="104" y="128"/>
                  </a:lnTo>
                  <a:lnTo>
                    <a:pt x="112" y="96"/>
                  </a:lnTo>
                  <a:lnTo>
                    <a:pt x="121" y="72"/>
                  </a:lnTo>
                  <a:lnTo>
                    <a:pt x="121" y="48"/>
                  </a:lnTo>
                  <a:lnTo>
                    <a:pt x="129" y="32"/>
                  </a:lnTo>
                  <a:lnTo>
                    <a:pt x="129" y="16"/>
                  </a:lnTo>
                  <a:lnTo>
                    <a:pt x="145" y="0"/>
                  </a:lnTo>
                  <a:lnTo>
                    <a:pt x="137" y="0"/>
                  </a:lnTo>
                  <a:lnTo>
                    <a:pt x="145" y="0"/>
                  </a:lnTo>
                  <a:lnTo>
                    <a:pt x="153" y="8"/>
                  </a:lnTo>
                  <a:lnTo>
                    <a:pt x="153" y="16"/>
                  </a:lnTo>
                  <a:lnTo>
                    <a:pt x="161" y="32"/>
                  </a:lnTo>
                  <a:lnTo>
                    <a:pt x="161" y="48"/>
                  </a:lnTo>
                  <a:lnTo>
                    <a:pt x="169" y="72"/>
                  </a:lnTo>
                  <a:lnTo>
                    <a:pt x="177" y="96"/>
                  </a:lnTo>
                  <a:lnTo>
                    <a:pt x="177" y="128"/>
                  </a:lnTo>
                  <a:lnTo>
                    <a:pt x="185" y="160"/>
                  </a:lnTo>
                  <a:lnTo>
                    <a:pt x="185" y="200"/>
                  </a:lnTo>
                  <a:lnTo>
                    <a:pt x="193" y="240"/>
                  </a:lnTo>
                  <a:lnTo>
                    <a:pt x="201" y="288"/>
                  </a:lnTo>
                  <a:lnTo>
                    <a:pt x="201" y="336"/>
                  </a:lnTo>
                  <a:lnTo>
                    <a:pt x="209" y="392"/>
                  </a:lnTo>
                  <a:lnTo>
                    <a:pt x="209" y="448"/>
                  </a:lnTo>
                  <a:lnTo>
                    <a:pt x="217" y="504"/>
                  </a:lnTo>
                  <a:lnTo>
                    <a:pt x="225" y="568"/>
                  </a:lnTo>
                  <a:lnTo>
                    <a:pt x="225" y="632"/>
                  </a:lnTo>
                  <a:lnTo>
                    <a:pt x="233" y="704"/>
                  </a:lnTo>
                  <a:lnTo>
                    <a:pt x="233" y="768"/>
                  </a:lnTo>
                  <a:lnTo>
                    <a:pt x="241" y="840"/>
                  </a:lnTo>
                  <a:lnTo>
                    <a:pt x="249" y="920"/>
                  </a:lnTo>
                  <a:lnTo>
                    <a:pt x="249" y="991"/>
                  </a:lnTo>
                  <a:lnTo>
                    <a:pt x="257" y="1071"/>
                  </a:lnTo>
                  <a:lnTo>
                    <a:pt x="257" y="1143"/>
                  </a:lnTo>
                  <a:lnTo>
                    <a:pt x="265" y="1223"/>
                  </a:lnTo>
                  <a:lnTo>
                    <a:pt x="273" y="1303"/>
                  </a:lnTo>
                  <a:lnTo>
                    <a:pt x="273" y="1383"/>
                  </a:lnTo>
                  <a:lnTo>
                    <a:pt x="281" y="1463"/>
                  </a:lnTo>
                  <a:lnTo>
                    <a:pt x="281" y="1543"/>
                  </a:lnTo>
                  <a:lnTo>
                    <a:pt x="289" y="1623"/>
                  </a:lnTo>
                  <a:lnTo>
                    <a:pt x="297" y="1703"/>
                  </a:lnTo>
                  <a:lnTo>
                    <a:pt x="297" y="1775"/>
                  </a:lnTo>
                  <a:lnTo>
                    <a:pt x="305" y="1855"/>
                  </a:lnTo>
                  <a:lnTo>
                    <a:pt x="305" y="1927"/>
                  </a:lnTo>
                  <a:lnTo>
                    <a:pt x="313" y="2007"/>
                  </a:lnTo>
                  <a:lnTo>
                    <a:pt x="313" y="2071"/>
                  </a:lnTo>
                  <a:lnTo>
                    <a:pt x="321" y="2142"/>
                  </a:lnTo>
                  <a:lnTo>
                    <a:pt x="329" y="2206"/>
                  </a:lnTo>
                  <a:lnTo>
                    <a:pt x="329" y="2278"/>
                  </a:lnTo>
                  <a:lnTo>
                    <a:pt x="337" y="2334"/>
                  </a:lnTo>
                  <a:lnTo>
                    <a:pt x="337" y="2398"/>
                  </a:lnTo>
                  <a:lnTo>
                    <a:pt x="345" y="2446"/>
                  </a:lnTo>
                  <a:lnTo>
                    <a:pt x="353" y="2502"/>
                  </a:lnTo>
                  <a:lnTo>
                    <a:pt x="353" y="2550"/>
                  </a:lnTo>
                  <a:lnTo>
                    <a:pt x="361" y="2598"/>
                  </a:lnTo>
                  <a:lnTo>
                    <a:pt x="361" y="2638"/>
                  </a:lnTo>
                  <a:lnTo>
                    <a:pt x="369" y="2678"/>
                  </a:lnTo>
                  <a:lnTo>
                    <a:pt x="377" y="2710"/>
                  </a:lnTo>
                  <a:lnTo>
                    <a:pt x="377" y="2734"/>
                  </a:lnTo>
                  <a:lnTo>
                    <a:pt x="385" y="2758"/>
                  </a:lnTo>
                  <a:lnTo>
                    <a:pt x="385" y="2782"/>
                  </a:lnTo>
                  <a:lnTo>
                    <a:pt x="393" y="2798"/>
                  </a:lnTo>
                  <a:lnTo>
                    <a:pt x="401" y="2806"/>
                  </a:lnTo>
                  <a:lnTo>
                    <a:pt x="401" y="2814"/>
                  </a:lnTo>
                  <a:lnTo>
                    <a:pt x="409" y="2822"/>
                  </a:lnTo>
                  <a:lnTo>
                    <a:pt x="417" y="2814"/>
                  </a:lnTo>
                  <a:lnTo>
                    <a:pt x="425" y="2798"/>
                  </a:lnTo>
                  <a:lnTo>
                    <a:pt x="425" y="2790"/>
                  </a:lnTo>
                  <a:lnTo>
                    <a:pt x="433" y="2766"/>
                  </a:lnTo>
                  <a:lnTo>
                    <a:pt x="433" y="2742"/>
                  </a:lnTo>
                  <a:lnTo>
                    <a:pt x="441" y="2718"/>
                  </a:lnTo>
                  <a:lnTo>
                    <a:pt x="449" y="2686"/>
                  </a:lnTo>
                  <a:lnTo>
                    <a:pt x="449" y="2646"/>
                  </a:lnTo>
                  <a:lnTo>
                    <a:pt x="457" y="2606"/>
                  </a:lnTo>
                  <a:lnTo>
                    <a:pt x="457" y="2558"/>
                  </a:lnTo>
                  <a:lnTo>
                    <a:pt x="465" y="2510"/>
                  </a:lnTo>
                  <a:lnTo>
                    <a:pt x="473" y="2462"/>
                  </a:lnTo>
                  <a:lnTo>
                    <a:pt x="473" y="2406"/>
                  </a:lnTo>
                  <a:lnTo>
                    <a:pt x="481" y="2350"/>
                  </a:lnTo>
                  <a:lnTo>
                    <a:pt x="481" y="2286"/>
                  </a:lnTo>
                  <a:lnTo>
                    <a:pt x="489" y="2222"/>
                  </a:lnTo>
                  <a:lnTo>
                    <a:pt x="497" y="2158"/>
                  </a:lnTo>
                  <a:lnTo>
                    <a:pt x="497" y="2086"/>
                  </a:lnTo>
                  <a:lnTo>
                    <a:pt x="505" y="2023"/>
                  </a:lnTo>
                  <a:lnTo>
                    <a:pt x="505" y="1943"/>
                  </a:lnTo>
                  <a:lnTo>
                    <a:pt x="513" y="1871"/>
                  </a:lnTo>
                  <a:lnTo>
                    <a:pt x="513" y="1799"/>
                  </a:lnTo>
                  <a:lnTo>
                    <a:pt x="521" y="1719"/>
                  </a:lnTo>
                  <a:lnTo>
                    <a:pt x="529" y="1639"/>
                  </a:lnTo>
                  <a:lnTo>
                    <a:pt x="529" y="1559"/>
                  </a:lnTo>
                  <a:lnTo>
                    <a:pt x="537" y="1479"/>
                  </a:lnTo>
                  <a:lnTo>
                    <a:pt x="537" y="1399"/>
                  </a:lnTo>
                  <a:lnTo>
                    <a:pt x="545" y="1319"/>
                  </a:lnTo>
                  <a:lnTo>
                    <a:pt x="553" y="1247"/>
                  </a:lnTo>
                  <a:lnTo>
                    <a:pt x="553" y="1167"/>
                  </a:lnTo>
                  <a:lnTo>
                    <a:pt x="561" y="1087"/>
                  </a:lnTo>
                  <a:lnTo>
                    <a:pt x="561" y="1007"/>
                  </a:lnTo>
                  <a:lnTo>
                    <a:pt x="569" y="935"/>
                  </a:lnTo>
                  <a:lnTo>
                    <a:pt x="577" y="864"/>
                  </a:lnTo>
                  <a:lnTo>
                    <a:pt x="577" y="784"/>
                  </a:lnTo>
                  <a:lnTo>
                    <a:pt x="585" y="720"/>
                  </a:lnTo>
                  <a:lnTo>
                    <a:pt x="585" y="648"/>
                  </a:lnTo>
                  <a:lnTo>
                    <a:pt x="593" y="584"/>
                  </a:lnTo>
                  <a:lnTo>
                    <a:pt x="601" y="520"/>
                  </a:lnTo>
                  <a:lnTo>
                    <a:pt x="601" y="456"/>
                  </a:lnTo>
                  <a:lnTo>
                    <a:pt x="609" y="400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35" name="Freeform 35"/>
            <p:cNvSpPr>
              <a:spLocks/>
            </p:cNvSpPr>
            <p:nvPr/>
          </p:nvSpPr>
          <p:spPr bwMode="auto">
            <a:xfrm>
              <a:off x="4897" y="654"/>
              <a:ext cx="464" cy="2822"/>
            </a:xfrm>
            <a:custGeom>
              <a:avLst/>
              <a:gdLst/>
              <a:ahLst/>
              <a:cxnLst>
                <a:cxn ang="0">
                  <a:pos x="0" y="352"/>
                </a:cxn>
                <a:cxn ang="0">
                  <a:pos x="16" y="248"/>
                </a:cxn>
                <a:cxn ang="0">
                  <a:pos x="24" y="168"/>
                </a:cxn>
                <a:cxn ang="0">
                  <a:pos x="32" y="104"/>
                </a:cxn>
                <a:cxn ang="0">
                  <a:pos x="40" y="48"/>
                </a:cxn>
                <a:cxn ang="0">
                  <a:pos x="48" y="16"/>
                </a:cxn>
                <a:cxn ang="0">
                  <a:pos x="64" y="0"/>
                </a:cxn>
                <a:cxn ang="0">
                  <a:pos x="72" y="16"/>
                </a:cxn>
                <a:cxn ang="0">
                  <a:pos x="80" y="48"/>
                </a:cxn>
                <a:cxn ang="0">
                  <a:pos x="96" y="88"/>
                </a:cxn>
                <a:cxn ang="0">
                  <a:pos x="104" y="152"/>
                </a:cxn>
                <a:cxn ang="0">
                  <a:pos x="112" y="232"/>
                </a:cxn>
                <a:cxn ang="0">
                  <a:pos x="120" y="328"/>
                </a:cxn>
                <a:cxn ang="0">
                  <a:pos x="128" y="440"/>
                </a:cxn>
                <a:cxn ang="0">
                  <a:pos x="144" y="560"/>
                </a:cxn>
                <a:cxn ang="0">
                  <a:pos x="152" y="696"/>
                </a:cxn>
                <a:cxn ang="0">
                  <a:pos x="160" y="832"/>
                </a:cxn>
                <a:cxn ang="0">
                  <a:pos x="168" y="983"/>
                </a:cxn>
                <a:cxn ang="0">
                  <a:pos x="176" y="1135"/>
                </a:cxn>
                <a:cxn ang="0">
                  <a:pos x="192" y="1295"/>
                </a:cxn>
                <a:cxn ang="0">
                  <a:pos x="200" y="1455"/>
                </a:cxn>
                <a:cxn ang="0">
                  <a:pos x="208" y="1615"/>
                </a:cxn>
                <a:cxn ang="0">
                  <a:pos x="216" y="1767"/>
                </a:cxn>
                <a:cxn ang="0">
                  <a:pos x="224" y="1919"/>
                </a:cxn>
                <a:cxn ang="0">
                  <a:pos x="240" y="2063"/>
                </a:cxn>
                <a:cxn ang="0">
                  <a:pos x="248" y="2206"/>
                </a:cxn>
                <a:cxn ang="0">
                  <a:pos x="256" y="2326"/>
                </a:cxn>
                <a:cxn ang="0">
                  <a:pos x="264" y="2446"/>
                </a:cxn>
                <a:cxn ang="0">
                  <a:pos x="272" y="2542"/>
                </a:cxn>
                <a:cxn ang="0">
                  <a:pos x="280" y="2630"/>
                </a:cxn>
                <a:cxn ang="0">
                  <a:pos x="296" y="2702"/>
                </a:cxn>
                <a:cxn ang="0">
                  <a:pos x="304" y="2758"/>
                </a:cxn>
                <a:cxn ang="0">
                  <a:pos x="312" y="2798"/>
                </a:cxn>
                <a:cxn ang="0">
                  <a:pos x="320" y="2814"/>
                </a:cxn>
                <a:cxn ang="0">
                  <a:pos x="336" y="2814"/>
                </a:cxn>
                <a:cxn ang="0">
                  <a:pos x="344" y="2790"/>
                </a:cxn>
                <a:cxn ang="0">
                  <a:pos x="352" y="2742"/>
                </a:cxn>
                <a:cxn ang="0">
                  <a:pos x="368" y="2686"/>
                </a:cxn>
                <a:cxn ang="0">
                  <a:pos x="376" y="2606"/>
                </a:cxn>
                <a:cxn ang="0">
                  <a:pos x="384" y="2518"/>
                </a:cxn>
                <a:cxn ang="0">
                  <a:pos x="392" y="2414"/>
                </a:cxn>
                <a:cxn ang="0">
                  <a:pos x="400" y="2294"/>
                </a:cxn>
                <a:cxn ang="0">
                  <a:pos x="416" y="2166"/>
                </a:cxn>
                <a:cxn ang="0">
                  <a:pos x="424" y="2031"/>
                </a:cxn>
                <a:cxn ang="0">
                  <a:pos x="432" y="1879"/>
                </a:cxn>
                <a:cxn ang="0">
                  <a:pos x="440" y="1727"/>
                </a:cxn>
                <a:cxn ang="0">
                  <a:pos x="448" y="1567"/>
                </a:cxn>
                <a:cxn ang="0">
                  <a:pos x="464" y="1415"/>
                </a:cxn>
              </a:cxnLst>
              <a:rect l="0" t="0" r="r" b="b"/>
              <a:pathLst>
                <a:path w="464" h="2822">
                  <a:moveTo>
                    <a:pt x="0" y="400"/>
                  </a:moveTo>
                  <a:lnTo>
                    <a:pt x="0" y="352"/>
                  </a:lnTo>
                  <a:lnTo>
                    <a:pt x="8" y="296"/>
                  </a:lnTo>
                  <a:lnTo>
                    <a:pt x="16" y="248"/>
                  </a:lnTo>
                  <a:lnTo>
                    <a:pt x="16" y="208"/>
                  </a:lnTo>
                  <a:lnTo>
                    <a:pt x="24" y="168"/>
                  </a:lnTo>
                  <a:lnTo>
                    <a:pt x="24" y="136"/>
                  </a:lnTo>
                  <a:lnTo>
                    <a:pt x="32" y="104"/>
                  </a:lnTo>
                  <a:lnTo>
                    <a:pt x="40" y="72"/>
                  </a:lnTo>
                  <a:lnTo>
                    <a:pt x="40" y="48"/>
                  </a:lnTo>
                  <a:lnTo>
                    <a:pt x="48" y="32"/>
                  </a:lnTo>
                  <a:lnTo>
                    <a:pt x="48" y="16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72" y="16"/>
                  </a:lnTo>
                  <a:lnTo>
                    <a:pt x="80" y="24"/>
                  </a:lnTo>
                  <a:lnTo>
                    <a:pt x="80" y="48"/>
                  </a:lnTo>
                  <a:lnTo>
                    <a:pt x="88" y="64"/>
                  </a:lnTo>
                  <a:lnTo>
                    <a:pt x="96" y="88"/>
                  </a:lnTo>
                  <a:lnTo>
                    <a:pt x="96" y="120"/>
                  </a:lnTo>
                  <a:lnTo>
                    <a:pt x="104" y="152"/>
                  </a:lnTo>
                  <a:lnTo>
                    <a:pt x="104" y="192"/>
                  </a:lnTo>
                  <a:lnTo>
                    <a:pt x="112" y="232"/>
                  </a:lnTo>
                  <a:lnTo>
                    <a:pt x="120" y="280"/>
                  </a:lnTo>
                  <a:lnTo>
                    <a:pt x="120" y="328"/>
                  </a:lnTo>
                  <a:lnTo>
                    <a:pt x="128" y="384"/>
                  </a:lnTo>
                  <a:lnTo>
                    <a:pt x="128" y="440"/>
                  </a:lnTo>
                  <a:lnTo>
                    <a:pt x="136" y="496"/>
                  </a:lnTo>
                  <a:lnTo>
                    <a:pt x="144" y="560"/>
                  </a:lnTo>
                  <a:lnTo>
                    <a:pt x="144" y="624"/>
                  </a:lnTo>
                  <a:lnTo>
                    <a:pt x="152" y="696"/>
                  </a:lnTo>
                  <a:lnTo>
                    <a:pt x="152" y="760"/>
                  </a:lnTo>
                  <a:lnTo>
                    <a:pt x="160" y="832"/>
                  </a:lnTo>
                  <a:lnTo>
                    <a:pt x="168" y="912"/>
                  </a:lnTo>
                  <a:lnTo>
                    <a:pt x="168" y="983"/>
                  </a:lnTo>
                  <a:lnTo>
                    <a:pt x="176" y="1063"/>
                  </a:lnTo>
                  <a:lnTo>
                    <a:pt x="176" y="1135"/>
                  </a:lnTo>
                  <a:lnTo>
                    <a:pt x="184" y="1215"/>
                  </a:lnTo>
                  <a:lnTo>
                    <a:pt x="192" y="1295"/>
                  </a:lnTo>
                  <a:lnTo>
                    <a:pt x="192" y="1375"/>
                  </a:lnTo>
                  <a:lnTo>
                    <a:pt x="200" y="1455"/>
                  </a:lnTo>
                  <a:lnTo>
                    <a:pt x="200" y="1535"/>
                  </a:lnTo>
                  <a:lnTo>
                    <a:pt x="208" y="1615"/>
                  </a:lnTo>
                  <a:lnTo>
                    <a:pt x="216" y="1695"/>
                  </a:lnTo>
                  <a:lnTo>
                    <a:pt x="216" y="1767"/>
                  </a:lnTo>
                  <a:lnTo>
                    <a:pt x="224" y="1847"/>
                  </a:lnTo>
                  <a:lnTo>
                    <a:pt x="224" y="1919"/>
                  </a:lnTo>
                  <a:lnTo>
                    <a:pt x="232" y="1999"/>
                  </a:lnTo>
                  <a:lnTo>
                    <a:pt x="240" y="2063"/>
                  </a:lnTo>
                  <a:lnTo>
                    <a:pt x="240" y="2134"/>
                  </a:lnTo>
                  <a:lnTo>
                    <a:pt x="248" y="2206"/>
                  </a:lnTo>
                  <a:lnTo>
                    <a:pt x="248" y="2270"/>
                  </a:lnTo>
                  <a:lnTo>
                    <a:pt x="256" y="2326"/>
                  </a:lnTo>
                  <a:lnTo>
                    <a:pt x="264" y="2390"/>
                  </a:lnTo>
                  <a:lnTo>
                    <a:pt x="264" y="2446"/>
                  </a:lnTo>
                  <a:lnTo>
                    <a:pt x="272" y="2494"/>
                  </a:lnTo>
                  <a:lnTo>
                    <a:pt x="272" y="2542"/>
                  </a:lnTo>
                  <a:lnTo>
                    <a:pt x="280" y="2590"/>
                  </a:lnTo>
                  <a:lnTo>
                    <a:pt x="280" y="2630"/>
                  </a:lnTo>
                  <a:lnTo>
                    <a:pt x="288" y="2670"/>
                  </a:lnTo>
                  <a:lnTo>
                    <a:pt x="296" y="2702"/>
                  </a:lnTo>
                  <a:lnTo>
                    <a:pt x="296" y="2734"/>
                  </a:lnTo>
                  <a:lnTo>
                    <a:pt x="304" y="2758"/>
                  </a:lnTo>
                  <a:lnTo>
                    <a:pt x="304" y="2782"/>
                  </a:lnTo>
                  <a:lnTo>
                    <a:pt x="312" y="2798"/>
                  </a:lnTo>
                  <a:lnTo>
                    <a:pt x="320" y="2806"/>
                  </a:lnTo>
                  <a:lnTo>
                    <a:pt x="320" y="2814"/>
                  </a:lnTo>
                  <a:lnTo>
                    <a:pt x="328" y="2822"/>
                  </a:lnTo>
                  <a:lnTo>
                    <a:pt x="336" y="2814"/>
                  </a:lnTo>
                  <a:lnTo>
                    <a:pt x="344" y="2806"/>
                  </a:lnTo>
                  <a:lnTo>
                    <a:pt x="344" y="2790"/>
                  </a:lnTo>
                  <a:lnTo>
                    <a:pt x="352" y="2766"/>
                  </a:lnTo>
                  <a:lnTo>
                    <a:pt x="352" y="2742"/>
                  </a:lnTo>
                  <a:lnTo>
                    <a:pt x="360" y="2718"/>
                  </a:lnTo>
                  <a:lnTo>
                    <a:pt x="368" y="2686"/>
                  </a:lnTo>
                  <a:lnTo>
                    <a:pt x="368" y="2646"/>
                  </a:lnTo>
                  <a:lnTo>
                    <a:pt x="376" y="2606"/>
                  </a:lnTo>
                  <a:lnTo>
                    <a:pt x="376" y="2566"/>
                  </a:lnTo>
                  <a:lnTo>
                    <a:pt x="384" y="2518"/>
                  </a:lnTo>
                  <a:lnTo>
                    <a:pt x="392" y="2470"/>
                  </a:lnTo>
                  <a:lnTo>
                    <a:pt x="392" y="2414"/>
                  </a:lnTo>
                  <a:lnTo>
                    <a:pt x="400" y="2358"/>
                  </a:lnTo>
                  <a:lnTo>
                    <a:pt x="400" y="2294"/>
                  </a:lnTo>
                  <a:lnTo>
                    <a:pt x="408" y="2230"/>
                  </a:lnTo>
                  <a:lnTo>
                    <a:pt x="416" y="2166"/>
                  </a:lnTo>
                  <a:lnTo>
                    <a:pt x="416" y="2094"/>
                  </a:lnTo>
                  <a:lnTo>
                    <a:pt x="424" y="2031"/>
                  </a:lnTo>
                  <a:lnTo>
                    <a:pt x="424" y="1951"/>
                  </a:lnTo>
                  <a:lnTo>
                    <a:pt x="432" y="1879"/>
                  </a:lnTo>
                  <a:lnTo>
                    <a:pt x="440" y="1807"/>
                  </a:lnTo>
                  <a:lnTo>
                    <a:pt x="440" y="1727"/>
                  </a:lnTo>
                  <a:lnTo>
                    <a:pt x="448" y="1647"/>
                  </a:lnTo>
                  <a:lnTo>
                    <a:pt x="448" y="1567"/>
                  </a:lnTo>
                  <a:lnTo>
                    <a:pt x="456" y="1487"/>
                  </a:lnTo>
                  <a:lnTo>
                    <a:pt x="464" y="1415"/>
                  </a:lnTo>
                </a:path>
              </a:pathLst>
            </a:custGeom>
            <a:noFill/>
            <a:ln w="38100" cmpd="sng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25636" name="Group 36"/>
          <p:cNvGrpSpPr>
            <a:grpSpLocks/>
          </p:cNvGrpSpPr>
          <p:nvPr/>
        </p:nvGrpSpPr>
        <p:grpSpPr bwMode="auto">
          <a:xfrm>
            <a:off x="7391400" y="1844676"/>
            <a:ext cx="2305050" cy="1427163"/>
            <a:chOff x="597" y="191"/>
            <a:chExt cx="4764" cy="3756"/>
          </a:xfrm>
        </p:grpSpPr>
        <p:sp>
          <p:nvSpPr>
            <p:cNvPr id="25637" name="Freeform 37"/>
            <p:cNvSpPr>
              <a:spLocks/>
            </p:cNvSpPr>
            <p:nvPr/>
          </p:nvSpPr>
          <p:spPr bwMode="auto">
            <a:xfrm>
              <a:off x="597" y="191"/>
              <a:ext cx="616" cy="3748"/>
            </a:xfrm>
            <a:custGeom>
              <a:avLst/>
              <a:gdLst/>
              <a:ahLst/>
              <a:cxnLst>
                <a:cxn ang="0">
                  <a:pos x="8" y="1662"/>
                </a:cxn>
                <a:cxn ang="0">
                  <a:pos x="24" y="1454"/>
                </a:cxn>
                <a:cxn ang="0">
                  <a:pos x="40" y="1247"/>
                </a:cxn>
                <a:cxn ang="0">
                  <a:pos x="56" y="1055"/>
                </a:cxn>
                <a:cxn ang="0">
                  <a:pos x="64" y="871"/>
                </a:cxn>
                <a:cxn ang="0">
                  <a:pos x="80" y="695"/>
                </a:cxn>
                <a:cxn ang="0">
                  <a:pos x="96" y="535"/>
                </a:cxn>
                <a:cxn ang="0">
                  <a:pos x="112" y="399"/>
                </a:cxn>
                <a:cxn ang="0">
                  <a:pos x="128" y="279"/>
                </a:cxn>
                <a:cxn ang="0">
                  <a:pos x="136" y="176"/>
                </a:cxn>
                <a:cxn ang="0">
                  <a:pos x="152" y="96"/>
                </a:cxn>
                <a:cxn ang="0">
                  <a:pos x="168" y="40"/>
                </a:cxn>
                <a:cxn ang="0">
                  <a:pos x="192" y="0"/>
                </a:cxn>
                <a:cxn ang="0">
                  <a:pos x="200" y="0"/>
                </a:cxn>
                <a:cxn ang="0">
                  <a:pos x="216" y="32"/>
                </a:cxn>
                <a:cxn ang="0">
                  <a:pos x="232" y="88"/>
                </a:cxn>
                <a:cxn ang="0">
                  <a:pos x="248" y="168"/>
                </a:cxn>
                <a:cxn ang="0">
                  <a:pos x="264" y="263"/>
                </a:cxn>
                <a:cxn ang="0">
                  <a:pos x="280" y="383"/>
                </a:cxn>
                <a:cxn ang="0">
                  <a:pos x="288" y="519"/>
                </a:cxn>
                <a:cxn ang="0">
                  <a:pos x="304" y="679"/>
                </a:cxn>
                <a:cxn ang="0">
                  <a:pos x="320" y="847"/>
                </a:cxn>
                <a:cxn ang="0">
                  <a:pos x="336" y="1031"/>
                </a:cxn>
                <a:cxn ang="0">
                  <a:pos x="352" y="1231"/>
                </a:cxn>
                <a:cxn ang="0">
                  <a:pos x="360" y="1430"/>
                </a:cxn>
                <a:cxn ang="0">
                  <a:pos x="376" y="1638"/>
                </a:cxn>
                <a:cxn ang="0">
                  <a:pos x="392" y="1854"/>
                </a:cxn>
                <a:cxn ang="0">
                  <a:pos x="408" y="2062"/>
                </a:cxn>
                <a:cxn ang="0">
                  <a:pos x="416" y="2270"/>
                </a:cxn>
                <a:cxn ang="0">
                  <a:pos x="432" y="2478"/>
                </a:cxn>
                <a:cxn ang="0">
                  <a:pos x="448" y="2677"/>
                </a:cxn>
                <a:cxn ang="0">
                  <a:pos x="464" y="2861"/>
                </a:cxn>
                <a:cxn ang="0">
                  <a:pos x="480" y="3037"/>
                </a:cxn>
                <a:cxn ang="0">
                  <a:pos x="488" y="3197"/>
                </a:cxn>
                <a:cxn ang="0">
                  <a:pos x="504" y="3333"/>
                </a:cxn>
                <a:cxn ang="0">
                  <a:pos x="520" y="3461"/>
                </a:cxn>
                <a:cxn ang="0">
                  <a:pos x="536" y="3565"/>
                </a:cxn>
                <a:cxn ang="0">
                  <a:pos x="552" y="3645"/>
                </a:cxn>
                <a:cxn ang="0">
                  <a:pos x="560" y="3708"/>
                </a:cxn>
                <a:cxn ang="0">
                  <a:pos x="576" y="3740"/>
                </a:cxn>
                <a:cxn ang="0">
                  <a:pos x="592" y="3748"/>
                </a:cxn>
                <a:cxn ang="0">
                  <a:pos x="608" y="3732"/>
                </a:cxn>
              </a:cxnLst>
              <a:rect l="0" t="0" r="r" b="b"/>
              <a:pathLst>
                <a:path w="616" h="3748">
                  <a:moveTo>
                    <a:pt x="0" y="1806"/>
                  </a:moveTo>
                  <a:lnTo>
                    <a:pt x="8" y="1734"/>
                  </a:lnTo>
                  <a:lnTo>
                    <a:pt x="8" y="1662"/>
                  </a:lnTo>
                  <a:lnTo>
                    <a:pt x="16" y="1590"/>
                  </a:lnTo>
                  <a:lnTo>
                    <a:pt x="16" y="1518"/>
                  </a:lnTo>
                  <a:lnTo>
                    <a:pt x="24" y="1454"/>
                  </a:lnTo>
                  <a:lnTo>
                    <a:pt x="32" y="1383"/>
                  </a:lnTo>
                  <a:lnTo>
                    <a:pt x="32" y="1319"/>
                  </a:lnTo>
                  <a:lnTo>
                    <a:pt x="40" y="1247"/>
                  </a:lnTo>
                  <a:lnTo>
                    <a:pt x="40" y="1183"/>
                  </a:lnTo>
                  <a:lnTo>
                    <a:pt x="48" y="1119"/>
                  </a:lnTo>
                  <a:lnTo>
                    <a:pt x="56" y="1055"/>
                  </a:lnTo>
                  <a:lnTo>
                    <a:pt x="56" y="991"/>
                  </a:lnTo>
                  <a:lnTo>
                    <a:pt x="64" y="927"/>
                  </a:lnTo>
                  <a:lnTo>
                    <a:pt x="64" y="871"/>
                  </a:lnTo>
                  <a:lnTo>
                    <a:pt x="72" y="807"/>
                  </a:lnTo>
                  <a:lnTo>
                    <a:pt x="80" y="751"/>
                  </a:lnTo>
                  <a:lnTo>
                    <a:pt x="80" y="695"/>
                  </a:lnTo>
                  <a:lnTo>
                    <a:pt x="88" y="639"/>
                  </a:lnTo>
                  <a:lnTo>
                    <a:pt x="88" y="591"/>
                  </a:lnTo>
                  <a:lnTo>
                    <a:pt x="96" y="535"/>
                  </a:lnTo>
                  <a:lnTo>
                    <a:pt x="104" y="487"/>
                  </a:lnTo>
                  <a:lnTo>
                    <a:pt x="104" y="439"/>
                  </a:lnTo>
                  <a:lnTo>
                    <a:pt x="112" y="399"/>
                  </a:lnTo>
                  <a:lnTo>
                    <a:pt x="112" y="351"/>
                  </a:lnTo>
                  <a:lnTo>
                    <a:pt x="120" y="311"/>
                  </a:lnTo>
                  <a:lnTo>
                    <a:pt x="128" y="279"/>
                  </a:lnTo>
                  <a:lnTo>
                    <a:pt x="128" y="239"/>
                  </a:lnTo>
                  <a:lnTo>
                    <a:pt x="136" y="208"/>
                  </a:lnTo>
                  <a:lnTo>
                    <a:pt x="136" y="176"/>
                  </a:lnTo>
                  <a:lnTo>
                    <a:pt x="144" y="144"/>
                  </a:lnTo>
                  <a:lnTo>
                    <a:pt x="152" y="120"/>
                  </a:lnTo>
                  <a:lnTo>
                    <a:pt x="152" y="96"/>
                  </a:lnTo>
                  <a:lnTo>
                    <a:pt x="160" y="72"/>
                  </a:lnTo>
                  <a:lnTo>
                    <a:pt x="160" y="56"/>
                  </a:lnTo>
                  <a:lnTo>
                    <a:pt x="168" y="40"/>
                  </a:lnTo>
                  <a:lnTo>
                    <a:pt x="176" y="24"/>
                  </a:lnTo>
                  <a:lnTo>
                    <a:pt x="176" y="16"/>
                  </a:lnTo>
                  <a:lnTo>
                    <a:pt x="192" y="0"/>
                  </a:lnTo>
                  <a:lnTo>
                    <a:pt x="184" y="0"/>
                  </a:lnTo>
                  <a:lnTo>
                    <a:pt x="192" y="0"/>
                  </a:lnTo>
                  <a:lnTo>
                    <a:pt x="200" y="0"/>
                  </a:lnTo>
                  <a:lnTo>
                    <a:pt x="208" y="8"/>
                  </a:lnTo>
                  <a:lnTo>
                    <a:pt x="216" y="24"/>
                  </a:lnTo>
                  <a:lnTo>
                    <a:pt x="216" y="32"/>
                  </a:lnTo>
                  <a:lnTo>
                    <a:pt x="224" y="48"/>
                  </a:lnTo>
                  <a:lnTo>
                    <a:pt x="232" y="64"/>
                  </a:lnTo>
                  <a:lnTo>
                    <a:pt x="232" y="88"/>
                  </a:lnTo>
                  <a:lnTo>
                    <a:pt x="240" y="112"/>
                  </a:lnTo>
                  <a:lnTo>
                    <a:pt x="240" y="136"/>
                  </a:lnTo>
                  <a:lnTo>
                    <a:pt x="248" y="168"/>
                  </a:lnTo>
                  <a:lnTo>
                    <a:pt x="256" y="192"/>
                  </a:lnTo>
                  <a:lnTo>
                    <a:pt x="256" y="232"/>
                  </a:lnTo>
                  <a:lnTo>
                    <a:pt x="264" y="263"/>
                  </a:lnTo>
                  <a:lnTo>
                    <a:pt x="264" y="303"/>
                  </a:lnTo>
                  <a:lnTo>
                    <a:pt x="272" y="343"/>
                  </a:lnTo>
                  <a:lnTo>
                    <a:pt x="280" y="383"/>
                  </a:lnTo>
                  <a:lnTo>
                    <a:pt x="280" y="423"/>
                  </a:lnTo>
                  <a:lnTo>
                    <a:pt x="288" y="471"/>
                  </a:lnTo>
                  <a:lnTo>
                    <a:pt x="288" y="519"/>
                  </a:lnTo>
                  <a:lnTo>
                    <a:pt x="296" y="567"/>
                  </a:lnTo>
                  <a:lnTo>
                    <a:pt x="304" y="623"/>
                  </a:lnTo>
                  <a:lnTo>
                    <a:pt x="304" y="679"/>
                  </a:lnTo>
                  <a:lnTo>
                    <a:pt x="312" y="735"/>
                  </a:lnTo>
                  <a:lnTo>
                    <a:pt x="312" y="791"/>
                  </a:lnTo>
                  <a:lnTo>
                    <a:pt x="320" y="847"/>
                  </a:lnTo>
                  <a:lnTo>
                    <a:pt x="328" y="911"/>
                  </a:lnTo>
                  <a:lnTo>
                    <a:pt x="328" y="967"/>
                  </a:lnTo>
                  <a:lnTo>
                    <a:pt x="336" y="1031"/>
                  </a:lnTo>
                  <a:lnTo>
                    <a:pt x="336" y="1095"/>
                  </a:lnTo>
                  <a:lnTo>
                    <a:pt x="344" y="1159"/>
                  </a:lnTo>
                  <a:lnTo>
                    <a:pt x="352" y="1231"/>
                  </a:lnTo>
                  <a:lnTo>
                    <a:pt x="352" y="1295"/>
                  </a:lnTo>
                  <a:lnTo>
                    <a:pt x="360" y="1359"/>
                  </a:lnTo>
                  <a:lnTo>
                    <a:pt x="360" y="1430"/>
                  </a:lnTo>
                  <a:lnTo>
                    <a:pt x="368" y="1502"/>
                  </a:lnTo>
                  <a:lnTo>
                    <a:pt x="376" y="1566"/>
                  </a:lnTo>
                  <a:lnTo>
                    <a:pt x="376" y="1638"/>
                  </a:lnTo>
                  <a:lnTo>
                    <a:pt x="384" y="1710"/>
                  </a:lnTo>
                  <a:lnTo>
                    <a:pt x="384" y="1782"/>
                  </a:lnTo>
                  <a:lnTo>
                    <a:pt x="392" y="1854"/>
                  </a:lnTo>
                  <a:lnTo>
                    <a:pt x="392" y="1918"/>
                  </a:lnTo>
                  <a:lnTo>
                    <a:pt x="400" y="1990"/>
                  </a:lnTo>
                  <a:lnTo>
                    <a:pt x="408" y="2062"/>
                  </a:lnTo>
                  <a:lnTo>
                    <a:pt x="408" y="2134"/>
                  </a:lnTo>
                  <a:lnTo>
                    <a:pt x="416" y="2206"/>
                  </a:lnTo>
                  <a:lnTo>
                    <a:pt x="416" y="2270"/>
                  </a:lnTo>
                  <a:lnTo>
                    <a:pt x="424" y="2342"/>
                  </a:lnTo>
                  <a:lnTo>
                    <a:pt x="432" y="2406"/>
                  </a:lnTo>
                  <a:lnTo>
                    <a:pt x="432" y="2478"/>
                  </a:lnTo>
                  <a:lnTo>
                    <a:pt x="440" y="2541"/>
                  </a:lnTo>
                  <a:lnTo>
                    <a:pt x="440" y="2605"/>
                  </a:lnTo>
                  <a:lnTo>
                    <a:pt x="448" y="2677"/>
                  </a:lnTo>
                  <a:lnTo>
                    <a:pt x="456" y="2741"/>
                  </a:lnTo>
                  <a:lnTo>
                    <a:pt x="456" y="2797"/>
                  </a:lnTo>
                  <a:lnTo>
                    <a:pt x="464" y="2861"/>
                  </a:lnTo>
                  <a:lnTo>
                    <a:pt x="464" y="2917"/>
                  </a:lnTo>
                  <a:lnTo>
                    <a:pt x="472" y="2981"/>
                  </a:lnTo>
                  <a:lnTo>
                    <a:pt x="480" y="3037"/>
                  </a:lnTo>
                  <a:lnTo>
                    <a:pt x="480" y="3093"/>
                  </a:lnTo>
                  <a:lnTo>
                    <a:pt x="488" y="3141"/>
                  </a:lnTo>
                  <a:lnTo>
                    <a:pt x="488" y="3197"/>
                  </a:lnTo>
                  <a:lnTo>
                    <a:pt x="496" y="3245"/>
                  </a:lnTo>
                  <a:lnTo>
                    <a:pt x="504" y="3293"/>
                  </a:lnTo>
                  <a:lnTo>
                    <a:pt x="504" y="3333"/>
                  </a:lnTo>
                  <a:lnTo>
                    <a:pt x="512" y="3381"/>
                  </a:lnTo>
                  <a:lnTo>
                    <a:pt x="512" y="3421"/>
                  </a:lnTo>
                  <a:lnTo>
                    <a:pt x="520" y="3461"/>
                  </a:lnTo>
                  <a:lnTo>
                    <a:pt x="528" y="3501"/>
                  </a:lnTo>
                  <a:lnTo>
                    <a:pt x="528" y="3533"/>
                  </a:lnTo>
                  <a:lnTo>
                    <a:pt x="536" y="3565"/>
                  </a:lnTo>
                  <a:lnTo>
                    <a:pt x="536" y="3597"/>
                  </a:lnTo>
                  <a:lnTo>
                    <a:pt x="544" y="3621"/>
                  </a:lnTo>
                  <a:lnTo>
                    <a:pt x="552" y="3645"/>
                  </a:lnTo>
                  <a:lnTo>
                    <a:pt x="552" y="3669"/>
                  </a:lnTo>
                  <a:lnTo>
                    <a:pt x="560" y="3685"/>
                  </a:lnTo>
                  <a:lnTo>
                    <a:pt x="560" y="3708"/>
                  </a:lnTo>
                  <a:lnTo>
                    <a:pt x="568" y="3716"/>
                  </a:lnTo>
                  <a:lnTo>
                    <a:pt x="568" y="3732"/>
                  </a:lnTo>
                  <a:lnTo>
                    <a:pt x="576" y="3740"/>
                  </a:lnTo>
                  <a:lnTo>
                    <a:pt x="584" y="3748"/>
                  </a:lnTo>
                  <a:lnTo>
                    <a:pt x="600" y="3748"/>
                  </a:lnTo>
                  <a:lnTo>
                    <a:pt x="592" y="3748"/>
                  </a:lnTo>
                  <a:lnTo>
                    <a:pt x="600" y="3748"/>
                  </a:lnTo>
                  <a:lnTo>
                    <a:pt x="608" y="3740"/>
                  </a:lnTo>
                  <a:lnTo>
                    <a:pt x="608" y="3732"/>
                  </a:lnTo>
                  <a:lnTo>
                    <a:pt x="616" y="3716"/>
                  </a:lnTo>
                  <a:lnTo>
                    <a:pt x="616" y="3708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38" name="Freeform 38"/>
            <p:cNvSpPr>
              <a:spLocks/>
            </p:cNvSpPr>
            <p:nvPr/>
          </p:nvSpPr>
          <p:spPr bwMode="auto">
            <a:xfrm>
              <a:off x="1213" y="191"/>
              <a:ext cx="617" cy="3708"/>
            </a:xfrm>
            <a:custGeom>
              <a:avLst/>
              <a:gdLst/>
              <a:ahLst/>
              <a:cxnLst>
                <a:cxn ang="0">
                  <a:pos x="16" y="3669"/>
                </a:cxn>
                <a:cxn ang="0">
                  <a:pos x="24" y="3597"/>
                </a:cxn>
                <a:cxn ang="0">
                  <a:pos x="40" y="3501"/>
                </a:cxn>
                <a:cxn ang="0">
                  <a:pos x="56" y="3381"/>
                </a:cxn>
                <a:cxn ang="0">
                  <a:pos x="72" y="3245"/>
                </a:cxn>
                <a:cxn ang="0">
                  <a:pos x="88" y="3093"/>
                </a:cxn>
                <a:cxn ang="0">
                  <a:pos x="96" y="2917"/>
                </a:cxn>
                <a:cxn ang="0">
                  <a:pos x="112" y="2741"/>
                </a:cxn>
                <a:cxn ang="0">
                  <a:pos x="129" y="2541"/>
                </a:cxn>
                <a:cxn ang="0">
                  <a:pos x="145" y="2342"/>
                </a:cxn>
                <a:cxn ang="0">
                  <a:pos x="153" y="2134"/>
                </a:cxn>
                <a:cxn ang="0">
                  <a:pos x="169" y="1918"/>
                </a:cxn>
                <a:cxn ang="0">
                  <a:pos x="185" y="1710"/>
                </a:cxn>
                <a:cxn ang="0">
                  <a:pos x="201" y="1502"/>
                </a:cxn>
                <a:cxn ang="0">
                  <a:pos x="217" y="1295"/>
                </a:cxn>
                <a:cxn ang="0">
                  <a:pos x="225" y="1095"/>
                </a:cxn>
                <a:cxn ang="0">
                  <a:pos x="241" y="911"/>
                </a:cxn>
                <a:cxn ang="0">
                  <a:pos x="257" y="735"/>
                </a:cxn>
                <a:cxn ang="0">
                  <a:pos x="273" y="567"/>
                </a:cxn>
                <a:cxn ang="0">
                  <a:pos x="289" y="423"/>
                </a:cxn>
                <a:cxn ang="0">
                  <a:pos x="297" y="303"/>
                </a:cxn>
                <a:cxn ang="0">
                  <a:pos x="313" y="192"/>
                </a:cxn>
                <a:cxn ang="0">
                  <a:pos x="329" y="112"/>
                </a:cxn>
                <a:cxn ang="0">
                  <a:pos x="345" y="48"/>
                </a:cxn>
                <a:cxn ang="0">
                  <a:pos x="353" y="8"/>
                </a:cxn>
                <a:cxn ang="0">
                  <a:pos x="377" y="0"/>
                </a:cxn>
                <a:cxn ang="0">
                  <a:pos x="393" y="24"/>
                </a:cxn>
                <a:cxn ang="0">
                  <a:pos x="409" y="72"/>
                </a:cxn>
                <a:cxn ang="0">
                  <a:pos x="425" y="144"/>
                </a:cxn>
                <a:cxn ang="0">
                  <a:pos x="441" y="239"/>
                </a:cxn>
                <a:cxn ang="0">
                  <a:pos x="449" y="351"/>
                </a:cxn>
                <a:cxn ang="0">
                  <a:pos x="465" y="487"/>
                </a:cxn>
                <a:cxn ang="0">
                  <a:pos x="481" y="639"/>
                </a:cxn>
                <a:cxn ang="0">
                  <a:pos x="497" y="807"/>
                </a:cxn>
                <a:cxn ang="0">
                  <a:pos x="513" y="991"/>
                </a:cxn>
                <a:cxn ang="0">
                  <a:pos x="521" y="1183"/>
                </a:cxn>
                <a:cxn ang="0">
                  <a:pos x="537" y="1383"/>
                </a:cxn>
                <a:cxn ang="0">
                  <a:pos x="553" y="1590"/>
                </a:cxn>
                <a:cxn ang="0">
                  <a:pos x="569" y="1806"/>
                </a:cxn>
                <a:cxn ang="0">
                  <a:pos x="577" y="2014"/>
                </a:cxn>
                <a:cxn ang="0">
                  <a:pos x="593" y="2230"/>
                </a:cxn>
                <a:cxn ang="0">
                  <a:pos x="609" y="2430"/>
                </a:cxn>
              </a:cxnLst>
              <a:rect l="0" t="0" r="r" b="b"/>
              <a:pathLst>
                <a:path w="617" h="3708">
                  <a:moveTo>
                    <a:pt x="0" y="3708"/>
                  </a:moveTo>
                  <a:lnTo>
                    <a:pt x="8" y="3685"/>
                  </a:lnTo>
                  <a:lnTo>
                    <a:pt x="16" y="3669"/>
                  </a:lnTo>
                  <a:lnTo>
                    <a:pt x="16" y="3645"/>
                  </a:lnTo>
                  <a:lnTo>
                    <a:pt x="24" y="3621"/>
                  </a:lnTo>
                  <a:lnTo>
                    <a:pt x="24" y="3597"/>
                  </a:lnTo>
                  <a:lnTo>
                    <a:pt x="32" y="3565"/>
                  </a:lnTo>
                  <a:lnTo>
                    <a:pt x="40" y="3533"/>
                  </a:lnTo>
                  <a:lnTo>
                    <a:pt x="40" y="3501"/>
                  </a:lnTo>
                  <a:lnTo>
                    <a:pt x="48" y="3461"/>
                  </a:lnTo>
                  <a:lnTo>
                    <a:pt x="48" y="3421"/>
                  </a:lnTo>
                  <a:lnTo>
                    <a:pt x="56" y="3381"/>
                  </a:lnTo>
                  <a:lnTo>
                    <a:pt x="64" y="3333"/>
                  </a:lnTo>
                  <a:lnTo>
                    <a:pt x="64" y="3293"/>
                  </a:lnTo>
                  <a:lnTo>
                    <a:pt x="72" y="3245"/>
                  </a:lnTo>
                  <a:lnTo>
                    <a:pt x="72" y="3197"/>
                  </a:lnTo>
                  <a:lnTo>
                    <a:pt x="80" y="3141"/>
                  </a:lnTo>
                  <a:lnTo>
                    <a:pt x="88" y="3093"/>
                  </a:lnTo>
                  <a:lnTo>
                    <a:pt x="88" y="3037"/>
                  </a:lnTo>
                  <a:lnTo>
                    <a:pt x="96" y="2981"/>
                  </a:lnTo>
                  <a:lnTo>
                    <a:pt x="96" y="2917"/>
                  </a:lnTo>
                  <a:lnTo>
                    <a:pt x="104" y="2861"/>
                  </a:lnTo>
                  <a:lnTo>
                    <a:pt x="112" y="2797"/>
                  </a:lnTo>
                  <a:lnTo>
                    <a:pt x="112" y="2741"/>
                  </a:lnTo>
                  <a:lnTo>
                    <a:pt x="121" y="2677"/>
                  </a:lnTo>
                  <a:lnTo>
                    <a:pt x="121" y="2605"/>
                  </a:lnTo>
                  <a:lnTo>
                    <a:pt x="129" y="2541"/>
                  </a:lnTo>
                  <a:lnTo>
                    <a:pt x="137" y="2478"/>
                  </a:lnTo>
                  <a:lnTo>
                    <a:pt x="137" y="2406"/>
                  </a:lnTo>
                  <a:lnTo>
                    <a:pt x="145" y="2342"/>
                  </a:lnTo>
                  <a:lnTo>
                    <a:pt x="145" y="2270"/>
                  </a:lnTo>
                  <a:lnTo>
                    <a:pt x="153" y="2206"/>
                  </a:lnTo>
                  <a:lnTo>
                    <a:pt x="153" y="2134"/>
                  </a:lnTo>
                  <a:lnTo>
                    <a:pt x="161" y="2062"/>
                  </a:lnTo>
                  <a:lnTo>
                    <a:pt x="169" y="1990"/>
                  </a:lnTo>
                  <a:lnTo>
                    <a:pt x="169" y="1918"/>
                  </a:lnTo>
                  <a:lnTo>
                    <a:pt x="177" y="1854"/>
                  </a:lnTo>
                  <a:lnTo>
                    <a:pt x="177" y="1782"/>
                  </a:lnTo>
                  <a:lnTo>
                    <a:pt x="185" y="1710"/>
                  </a:lnTo>
                  <a:lnTo>
                    <a:pt x="193" y="1638"/>
                  </a:lnTo>
                  <a:lnTo>
                    <a:pt x="193" y="1566"/>
                  </a:lnTo>
                  <a:lnTo>
                    <a:pt x="201" y="1502"/>
                  </a:lnTo>
                  <a:lnTo>
                    <a:pt x="201" y="1430"/>
                  </a:lnTo>
                  <a:lnTo>
                    <a:pt x="209" y="1359"/>
                  </a:lnTo>
                  <a:lnTo>
                    <a:pt x="217" y="1295"/>
                  </a:lnTo>
                  <a:lnTo>
                    <a:pt x="217" y="1231"/>
                  </a:lnTo>
                  <a:lnTo>
                    <a:pt x="225" y="1159"/>
                  </a:lnTo>
                  <a:lnTo>
                    <a:pt x="225" y="1095"/>
                  </a:lnTo>
                  <a:lnTo>
                    <a:pt x="233" y="1031"/>
                  </a:lnTo>
                  <a:lnTo>
                    <a:pt x="241" y="967"/>
                  </a:lnTo>
                  <a:lnTo>
                    <a:pt x="241" y="911"/>
                  </a:lnTo>
                  <a:lnTo>
                    <a:pt x="249" y="847"/>
                  </a:lnTo>
                  <a:lnTo>
                    <a:pt x="249" y="791"/>
                  </a:lnTo>
                  <a:lnTo>
                    <a:pt x="257" y="735"/>
                  </a:lnTo>
                  <a:lnTo>
                    <a:pt x="265" y="679"/>
                  </a:lnTo>
                  <a:lnTo>
                    <a:pt x="265" y="623"/>
                  </a:lnTo>
                  <a:lnTo>
                    <a:pt x="273" y="567"/>
                  </a:lnTo>
                  <a:lnTo>
                    <a:pt x="273" y="519"/>
                  </a:lnTo>
                  <a:lnTo>
                    <a:pt x="281" y="471"/>
                  </a:lnTo>
                  <a:lnTo>
                    <a:pt x="289" y="423"/>
                  </a:lnTo>
                  <a:lnTo>
                    <a:pt x="289" y="383"/>
                  </a:lnTo>
                  <a:lnTo>
                    <a:pt x="297" y="343"/>
                  </a:lnTo>
                  <a:lnTo>
                    <a:pt x="297" y="303"/>
                  </a:lnTo>
                  <a:lnTo>
                    <a:pt x="305" y="263"/>
                  </a:lnTo>
                  <a:lnTo>
                    <a:pt x="313" y="232"/>
                  </a:lnTo>
                  <a:lnTo>
                    <a:pt x="313" y="192"/>
                  </a:lnTo>
                  <a:lnTo>
                    <a:pt x="321" y="168"/>
                  </a:lnTo>
                  <a:lnTo>
                    <a:pt x="321" y="136"/>
                  </a:lnTo>
                  <a:lnTo>
                    <a:pt x="329" y="112"/>
                  </a:lnTo>
                  <a:lnTo>
                    <a:pt x="337" y="88"/>
                  </a:lnTo>
                  <a:lnTo>
                    <a:pt x="337" y="64"/>
                  </a:lnTo>
                  <a:lnTo>
                    <a:pt x="345" y="48"/>
                  </a:lnTo>
                  <a:lnTo>
                    <a:pt x="345" y="32"/>
                  </a:lnTo>
                  <a:lnTo>
                    <a:pt x="353" y="24"/>
                  </a:lnTo>
                  <a:lnTo>
                    <a:pt x="353" y="8"/>
                  </a:lnTo>
                  <a:lnTo>
                    <a:pt x="361" y="0"/>
                  </a:lnTo>
                  <a:lnTo>
                    <a:pt x="369" y="0"/>
                  </a:lnTo>
                  <a:lnTo>
                    <a:pt x="377" y="0"/>
                  </a:lnTo>
                  <a:lnTo>
                    <a:pt x="385" y="8"/>
                  </a:lnTo>
                  <a:lnTo>
                    <a:pt x="393" y="16"/>
                  </a:lnTo>
                  <a:lnTo>
                    <a:pt x="393" y="24"/>
                  </a:lnTo>
                  <a:lnTo>
                    <a:pt x="401" y="40"/>
                  </a:lnTo>
                  <a:lnTo>
                    <a:pt x="401" y="56"/>
                  </a:lnTo>
                  <a:lnTo>
                    <a:pt x="409" y="72"/>
                  </a:lnTo>
                  <a:lnTo>
                    <a:pt x="417" y="96"/>
                  </a:lnTo>
                  <a:lnTo>
                    <a:pt x="417" y="120"/>
                  </a:lnTo>
                  <a:lnTo>
                    <a:pt x="425" y="144"/>
                  </a:lnTo>
                  <a:lnTo>
                    <a:pt x="425" y="176"/>
                  </a:lnTo>
                  <a:lnTo>
                    <a:pt x="433" y="208"/>
                  </a:lnTo>
                  <a:lnTo>
                    <a:pt x="441" y="239"/>
                  </a:lnTo>
                  <a:lnTo>
                    <a:pt x="441" y="279"/>
                  </a:lnTo>
                  <a:lnTo>
                    <a:pt x="449" y="311"/>
                  </a:lnTo>
                  <a:lnTo>
                    <a:pt x="449" y="351"/>
                  </a:lnTo>
                  <a:lnTo>
                    <a:pt x="457" y="399"/>
                  </a:lnTo>
                  <a:lnTo>
                    <a:pt x="465" y="439"/>
                  </a:lnTo>
                  <a:lnTo>
                    <a:pt x="465" y="487"/>
                  </a:lnTo>
                  <a:lnTo>
                    <a:pt x="473" y="535"/>
                  </a:lnTo>
                  <a:lnTo>
                    <a:pt x="473" y="591"/>
                  </a:lnTo>
                  <a:lnTo>
                    <a:pt x="481" y="639"/>
                  </a:lnTo>
                  <a:lnTo>
                    <a:pt x="489" y="695"/>
                  </a:lnTo>
                  <a:lnTo>
                    <a:pt x="489" y="751"/>
                  </a:lnTo>
                  <a:lnTo>
                    <a:pt x="497" y="807"/>
                  </a:lnTo>
                  <a:lnTo>
                    <a:pt x="497" y="871"/>
                  </a:lnTo>
                  <a:lnTo>
                    <a:pt x="505" y="927"/>
                  </a:lnTo>
                  <a:lnTo>
                    <a:pt x="513" y="991"/>
                  </a:lnTo>
                  <a:lnTo>
                    <a:pt x="513" y="1055"/>
                  </a:lnTo>
                  <a:lnTo>
                    <a:pt x="521" y="1119"/>
                  </a:lnTo>
                  <a:lnTo>
                    <a:pt x="521" y="1183"/>
                  </a:lnTo>
                  <a:lnTo>
                    <a:pt x="529" y="1247"/>
                  </a:lnTo>
                  <a:lnTo>
                    <a:pt x="529" y="1319"/>
                  </a:lnTo>
                  <a:lnTo>
                    <a:pt x="537" y="1383"/>
                  </a:lnTo>
                  <a:lnTo>
                    <a:pt x="545" y="1454"/>
                  </a:lnTo>
                  <a:lnTo>
                    <a:pt x="545" y="1518"/>
                  </a:lnTo>
                  <a:lnTo>
                    <a:pt x="553" y="1590"/>
                  </a:lnTo>
                  <a:lnTo>
                    <a:pt x="553" y="1662"/>
                  </a:lnTo>
                  <a:lnTo>
                    <a:pt x="561" y="1734"/>
                  </a:lnTo>
                  <a:lnTo>
                    <a:pt x="569" y="1806"/>
                  </a:lnTo>
                  <a:lnTo>
                    <a:pt x="569" y="1870"/>
                  </a:lnTo>
                  <a:lnTo>
                    <a:pt x="577" y="1942"/>
                  </a:lnTo>
                  <a:lnTo>
                    <a:pt x="577" y="2014"/>
                  </a:lnTo>
                  <a:lnTo>
                    <a:pt x="585" y="2086"/>
                  </a:lnTo>
                  <a:lnTo>
                    <a:pt x="593" y="2158"/>
                  </a:lnTo>
                  <a:lnTo>
                    <a:pt x="593" y="2230"/>
                  </a:lnTo>
                  <a:lnTo>
                    <a:pt x="601" y="2294"/>
                  </a:lnTo>
                  <a:lnTo>
                    <a:pt x="601" y="2366"/>
                  </a:lnTo>
                  <a:lnTo>
                    <a:pt x="609" y="2430"/>
                  </a:lnTo>
                  <a:lnTo>
                    <a:pt x="617" y="2502"/>
                  </a:lnTo>
                  <a:lnTo>
                    <a:pt x="617" y="2565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39" name="Freeform 39"/>
            <p:cNvSpPr>
              <a:spLocks/>
            </p:cNvSpPr>
            <p:nvPr/>
          </p:nvSpPr>
          <p:spPr bwMode="auto">
            <a:xfrm>
              <a:off x="1830" y="191"/>
              <a:ext cx="625" cy="3748"/>
            </a:xfrm>
            <a:custGeom>
              <a:avLst/>
              <a:gdLst/>
              <a:ahLst/>
              <a:cxnLst>
                <a:cxn ang="0">
                  <a:pos x="8" y="2693"/>
                </a:cxn>
                <a:cxn ang="0">
                  <a:pos x="24" y="2877"/>
                </a:cxn>
                <a:cxn ang="0">
                  <a:pos x="40" y="3053"/>
                </a:cxn>
                <a:cxn ang="0">
                  <a:pos x="56" y="3213"/>
                </a:cxn>
                <a:cxn ang="0">
                  <a:pos x="72" y="3349"/>
                </a:cxn>
                <a:cxn ang="0">
                  <a:pos x="80" y="3469"/>
                </a:cxn>
                <a:cxn ang="0">
                  <a:pos x="96" y="3573"/>
                </a:cxn>
                <a:cxn ang="0">
                  <a:pos x="112" y="3653"/>
                </a:cxn>
                <a:cxn ang="0">
                  <a:pos x="128" y="3708"/>
                </a:cxn>
                <a:cxn ang="0">
                  <a:pos x="136" y="3740"/>
                </a:cxn>
                <a:cxn ang="0">
                  <a:pos x="160" y="3748"/>
                </a:cxn>
                <a:cxn ang="0">
                  <a:pos x="176" y="3716"/>
                </a:cxn>
                <a:cxn ang="0">
                  <a:pos x="192" y="3661"/>
                </a:cxn>
                <a:cxn ang="0">
                  <a:pos x="208" y="3581"/>
                </a:cxn>
                <a:cxn ang="0">
                  <a:pos x="224" y="3485"/>
                </a:cxn>
                <a:cxn ang="0">
                  <a:pos x="232" y="3365"/>
                </a:cxn>
                <a:cxn ang="0">
                  <a:pos x="248" y="3229"/>
                </a:cxn>
                <a:cxn ang="0">
                  <a:pos x="264" y="3069"/>
                </a:cxn>
                <a:cxn ang="0">
                  <a:pos x="280" y="2901"/>
                </a:cxn>
                <a:cxn ang="0">
                  <a:pos x="288" y="2717"/>
                </a:cxn>
                <a:cxn ang="0">
                  <a:pos x="304" y="2518"/>
                </a:cxn>
                <a:cxn ang="0">
                  <a:pos x="320" y="2318"/>
                </a:cxn>
                <a:cxn ang="0">
                  <a:pos x="336" y="2110"/>
                </a:cxn>
                <a:cxn ang="0">
                  <a:pos x="352" y="1894"/>
                </a:cxn>
                <a:cxn ang="0">
                  <a:pos x="360" y="1686"/>
                </a:cxn>
                <a:cxn ang="0">
                  <a:pos x="376" y="1478"/>
                </a:cxn>
                <a:cxn ang="0">
                  <a:pos x="392" y="1271"/>
                </a:cxn>
                <a:cxn ang="0">
                  <a:pos x="408" y="1071"/>
                </a:cxn>
                <a:cxn ang="0">
                  <a:pos x="424" y="887"/>
                </a:cxn>
                <a:cxn ang="0">
                  <a:pos x="432" y="711"/>
                </a:cxn>
                <a:cxn ang="0">
                  <a:pos x="448" y="551"/>
                </a:cxn>
                <a:cxn ang="0">
                  <a:pos x="464" y="415"/>
                </a:cxn>
                <a:cxn ang="0">
                  <a:pos x="480" y="287"/>
                </a:cxn>
                <a:cxn ang="0">
                  <a:pos x="488" y="184"/>
                </a:cxn>
                <a:cxn ang="0">
                  <a:pos x="504" y="104"/>
                </a:cxn>
                <a:cxn ang="0">
                  <a:pos x="520" y="40"/>
                </a:cxn>
                <a:cxn ang="0">
                  <a:pos x="545" y="0"/>
                </a:cxn>
                <a:cxn ang="0">
                  <a:pos x="553" y="0"/>
                </a:cxn>
                <a:cxn ang="0">
                  <a:pos x="577" y="32"/>
                </a:cxn>
                <a:cxn ang="0">
                  <a:pos x="585" y="80"/>
                </a:cxn>
                <a:cxn ang="0">
                  <a:pos x="601" y="152"/>
                </a:cxn>
                <a:cxn ang="0">
                  <a:pos x="617" y="247"/>
                </a:cxn>
              </a:cxnLst>
              <a:rect l="0" t="0" r="r" b="b"/>
              <a:pathLst>
                <a:path w="625" h="3748">
                  <a:moveTo>
                    <a:pt x="0" y="2565"/>
                  </a:moveTo>
                  <a:lnTo>
                    <a:pt x="8" y="2629"/>
                  </a:lnTo>
                  <a:lnTo>
                    <a:pt x="8" y="2693"/>
                  </a:lnTo>
                  <a:lnTo>
                    <a:pt x="16" y="2757"/>
                  </a:lnTo>
                  <a:lnTo>
                    <a:pt x="24" y="2821"/>
                  </a:lnTo>
                  <a:lnTo>
                    <a:pt x="24" y="2877"/>
                  </a:lnTo>
                  <a:lnTo>
                    <a:pt x="32" y="2941"/>
                  </a:lnTo>
                  <a:lnTo>
                    <a:pt x="32" y="2997"/>
                  </a:lnTo>
                  <a:lnTo>
                    <a:pt x="40" y="3053"/>
                  </a:lnTo>
                  <a:lnTo>
                    <a:pt x="48" y="3109"/>
                  </a:lnTo>
                  <a:lnTo>
                    <a:pt x="48" y="3157"/>
                  </a:lnTo>
                  <a:lnTo>
                    <a:pt x="56" y="3213"/>
                  </a:lnTo>
                  <a:lnTo>
                    <a:pt x="56" y="3261"/>
                  </a:lnTo>
                  <a:lnTo>
                    <a:pt x="64" y="3309"/>
                  </a:lnTo>
                  <a:lnTo>
                    <a:pt x="72" y="3349"/>
                  </a:lnTo>
                  <a:lnTo>
                    <a:pt x="72" y="3397"/>
                  </a:lnTo>
                  <a:lnTo>
                    <a:pt x="80" y="3437"/>
                  </a:lnTo>
                  <a:lnTo>
                    <a:pt x="80" y="3469"/>
                  </a:lnTo>
                  <a:lnTo>
                    <a:pt x="88" y="3509"/>
                  </a:lnTo>
                  <a:lnTo>
                    <a:pt x="96" y="3541"/>
                  </a:lnTo>
                  <a:lnTo>
                    <a:pt x="96" y="3573"/>
                  </a:lnTo>
                  <a:lnTo>
                    <a:pt x="104" y="3605"/>
                  </a:lnTo>
                  <a:lnTo>
                    <a:pt x="104" y="3629"/>
                  </a:lnTo>
                  <a:lnTo>
                    <a:pt x="112" y="3653"/>
                  </a:lnTo>
                  <a:lnTo>
                    <a:pt x="112" y="3677"/>
                  </a:lnTo>
                  <a:lnTo>
                    <a:pt x="120" y="3692"/>
                  </a:lnTo>
                  <a:lnTo>
                    <a:pt x="128" y="3708"/>
                  </a:lnTo>
                  <a:lnTo>
                    <a:pt x="128" y="3724"/>
                  </a:lnTo>
                  <a:lnTo>
                    <a:pt x="136" y="3732"/>
                  </a:lnTo>
                  <a:lnTo>
                    <a:pt x="136" y="3740"/>
                  </a:lnTo>
                  <a:lnTo>
                    <a:pt x="144" y="3748"/>
                  </a:lnTo>
                  <a:lnTo>
                    <a:pt x="152" y="3748"/>
                  </a:lnTo>
                  <a:lnTo>
                    <a:pt x="160" y="3748"/>
                  </a:lnTo>
                  <a:lnTo>
                    <a:pt x="168" y="3740"/>
                  </a:lnTo>
                  <a:lnTo>
                    <a:pt x="176" y="3724"/>
                  </a:lnTo>
                  <a:lnTo>
                    <a:pt x="176" y="3716"/>
                  </a:lnTo>
                  <a:lnTo>
                    <a:pt x="184" y="3700"/>
                  </a:lnTo>
                  <a:lnTo>
                    <a:pt x="184" y="3685"/>
                  </a:lnTo>
                  <a:lnTo>
                    <a:pt x="192" y="3661"/>
                  </a:lnTo>
                  <a:lnTo>
                    <a:pt x="200" y="3637"/>
                  </a:lnTo>
                  <a:lnTo>
                    <a:pt x="200" y="3613"/>
                  </a:lnTo>
                  <a:lnTo>
                    <a:pt x="208" y="3581"/>
                  </a:lnTo>
                  <a:lnTo>
                    <a:pt x="208" y="3557"/>
                  </a:lnTo>
                  <a:lnTo>
                    <a:pt x="216" y="3517"/>
                  </a:lnTo>
                  <a:lnTo>
                    <a:pt x="224" y="3485"/>
                  </a:lnTo>
                  <a:lnTo>
                    <a:pt x="224" y="3445"/>
                  </a:lnTo>
                  <a:lnTo>
                    <a:pt x="232" y="3405"/>
                  </a:lnTo>
                  <a:lnTo>
                    <a:pt x="232" y="3365"/>
                  </a:lnTo>
                  <a:lnTo>
                    <a:pt x="240" y="3325"/>
                  </a:lnTo>
                  <a:lnTo>
                    <a:pt x="248" y="3277"/>
                  </a:lnTo>
                  <a:lnTo>
                    <a:pt x="248" y="3229"/>
                  </a:lnTo>
                  <a:lnTo>
                    <a:pt x="256" y="3181"/>
                  </a:lnTo>
                  <a:lnTo>
                    <a:pt x="256" y="3125"/>
                  </a:lnTo>
                  <a:lnTo>
                    <a:pt x="264" y="3069"/>
                  </a:lnTo>
                  <a:lnTo>
                    <a:pt x="272" y="3013"/>
                  </a:lnTo>
                  <a:lnTo>
                    <a:pt x="272" y="2957"/>
                  </a:lnTo>
                  <a:lnTo>
                    <a:pt x="280" y="2901"/>
                  </a:lnTo>
                  <a:lnTo>
                    <a:pt x="280" y="2837"/>
                  </a:lnTo>
                  <a:lnTo>
                    <a:pt x="288" y="2781"/>
                  </a:lnTo>
                  <a:lnTo>
                    <a:pt x="288" y="2717"/>
                  </a:lnTo>
                  <a:lnTo>
                    <a:pt x="296" y="2653"/>
                  </a:lnTo>
                  <a:lnTo>
                    <a:pt x="304" y="2589"/>
                  </a:lnTo>
                  <a:lnTo>
                    <a:pt x="304" y="2518"/>
                  </a:lnTo>
                  <a:lnTo>
                    <a:pt x="312" y="2454"/>
                  </a:lnTo>
                  <a:lnTo>
                    <a:pt x="312" y="2390"/>
                  </a:lnTo>
                  <a:lnTo>
                    <a:pt x="320" y="2318"/>
                  </a:lnTo>
                  <a:lnTo>
                    <a:pt x="328" y="2246"/>
                  </a:lnTo>
                  <a:lnTo>
                    <a:pt x="328" y="2182"/>
                  </a:lnTo>
                  <a:lnTo>
                    <a:pt x="336" y="2110"/>
                  </a:lnTo>
                  <a:lnTo>
                    <a:pt x="336" y="2038"/>
                  </a:lnTo>
                  <a:lnTo>
                    <a:pt x="344" y="1966"/>
                  </a:lnTo>
                  <a:lnTo>
                    <a:pt x="352" y="1894"/>
                  </a:lnTo>
                  <a:lnTo>
                    <a:pt x="352" y="1830"/>
                  </a:lnTo>
                  <a:lnTo>
                    <a:pt x="360" y="1758"/>
                  </a:lnTo>
                  <a:lnTo>
                    <a:pt x="360" y="1686"/>
                  </a:lnTo>
                  <a:lnTo>
                    <a:pt x="368" y="1614"/>
                  </a:lnTo>
                  <a:lnTo>
                    <a:pt x="376" y="1542"/>
                  </a:lnTo>
                  <a:lnTo>
                    <a:pt x="376" y="1478"/>
                  </a:lnTo>
                  <a:lnTo>
                    <a:pt x="384" y="1406"/>
                  </a:lnTo>
                  <a:lnTo>
                    <a:pt x="384" y="1343"/>
                  </a:lnTo>
                  <a:lnTo>
                    <a:pt x="392" y="1271"/>
                  </a:lnTo>
                  <a:lnTo>
                    <a:pt x="400" y="1207"/>
                  </a:lnTo>
                  <a:lnTo>
                    <a:pt x="400" y="1143"/>
                  </a:lnTo>
                  <a:lnTo>
                    <a:pt x="408" y="1071"/>
                  </a:lnTo>
                  <a:lnTo>
                    <a:pt x="408" y="1007"/>
                  </a:lnTo>
                  <a:lnTo>
                    <a:pt x="416" y="951"/>
                  </a:lnTo>
                  <a:lnTo>
                    <a:pt x="424" y="887"/>
                  </a:lnTo>
                  <a:lnTo>
                    <a:pt x="424" y="831"/>
                  </a:lnTo>
                  <a:lnTo>
                    <a:pt x="432" y="767"/>
                  </a:lnTo>
                  <a:lnTo>
                    <a:pt x="432" y="711"/>
                  </a:lnTo>
                  <a:lnTo>
                    <a:pt x="440" y="655"/>
                  </a:lnTo>
                  <a:lnTo>
                    <a:pt x="448" y="607"/>
                  </a:lnTo>
                  <a:lnTo>
                    <a:pt x="448" y="551"/>
                  </a:lnTo>
                  <a:lnTo>
                    <a:pt x="456" y="503"/>
                  </a:lnTo>
                  <a:lnTo>
                    <a:pt x="456" y="455"/>
                  </a:lnTo>
                  <a:lnTo>
                    <a:pt x="464" y="415"/>
                  </a:lnTo>
                  <a:lnTo>
                    <a:pt x="472" y="367"/>
                  </a:lnTo>
                  <a:lnTo>
                    <a:pt x="472" y="327"/>
                  </a:lnTo>
                  <a:lnTo>
                    <a:pt x="480" y="287"/>
                  </a:lnTo>
                  <a:lnTo>
                    <a:pt x="480" y="247"/>
                  </a:lnTo>
                  <a:lnTo>
                    <a:pt x="488" y="216"/>
                  </a:lnTo>
                  <a:lnTo>
                    <a:pt x="488" y="184"/>
                  </a:lnTo>
                  <a:lnTo>
                    <a:pt x="496" y="152"/>
                  </a:lnTo>
                  <a:lnTo>
                    <a:pt x="504" y="128"/>
                  </a:lnTo>
                  <a:lnTo>
                    <a:pt x="504" y="104"/>
                  </a:lnTo>
                  <a:lnTo>
                    <a:pt x="512" y="80"/>
                  </a:lnTo>
                  <a:lnTo>
                    <a:pt x="512" y="64"/>
                  </a:lnTo>
                  <a:lnTo>
                    <a:pt x="520" y="40"/>
                  </a:lnTo>
                  <a:lnTo>
                    <a:pt x="529" y="32"/>
                  </a:lnTo>
                  <a:lnTo>
                    <a:pt x="529" y="16"/>
                  </a:lnTo>
                  <a:lnTo>
                    <a:pt x="545" y="0"/>
                  </a:lnTo>
                  <a:lnTo>
                    <a:pt x="537" y="0"/>
                  </a:lnTo>
                  <a:lnTo>
                    <a:pt x="545" y="0"/>
                  </a:lnTo>
                  <a:lnTo>
                    <a:pt x="553" y="0"/>
                  </a:lnTo>
                  <a:lnTo>
                    <a:pt x="561" y="8"/>
                  </a:lnTo>
                  <a:lnTo>
                    <a:pt x="569" y="16"/>
                  </a:lnTo>
                  <a:lnTo>
                    <a:pt x="577" y="32"/>
                  </a:lnTo>
                  <a:lnTo>
                    <a:pt x="577" y="40"/>
                  </a:lnTo>
                  <a:lnTo>
                    <a:pt x="585" y="64"/>
                  </a:lnTo>
                  <a:lnTo>
                    <a:pt x="585" y="80"/>
                  </a:lnTo>
                  <a:lnTo>
                    <a:pt x="593" y="104"/>
                  </a:lnTo>
                  <a:lnTo>
                    <a:pt x="601" y="128"/>
                  </a:lnTo>
                  <a:lnTo>
                    <a:pt x="601" y="152"/>
                  </a:lnTo>
                  <a:lnTo>
                    <a:pt x="609" y="184"/>
                  </a:lnTo>
                  <a:lnTo>
                    <a:pt x="609" y="216"/>
                  </a:lnTo>
                  <a:lnTo>
                    <a:pt x="617" y="247"/>
                  </a:lnTo>
                  <a:lnTo>
                    <a:pt x="625" y="287"/>
                  </a:lnTo>
                  <a:lnTo>
                    <a:pt x="625" y="327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40" name="Freeform 40"/>
            <p:cNvSpPr>
              <a:spLocks/>
            </p:cNvSpPr>
            <p:nvPr/>
          </p:nvSpPr>
          <p:spPr bwMode="auto">
            <a:xfrm>
              <a:off x="2455" y="518"/>
              <a:ext cx="616" cy="3421"/>
            </a:xfrm>
            <a:custGeom>
              <a:avLst/>
              <a:gdLst/>
              <a:ahLst/>
              <a:cxnLst>
                <a:cxn ang="0">
                  <a:pos x="8" y="88"/>
                </a:cxn>
                <a:cxn ang="0">
                  <a:pos x="24" y="224"/>
                </a:cxn>
                <a:cxn ang="0">
                  <a:pos x="40" y="384"/>
                </a:cxn>
                <a:cxn ang="0">
                  <a:pos x="56" y="560"/>
                </a:cxn>
                <a:cxn ang="0">
                  <a:pos x="64" y="744"/>
                </a:cxn>
                <a:cxn ang="0">
                  <a:pos x="80" y="944"/>
                </a:cxn>
                <a:cxn ang="0">
                  <a:pos x="96" y="1151"/>
                </a:cxn>
                <a:cxn ang="0">
                  <a:pos x="112" y="1359"/>
                </a:cxn>
                <a:cxn ang="0">
                  <a:pos x="128" y="1567"/>
                </a:cxn>
                <a:cxn ang="0">
                  <a:pos x="136" y="1783"/>
                </a:cxn>
                <a:cxn ang="0">
                  <a:pos x="152" y="1991"/>
                </a:cxn>
                <a:cxn ang="0">
                  <a:pos x="168" y="2191"/>
                </a:cxn>
                <a:cxn ang="0">
                  <a:pos x="184" y="2390"/>
                </a:cxn>
                <a:cxn ang="0">
                  <a:pos x="200" y="2574"/>
                </a:cxn>
                <a:cxn ang="0">
                  <a:pos x="208" y="2742"/>
                </a:cxn>
                <a:cxn ang="0">
                  <a:pos x="224" y="2902"/>
                </a:cxn>
                <a:cxn ang="0">
                  <a:pos x="240" y="3038"/>
                </a:cxn>
                <a:cxn ang="0">
                  <a:pos x="256" y="3158"/>
                </a:cxn>
                <a:cxn ang="0">
                  <a:pos x="264" y="3254"/>
                </a:cxn>
                <a:cxn ang="0">
                  <a:pos x="280" y="3334"/>
                </a:cxn>
                <a:cxn ang="0">
                  <a:pos x="296" y="3389"/>
                </a:cxn>
                <a:cxn ang="0">
                  <a:pos x="312" y="3421"/>
                </a:cxn>
                <a:cxn ang="0">
                  <a:pos x="336" y="3413"/>
                </a:cxn>
                <a:cxn ang="0">
                  <a:pos x="352" y="3381"/>
                </a:cxn>
                <a:cxn ang="0">
                  <a:pos x="360" y="3326"/>
                </a:cxn>
                <a:cxn ang="0">
                  <a:pos x="376" y="3246"/>
                </a:cxn>
                <a:cxn ang="0">
                  <a:pos x="392" y="3142"/>
                </a:cxn>
                <a:cxn ang="0">
                  <a:pos x="408" y="3022"/>
                </a:cxn>
                <a:cxn ang="0">
                  <a:pos x="424" y="2886"/>
                </a:cxn>
                <a:cxn ang="0">
                  <a:pos x="432" y="2726"/>
                </a:cxn>
                <a:cxn ang="0">
                  <a:pos x="448" y="2550"/>
                </a:cxn>
                <a:cxn ang="0">
                  <a:pos x="464" y="2366"/>
                </a:cxn>
                <a:cxn ang="0">
                  <a:pos x="480" y="2175"/>
                </a:cxn>
                <a:cxn ang="0">
                  <a:pos x="488" y="1967"/>
                </a:cxn>
                <a:cxn ang="0">
                  <a:pos x="504" y="1759"/>
                </a:cxn>
                <a:cxn ang="0">
                  <a:pos x="520" y="1551"/>
                </a:cxn>
                <a:cxn ang="0">
                  <a:pos x="536" y="1335"/>
                </a:cxn>
                <a:cxn ang="0">
                  <a:pos x="552" y="1127"/>
                </a:cxn>
                <a:cxn ang="0">
                  <a:pos x="560" y="920"/>
                </a:cxn>
                <a:cxn ang="0">
                  <a:pos x="576" y="728"/>
                </a:cxn>
                <a:cxn ang="0">
                  <a:pos x="592" y="544"/>
                </a:cxn>
                <a:cxn ang="0">
                  <a:pos x="608" y="368"/>
                </a:cxn>
              </a:cxnLst>
              <a:rect l="0" t="0" r="r" b="b"/>
              <a:pathLst>
                <a:path w="616" h="3421">
                  <a:moveTo>
                    <a:pt x="0" y="0"/>
                  </a:moveTo>
                  <a:lnTo>
                    <a:pt x="8" y="40"/>
                  </a:lnTo>
                  <a:lnTo>
                    <a:pt x="8" y="88"/>
                  </a:lnTo>
                  <a:lnTo>
                    <a:pt x="16" y="128"/>
                  </a:lnTo>
                  <a:lnTo>
                    <a:pt x="24" y="176"/>
                  </a:lnTo>
                  <a:lnTo>
                    <a:pt x="24" y="224"/>
                  </a:lnTo>
                  <a:lnTo>
                    <a:pt x="32" y="280"/>
                  </a:lnTo>
                  <a:lnTo>
                    <a:pt x="32" y="328"/>
                  </a:lnTo>
                  <a:lnTo>
                    <a:pt x="40" y="384"/>
                  </a:lnTo>
                  <a:lnTo>
                    <a:pt x="48" y="440"/>
                  </a:lnTo>
                  <a:lnTo>
                    <a:pt x="48" y="504"/>
                  </a:lnTo>
                  <a:lnTo>
                    <a:pt x="56" y="560"/>
                  </a:lnTo>
                  <a:lnTo>
                    <a:pt x="56" y="624"/>
                  </a:lnTo>
                  <a:lnTo>
                    <a:pt x="64" y="680"/>
                  </a:lnTo>
                  <a:lnTo>
                    <a:pt x="64" y="744"/>
                  </a:lnTo>
                  <a:lnTo>
                    <a:pt x="72" y="816"/>
                  </a:lnTo>
                  <a:lnTo>
                    <a:pt x="80" y="880"/>
                  </a:lnTo>
                  <a:lnTo>
                    <a:pt x="80" y="944"/>
                  </a:lnTo>
                  <a:lnTo>
                    <a:pt x="88" y="1016"/>
                  </a:lnTo>
                  <a:lnTo>
                    <a:pt x="88" y="1079"/>
                  </a:lnTo>
                  <a:lnTo>
                    <a:pt x="96" y="1151"/>
                  </a:lnTo>
                  <a:lnTo>
                    <a:pt x="104" y="1215"/>
                  </a:lnTo>
                  <a:lnTo>
                    <a:pt x="104" y="1287"/>
                  </a:lnTo>
                  <a:lnTo>
                    <a:pt x="112" y="1359"/>
                  </a:lnTo>
                  <a:lnTo>
                    <a:pt x="112" y="1431"/>
                  </a:lnTo>
                  <a:lnTo>
                    <a:pt x="120" y="1503"/>
                  </a:lnTo>
                  <a:lnTo>
                    <a:pt x="128" y="1567"/>
                  </a:lnTo>
                  <a:lnTo>
                    <a:pt x="128" y="1639"/>
                  </a:lnTo>
                  <a:lnTo>
                    <a:pt x="136" y="1711"/>
                  </a:lnTo>
                  <a:lnTo>
                    <a:pt x="136" y="1783"/>
                  </a:lnTo>
                  <a:lnTo>
                    <a:pt x="144" y="1855"/>
                  </a:lnTo>
                  <a:lnTo>
                    <a:pt x="152" y="1919"/>
                  </a:lnTo>
                  <a:lnTo>
                    <a:pt x="152" y="1991"/>
                  </a:lnTo>
                  <a:lnTo>
                    <a:pt x="160" y="2063"/>
                  </a:lnTo>
                  <a:lnTo>
                    <a:pt x="160" y="2127"/>
                  </a:lnTo>
                  <a:lnTo>
                    <a:pt x="168" y="2191"/>
                  </a:lnTo>
                  <a:lnTo>
                    <a:pt x="176" y="2262"/>
                  </a:lnTo>
                  <a:lnTo>
                    <a:pt x="176" y="2326"/>
                  </a:lnTo>
                  <a:lnTo>
                    <a:pt x="184" y="2390"/>
                  </a:lnTo>
                  <a:lnTo>
                    <a:pt x="184" y="2454"/>
                  </a:lnTo>
                  <a:lnTo>
                    <a:pt x="192" y="2510"/>
                  </a:lnTo>
                  <a:lnTo>
                    <a:pt x="200" y="2574"/>
                  </a:lnTo>
                  <a:lnTo>
                    <a:pt x="200" y="2630"/>
                  </a:lnTo>
                  <a:lnTo>
                    <a:pt x="208" y="2686"/>
                  </a:lnTo>
                  <a:lnTo>
                    <a:pt x="208" y="2742"/>
                  </a:lnTo>
                  <a:lnTo>
                    <a:pt x="216" y="2798"/>
                  </a:lnTo>
                  <a:lnTo>
                    <a:pt x="224" y="2854"/>
                  </a:lnTo>
                  <a:lnTo>
                    <a:pt x="224" y="2902"/>
                  </a:lnTo>
                  <a:lnTo>
                    <a:pt x="232" y="2950"/>
                  </a:lnTo>
                  <a:lnTo>
                    <a:pt x="232" y="2998"/>
                  </a:lnTo>
                  <a:lnTo>
                    <a:pt x="240" y="3038"/>
                  </a:lnTo>
                  <a:lnTo>
                    <a:pt x="240" y="3078"/>
                  </a:lnTo>
                  <a:lnTo>
                    <a:pt x="248" y="3118"/>
                  </a:lnTo>
                  <a:lnTo>
                    <a:pt x="256" y="3158"/>
                  </a:lnTo>
                  <a:lnTo>
                    <a:pt x="256" y="3190"/>
                  </a:lnTo>
                  <a:lnTo>
                    <a:pt x="264" y="3230"/>
                  </a:lnTo>
                  <a:lnTo>
                    <a:pt x="264" y="3254"/>
                  </a:lnTo>
                  <a:lnTo>
                    <a:pt x="272" y="3286"/>
                  </a:lnTo>
                  <a:lnTo>
                    <a:pt x="280" y="3310"/>
                  </a:lnTo>
                  <a:lnTo>
                    <a:pt x="280" y="3334"/>
                  </a:lnTo>
                  <a:lnTo>
                    <a:pt x="288" y="3358"/>
                  </a:lnTo>
                  <a:lnTo>
                    <a:pt x="288" y="3373"/>
                  </a:lnTo>
                  <a:lnTo>
                    <a:pt x="296" y="3389"/>
                  </a:lnTo>
                  <a:lnTo>
                    <a:pt x="304" y="3397"/>
                  </a:lnTo>
                  <a:lnTo>
                    <a:pt x="304" y="3413"/>
                  </a:lnTo>
                  <a:lnTo>
                    <a:pt x="312" y="3421"/>
                  </a:lnTo>
                  <a:lnTo>
                    <a:pt x="320" y="3421"/>
                  </a:lnTo>
                  <a:lnTo>
                    <a:pt x="328" y="3421"/>
                  </a:lnTo>
                  <a:lnTo>
                    <a:pt x="336" y="3413"/>
                  </a:lnTo>
                  <a:lnTo>
                    <a:pt x="336" y="3405"/>
                  </a:lnTo>
                  <a:lnTo>
                    <a:pt x="344" y="3397"/>
                  </a:lnTo>
                  <a:lnTo>
                    <a:pt x="352" y="3381"/>
                  </a:lnTo>
                  <a:lnTo>
                    <a:pt x="352" y="3365"/>
                  </a:lnTo>
                  <a:lnTo>
                    <a:pt x="360" y="3350"/>
                  </a:lnTo>
                  <a:lnTo>
                    <a:pt x="360" y="3326"/>
                  </a:lnTo>
                  <a:lnTo>
                    <a:pt x="368" y="3302"/>
                  </a:lnTo>
                  <a:lnTo>
                    <a:pt x="376" y="3278"/>
                  </a:lnTo>
                  <a:lnTo>
                    <a:pt x="376" y="3246"/>
                  </a:lnTo>
                  <a:lnTo>
                    <a:pt x="384" y="3214"/>
                  </a:lnTo>
                  <a:lnTo>
                    <a:pt x="384" y="3182"/>
                  </a:lnTo>
                  <a:lnTo>
                    <a:pt x="392" y="3142"/>
                  </a:lnTo>
                  <a:lnTo>
                    <a:pt x="400" y="3110"/>
                  </a:lnTo>
                  <a:lnTo>
                    <a:pt x="400" y="3070"/>
                  </a:lnTo>
                  <a:lnTo>
                    <a:pt x="408" y="3022"/>
                  </a:lnTo>
                  <a:lnTo>
                    <a:pt x="408" y="2982"/>
                  </a:lnTo>
                  <a:lnTo>
                    <a:pt x="416" y="2934"/>
                  </a:lnTo>
                  <a:lnTo>
                    <a:pt x="424" y="2886"/>
                  </a:lnTo>
                  <a:lnTo>
                    <a:pt x="424" y="2830"/>
                  </a:lnTo>
                  <a:lnTo>
                    <a:pt x="432" y="2782"/>
                  </a:lnTo>
                  <a:lnTo>
                    <a:pt x="432" y="2726"/>
                  </a:lnTo>
                  <a:lnTo>
                    <a:pt x="440" y="2670"/>
                  </a:lnTo>
                  <a:lnTo>
                    <a:pt x="440" y="2614"/>
                  </a:lnTo>
                  <a:lnTo>
                    <a:pt x="448" y="2550"/>
                  </a:lnTo>
                  <a:lnTo>
                    <a:pt x="456" y="2494"/>
                  </a:lnTo>
                  <a:lnTo>
                    <a:pt x="456" y="2430"/>
                  </a:lnTo>
                  <a:lnTo>
                    <a:pt x="464" y="2366"/>
                  </a:lnTo>
                  <a:lnTo>
                    <a:pt x="464" y="2302"/>
                  </a:lnTo>
                  <a:lnTo>
                    <a:pt x="472" y="2238"/>
                  </a:lnTo>
                  <a:lnTo>
                    <a:pt x="480" y="2175"/>
                  </a:lnTo>
                  <a:lnTo>
                    <a:pt x="480" y="2103"/>
                  </a:lnTo>
                  <a:lnTo>
                    <a:pt x="488" y="2039"/>
                  </a:lnTo>
                  <a:lnTo>
                    <a:pt x="488" y="1967"/>
                  </a:lnTo>
                  <a:lnTo>
                    <a:pt x="496" y="1903"/>
                  </a:lnTo>
                  <a:lnTo>
                    <a:pt x="504" y="1831"/>
                  </a:lnTo>
                  <a:lnTo>
                    <a:pt x="504" y="1759"/>
                  </a:lnTo>
                  <a:lnTo>
                    <a:pt x="512" y="1687"/>
                  </a:lnTo>
                  <a:lnTo>
                    <a:pt x="512" y="1615"/>
                  </a:lnTo>
                  <a:lnTo>
                    <a:pt x="520" y="1551"/>
                  </a:lnTo>
                  <a:lnTo>
                    <a:pt x="528" y="1479"/>
                  </a:lnTo>
                  <a:lnTo>
                    <a:pt x="528" y="1407"/>
                  </a:lnTo>
                  <a:lnTo>
                    <a:pt x="536" y="1335"/>
                  </a:lnTo>
                  <a:lnTo>
                    <a:pt x="536" y="1263"/>
                  </a:lnTo>
                  <a:lnTo>
                    <a:pt x="544" y="1191"/>
                  </a:lnTo>
                  <a:lnTo>
                    <a:pt x="552" y="1127"/>
                  </a:lnTo>
                  <a:lnTo>
                    <a:pt x="552" y="1056"/>
                  </a:lnTo>
                  <a:lnTo>
                    <a:pt x="560" y="992"/>
                  </a:lnTo>
                  <a:lnTo>
                    <a:pt x="560" y="920"/>
                  </a:lnTo>
                  <a:lnTo>
                    <a:pt x="568" y="856"/>
                  </a:lnTo>
                  <a:lnTo>
                    <a:pt x="576" y="792"/>
                  </a:lnTo>
                  <a:lnTo>
                    <a:pt x="576" y="728"/>
                  </a:lnTo>
                  <a:lnTo>
                    <a:pt x="584" y="664"/>
                  </a:lnTo>
                  <a:lnTo>
                    <a:pt x="584" y="600"/>
                  </a:lnTo>
                  <a:lnTo>
                    <a:pt x="592" y="544"/>
                  </a:lnTo>
                  <a:lnTo>
                    <a:pt x="600" y="480"/>
                  </a:lnTo>
                  <a:lnTo>
                    <a:pt x="600" y="424"/>
                  </a:lnTo>
                  <a:lnTo>
                    <a:pt x="608" y="368"/>
                  </a:lnTo>
                  <a:lnTo>
                    <a:pt x="608" y="312"/>
                  </a:lnTo>
                  <a:lnTo>
                    <a:pt x="616" y="264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41" name="Freeform 41"/>
            <p:cNvSpPr>
              <a:spLocks/>
            </p:cNvSpPr>
            <p:nvPr/>
          </p:nvSpPr>
          <p:spPr bwMode="auto">
            <a:xfrm>
              <a:off x="3071" y="191"/>
              <a:ext cx="625" cy="3756"/>
            </a:xfrm>
            <a:custGeom>
              <a:avLst/>
              <a:gdLst/>
              <a:ahLst/>
              <a:cxnLst>
                <a:cxn ang="0">
                  <a:pos x="8" y="487"/>
                </a:cxn>
                <a:cxn ang="0">
                  <a:pos x="24" y="351"/>
                </a:cxn>
                <a:cxn ang="0">
                  <a:pos x="40" y="239"/>
                </a:cxn>
                <a:cxn ang="0">
                  <a:pos x="48" y="144"/>
                </a:cxn>
                <a:cxn ang="0">
                  <a:pos x="64" y="72"/>
                </a:cxn>
                <a:cxn ang="0">
                  <a:pos x="80" y="24"/>
                </a:cxn>
                <a:cxn ang="0">
                  <a:pos x="96" y="0"/>
                </a:cxn>
                <a:cxn ang="0">
                  <a:pos x="120" y="8"/>
                </a:cxn>
                <a:cxn ang="0">
                  <a:pos x="136" y="48"/>
                </a:cxn>
                <a:cxn ang="0">
                  <a:pos x="144" y="112"/>
                </a:cxn>
                <a:cxn ang="0">
                  <a:pos x="160" y="192"/>
                </a:cxn>
                <a:cxn ang="0">
                  <a:pos x="176" y="303"/>
                </a:cxn>
                <a:cxn ang="0">
                  <a:pos x="192" y="423"/>
                </a:cxn>
                <a:cxn ang="0">
                  <a:pos x="200" y="567"/>
                </a:cxn>
                <a:cxn ang="0">
                  <a:pos x="216" y="735"/>
                </a:cxn>
                <a:cxn ang="0">
                  <a:pos x="232" y="911"/>
                </a:cxn>
                <a:cxn ang="0">
                  <a:pos x="248" y="1095"/>
                </a:cxn>
                <a:cxn ang="0">
                  <a:pos x="264" y="1295"/>
                </a:cxn>
                <a:cxn ang="0">
                  <a:pos x="272" y="1502"/>
                </a:cxn>
                <a:cxn ang="0">
                  <a:pos x="288" y="1710"/>
                </a:cxn>
                <a:cxn ang="0">
                  <a:pos x="304" y="1918"/>
                </a:cxn>
                <a:cxn ang="0">
                  <a:pos x="321" y="2134"/>
                </a:cxn>
                <a:cxn ang="0">
                  <a:pos x="337" y="2342"/>
                </a:cxn>
                <a:cxn ang="0">
                  <a:pos x="345" y="2541"/>
                </a:cxn>
                <a:cxn ang="0">
                  <a:pos x="361" y="2741"/>
                </a:cxn>
                <a:cxn ang="0">
                  <a:pos x="377" y="2917"/>
                </a:cxn>
                <a:cxn ang="0">
                  <a:pos x="393" y="3093"/>
                </a:cxn>
                <a:cxn ang="0">
                  <a:pos x="401" y="3245"/>
                </a:cxn>
                <a:cxn ang="0">
                  <a:pos x="417" y="3381"/>
                </a:cxn>
                <a:cxn ang="0">
                  <a:pos x="433" y="3501"/>
                </a:cxn>
                <a:cxn ang="0">
                  <a:pos x="449" y="3597"/>
                </a:cxn>
                <a:cxn ang="0">
                  <a:pos x="465" y="3669"/>
                </a:cxn>
                <a:cxn ang="0">
                  <a:pos x="473" y="3716"/>
                </a:cxn>
                <a:cxn ang="0">
                  <a:pos x="497" y="3756"/>
                </a:cxn>
                <a:cxn ang="0">
                  <a:pos x="521" y="3732"/>
                </a:cxn>
                <a:cxn ang="0">
                  <a:pos x="537" y="3685"/>
                </a:cxn>
                <a:cxn ang="0">
                  <a:pos x="545" y="3621"/>
                </a:cxn>
                <a:cxn ang="0">
                  <a:pos x="561" y="3533"/>
                </a:cxn>
                <a:cxn ang="0">
                  <a:pos x="577" y="3421"/>
                </a:cxn>
                <a:cxn ang="0">
                  <a:pos x="593" y="3293"/>
                </a:cxn>
                <a:cxn ang="0">
                  <a:pos x="601" y="3141"/>
                </a:cxn>
                <a:cxn ang="0">
                  <a:pos x="617" y="2981"/>
                </a:cxn>
              </a:cxnLst>
              <a:rect l="0" t="0" r="r" b="b"/>
              <a:pathLst>
                <a:path w="625" h="3756">
                  <a:moveTo>
                    <a:pt x="0" y="591"/>
                  </a:moveTo>
                  <a:lnTo>
                    <a:pt x="0" y="535"/>
                  </a:lnTo>
                  <a:lnTo>
                    <a:pt x="8" y="487"/>
                  </a:lnTo>
                  <a:lnTo>
                    <a:pt x="16" y="439"/>
                  </a:lnTo>
                  <a:lnTo>
                    <a:pt x="16" y="399"/>
                  </a:lnTo>
                  <a:lnTo>
                    <a:pt x="24" y="351"/>
                  </a:lnTo>
                  <a:lnTo>
                    <a:pt x="24" y="311"/>
                  </a:lnTo>
                  <a:lnTo>
                    <a:pt x="32" y="279"/>
                  </a:lnTo>
                  <a:lnTo>
                    <a:pt x="40" y="239"/>
                  </a:lnTo>
                  <a:lnTo>
                    <a:pt x="40" y="208"/>
                  </a:lnTo>
                  <a:lnTo>
                    <a:pt x="48" y="176"/>
                  </a:lnTo>
                  <a:lnTo>
                    <a:pt x="48" y="144"/>
                  </a:lnTo>
                  <a:lnTo>
                    <a:pt x="56" y="120"/>
                  </a:lnTo>
                  <a:lnTo>
                    <a:pt x="64" y="96"/>
                  </a:lnTo>
                  <a:lnTo>
                    <a:pt x="64" y="72"/>
                  </a:lnTo>
                  <a:lnTo>
                    <a:pt x="72" y="56"/>
                  </a:lnTo>
                  <a:lnTo>
                    <a:pt x="72" y="40"/>
                  </a:lnTo>
                  <a:lnTo>
                    <a:pt x="80" y="24"/>
                  </a:lnTo>
                  <a:lnTo>
                    <a:pt x="88" y="16"/>
                  </a:lnTo>
                  <a:lnTo>
                    <a:pt x="88" y="8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120" y="24"/>
                  </a:lnTo>
                  <a:lnTo>
                    <a:pt x="128" y="32"/>
                  </a:lnTo>
                  <a:lnTo>
                    <a:pt x="136" y="48"/>
                  </a:lnTo>
                  <a:lnTo>
                    <a:pt x="136" y="64"/>
                  </a:lnTo>
                  <a:lnTo>
                    <a:pt x="144" y="88"/>
                  </a:lnTo>
                  <a:lnTo>
                    <a:pt x="144" y="112"/>
                  </a:lnTo>
                  <a:lnTo>
                    <a:pt x="152" y="136"/>
                  </a:lnTo>
                  <a:lnTo>
                    <a:pt x="160" y="168"/>
                  </a:lnTo>
                  <a:lnTo>
                    <a:pt x="160" y="192"/>
                  </a:lnTo>
                  <a:lnTo>
                    <a:pt x="168" y="232"/>
                  </a:lnTo>
                  <a:lnTo>
                    <a:pt x="168" y="263"/>
                  </a:lnTo>
                  <a:lnTo>
                    <a:pt x="176" y="303"/>
                  </a:lnTo>
                  <a:lnTo>
                    <a:pt x="184" y="343"/>
                  </a:lnTo>
                  <a:lnTo>
                    <a:pt x="184" y="383"/>
                  </a:lnTo>
                  <a:lnTo>
                    <a:pt x="192" y="423"/>
                  </a:lnTo>
                  <a:lnTo>
                    <a:pt x="192" y="471"/>
                  </a:lnTo>
                  <a:lnTo>
                    <a:pt x="200" y="519"/>
                  </a:lnTo>
                  <a:lnTo>
                    <a:pt x="200" y="567"/>
                  </a:lnTo>
                  <a:lnTo>
                    <a:pt x="208" y="623"/>
                  </a:lnTo>
                  <a:lnTo>
                    <a:pt x="216" y="679"/>
                  </a:lnTo>
                  <a:lnTo>
                    <a:pt x="216" y="735"/>
                  </a:lnTo>
                  <a:lnTo>
                    <a:pt x="224" y="791"/>
                  </a:lnTo>
                  <a:lnTo>
                    <a:pt x="224" y="847"/>
                  </a:lnTo>
                  <a:lnTo>
                    <a:pt x="232" y="911"/>
                  </a:lnTo>
                  <a:lnTo>
                    <a:pt x="240" y="967"/>
                  </a:lnTo>
                  <a:lnTo>
                    <a:pt x="240" y="1031"/>
                  </a:lnTo>
                  <a:lnTo>
                    <a:pt x="248" y="1095"/>
                  </a:lnTo>
                  <a:lnTo>
                    <a:pt x="248" y="1159"/>
                  </a:lnTo>
                  <a:lnTo>
                    <a:pt x="256" y="1231"/>
                  </a:lnTo>
                  <a:lnTo>
                    <a:pt x="264" y="1295"/>
                  </a:lnTo>
                  <a:lnTo>
                    <a:pt x="264" y="1359"/>
                  </a:lnTo>
                  <a:lnTo>
                    <a:pt x="272" y="1430"/>
                  </a:lnTo>
                  <a:lnTo>
                    <a:pt x="272" y="1502"/>
                  </a:lnTo>
                  <a:lnTo>
                    <a:pt x="280" y="1566"/>
                  </a:lnTo>
                  <a:lnTo>
                    <a:pt x="288" y="1638"/>
                  </a:lnTo>
                  <a:lnTo>
                    <a:pt x="288" y="1710"/>
                  </a:lnTo>
                  <a:lnTo>
                    <a:pt x="296" y="1782"/>
                  </a:lnTo>
                  <a:lnTo>
                    <a:pt x="296" y="1854"/>
                  </a:lnTo>
                  <a:lnTo>
                    <a:pt x="304" y="1918"/>
                  </a:lnTo>
                  <a:lnTo>
                    <a:pt x="313" y="1990"/>
                  </a:lnTo>
                  <a:lnTo>
                    <a:pt x="313" y="2062"/>
                  </a:lnTo>
                  <a:lnTo>
                    <a:pt x="321" y="2134"/>
                  </a:lnTo>
                  <a:lnTo>
                    <a:pt x="321" y="2206"/>
                  </a:lnTo>
                  <a:lnTo>
                    <a:pt x="329" y="2270"/>
                  </a:lnTo>
                  <a:lnTo>
                    <a:pt x="337" y="2342"/>
                  </a:lnTo>
                  <a:lnTo>
                    <a:pt x="337" y="2406"/>
                  </a:lnTo>
                  <a:lnTo>
                    <a:pt x="345" y="2478"/>
                  </a:lnTo>
                  <a:lnTo>
                    <a:pt x="345" y="2541"/>
                  </a:lnTo>
                  <a:lnTo>
                    <a:pt x="353" y="2605"/>
                  </a:lnTo>
                  <a:lnTo>
                    <a:pt x="361" y="2677"/>
                  </a:lnTo>
                  <a:lnTo>
                    <a:pt x="361" y="2741"/>
                  </a:lnTo>
                  <a:lnTo>
                    <a:pt x="369" y="2797"/>
                  </a:lnTo>
                  <a:lnTo>
                    <a:pt x="369" y="2861"/>
                  </a:lnTo>
                  <a:lnTo>
                    <a:pt x="377" y="2917"/>
                  </a:lnTo>
                  <a:lnTo>
                    <a:pt x="385" y="2981"/>
                  </a:lnTo>
                  <a:lnTo>
                    <a:pt x="385" y="3037"/>
                  </a:lnTo>
                  <a:lnTo>
                    <a:pt x="393" y="3093"/>
                  </a:lnTo>
                  <a:lnTo>
                    <a:pt x="393" y="3141"/>
                  </a:lnTo>
                  <a:lnTo>
                    <a:pt x="401" y="3197"/>
                  </a:lnTo>
                  <a:lnTo>
                    <a:pt x="401" y="3245"/>
                  </a:lnTo>
                  <a:lnTo>
                    <a:pt x="409" y="3293"/>
                  </a:lnTo>
                  <a:lnTo>
                    <a:pt x="417" y="3333"/>
                  </a:lnTo>
                  <a:lnTo>
                    <a:pt x="417" y="3381"/>
                  </a:lnTo>
                  <a:lnTo>
                    <a:pt x="425" y="3421"/>
                  </a:lnTo>
                  <a:lnTo>
                    <a:pt x="425" y="3461"/>
                  </a:lnTo>
                  <a:lnTo>
                    <a:pt x="433" y="3501"/>
                  </a:lnTo>
                  <a:lnTo>
                    <a:pt x="441" y="3533"/>
                  </a:lnTo>
                  <a:lnTo>
                    <a:pt x="441" y="3565"/>
                  </a:lnTo>
                  <a:lnTo>
                    <a:pt x="449" y="3597"/>
                  </a:lnTo>
                  <a:lnTo>
                    <a:pt x="449" y="3621"/>
                  </a:lnTo>
                  <a:lnTo>
                    <a:pt x="457" y="3645"/>
                  </a:lnTo>
                  <a:lnTo>
                    <a:pt x="465" y="3669"/>
                  </a:lnTo>
                  <a:lnTo>
                    <a:pt x="465" y="3685"/>
                  </a:lnTo>
                  <a:lnTo>
                    <a:pt x="473" y="3708"/>
                  </a:lnTo>
                  <a:lnTo>
                    <a:pt x="473" y="3716"/>
                  </a:lnTo>
                  <a:lnTo>
                    <a:pt x="481" y="3732"/>
                  </a:lnTo>
                  <a:lnTo>
                    <a:pt x="497" y="3748"/>
                  </a:lnTo>
                  <a:lnTo>
                    <a:pt x="497" y="3756"/>
                  </a:lnTo>
                  <a:lnTo>
                    <a:pt x="505" y="3748"/>
                  </a:lnTo>
                  <a:lnTo>
                    <a:pt x="513" y="3740"/>
                  </a:lnTo>
                  <a:lnTo>
                    <a:pt x="521" y="3732"/>
                  </a:lnTo>
                  <a:lnTo>
                    <a:pt x="521" y="3716"/>
                  </a:lnTo>
                  <a:lnTo>
                    <a:pt x="529" y="3708"/>
                  </a:lnTo>
                  <a:lnTo>
                    <a:pt x="537" y="3685"/>
                  </a:lnTo>
                  <a:lnTo>
                    <a:pt x="537" y="3669"/>
                  </a:lnTo>
                  <a:lnTo>
                    <a:pt x="545" y="3645"/>
                  </a:lnTo>
                  <a:lnTo>
                    <a:pt x="545" y="3621"/>
                  </a:lnTo>
                  <a:lnTo>
                    <a:pt x="553" y="3597"/>
                  </a:lnTo>
                  <a:lnTo>
                    <a:pt x="561" y="3565"/>
                  </a:lnTo>
                  <a:lnTo>
                    <a:pt x="561" y="3533"/>
                  </a:lnTo>
                  <a:lnTo>
                    <a:pt x="569" y="3501"/>
                  </a:lnTo>
                  <a:lnTo>
                    <a:pt x="569" y="3461"/>
                  </a:lnTo>
                  <a:lnTo>
                    <a:pt x="577" y="3421"/>
                  </a:lnTo>
                  <a:lnTo>
                    <a:pt x="577" y="3381"/>
                  </a:lnTo>
                  <a:lnTo>
                    <a:pt x="585" y="3333"/>
                  </a:lnTo>
                  <a:lnTo>
                    <a:pt x="593" y="3293"/>
                  </a:lnTo>
                  <a:lnTo>
                    <a:pt x="593" y="3245"/>
                  </a:lnTo>
                  <a:lnTo>
                    <a:pt x="601" y="3197"/>
                  </a:lnTo>
                  <a:lnTo>
                    <a:pt x="601" y="3141"/>
                  </a:lnTo>
                  <a:lnTo>
                    <a:pt x="609" y="3093"/>
                  </a:lnTo>
                  <a:lnTo>
                    <a:pt x="617" y="3037"/>
                  </a:lnTo>
                  <a:lnTo>
                    <a:pt x="617" y="2981"/>
                  </a:lnTo>
                  <a:lnTo>
                    <a:pt x="625" y="2917"/>
                  </a:lnTo>
                  <a:lnTo>
                    <a:pt x="625" y="2861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42" name="Freeform 42"/>
            <p:cNvSpPr>
              <a:spLocks/>
            </p:cNvSpPr>
            <p:nvPr/>
          </p:nvSpPr>
          <p:spPr bwMode="auto">
            <a:xfrm>
              <a:off x="3696" y="191"/>
              <a:ext cx="616" cy="3605"/>
            </a:xfrm>
            <a:custGeom>
              <a:avLst/>
              <a:gdLst/>
              <a:ahLst/>
              <a:cxnLst>
                <a:cxn ang="0">
                  <a:pos x="16" y="2741"/>
                </a:cxn>
                <a:cxn ang="0">
                  <a:pos x="24" y="2541"/>
                </a:cxn>
                <a:cxn ang="0">
                  <a:pos x="40" y="2342"/>
                </a:cxn>
                <a:cxn ang="0">
                  <a:pos x="56" y="2134"/>
                </a:cxn>
                <a:cxn ang="0">
                  <a:pos x="72" y="1918"/>
                </a:cxn>
                <a:cxn ang="0">
                  <a:pos x="88" y="1710"/>
                </a:cxn>
                <a:cxn ang="0">
                  <a:pos x="96" y="1502"/>
                </a:cxn>
                <a:cxn ang="0">
                  <a:pos x="112" y="1295"/>
                </a:cxn>
                <a:cxn ang="0">
                  <a:pos x="128" y="1095"/>
                </a:cxn>
                <a:cxn ang="0">
                  <a:pos x="144" y="911"/>
                </a:cxn>
                <a:cxn ang="0">
                  <a:pos x="152" y="735"/>
                </a:cxn>
                <a:cxn ang="0">
                  <a:pos x="168" y="567"/>
                </a:cxn>
                <a:cxn ang="0">
                  <a:pos x="184" y="423"/>
                </a:cxn>
                <a:cxn ang="0">
                  <a:pos x="200" y="303"/>
                </a:cxn>
                <a:cxn ang="0">
                  <a:pos x="216" y="192"/>
                </a:cxn>
                <a:cxn ang="0">
                  <a:pos x="224" y="112"/>
                </a:cxn>
                <a:cxn ang="0">
                  <a:pos x="240" y="48"/>
                </a:cxn>
                <a:cxn ang="0">
                  <a:pos x="256" y="8"/>
                </a:cxn>
                <a:cxn ang="0">
                  <a:pos x="280" y="0"/>
                </a:cxn>
                <a:cxn ang="0">
                  <a:pos x="296" y="24"/>
                </a:cxn>
                <a:cxn ang="0">
                  <a:pos x="312" y="72"/>
                </a:cxn>
                <a:cxn ang="0">
                  <a:pos x="320" y="144"/>
                </a:cxn>
                <a:cxn ang="0">
                  <a:pos x="336" y="239"/>
                </a:cxn>
                <a:cxn ang="0">
                  <a:pos x="352" y="351"/>
                </a:cxn>
                <a:cxn ang="0">
                  <a:pos x="368" y="487"/>
                </a:cxn>
                <a:cxn ang="0">
                  <a:pos x="376" y="639"/>
                </a:cxn>
                <a:cxn ang="0">
                  <a:pos x="392" y="807"/>
                </a:cxn>
                <a:cxn ang="0">
                  <a:pos x="408" y="991"/>
                </a:cxn>
                <a:cxn ang="0">
                  <a:pos x="424" y="1183"/>
                </a:cxn>
                <a:cxn ang="0">
                  <a:pos x="440" y="1383"/>
                </a:cxn>
                <a:cxn ang="0">
                  <a:pos x="448" y="1590"/>
                </a:cxn>
                <a:cxn ang="0">
                  <a:pos x="464" y="1806"/>
                </a:cxn>
                <a:cxn ang="0">
                  <a:pos x="480" y="2014"/>
                </a:cxn>
                <a:cxn ang="0">
                  <a:pos x="496" y="2230"/>
                </a:cxn>
                <a:cxn ang="0">
                  <a:pos x="512" y="2430"/>
                </a:cxn>
                <a:cxn ang="0">
                  <a:pos x="520" y="2629"/>
                </a:cxn>
                <a:cxn ang="0">
                  <a:pos x="536" y="2821"/>
                </a:cxn>
                <a:cxn ang="0">
                  <a:pos x="552" y="2997"/>
                </a:cxn>
                <a:cxn ang="0">
                  <a:pos x="568" y="3157"/>
                </a:cxn>
                <a:cxn ang="0">
                  <a:pos x="576" y="3309"/>
                </a:cxn>
                <a:cxn ang="0">
                  <a:pos x="592" y="3437"/>
                </a:cxn>
                <a:cxn ang="0">
                  <a:pos x="608" y="3541"/>
                </a:cxn>
              </a:cxnLst>
              <a:rect l="0" t="0" r="r" b="b"/>
              <a:pathLst>
                <a:path w="616" h="3605">
                  <a:moveTo>
                    <a:pt x="0" y="2861"/>
                  </a:moveTo>
                  <a:lnTo>
                    <a:pt x="8" y="2797"/>
                  </a:lnTo>
                  <a:lnTo>
                    <a:pt x="16" y="2741"/>
                  </a:lnTo>
                  <a:lnTo>
                    <a:pt x="16" y="2677"/>
                  </a:lnTo>
                  <a:lnTo>
                    <a:pt x="24" y="2605"/>
                  </a:lnTo>
                  <a:lnTo>
                    <a:pt x="24" y="2541"/>
                  </a:lnTo>
                  <a:lnTo>
                    <a:pt x="32" y="2478"/>
                  </a:lnTo>
                  <a:lnTo>
                    <a:pt x="40" y="2406"/>
                  </a:lnTo>
                  <a:lnTo>
                    <a:pt x="40" y="2342"/>
                  </a:lnTo>
                  <a:lnTo>
                    <a:pt x="48" y="2270"/>
                  </a:lnTo>
                  <a:lnTo>
                    <a:pt x="48" y="2206"/>
                  </a:lnTo>
                  <a:lnTo>
                    <a:pt x="56" y="2134"/>
                  </a:lnTo>
                  <a:lnTo>
                    <a:pt x="64" y="2062"/>
                  </a:lnTo>
                  <a:lnTo>
                    <a:pt x="64" y="1990"/>
                  </a:lnTo>
                  <a:lnTo>
                    <a:pt x="72" y="1918"/>
                  </a:lnTo>
                  <a:lnTo>
                    <a:pt x="72" y="1854"/>
                  </a:lnTo>
                  <a:lnTo>
                    <a:pt x="80" y="1782"/>
                  </a:lnTo>
                  <a:lnTo>
                    <a:pt x="88" y="1710"/>
                  </a:lnTo>
                  <a:lnTo>
                    <a:pt x="88" y="1638"/>
                  </a:lnTo>
                  <a:lnTo>
                    <a:pt x="96" y="1566"/>
                  </a:lnTo>
                  <a:lnTo>
                    <a:pt x="96" y="1502"/>
                  </a:lnTo>
                  <a:lnTo>
                    <a:pt x="104" y="1430"/>
                  </a:lnTo>
                  <a:lnTo>
                    <a:pt x="112" y="1359"/>
                  </a:lnTo>
                  <a:lnTo>
                    <a:pt x="112" y="1295"/>
                  </a:lnTo>
                  <a:lnTo>
                    <a:pt x="120" y="1231"/>
                  </a:lnTo>
                  <a:lnTo>
                    <a:pt x="120" y="1159"/>
                  </a:lnTo>
                  <a:lnTo>
                    <a:pt x="128" y="1095"/>
                  </a:lnTo>
                  <a:lnTo>
                    <a:pt x="136" y="1031"/>
                  </a:lnTo>
                  <a:lnTo>
                    <a:pt x="136" y="967"/>
                  </a:lnTo>
                  <a:lnTo>
                    <a:pt x="144" y="911"/>
                  </a:lnTo>
                  <a:lnTo>
                    <a:pt x="144" y="847"/>
                  </a:lnTo>
                  <a:lnTo>
                    <a:pt x="152" y="791"/>
                  </a:lnTo>
                  <a:lnTo>
                    <a:pt x="152" y="735"/>
                  </a:lnTo>
                  <a:lnTo>
                    <a:pt x="160" y="679"/>
                  </a:lnTo>
                  <a:lnTo>
                    <a:pt x="168" y="623"/>
                  </a:lnTo>
                  <a:lnTo>
                    <a:pt x="168" y="567"/>
                  </a:lnTo>
                  <a:lnTo>
                    <a:pt x="176" y="519"/>
                  </a:lnTo>
                  <a:lnTo>
                    <a:pt x="176" y="471"/>
                  </a:lnTo>
                  <a:lnTo>
                    <a:pt x="184" y="423"/>
                  </a:lnTo>
                  <a:lnTo>
                    <a:pt x="192" y="383"/>
                  </a:lnTo>
                  <a:lnTo>
                    <a:pt x="192" y="343"/>
                  </a:lnTo>
                  <a:lnTo>
                    <a:pt x="200" y="303"/>
                  </a:lnTo>
                  <a:lnTo>
                    <a:pt x="200" y="263"/>
                  </a:lnTo>
                  <a:lnTo>
                    <a:pt x="208" y="232"/>
                  </a:lnTo>
                  <a:lnTo>
                    <a:pt x="216" y="192"/>
                  </a:lnTo>
                  <a:lnTo>
                    <a:pt x="216" y="168"/>
                  </a:lnTo>
                  <a:lnTo>
                    <a:pt x="224" y="136"/>
                  </a:lnTo>
                  <a:lnTo>
                    <a:pt x="224" y="112"/>
                  </a:lnTo>
                  <a:lnTo>
                    <a:pt x="232" y="88"/>
                  </a:lnTo>
                  <a:lnTo>
                    <a:pt x="240" y="64"/>
                  </a:lnTo>
                  <a:lnTo>
                    <a:pt x="240" y="48"/>
                  </a:lnTo>
                  <a:lnTo>
                    <a:pt x="248" y="32"/>
                  </a:lnTo>
                  <a:lnTo>
                    <a:pt x="248" y="24"/>
                  </a:lnTo>
                  <a:lnTo>
                    <a:pt x="256" y="8"/>
                  </a:lnTo>
                  <a:lnTo>
                    <a:pt x="264" y="0"/>
                  </a:lnTo>
                  <a:lnTo>
                    <a:pt x="272" y="0"/>
                  </a:lnTo>
                  <a:lnTo>
                    <a:pt x="280" y="0"/>
                  </a:lnTo>
                  <a:lnTo>
                    <a:pt x="288" y="8"/>
                  </a:lnTo>
                  <a:lnTo>
                    <a:pt x="288" y="16"/>
                  </a:lnTo>
                  <a:lnTo>
                    <a:pt x="296" y="24"/>
                  </a:lnTo>
                  <a:lnTo>
                    <a:pt x="296" y="40"/>
                  </a:lnTo>
                  <a:lnTo>
                    <a:pt x="304" y="56"/>
                  </a:lnTo>
                  <a:lnTo>
                    <a:pt x="312" y="72"/>
                  </a:lnTo>
                  <a:lnTo>
                    <a:pt x="312" y="96"/>
                  </a:lnTo>
                  <a:lnTo>
                    <a:pt x="320" y="120"/>
                  </a:lnTo>
                  <a:lnTo>
                    <a:pt x="320" y="144"/>
                  </a:lnTo>
                  <a:lnTo>
                    <a:pt x="328" y="176"/>
                  </a:lnTo>
                  <a:lnTo>
                    <a:pt x="328" y="208"/>
                  </a:lnTo>
                  <a:lnTo>
                    <a:pt x="336" y="239"/>
                  </a:lnTo>
                  <a:lnTo>
                    <a:pt x="344" y="279"/>
                  </a:lnTo>
                  <a:lnTo>
                    <a:pt x="344" y="311"/>
                  </a:lnTo>
                  <a:lnTo>
                    <a:pt x="352" y="351"/>
                  </a:lnTo>
                  <a:lnTo>
                    <a:pt x="352" y="399"/>
                  </a:lnTo>
                  <a:lnTo>
                    <a:pt x="360" y="439"/>
                  </a:lnTo>
                  <a:lnTo>
                    <a:pt x="368" y="487"/>
                  </a:lnTo>
                  <a:lnTo>
                    <a:pt x="368" y="535"/>
                  </a:lnTo>
                  <a:lnTo>
                    <a:pt x="376" y="591"/>
                  </a:lnTo>
                  <a:lnTo>
                    <a:pt x="376" y="639"/>
                  </a:lnTo>
                  <a:lnTo>
                    <a:pt x="384" y="695"/>
                  </a:lnTo>
                  <a:lnTo>
                    <a:pt x="392" y="751"/>
                  </a:lnTo>
                  <a:lnTo>
                    <a:pt x="392" y="807"/>
                  </a:lnTo>
                  <a:lnTo>
                    <a:pt x="400" y="871"/>
                  </a:lnTo>
                  <a:lnTo>
                    <a:pt x="400" y="927"/>
                  </a:lnTo>
                  <a:lnTo>
                    <a:pt x="408" y="991"/>
                  </a:lnTo>
                  <a:lnTo>
                    <a:pt x="416" y="1055"/>
                  </a:lnTo>
                  <a:lnTo>
                    <a:pt x="416" y="1119"/>
                  </a:lnTo>
                  <a:lnTo>
                    <a:pt x="424" y="1183"/>
                  </a:lnTo>
                  <a:lnTo>
                    <a:pt x="424" y="1247"/>
                  </a:lnTo>
                  <a:lnTo>
                    <a:pt x="432" y="1319"/>
                  </a:lnTo>
                  <a:lnTo>
                    <a:pt x="440" y="1383"/>
                  </a:lnTo>
                  <a:lnTo>
                    <a:pt x="440" y="1454"/>
                  </a:lnTo>
                  <a:lnTo>
                    <a:pt x="448" y="1518"/>
                  </a:lnTo>
                  <a:lnTo>
                    <a:pt x="448" y="1590"/>
                  </a:lnTo>
                  <a:lnTo>
                    <a:pt x="456" y="1662"/>
                  </a:lnTo>
                  <a:lnTo>
                    <a:pt x="464" y="1734"/>
                  </a:lnTo>
                  <a:lnTo>
                    <a:pt x="464" y="1806"/>
                  </a:lnTo>
                  <a:lnTo>
                    <a:pt x="472" y="1870"/>
                  </a:lnTo>
                  <a:lnTo>
                    <a:pt x="472" y="1942"/>
                  </a:lnTo>
                  <a:lnTo>
                    <a:pt x="480" y="2014"/>
                  </a:lnTo>
                  <a:lnTo>
                    <a:pt x="488" y="2086"/>
                  </a:lnTo>
                  <a:lnTo>
                    <a:pt x="488" y="2158"/>
                  </a:lnTo>
                  <a:lnTo>
                    <a:pt x="496" y="2230"/>
                  </a:lnTo>
                  <a:lnTo>
                    <a:pt x="496" y="2294"/>
                  </a:lnTo>
                  <a:lnTo>
                    <a:pt x="504" y="2366"/>
                  </a:lnTo>
                  <a:lnTo>
                    <a:pt x="512" y="2430"/>
                  </a:lnTo>
                  <a:lnTo>
                    <a:pt x="512" y="2502"/>
                  </a:lnTo>
                  <a:lnTo>
                    <a:pt x="520" y="2565"/>
                  </a:lnTo>
                  <a:lnTo>
                    <a:pt x="520" y="2629"/>
                  </a:lnTo>
                  <a:lnTo>
                    <a:pt x="528" y="2693"/>
                  </a:lnTo>
                  <a:lnTo>
                    <a:pt x="528" y="2757"/>
                  </a:lnTo>
                  <a:lnTo>
                    <a:pt x="536" y="2821"/>
                  </a:lnTo>
                  <a:lnTo>
                    <a:pt x="544" y="2877"/>
                  </a:lnTo>
                  <a:lnTo>
                    <a:pt x="544" y="2941"/>
                  </a:lnTo>
                  <a:lnTo>
                    <a:pt x="552" y="2997"/>
                  </a:lnTo>
                  <a:lnTo>
                    <a:pt x="552" y="3053"/>
                  </a:lnTo>
                  <a:lnTo>
                    <a:pt x="560" y="3109"/>
                  </a:lnTo>
                  <a:lnTo>
                    <a:pt x="568" y="3157"/>
                  </a:lnTo>
                  <a:lnTo>
                    <a:pt x="568" y="3213"/>
                  </a:lnTo>
                  <a:lnTo>
                    <a:pt x="576" y="3261"/>
                  </a:lnTo>
                  <a:lnTo>
                    <a:pt x="576" y="3309"/>
                  </a:lnTo>
                  <a:lnTo>
                    <a:pt x="584" y="3349"/>
                  </a:lnTo>
                  <a:lnTo>
                    <a:pt x="592" y="3397"/>
                  </a:lnTo>
                  <a:lnTo>
                    <a:pt x="592" y="3437"/>
                  </a:lnTo>
                  <a:lnTo>
                    <a:pt x="600" y="3469"/>
                  </a:lnTo>
                  <a:lnTo>
                    <a:pt x="600" y="3509"/>
                  </a:lnTo>
                  <a:lnTo>
                    <a:pt x="608" y="3541"/>
                  </a:lnTo>
                  <a:lnTo>
                    <a:pt x="616" y="3573"/>
                  </a:lnTo>
                  <a:lnTo>
                    <a:pt x="616" y="3605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43" name="Freeform 43"/>
            <p:cNvSpPr>
              <a:spLocks/>
            </p:cNvSpPr>
            <p:nvPr/>
          </p:nvSpPr>
          <p:spPr bwMode="auto">
            <a:xfrm>
              <a:off x="4312" y="191"/>
              <a:ext cx="625" cy="3748"/>
            </a:xfrm>
            <a:custGeom>
              <a:avLst/>
              <a:gdLst/>
              <a:ahLst/>
              <a:cxnLst>
                <a:cxn ang="0">
                  <a:pos x="8" y="3653"/>
                </a:cxn>
                <a:cxn ang="0">
                  <a:pos x="24" y="3708"/>
                </a:cxn>
                <a:cxn ang="0">
                  <a:pos x="40" y="3740"/>
                </a:cxn>
                <a:cxn ang="0">
                  <a:pos x="64" y="3748"/>
                </a:cxn>
                <a:cxn ang="0">
                  <a:pos x="80" y="3716"/>
                </a:cxn>
                <a:cxn ang="0">
                  <a:pos x="97" y="3661"/>
                </a:cxn>
                <a:cxn ang="0">
                  <a:pos x="105" y="3581"/>
                </a:cxn>
                <a:cxn ang="0">
                  <a:pos x="121" y="3485"/>
                </a:cxn>
                <a:cxn ang="0">
                  <a:pos x="137" y="3365"/>
                </a:cxn>
                <a:cxn ang="0">
                  <a:pos x="153" y="3229"/>
                </a:cxn>
                <a:cxn ang="0">
                  <a:pos x="161" y="3069"/>
                </a:cxn>
                <a:cxn ang="0">
                  <a:pos x="177" y="2901"/>
                </a:cxn>
                <a:cxn ang="0">
                  <a:pos x="193" y="2717"/>
                </a:cxn>
                <a:cxn ang="0">
                  <a:pos x="209" y="2518"/>
                </a:cxn>
                <a:cxn ang="0">
                  <a:pos x="225" y="2318"/>
                </a:cxn>
                <a:cxn ang="0">
                  <a:pos x="233" y="2110"/>
                </a:cxn>
                <a:cxn ang="0">
                  <a:pos x="249" y="1894"/>
                </a:cxn>
                <a:cxn ang="0">
                  <a:pos x="265" y="1686"/>
                </a:cxn>
                <a:cxn ang="0">
                  <a:pos x="281" y="1478"/>
                </a:cxn>
                <a:cxn ang="0">
                  <a:pos x="289" y="1271"/>
                </a:cxn>
                <a:cxn ang="0">
                  <a:pos x="305" y="1071"/>
                </a:cxn>
                <a:cxn ang="0">
                  <a:pos x="321" y="887"/>
                </a:cxn>
                <a:cxn ang="0">
                  <a:pos x="337" y="711"/>
                </a:cxn>
                <a:cxn ang="0">
                  <a:pos x="353" y="551"/>
                </a:cxn>
                <a:cxn ang="0">
                  <a:pos x="361" y="415"/>
                </a:cxn>
                <a:cxn ang="0">
                  <a:pos x="377" y="287"/>
                </a:cxn>
                <a:cxn ang="0">
                  <a:pos x="393" y="184"/>
                </a:cxn>
                <a:cxn ang="0">
                  <a:pos x="409" y="104"/>
                </a:cxn>
                <a:cxn ang="0">
                  <a:pos x="425" y="40"/>
                </a:cxn>
                <a:cxn ang="0">
                  <a:pos x="433" y="8"/>
                </a:cxn>
                <a:cxn ang="0">
                  <a:pos x="457" y="0"/>
                </a:cxn>
                <a:cxn ang="0">
                  <a:pos x="473" y="32"/>
                </a:cxn>
                <a:cxn ang="0">
                  <a:pos x="489" y="80"/>
                </a:cxn>
                <a:cxn ang="0">
                  <a:pos x="505" y="152"/>
                </a:cxn>
                <a:cxn ang="0">
                  <a:pos x="513" y="247"/>
                </a:cxn>
                <a:cxn ang="0">
                  <a:pos x="529" y="367"/>
                </a:cxn>
                <a:cxn ang="0">
                  <a:pos x="545" y="503"/>
                </a:cxn>
                <a:cxn ang="0">
                  <a:pos x="561" y="655"/>
                </a:cxn>
                <a:cxn ang="0">
                  <a:pos x="577" y="831"/>
                </a:cxn>
                <a:cxn ang="0">
                  <a:pos x="585" y="1007"/>
                </a:cxn>
                <a:cxn ang="0">
                  <a:pos x="601" y="1207"/>
                </a:cxn>
                <a:cxn ang="0">
                  <a:pos x="617" y="1406"/>
                </a:cxn>
              </a:cxnLst>
              <a:rect l="0" t="0" r="r" b="b"/>
              <a:pathLst>
                <a:path w="625" h="3748">
                  <a:moveTo>
                    <a:pt x="0" y="3605"/>
                  </a:moveTo>
                  <a:lnTo>
                    <a:pt x="8" y="3629"/>
                  </a:lnTo>
                  <a:lnTo>
                    <a:pt x="8" y="3653"/>
                  </a:lnTo>
                  <a:lnTo>
                    <a:pt x="16" y="3677"/>
                  </a:lnTo>
                  <a:lnTo>
                    <a:pt x="24" y="3692"/>
                  </a:lnTo>
                  <a:lnTo>
                    <a:pt x="24" y="3708"/>
                  </a:lnTo>
                  <a:lnTo>
                    <a:pt x="32" y="3724"/>
                  </a:lnTo>
                  <a:lnTo>
                    <a:pt x="32" y="3732"/>
                  </a:lnTo>
                  <a:lnTo>
                    <a:pt x="40" y="3740"/>
                  </a:lnTo>
                  <a:lnTo>
                    <a:pt x="48" y="3748"/>
                  </a:lnTo>
                  <a:lnTo>
                    <a:pt x="56" y="3748"/>
                  </a:lnTo>
                  <a:lnTo>
                    <a:pt x="64" y="3748"/>
                  </a:lnTo>
                  <a:lnTo>
                    <a:pt x="72" y="3740"/>
                  </a:lnTo>
                  <a:lnTo>
                    <a:pt x="72" y="3724"/>
                  </a:lnTo>
                  <a:lnTo>
                    <a:pt x="80" y="3716"/>
                  </a:lnTo>
                  <a:lnTo>
                    <a:pt x="80" y="3700"/>
                  </a:lnTo>
                  <a:lnTo>
                    <a:pt x="88" y="3685"/>
                  </a:lnTo>
                  <a:lnTo>
                    <a:pt x="97" y="3661"/>
                  </a:lnTo>
                  <a:lnTo>
                    <a:pt x="97" y="3637"/>
                  </a:lnTo>
                  <a:lnTo>
                    <a:pt x="105" y="3613"/>
                  </a:lnTo>
                  <a:lnTo>
                    <a:pt x="105" y="3581"/>
                  </a:lnTo>
                  <a:lnTo>
                    <a:pt x="113" y="3557"/>
                  </a:lnTo>
                  <a:lnTo>
                    <a:pt x="113" y="3517"/>
                  </a:lnTo>
                  <a:lnTo>
                    <a:pt x="121" y="3485"/>
                  </a:lnTo>
                  <a:lnTo>
                    <a:pt x="129" y="3445"/>
                  </a:lnTo>
                  <a:lnTo>
                    <a:pt x="129" y="3405"/>
                  </a:lnTo>
                  <a:lnTo>
                    <a:pt x="137" y="3365"/>
                  </a:lnTo>
                  <a:lnTo>
                    <a:pt x="137" y="3325"/>
                  </a:lnTo>
                  <a:lnTo>
                    <a:pt x="145" y="3277"/>
                  </a:lnTo>
                  <a:lnTo>
                    <a:pt x="153" y="3229"/>
                  </a:lnTo>
                  <a:lnTo>
                    <a:pt x="153" y="3181"/>
                  </a:lnTo>
                  <a:lnTo>
                    <a:pt x="161" y="3125"/>
                  </a:lnTo>
                  <a:lnTo>
                    <a:pt x="161" y="3069"/>
                  </a:lnTo>
                  <a:lnTo>
                    <a:pt x="169" y="3013"/>
                  </a:lnTo>
                  <a:lnTo>
                    <a:pt x="177" y="2957"/>
                  </a:lnTo>
                  <a:lnTo>
                    <a:pt x="177" y="2901"/>
                  </a:lnTo>
                  <a:lnTo>
                    <a:pt x="185" y="2837"/>
                  </a:lnTo>
                  <a:lnTo>
                    <a:pt x="185" y="2781"/>
                  </a:lnTo>
                  <a:lnTo>
                    <a:pt x="193" y="2717"/>
                  </a:lnTo>
                  <a:lnTo>
                    <a:pt x="201" y="2653"/>
                  </a:lnTo>
                  <a:lnTo>
                    <a:pt x="201" y="2589"/>
                  </a:lnTo>
                  <a:lnTo>
                    <a:pt x="209" y="2518"/>
                  </a:lnTo>
                  <a:lnTo>
                    <a:pt x="209" y="2454"/>
                  </a:lnTo>
                  <a:lnTo>
                    <a:pt x="217" y="2390"/>
                  </a:lnTo>
                  <a:lnTo>
                    <a:pt x="225" y="2318"/>
                  </a:lnTo>
                  <a:lnTo>
                    <a:pt x="225" y="2246"/>
                  </a:lnTo>
                  <a:lnTo>
                    <a:pt x="233" y="2182"/>
                  </a:lnTo>
                  <a:lnTo>
                    <a:pt x="233" y="2110"/>
                  </a:lnTo>
                  <a:lnTo>
                    <a:pt x="241" y="2038"/>
                  </a:lnTo>
                  <a:lnTo>
                    <a:pt x="249" y="1966"/>
                  </a:lnTo>
                  <a:lnTo>
                    <a:pt x="249" y="1894"/>
                  </a:lnTo>
                  <a:lnTo>
                    <a:pt x="257" y="1830"/>
                  </a:lnTo>
                  <a:lnTo>
                    <a:pt x="257" y="1758"/>
                  </a:lnTo>
                  <a:lnTo>
                    <a:pt x="265" y="1686"/>
                  </a:lnTo>
                  <a:lnTo>
                    <a:pt x="273" y="1614"/>
                  </a:lnTo>
                  <a:lnTo>
                    <a:pt x="273" y="1542"/>
                  </a:lnTo>
                  <a:lnTo>
                    <a:pt x="281" y="1478"/>
                  </a:lnTo>
                  <a:lnTo>
                    <a:pt x="281" y="1406"/>
                  </a:lnTo>
                  <a:lnTo>
                    <a:pt x="289" y="1343"/>
                  </a:lnTo>
                  <a:lnTo>
                    <a:pt x="289" y="1271"/>
                  </a:lnTo>
                  <a:lnTo>
                    <a:pt x="297" y="1207"/>
                  </a:lnTo>
                  <a:lnTo>
                    <a:pt x="305" y="1143"/>
                  </a:lnTo>
                  <a:lnTo>
                    <a:pt x="305" y="1071"/>
                  </a:lnTo>
                  <a:lnTo>
                    <a:pt x="313" y="1007"/>
                  </a:lnTo>
                  <a:lnTo>
                    <a:pt x="313" y="951"/>
                  </a:lnTo>
                  <a:lnTo>
                    <a:pt x="321" y="887"/>
                  </a:lnTo>
                  <a:lnTo>
                    <a:pt x="329" y="831"/>
                  </a:lnTo>
                  <a:lnTo>
                    <a:pt x="329" y="767"/>
                  </a:lnTo>
                  <a:lnTo>
                    <a:pt x="337" y="711"/>
                  </a:lnTo>
                  <a:lnTo>
                    <a:pt x="337" y="655"/>
                  </a:lnTo>
                  <a:lnTo>
                    <a:pt x="345" y="607"/>
                  </a:lnTo>
                  <a:lnTo>
                    <a:pt x="353" y="551"/>
                  </a:lnTo>
                  <a:lnTo>
                    <a:pt x="353" y="503"/>
                  </a:lnTo>
                  <a:lnTo>
                    <a:pt x="361" y="455"/>
                  </a:lnTo>
                  <a:lnTo>
                    <a:pt x="361" y="415"/>
                  </a:lnTo>
                  <a:lnTo>
                    <a:pt x="369" y="367"/>
                  </a:lnTo>
                  <a:lnTo>
                    <a:pt x="377" y="327"/>
                  </a:lnTo>
                  <a:lnTo>
                    <a:pt x="377" y="287"/>
                  </a:lnTo>
                  <a:lnTo>
                    <a:pt x="385" y="247"/>
                  </a:lnTo>
                  <a:lnTo>
                    <a:pt x="385" y="216"/>
                  </a:lnTo>
                  <a:lnTo>
                    <a:pt x="393" y="184"/>
                  </a:lnTo>
                  <a:lnTo>
                    <a:pt x="401" y="152"/>
                  </a:lnTo>
                  <a:lnTo>
                    <a:pt x="401" y="128"/>
                  </a:lnTo>
                  <a:lnTo>
                    <a:pt x="409" y="104"/>
                  </a:lnTo>
                  <a:lnTo>
                    <a:pt x="409" y="80"/>
                  </a:lnTo>
                  <a:lnTo>
                    <a:pt x="417" y="64"/>
                  </a:lnTo>
                  <a:lnTo>
                    <a:pt x="425" y="40"/>
                  </a:lnTo>
                  <a:lnTo>
                    <a:pt x="425" y="32"/>
                  </a:lnTo>
                  <a:lnTo>
                    <a:pt x="433" y="16"/>
                  </a:lnTo>
                  <a:lnTo>
                    <a:pt x="433" y="8"/>
                  </a:lnTo>
                  <a:lnTo>
                    <a:pt x="441" y="0"/>
                  </a:lnTo>
                  <a:lnTo>
                    <a:pt x="449" y="0"/>
                  </a:lnTo>
                  <a:lnTo>
                    <a:pt x="457" y="0"/>
                  </a:lnTo>
                  <a:lnTo>
                    <a:pt x="465" y="8"/>
                  </a:lnTo>
                  <a:lnTo>
                    <a:pt x="473" y="16"/>
                  </a:lnTo>
                  <a:lnTo>
                    <a:pt x="473" y="32"/>
                  </a:lnTo>
                  <a:lnTo>
                    <a:pt x="481" y="40"/>
                  </a:lnTo>
                  <a:lnTo>
                    <a:pt x="481" y="64"/>
                  </a:lnTo>
                  <a:lnTo>
                    <a:pt x="489" y="80"/>
                  </a:lnTo>
                  <a:lnTo>
                    <a:pt x="489" y="104"/>
                  </a:lnTo>
                  <a:lnTo>
                    <a:pt x="497" y="128"/>
                  </a:lnTo>
                  <a:lnTo>
                    <a:pt x="505" y="152"/>
                  </a:lnTo>
                  <a:lnTo>
                    <a:pt x="505" y="184"/>
                  </a:lnTo>
                  <a:lnTo>
                    <a:pt x="513" y="216"/>
                  </a:lnTo>
                  <a:lnTo>
                    <a:pt x="513" y="247"/>
                  </a:lnTo>
                  <a:lnTo>
                    <a:pt x="521" y="287"/>
                  </a:lnTo>
                  <a:lnTo>
                    <a:pt x="529" y="327"/>
                  </a:lnTo>
                  <a:lnTo>
                    <a:pt x="529" y="367"/>
                  </a:lnTo>
                  <a:lnTo>
                    <a:pt x="537" y="415"/>
                  </a:lnTo>
                  <a:lnTo>
                    <a:pt x="537" y="455"/>
                  </a:lnTo>
                  <a:lnTo>
                    <a:pt x="545" y="503"/>
                  </a:lnTo>
                  <a:lnTo>
                    <a:pt x="553" y="551"/>
                  </a:lnTo>
                  <a:lnTo>
                    <a:pt x="553" y="607"/>
                  </a:lnTo>
                  <a:lnTo>
                    <a:pt x="561" y="655"/>
                  </a:lnTo>
                  <a:lnTo>
                    <a:pt x="561" y="711"/>
                  </a:lnTo>
                  <a:lnTo>
                    <a:pt x="569" y="767"/>
                  </a:lnTo>
                  <a:lnTo>
                    <a:pt x="577" y="831"/>
                  </a:lnTo>
                  <a:lnTo>
                    <a:pt x="577" y="887"/>
                  </a:lnTo>
                  <a:lnTo>
                    <a:pt x="585" y="951"/>
                  </a:lnTo>
                  <a:lnTo>
                    <a:pt x="585" y="1007"/>
                  </a:lnTo>
                  <a:lnTo>
                    <a:pt x="593" y="1071"/>
                  </a:lnTo>
                  <a:lnTo>
                    <a:pt x="601" y="1143"/>
                  </a:lnTo>
                  <a:lnTo>
                    <a:pt x="601" y="1207"/>
                  </a:lnTo>
                  <a:lnTo>
                    <a:pt x="609" y="1271"/>
                  </a:lnTo>
                  <a:lnTo>
                    <a:pt x="609" y="1343"/>
                  </a:lnTo>
                  <a:lnTo>
                    <a:pt x="617" y="1406"/>
                  </a:lnTo>
                  <a:lnTo>
                    <a:pt x="625" y="1478"/>
                  </a:lnTo>
                  <a:lnTo>
                    <a:pt x="625" y="1542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44" name="Freeform 44"/>
            <p:cNvSpPr>
              <a:spLocks/>
            </p:cNvSpPr>
            <p:nvPr/>
          </p:nvSpPr>
          <p:spPr bwMode="auto">
            <a:xfrm>
              <a:off x="4937" y="1733"/>
              <a:ext cx="424" cy="2206"/>
            </a:xfrm>
            <a:custGeom>
              <a:avLst/>
              <a:gdLst/>
              <a:ahLst/>
              <a:cxnLst>
                <a:cxn ang="0">
                  <a:pos x="8" y="72"/>
                </a:cxn>
                <a:cxn ang="0">
                  <a:pos x="16" y="216"/>
                </a:cxn>
                <a:cxn ang="0">
                  <a:pos x="24" y="352"/>
                </a:cxn>
                <a:cxn ang="0">
                  <a:pos x="32" y="496"/>
                </a:cxn>
                <a:cxn ang="0">
                  <a:pos x="40" y="640"/>
                </a:cxn>
                <a:cxn ang="0">
                  <a:pos x="56" y="776"/>
                </a:cxn>
                <a:cxn ang="0">
                  <a:pos x="64" y="912"/>
                </a:cxn>
                <a:cxn ang="0">
                  <a:pos x="72" y="1047"/>
                </a:cxn>
                <a:cxn ang="0">
                  <a:pos x="80" y="1175"/>
                </a:cxn>
                <a:cxn ang="0">
                  <a:pos x="88" y="1295"/>
                </a:cxn>
                <a:cxn ang="0">
                  <a:pos x="104" y="1415"/>
                </a:cxn>
                <a:cxn ang="0">
                  <a:pos x="112" y="1527"/>
                </a:cxn>
                <a:cxn ang="0">
                  <a:pos x="120" y="1639"/>
                </a:cxn>
                <a:cxn ang="0">
                  <a:pos x="128" y="1735"/>
                </a:cxn>
                <a:cxn ang="0">
                  <a:pos x="136" y="1823"/>
                </a:cxn>
                <a:cxn ang="0">
                  <a:pos x="152" y="1903"/>
                </a:cxn>
                <a:cxn ang="0">
                  <a:pos x="160" y="1975"/>
                </a:cxn>
                <a:cxn ang="0">
                  <a:pos x="168" y="2039"/>
                </a:cxn>
                <a:cxn ang="0">
                  <a:pos x="176" y="2095"/>
                </a:cxn>
                <a:cxn ang="0">
                  <a:pos x="184" y="2143"/>
                </a:cxn>
                <a:cxn ang="0">
                  <a:pos x="200" y="2174"/>
                </a:cxn>
                <a:cxn ang="0">
                  <a:pos x="216" y="2206"/>
                </a:cxn>
                <a:cxn ang="0">
                  <a:pos x="216" y="2206"/>
                </a:cxn>
                <a:cxn ang="0">
                  <a:pos x="232" y="2198"/>
                </a:cxn>
                <a:cxn ang="0">
                  <a:pos x="240" y="2182"/>
                </a:cxn>
                <a:cxn ang="0">
                  <a:pos x="256" y="2150"/>
                </a:cxn>
                <a:cxn ang="0">
                  <a:pos x="264" y="2111"/>
                </a:cxn>
                <a:cxn ang="0">
                  <a:pos x="272" y="2063"/>
                </a:cxn>
                <a:cxn ang="0">
                  <a:pos x="280" y="1999"/>
                </a:cxn>
                <a:cxn ang="0">
                  <a:pos x="288" y="1927"/>
                </a:cxn>
                <a:cxn ang="0">
                  <a:pos x="304" y="1855"/>
                </a:cxn>
                <a:cxn ang="0">
                  <a:pos x="312" y="1767"/>
                </a:cxn>
                <a:cxn ang="0">
                  <a:pos x="320" y="1671"/>
                </a:cxn>
                <a:cxn ang="0">
                  <a:pos x="328" y="1567"/>
                </a:cxn>
                <a:cxn ang="0">
                  <a:pos x="336" y="1455"/>
                </a:cxn>
                <a:cxn ang="0">
                  <a:pos x="352" y="1335"/>
                </a:cxn>
                <a:cxn ang="0">
                  <a:pos x="360" y="1215"/>
                </a:cxn>
                <a:cxn ang="0">
                  <a:pos x="368" y="1087"/>
                </a:cxn>
                <a:cxn ang="0">
                  <a:pos x="376" y="960"/>
                </a:cxn>
                <a:cxn ang="0">
                  <a:pos x="384" y="824"/>
                </a:cxn>
                <a:cxn ang="0">
                  <a:pos x="400" y="688"/>
                </a:cxn>
                <a:cxn ang="0">
                  <a:pos x="408" y="544"/>
                </a:cxn>
                <a:cxn ang="0">
                  <a:pos x="416" y="400"/>
                </a:cxn>
              </a:cxnLst>
              <a:rect l="0" t="0" r="r" b="b"/>
              <a:pathLst>
                <a:path w="424" h="2206">
                  <a:moveTo>
                    <a:pt x="0" y="0"/>
                  </a:moveTo>
                  <a:lnTo>
                    <a:pt x="8" y="72"/>
                  </a:lnTo>
                  <a:lnTo>
                    <a:pt x="8" y="144"/>
                  </a:lnTo>
                  <a:lnTo>
                    <a:pt x="16" y="216"/>
                  </a:lnTo>
                  <a:lnTo>
                    <a:pt x="24" y="288"/>
                  </a:lnTo>
                  <a:lnTo>
                    <a:pt x="24" y="352"/>
                  </a:lnTo>
                  <a:lnTo>
                    <a:pt x="32" y="424"/>
                  </a:lnTo>
                  <a:lnTo>
                    <a:pt x="32" y="496"/>
                  </a:lnTo>
                  <a:lnTo>
                    <a:pt x="40" y="568"/>
                  </a:lnTo>
                  <a:lnTo>
                    <a:pt x="40" y="640"/>
                  </a:lnTo>
                  <a:lnTo>
                    <a:pt x="48" y="704"/>
                  </a:lnTo>
                  <a:lnTo>
                    <a:pt x="56" y="776"/>
                  </a:lnTo>
                  <a:lnTo>
                    <a:pt x="56" y="848"/>
                  </a:lnTo>
                  <a:lnTo>
                    <a:pt x="64" y="912"/>
                  </a:lnTo>
                  <a:lnTo>
                    <a:pt x="64" y="976"/>
                  </a:lnTo>
                  <a:lnTo>
                    <a:pt x="72" y="1047"/>
                  </a:lnTo>
                  <a:lnTo>
                    <a:pt x="80" y="1111"/>
                  </a:lnTo>
                  <a:lnTo>
                    <a:pt x="80" y="1175"/>
                  </a:lnTo>
                  <a:lnTo>
                    <a:pt x="88" y="1239"/>
                  </a:lnTo>
                  <a:lnTo>
                    <a:pt x="88" y="1295"/>
                  </a:lnTo>
                  <a:lnTo>
                    <a:pt x="96" y="1359"/>
                  </a:lnTo>
                  <a:lnTo>
                    <a:pt x="104" y="1415"/>
                  </a:lnTo>
                  <a:lnTo>
                    <a:pt x="104" y="1471"/>
                  </a:lnTo>
                  <a:lnTo>
                    <a:pt x="112" y="1527"/>
                  </a:lnTo>
                  <a:lnTo>
                    <a:pt x="112" y="1583"/>
                  </a:lnTo>
                  <a:lnTo>
                    <a:pt x="120" y="1639"/>
                  </a:lnTo>
                  <a:lnTo>
                    <a:pt x="128" y="1687"/>
                  </a:lnTo>
                  <a:lnTo>
                    <a:pt x="128" y="1735"/>
                  </a:lnTo>
                  <a:lnTo>
                    <a:pt x="136" y="1783"/>
                  </a:lnTo>
                  <a:lnTo>
                    <a:pt x="136" y="1823"/>
                  </a:lnTo>
                  <a:lnTo>
                    <a:pt x="144" y="1863"/>
                  </a:lnTo>
                  <a:lnTo>
                    <a:pt x="152" y="1903"/>
                  </a:lnTo>
                  <a:lnTo>
                    <a:pt x="152" y="1943"/>
                  </a:lnTo>
                  <a:lnTo>
                    <a:pt x="160" y="1975"/>
                  </a:lnTo>
                  <a:lnTo>
                    <a:pt x="160" y="2015"/>
                  </a:lnTo>
                  <a:lnTo>
                    <a:pt x="168" y="2039"/>
                  </a:lnTo>
                  <a:lnTo>
                    <a:pt x="176" y="2071"/>
                  </a:lnTo>
                  <a:lnTo>
                    <a:pt x="176" y="2095"/>
                  </a:lnTo>
                  <a:lnTo>
                    <a:pt x="184" y="2119"/>
                  </a:lnTo>
                  <a:lnTo>
                    <a:pt x="184" y="2143"/>
                  </a:lnTo>
                  <a:lnTo>
                    <a:pt x="192" y="2158"/>
                  </a:lnTo>
                  <a:lnTo>
                    <a:pt x="200" y="2174"/>
                  </a:lnTo>
                  <a:lnTo>
                    <a:pt x="200" y="2182"/>
                  </a:lnTo>
                  <a:lnTo>
                    <a:pt x="216" y="2206"/>
                  </a:lnTo>
                  <a:lnTo>
                    <a:pt x="208" y="2206"/>
                  </a:lnTo>
                  <a:lnTo>
                    <a:pt x="216" y="2206"/>
                  </a:lnTo>
                  <a:lnTo>
                    <a:pt x="224" y="2206"/>
                  </a:lnTo>
                  <a:lnTo>
                    <a:pt x="232" y="2198"/>
                  </a:lnTo>
                  <a:lnTo>
                    <a:pt x="240" y="2190"/>
                  </a:lnTo>
                  <a:lnTo>
                    <a:pt x="240" y="2182"/>
                  </a:lnTo>
                  <a:lnTo>
                    <a:pt x="248" y="2166"/>
                  </a:lnTo>
                  <a:lnTo>
                    <a:pt x="256" y="2150"/>
                  </a:lnTo>
                  <a:lnTo>
                    <a:pt x="256" y="2135"/>
                  </a:lnTo>
                  <a:lnTo>
                    <a:pt x="264" y="2111"/>
                  </a:lnTo>
                  <a:lnTo>
                    <a:pt x="264" y="2087"/>
                  </a:lnTo>
                  <a:lnTo>
                    <a:pt x="272" y="2063"/>
                  </a:lnTo>
                  <a:lnTo>
                    <a:pt x="280" y="2031"/>
                  </a:lnTo>
                  <a:lnTo>
                    <a:pt x="280" y="1999"/>
                  </a:lnTo>
                  <a:lnTo>
                    <a:pt x="288" y="1967"/>
                  </a:lnTo>
                  <a:lnTo>
                    <a:pt x="288" y="1927"/>
                  </a:lnTo>
                  <a:lnTo>
                    <a:pt x="296" y="1895"/>
                  </a:lnTo>
                  <a:lnTo>
                    <a:pt x="304" y="1855"/>
                  </a:lnTo>
                  <a:lnTo>
                    <a:pt x="304" y="1807"/>
                  </a:lnTo>
                  <a:lnTo>
                    <a:pt x="312" y="1767"/>
                  </a:lnTo>
                  <a:lnTo>
                    <a:pt x="312" y="1719"/>
                  </a:lnTo>
                  <a:lnTo>
                    <a:pt x="320" y="1671"/>
                  </a:lnTo>
                  <a:lnTo>
                    <a:pt x="328" y="1615"/>
                  </a:lnTo>
                  <a:lnTo>
                    <a:pt x="328" y="1567"/>
                  </a:lnTo>
                  <a:lnTo>
                    <a:pt x="336" y="1511"/>
                  </a:lnTo>
                  <a:lnTo>
                    <a:pt x="336" y="1455"/>
                  </a:lnTo>
                  <a:lnTo>
                    <a:pt x="344" y="1399"/>
                  </a:lnTo>
                  <a:lnTo>
                    <a:pt x="352" y="1335"/>
                  </a:lnTo>
                  <a:lnTo>
                    <a:pt x="352" y="1279"/>
                  </a:lnTo>
                  <a:lnTo>
                    <a:pt x="360" y="1215"/>
                  </a:lnTo>
                  <a:lnTo>
                    <a:pt x="360" y="1151"/>
                  </a:lnTo>
                  <a:lnTo>
                    <a:pt x="368" y="1087"/>
                  </a:lnTo>
                  <a:lnTo>
                    <a:pt x="376" y="1023"/>
                  </a:lnTo>
                  <a:lnTo>
                    <a:pt x="376" y="960"/>
                  </a:lnTo>
                  <a:lnTo>
                    <a:pt x="384" y="888"/>
                  </a:lnTo>
                  <a:lnTo>
                    <a:pt x="384" y="824"/>
                  </a:lnTo>
                  <a:lnTo>
                    <a:pt x="392" y="752"/>
                  </a:lnTo>
                  <a:lnTo>
                    <a:pt x="400" y="688"/>
                  </a:lnTo>
                  <a:lnTo>
                    <a:pt x="400" y="616"/>
                  </a:lnTo>
                  <a:lnTo>
                    <a:pt x="408" y="544"/>
                  </a:lnTo>
                  <a:lnTo>
                    <a:pt x="408" y="472"/>
                  </a:lnTo>
                  <a:lnTo>
                    <a:pt x="416" y="400"/>
                  </a:lnTo>
                  <a:lnTo>
                    <a:pt x="424" y="336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sp>
        <p:nvSpPr>
          <p:cNvPr id="25676" name="Text Box 76"/>
          <p:cNvSpPr txBox="1">
            <a:spLocks noChangeArrowheads="1"/>
          </p:cNvSpPr>
          <p:nvPr/>
        </p:nvSpPr>
        <p:spPr bwMode="auto">
          <a:xfrm>
            <a:off x="4962526" y="6445250"/>
            <a:ext cx="129490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200" dirty="0">
                <a:latin typeface="Gill Sans MT" panose="020B0502020104020203" pitchFamily="34" charset="77"/>
              </a:rPr>
              <a:t>Filtros pasa banda</a:t>
            </a:r>
            <a:endParaRPr lang="es-ES" sz="1200" dirty="0">
              <a:latin typeface="Gill Sans MT" panose="020B0502020104020203" pitchFamily="34" charset="77"/>
            </a:endParaRPr>
          </a:p>
        </p:txBody>
      </p:sp>
      <p:cxnSp>
        <p:nvCxnSpPr>
          <p:cNvPr id="25677" name="AutoShape 77"/>
          <p:cNvCxnSpPr>
            <a:cxnSpLocks noChangeShapeType="1"/>
          </p:cNvCxnSpPr>
          <p:nvPr/>
        </p:nvCxnSpPr>
        <p:spPr bwMode="auto">
          <a:xfrm rot="10800000" flipH="1">
            <a:off x="5087939" y="1123950"/>
            <a:ext cx="1587" cy="4826000"/>
          </a:xfrm>
          <a:prstGeom prst="bentConnector3">
            <a:avLst>
              <a:gd name="adj1" fmla="val -14400000"/>
            </a:avLst>
          </a:prstGeom>
          <a:noFill/>
          <a:ln w="28575">
            <a:solidFill>
              <a:schemeClr val="bg2"/>
            </a:solidFill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25678" name="AutoShape 78"/>
          <p:cNvCxnSpPr>
            <a:cxnSpLocks noChangeShapeType="1"/>
          </p:cNvCxnSpPr>
          <p:nvPr/>
        </p:nvCxnSpPr>
        <p:spPr bwMode="auto">
          <a:xfrm rot="10800000" flipH="1">
            <a:off x="5087939" y="2708275"/>
            <a:ext cx="1587" cy="1657350"/>
          </a:xfrm>
          <a:prstGeom prst="bentConnector3">
            <a:avLst>
              <a:gd name="adj1" fmla="val -14400000"/>
            </a:avLst>
          </a:prstGeom>
          <a:noFill/>
          <a:ln w="28575">
            <a:solidFill>
              <a:schemeClr val="bg2"/>
            </a:solidFill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25679" name="Line 79"/>
          <p:cNvSpPr>
            <a:spLocks noChangeShapeType="1"/>
          </p:cNvSpPr>
          <p:nvPr/>
        </p:nvSpPr>
        <p:spPr bwMode="auto">
          <a:xfrm>
            <a:off x="4367214" y="3429000"/>
            <a:ext cx="504825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5681" name="Rectangle 81"/>
          <p:cNvSpPr>
            <a:spLocks noChangeArrowheads="1"/>
          </p:cNvSpPr>
          <p:nvPr/>
        </p:nvSpPr>
        <p:spPr bwMode="auto">
          <a:xfrm>
            <a:off x="5075239" y="882650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25682" name="Rectangle 82"/>
          <p:cNvSpPr>
            <a:spLocks noChangeArrowheads="1"/>
          </p:cNvSpPr>
          <p:nvPr/>
        </p:nvSpPr>
        <p:spPr bwMode="auto">
          <a:xfrm>
            <a:off x="5075239" y="2466975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25683" name="Rectangle 83"/>
          <p:cNvSpPr>
            <a:spLocks noChangeArrowheads="1"/>
          </p:cNvSpPr>
          <p:nvPr/>
        </p:nvSpPr>
        <p:spPr bwMode="auto">
          <a:xfrm>
            <a:off x="5075239" y="4124325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sp>
        <p:nvSpPr>
          <p:cNvPr id="25684" name="Rectangle 84"/>
          <p:cNvSpPr>
            <a:spLocks noChangeArrowheads="1"/>
          </p:cNvSpPr>
          <p:nvPr/>
        </p:nvSpPr>
        <p:spPr bwMode="auto">
          <a:xfrm>
            <a:off x="5075239" y="5708650"/>
            <a:ext cx="1152525" cy="431800"/>
          </a:xfrm>
          <a:prstGeom prst="rect">
            <a:avLst/>
          </a:prstGeom>
          <a:solidFill>
            <a:srgbClr val="E1F2F3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E1F2F3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/>
          </a:p>
        </p:txBody>
      </p:sp>
      <p:grpSp>
        <p:nvGrpSpPr>
          <p:cNvPr id="25685" name="Group 85"/>
          <p:cNvGrpSpPr>
            <a:grpSpLocks/>
          </p:cNvGrpSpPr>
          <p:nvPr/>
        </p:nvGrpSpPr>
        <p:grpSpPr bwMode="auto">
          <a:xfrm>
            <a:off x="5219700" y="5805488"/>
            <a:ext cx="863600" cy="215900"/>
            <a:chOff x="204" y="3838"/>
            <a:chExt cx="317" cy="136"/>
          </a:xfrm>
        </p:grpSpPr>
        <p:sp>
          <p:nvSpPr>
            <p:cNvPr id="25686" name="Rectangle 86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87" name="Rectangle 87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88" name="Rectangle 88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89" name="Rectangle 89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25690" name="Group 90"/>
          <p:cNvGrpSpPr>
            <a:grpSpLocks/>
          </p:cNvGrpSpPr>
          <p:nvPr/>
        </p:nvGrpSpPr>
        <p:grpSpPr bwMode="auto">
          <a:xfrm>
            <a:off x="5219700" y="4230688"/>
            <a:ext cx="863600" cy="215900"/>
            <a:chOff x="204" y="3838"/>
            <a:chExt cx="317" cy="136"/>
          </a:xfrm>
        </p:grpSpPr>
        <p:sp>
          <p:nvSpPr>
            <p:cNvPr id="25691" name="Rectangle 91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92" name="Rectangle 92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93" name="Rectangle 93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94" name="Rectangle 94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25695" name="Group 95"/>
          <p:cNvGrpSpPr>
            <a:grpSpLocks/>
          </p:cNvGrpSpPr>
          <p:nvPr/>
        </p:nvGrpSpPr>
        <p:grpSpPr bwMode="auto">
          <a:xfrm>
            <a:off x="5219700" y="2554288"/>
            <a:ext cx="863600" cy="215900"/>
            <a:chOff x="204" y="3838"/>
            <a:chExt cx="317" cy="136"/>
          </a:xfrm>
        </p:grpSpPr>
        <p:sp>
          <p:nvSpPr>
            <p:cNvPr id="25696" name="Rectangle 96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97" name="Rectangle 97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98" name="Rectangle 98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699" name="Rectangle 99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grpSp>
        <p:nvGrpSpPr>
          <p:cNvPr id="25700" name="Group 100"/>
          <p:cNvGrpSpPr>
            <a:grpSpLocks/>
          </p:cNvGrpSpPr>
          <p:nvPr/>
        </p:nvGrpSpPr>
        <p:grpSpPr bwMode="auto">
          <a:xfrm>
            <a:off x="5219700" y="979488"/>
            <a:ext cx="863600" cy="215900"/>
            <a:chOff x="204" y="3838"/>
            <a:chExt cx="317" cy="136"/>
          </a:xfrm>
        </p:grpSpPr>
        <p:sp>
          <p:nvSpPr>
            <p:cNvPr id="25701" name="Rectangle 101"/>
            <p:cNvSpPr>
              <a:spLocks noChangeArrowheads="1"/>
            </p:cNvSpPr>
            <p:nvPr/>
          </p:nvSpPr>
          <p:spPr bwMode="auto">
            <a:xfrm>
              <a:off x="204" y="3838"/>
              <a:ext cx="45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702" name="Rectangle 102"/>
            <p:cNvSpPr>
              <a:spLocks noChangeArrowheads="1"/>
            </p:cNvSpPr>
            <p:nvPr/>
          </p:nvSpPr>
          <p:spPr bwMode="auto">
            <a:xfrm>
              <a:off x="29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703" name="Rectangle 103"/>
            <p:cNvSpPr>
              <a:spLocks noChangeArrowheads="1"/>
            </p:cNvSpPr>
            <p:nvPr/>
          </p:nvSpPr>
          <p:spPr bwMode="auto">
            <a:xfrm>
              <a:off x="385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  <p:sp>
          <p:nvSpPr>
            <p:cNvPr id="25704" name="Rectangle 104"/>
            <p:cNvSpPr>
              <a:spLocks noChangeArrowheads="1"/>
            </p:cNvSpPr>
            <p:nvPr/>
          </p:nvSpPr>
          <p:spPr bwMode="auto">
            <a:xfrm>
              <a:off x="476" y="3838"/>
              <a:ext cx="45" cy="1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/>
            </a:p>
          </p:txBody>
        </p:sp>
      </p:grpSp>
      <p:sp>
        <p:nvSpPr>
          <p:cNvPr id="25705" name="Text Box 105"/>
          <p:cNvSpPr txBox="1">
            <a:spLocks noChangeArrowheads="1"/>
          </p:cNvSpPr>
          <p:nvPr/>
        </p:nvSpPr>
        <p:spPr bwMode="auto">
          <a:xfrm>
            <a:off x="5127625" y="12525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1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5706" name="Text Box 106"/>
          <p:cNvSpPr txBox="1">
            <a:spLocks noChangeArrowheads="1"/>
          </p:cNvSpPr>
          <p:nvPr/>
        </p:nvSpPr>
        <p:spPr bwMode="auto">
          <a:xfrm>
            <a:off x="5343525" y="28527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2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5707" name="Text Box 107"/>
          <p:cNvSpPr txBox="1">
            <a:spLocks noChangeArrowheads="1"/>
          </p:cNvSpPr>
          <p:nvPr/>
        </p:nvSpPr>
        <p:spPr bwMode="auto">
          <a:xfrm>
            <a:off x="5597525" y="44910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3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5708" name="Text Box 108"/>
          <p:cNvSpPr txBox="1">
            <a:spLocks noChangeArrowheads="1"/>
          </p:cNvSpPr>
          <p:nvPr/>
        </p:nvSpPr>
        <p:spPr bwMode="auto">
          <a:xfrm>
            <a:off x="5838825" y="60658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i="1" dirty="0">
                <a:sym typeface="Symbol" charset="2"/>
              </a:rPr>
              <a:t></a:t>
            </a:r>
            <a:r>
              <a:rPr lang="es-CL" baseline="-25000" dirty="0">
                <a:latin typeface="Gill Sans MT" panose="020B0502020104020203" pitchFamily="34" charset="77"/>
              </a:rPr>
              <a:t>4</a:t>
            </a:r>
            <a:endParaRPr lang="es-ES" baseline="-25000" dirty="0">
              <a:latin typeface="Gill Sans MT" panose="020B0502020104020203" pitchFamily="34" charset="77"/>
            </a:endParaRPr>
          </a:p>
        </p:txBody>
      </p:sp>
      <p:sp>
        <p:nvSpPr>
          <p:cNvPr id="25709" name="Line 109"/>
          <p:cNvSpPr>
            <a:spLocks noChangeShapeType="1"/>
          </p:cNvSpPr>
          <p:nvPr/>
        </p:nvSpPr>
        <p:spPr bwMode="auto">
          <a:xfrm>
            <a:off x="6311900" y="1052513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5710" name="Line 110"/>
          <p:cNvSpPr>
            <a:spLocks noChangeShapeType="1"/>
          </p:cNvSpPr>
          <p:nvPr/>
        </p:nvSpPr>
        <p:spPr bwMode="auto">
          <a:xfrm>
            <a:off x="6311900" y="2636838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5711" name="Line 111"/>
          <p:cNvSpPr>
            <a:spLocks noChangeShapeType="1"/>
          </p:cNvSpPr>
          <p:nvPr/>
        </p:nvSpPr>
        <p:spPr bwMode="auto">
          <a:xfrm>
            <a:off x="6311900" y="4292600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5712" name="Line 112"/>
          <p:cNvSpPr>
            <a:spLocks noChangeShapeType="1"/>
          </p:cNvSpPr>
          <p:nvPr/>
        </p:nvSpPr>
        <p:spPr bwMode="auto">
          <a:xfrm>
            <a:off x="6311900" y="5876925"/>
            <a:ext cx="64928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4CDD5-075C-38F3-1B63-F969454E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83F759-0507-2147-5D3C-D64F5979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44</a:t>
            </a:fld>
            <a:endParaRPr lang="en-CL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81D8-CD13-480E-0165-D908206C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9EAE7-0D55-3116-5266-2F33CF86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690577"/>
            <a:ext cx="8229600" cy="2481278"/>
          </a:xfrm>
        </p:spPr>
        <p:txBody>
          <a:bodyPr>
            <a:normAutofit/>
          </a:bodyPr>
          <a:lstStyle/>
          <a:p>
            <a:pPr algn="ctr"/>
            <a:r>
              <a:rPr lang="es-ES_tradnl" dirty="0"/>
              <a:t>Descriptores de Fourier</a:t>
            </a:r>
            <a:br>
              <a:rPr lang="es-ES_tradnl" dirty="0"/>
            </a:br>
            <a:br>
              <a:rPr lang="es-ES_tradnl" dirty="0"/>
            </a:br>
            <a:r>
              <a:rPr lang="es-ES_tradnl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Matemática de la</a:t>
            </a:r>
            <a:br>
              <a:rPr lang="es-ES_tradnl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s-ES_tradnl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Transformada de Fourier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6325E7-53E2-0EF3-7786-23306295B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237B9-1053-6E0B-1C9C-F27FA712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68759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C2FE-B73B-B94E-9E6D-9EC4F40A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Transformada</a:t>
            </a:r>
            <a:r>
              <a:rPr lang="en-US" dirty="0"/>
              <a:t> de Fourier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15B22-46C0-6041-98DE-550CA6F6DE89}"/>
              </a:ext>
            </a:extLst>
          </p:cNvPr>
          <p:cNvSpPr txBox="1"/>
          <p:nvPr/>
        </p:nvSpPr>
        <p:spPr>
          <a:xfrm>
            <a:off x="2262130" y="1905918"/>
            <a:ext cx="246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CONCEPTOS BÁSICOS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D5554-939F-564B-87AB-2B5085AA4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102" y="3073400"/>
            <a:ext cx="1143000" cy="71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A06813-C272-2B4F-AB04-B99FE5E23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837" y="3073400"/>
            <a:ext cx="1485900" cy="711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8419FB-60F6-2447-962E-067B22893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987" y="3264688"/>
            <a:ext cx="641964" cy="3286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68A6D9-B428-1146-B885-0D885E994F11}"/>
              </a:ext>
            </a:extLst>
          </p:cNvPr>
          <p:cNvSpPr txBox="1"/>
          <p:nvPr/>
        </p:nvSpPr>
        <p:spPr>
          <a:xfrm>
            <a:off x="3906767" y="4122300"/>
            <a:ext cx="15588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Función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</a:p>
          <a:p>
            <a:pPr algn="ctr"/>
            <a:r>
              <a:rPr lang="en-US" dirty="0" err="1"/>
              <a:t>dominio</a:t>
            </a:r>
            <a:endParaRPr lang="en-US" dirty="0"/>
          </a:p>
          <a:p>
            <a:pPr algn="ctr"/>
            <a:r>
              <a:rPr lang="en-US" dirty="0"/>
              <a:t>del </a:t>
            </a:r>
            <a:r>
              <a:rPr lang="en-US" dirty="0" err="1"/>
              <a:t>tiempo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9FAC05-9832-6A48-AFDC-A3D17EFCC9C6}"/>
              </a:ext>
            </a:extLst>
          </p:cNvPr>
          <p:cNvSpPr txBox="1"/>
          <p:nvPr/>
        </p:nvSpPr>
        <p:spPr>
          <a:xfrm>
            <a:off x="6357128" y="4122299"/>
            <a:ext cx="18133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Función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</a:p>
          <a:p>
            <a:pPr algn="ctr"/>
            <a:r>
              <a:rPr lang="en-US" dirty="0" err="1"/>
              <a:t>dominio</a:t>
            </a:r>
            <a:endParaRPr lang="en-US" dirty="0"/>
          </a:p>
          <a:p>
            <a:pPr algn="ctr"/>
            <a:r>
              <a:rPr lang="en-US" dirty="0"/>
              <a:t>de la </a:t>
            </a:r>
            <a:r>
              <a:rPr lang="en-US" dirty="0" err="1"/>
              <a:t>frecuencia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626DBD-D89C-F9F5-0DEC-5362D898F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90904-B675-A05E-6530-4054E0B1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325189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C2FE-B73B-B94E-9E6D-9EC4F40A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Transformada</a:t>
            </a:r>
            <a:r>
              <a:rPr lang="en-US" dirty="0"/>
              <a:t> de Fourier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9BA09A-20CF-5646-925C-47C93A318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455" y="1783416"/>
            <a:ext cx="6731605" cy="1390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00AAB6-92CE-E64C-AC5A-FFE2AF7A5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943" y="5999723"/>
            <a:ext cx="1086153" cy="301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6B925B-2AD7-F944-BC65-DA336DF3D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455" y="4363598"/>
            <a:ext cx="6731605" cy="1392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36CC59-572E-AB47-B01B-C4D99CC687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780941" y="3516170"/>
            <a:ext cx="1121009" cy="57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92D2EB-703D-095C-8ACA-F8845CDCF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0811" y="4751700"/>
            <a:ext cx="757285" cy="6606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FCEAE5-8041-F35D-160F-70DB38A4F843}"/>
              </a:ext>
            </a:extLst>
          </p:cNvPr>
          <p:cNvSpPr txBox="1"/>
          <p:nvPr/>
        </p:nvSpPr>
        <p:spPr>
          <a:xfrm>
            <a:off x="8190615" y="1222744"/>
            <a:ext cx="1298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CONTINUA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969E12E-F528-728A-D12A-3D129E549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82F46D8-BFD6-C71F-327E-10CF537A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721625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C2FE-B73B-B94E-9E6D-9EC4F40A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Transformada</a:t>
            </a:r>
            <a:r>
              <a:rPr lang="en-US" dirty="0"/>
              <a:t> de Fourier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0AAB6-92CE-E64C-AC5A-FFE2AF7A5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943" y="5999723"/>
            <a:ext cx="1086153" cy="301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36CC59-572E-AB47-B01B-C4D99CC68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780941" y="3516170"/>
            <a:ext cx="1121009" cy="5738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FCEAE5-8041-F35D-160F-70DB38A4F843}"/>
              </a:ext>
            </a:extLst>
          </p:cNvPr>
          <p:cNvSpPr txBox="1"/>
          <p:nvPr/>
        </p:nvSpPr>
        <p:spPr>
          <a:xfrm>
            <a:off x="8190614" y="1222744"/>
            <a:ext cx="1196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DISCRETA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CB2261-65FB-8114-8516-DDB119AF9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830" y="1909089"/>
            <a:ext cx="5461000" cy="133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92F482-7D8A-88BF-819D-76F981A30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4520" y="4538875"/>
            <a:ext cx="4838700" cy="13335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87F825-61EF-7676-2F2E-6C1FE798E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52FD6-2DF6-1A39-04EF-369B90067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542207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C2FE-B73B-B94E-9E6D-9EC4F40A7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28855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s-ES_tradnl" dirty="0"/>
              <a:t>¿Cómo usar Fourier para describir la forma de una figura geométrica?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BF0BC-2E12-B7FA-2D43-ED9660625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2851F-4CED-D799-82BA-FBAE698A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716845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CBFF21-63C4-5F4A-A2BD-E862979CE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24807"/>
            <a:ext cx="9144000" cy="420838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0BAB8-9EBC-D83B-8C5C-94A5E793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96FA54-C45C-2D42-8CE0-278A659B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631711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8CBE11-87F8-DE46-86ED-D40E4221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93104"/>
            <a:ext cx="9144000" cy="447179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80FAB7-3E38-C2F8-772C-544FFA6C8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3118AD-52D6-696F-CB49-E5E93BB3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964466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24D81-1CE6-6C42-F826-F9E0D5B9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62FCDC-5D2D-B169-F8BF-602CFD9FB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24807"/>
            <a:ext cx="9144000" cy="420838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394C869-ACEC-A978-7156-C1AC7A5047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344" y="2021420"/>
            <a:ext cx="2019872" cy="201987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2A365-D894-A0A3-AE1C-FF5C11A7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1050E-3C66-6791-266C-FF061D24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558503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527A4-545B-71BD-8BF0-DC40D974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03E75DF-8590-B1E1-4F19-FECC916DA3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645FB23-6EA4-E17B-830F-125F1B774475}"/>
              </a:ext>
            </a:extLst>
          </p:cNvPr>
          <p:cNvGrpSpPr/>
          <p:nvPr/>
        </p:nvGrpSpPr>
        <p:grpSpPr>
          <a:xfrm>
            <a:off x="2877313" y="292608"/>
            <a:ext cx="643917" cy="771668"/>
            <a:chOff x="1353312" y="292608"/>
            <a:chExt cx="643917" cy="771668"/>
          </a:xfrm>
        </p:grpSpPr>
        <p:sp>
          <p:nvSpPr>
            <p:cNvPr id="10" name="5-Point Star 9">
              <a:extLst>
                <a:ext uri="{FF2B5EF4-FFF2-40B4-BE49-F238E27FC236}">
                  <a16:creationId xmlns:a16="http://schemas.microsoft.com/office/drawing/2014/main" id="{B4475A39-F139-9B6F-471E-E1CFA0E66CDA}"/>
                </a:ext>
              </a:extLst>
            </p:cNvPr>
            <p:cNvSpPr/>
            <p:nvPr/>
          </p:nvSpPr>
          <p:spPr>
            <a:xfrm>
              <a:off x="1353312" y="292608"/>
              <a:ext cx="292608" cy="28041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B44848-0E62-C2ED-1262-828EEEDA61AF}"/>
                </a:ext>
              </a:extLst>
            </p:cNvPr>
            <p:cNvSpPr txBox="1"/>
            <p:nvPr/>
          </p:nvSpPr>
          <p:spPr>
            <a:xfrm>
              <a:off x="1365325" y="694944"/>
              <a:ext cx="631904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CL" dirty="0"/>
                <a:t>(2,4)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5E95AA7-3E8D-E1C7-7EF4-A02E230F3221}"/>
              </a:ext>
            </a:extLst>
          </p:cNvPr>
          <p:cNvGrpSpPr/>
          <p:nvPr/>
        </p:nvGrpSpPr>
        <p:grpSpPr>
          <a:xfrm>
            <a:off x="1559814" y="119468"/>
            <a:ext cx="3816858" cy="2855380"/>
            <a:chOff x="35814" y="119468"/>
            <a:chExt cx="3816858" cy="285538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82D3DA0-4298-2350-093A-EF0004C321CA}"/>
                </a:ext>
              </a:extLst>
            </p:cNvPr>
            <p:cNvGrpSpPr/>
            <p:nvPr/>
          </p:nvGrpSpPr>
          <p:grpSpPr>
            <a:xfrm>
              <a:off x="35814" y="119468"/>
              <a:ext cx="3643122" cy="2759876"/>
              <a:chOff x="35814" y="119468"/>
              <a:chExt cx="3643122" cy="2759876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D2359F71-B52C-3FBE-9311-F9A39FD967A0}"/>
                  </a:ext>
                </a:extLst>
              </p:cNvPr>
              <p:cNvCxnSpPr/>
              <p:nvPr/>
            </p:nvCxnSpPr>
            <p:spPr>
              <a:xfrm>
                <a:off x="426720" y="119468"/>
                <a:ext cx="0" cy="12704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665D5A0-BA43-6365-F803-9B53FC2FE2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14" y="367030"/>
                <a:ext cx="342900" cy="393700"/>
              </a:xfrm>
              <a:prstGeom prst="rect">
                <a:avLst/>
              </a:prstGeom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E0D1801B-0ABB-06E7-0AFC-AF0E4565AF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2640" y="2676144"/>
                <a:ext cx="122529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51E2C10-AC3C-93B8-F50E-B53D9B5B83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97936" y="2472944"/>
                <a:ext cx="381000" cy="406400"/>
              </a:xfrm>
              <a:prstGeom prst="rect">
                <a:avLst/>
              </a:prstGeom>
            </p:spPr>
          </p:pic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15EBB83-4D49-1130-FDAC-DF3A18C9849B}"/>
                </a:ext>
              </a:extLst>
            </p:cNvPr>
            <p:cNvSpPr/>
            <p:nvPr/>
          </p:nvSpPr>
          <p:spPr>
            <a:xfrm>
              <a:off x="3499104" y="2627376"/>
              <a:ext cx="353568" cy="3474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1F467E8-5DF4-2604-97B9-5CE5662A7A03}"/>
                </a:ext>
              </a:extLst>
            </p:cNvPr>
            <p:cNvSpPr/>
            <p:nvPr/>
          </p:nvSpPr>
          <p:spPr>
            <a:xfrm>
              <a:off x="201930" y="521208"/>
              <a:ext cx="176778" cy="3474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7587E4F-2118-83D3-3566-6FA51BF8B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DFC8F75-AE5F-3844-8F39-FC13BC0E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93861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E5E825E-F0ED-9D4D-A0E0-E7B749610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sp>
        <p:nvSpPr>
          <p:cNvPr id="10" name="5-Point Star 9">
            <a:extLst>
              <a:ext uri="{FF2B5EF4-FFF2-40B4-BE49-F238E27FC236}">
                <a16:creationId xmlns:a16="http://schemas.microsoft.com/office/drawing/2014/main" id="{5903CEBF-9EEE-D449-5A2E-0BE3BA7B3C5C}"/>
              </a:ext>
            </a:extLst>
          </p:cNvPr>
          <p:cNvSpPr/>
          <p:nvPr/>
        </p:nvSpPr>
        <p:spPr>
          <a:xfrm>
            <a:off x="4194048" y="1146048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1182CA-AED8-FA9C-87E8-EFAFB84578DB}"/>
              </a:ext>
            </a:extLst>
          </p:cNvPr>
          <p:cNvSpPr txBox="1"/>
          <p:nvPr/>
        </p:nvSpPr>
        <p:spPr>
          <a:xfrm>
            <a:off x="4882897" y="1101590"/>
            <a:ext cx="75533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CL" dirty="0"/>
              <a:t>(6,10)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DEC90C8-6FE7-FE91-A2C2-A46D23C834EE}"/>
              </a:ext>
            </a:extLst>
          </p:cNvPr>
          <p:cNvGrpSpPr/>
          <p:nvPr/>
        </p:nvGrpSpPr>
        <p:grpSpPr>
          <a:xfrm>
            <a:off x="1559814" y="119468"/>
            <a:ext cx="3816858" cy="2855380"/>
            <a:chOff x="35814" y="119468"/>
            <a:chExt cx="3816858" cy="285538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54E2E8C-22A3-8288-4EBB-25F255AA8F72}"/>
                </a:ext>
              </a:extLst>
            </p:cNvPr>
            <p:cNvGrpSpPr/>
            <p:nvPr/>
          </p:nvGrpSpPr>
          <p:grpSpPr>
            <a:xfrm>
              <a:off x="35814" y="119468"/>
              <a:ext cx="3643122" cy="2759876"/>
              <a:chOff x="35814" y="119468"/>
              <a:chExt cx="3643122" cy="2759876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C1C982E-299D-5F64-3156-068C99656619}"/>
                  </a:ext>
                </a:extLst>
              </p:cNvPr>
              <p:cNvCxnSpPr/>
              <p:nvPr/>
            </p:nvCxnSpPr>
            <p:spPr>
              <a:xfrm>
                <a:off x="426720" y="119468"/>
                <a:ext cx="0" cy="12704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F5AA916D-0090-D1F4-77F3-26F485FF81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14" y="367030"/>
                <a:ext cx="342900" cy="393700"/>
              </a:xfrm>
              <a:prstGeom prst="rect">
                <a:avLst/>
              </a:prstGeom>
            </p:spPr>
          </p:pic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A65E4522-A61E-FECF-6154-81FA0546B4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2640" y="2676144"/>
                <a:ext cx="122529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BD25837A-3DC8-9751-A966-282E8E8D50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7936" y="2472944"/>
                <a:ext cx="381000" cy="406400"/>
              </a:xfrm>
              <a:prstGeom prst="rect">
                <a:avLst/>
              </a:prstGeom>
            </p:spPr>
          </p:pic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A5A6CD-18F1-E9A7-3DAC-BAA30D90CA75}"/>
                </a:ext>
              </a:extLst>
            </p:cNvPr>
            <p:cNvSpPr/>
            <p:nvPr/>
          </p:nvSpPr>
          <p:spPr>
            <a:xfrm>
              <a:off x="3499104" y="2627376"/>
              <a:ext cx="353568" cy="3474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58831D7-7B06-D823-48C9-CB05EC4ED6CC}"/>
                </a:ext>
              </a:extLst>
            </p:cNvPr>
            <p:cNvSpPr/>
            <p:nvPr/>
          </p:nvSpPr>
          <p:spPr>
            <a:xfrm>
              <a:off x="201930" y="521208"/>
              <a:ext cx="176778" cy="3474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F84F8-11E4-CC8A-D440-5DC74BC6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12742A-52AC-E5DF-820D-B73DC5B8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267197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622C2-E0A0-5788-EAE9-467DBCB72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6588054-466D-09BD-56CF-2F530A20E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B1BECF3-F1B5-590A-3EEF-086CA96C1D1F}"/>
              </a:ext>
            </a:extLst>
          </p:cNvPr>
          <p:cNvGrpSpPr/>
          <p:nvPr/>
        </p:nvGrpSpPr>
        <p:grpSpPr>
          <a:xfrm>
            <a:off x="1559814" y="119468"/>
            <a:ext cx="3643122" cy="2759876"/>
            <a:chOff x="35814" y="119468"/>
            <a:chExt cx="3643122" cy="275987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AC9F9FA-7BFE-364A-9090-4047E269AC4C}"/>
                </a:ext>
              </a:extLst>
            </p:cNvPr>
            <p:cNvCxnSpPr/>
            <p:nvPr/>
          </p:nvCxnSpPr>
          <p:spPr>
            <a:xfrm>
              <a:off x="426720" y="119468"/>
              <a:ext cx="0" cy="12704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EFEBA7D-3968-88E0-CE61-FFFA87AEA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14" y="367030"/>
              <a:ext cx="342900" cy="393700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6F6BF31-D39F-339E-396C-C224A41967F6}"/>
                </a:ext>
              </a:extLst>
            </p:cNvPr>
            <p:cNvCxnSpPr>
              <a:cxnSpLocks/>
            </p:cNvCxnSpPr>
            <p:nvPr/>
          </p:nvCxnSpPr>
          <p:spPr>
            <a:xfrm>
              <a:off x="2072640" y="2676144"/>
              <a:ext cx="12252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3331B3-DD5E-8C3A-CA2E-EA1B89404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7936" y="2472944"/>
              <a:ext cx="381000" cy="406400"/>
            </a:xfrm>
            <a:prstGeom prst="rect">
              <a:avLst/>
            </a:prstGeom>
          </p:spPr>
        </p:pic>
      </p:grpSp>
      <p:sp>
        <p:nvSpPr>
          <p:cNvPr id="10" name="5-Point Star 9">
            <a:extLst>
              <a:ext uri="{FF2B5EF4-FFF2-40B4-BE49-F238E27FC236}">
                <a16:creationId xmlns:a16="http://schemas.microsoft.com/office/drawing/2014/main" id="{40B4BAA3-CD79-9457-D111-2382178EFA41}"/>
              </a:ext>
            </a:extLst>
          </p:cNvPr>
          <p:cNvSpPr/>
          <p:nvPr/>
        </p:nvSpPr>
        <p:spPr>
          <a:xfrm>
            <a:off x="2401345" y="1146048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F5794E-8AD8-99C0-8975-EA8538363E03}"/>
              </a:ext>
            </a:extLst>
          </p:cNvPr>
          <p:cNvSpPr txBox="1"/>
          <p:nvPr/>
        </p:nvSpPr>
        <p:spPr>
          <a:xfrm>
            <a:off x="2897683" y="1125654"/>
            <a:ext cx="54373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CL" dirty="0"/>
              <a:t>k=0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41266-5478-55BF-47C2-B77E28C9F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55DF61-4E91-7431-02A6-AF833C50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49489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B3DA3-BF73-0CB3-ED20-9873907A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B89F339-BD15-112E-3B28-6089B07F1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CD650A9-6473-2C88-EF55-8B8D5DAE35BC}"/>
              </a:ext>
            </a:extLst>
          </p:cNvPr>
          <p:cNvGrpSpPr/>
          <p:nvPr/>
        </p:nvGrpSpPr>
        <p:grpSpPr>
          <a:xfrm>
            <a:off x="1559814" y="119468"/>
            <a:ext cx="3643122" cy="2759876"/>
            <a:chOff x="35814" y="119468"/>
            <a:chExt cx="3643122" cy="275987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0B5E270-ACC7-5E28-0B67-0E1436A4C0D8}"/>
                </a:ext>
              </a:extLst>
            </p:cNvPr>
            <p:cNvCxnSpPr/>
            <p:nvPr/>
          </p:nvCxnSpPr>
          <p:spPr>
            <a:xfrm>
              <a:off x="426720" y="119468"/>
              <a:ext cx="0" cy="12704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D4474E9-359B-1508-90B7-B454B8D25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14" y="367030"/>
              <a:ext cx="342900" cy="393700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7209D3C-8AF1-7C19-86E7-8C474E4A32BF}"/>
                </a:ext>
              </a:extLst>
            </p:cNvPr>
            <p:cNvCxnSpPr>
              <a:cxnSpLocks/>
            </p:cNvCxnSpPr>
            <p:nvPr/>
          </p:nvCxnSpPr>
          <p:spPr>
            <a:xfrm>
              <a:off x="2072640" y="2676144"/>
              <a:ext cx="12252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57B1B67-A550-22A8-7688-02AC3BE6B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7936" y="2472944"/>
              <a:ext cx="381000" cy="406400"/>
            </a:xfrm>
            <a:prstGeom prst="rect">
              <a:avLst/>
            </a:prstGeom>
          </p:spPr>
        </p:pic>
      </p:grpSp>
      <p:sp>
        <p:nvSpPr>
          <p:cNvPr id="10" name="5-Point Star 9">
            <a:extLst>
              <a:ext uri="{FF2B5EF4-FFF2-40B4-BE49-F238E27FC236}">
                <a16:creationId xmlns:a16="http://schemas.microsoft.com/office/drawing/2014/main" id="{40737C56-FC00-08E9-F946-FE4A3E29AA3D}"/>
              </a:ext>
            </a:extLst>
          </p:cNvPr>
          <p:cNvSpPr/>
          <p:nvPr/>
        </p:nvSpPr>
        <p:spPr>
          <a:xfrm>
            <a:off x="2413374" y="933785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7F59DB-413F-AA8B-E0BE-9C788FE7B3C9}"/>
              </a:ext>
            </a:extLst>
          </p:cNvPr>
          <p:cNvSpPr txBox="1"/>
          <p:nvPr/>
        </p:nvSpPr>
        <p:spPr>
          <a:xfrm>
            <a:off x="2909715" y="909953"/>
            <a:ext cx="54373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CL" dirty="0"/>
              <a:t>k=1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7E4D0D-A98D-D5B8-1F25-7491AC45E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9118D-4305-15A0-6EA0-C59C96ED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97046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D3DED-E2A6-080C-B607-A141CDBB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F78F252-55E9-03F2-4ED8-72F879231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634C2C7-F653-3380-5BA4-2552CAB3891B}"/>
              </a:ext>
            </a:extLst>
          </p:cNvPr>
          <p:cNvGrpSpPr/>
          <p:nvPr/>
        </p:nvGrpSpPr>
        <p:grpSpPr>
          <a:xfrm>
            <a:off x="1559814" y="119468"/>
            <a:ext cx="3643122" cy="2759876"/>
            <a:chOff x="35814" y="119468"/>
            <a:chExt cx="3643122" cy="275987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5B69181-CDC1-D3C9-95A0-66258D7AD699}"/>
                </a:ext>
              </a:extLst>
            </p:cNvPr>
            <p:cNvCxnSpPr/>
            <p:nvPr/>
          </p:nvCxnSpPr>
          <p:spPr>
            <a:xfrm>
              <a:off x="426720" y="119468"/>
              <a:ext cx="0" cy="12704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F060CA7-0473-B8BB-9ED2-F9107F176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14" y="367030"/>
              <a:ext cx="342900" cy="393700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D1B59D3-8004-BC11-A9A4-AA022C6FCD9D}"/>
                </a:ext>
              </a:extLst>
            </p:cNvPr>
            <p:cNvCxnSpPr>
              <a:cxnSpLocks/>
            </p:cNvCxnSpPr>
            <p:nvPr/>
          </p:nvCxnSpPr>
          <p:spPr>
            <a:xfrm>
              <a:off x="2072640" y="2676144"/>
              <a:ext cx="12252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01A6A96-2D39-A7C5-5AC6-2A8BC48BC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7936" y="2472944"/>
              <a:ext cx="381000" cy="406400"/>
            </a:xfrm>
            <a:prstGeom prst="rect">
              <a:avLst/>
            </a:prstGeom>
          </p:spPr>
        </p:pic>
      </p:grpSp>
      <p:sp>
        <p:nvSpPr>
          <p:cNvPr id="10" name="5-Point Star 9">
            <a:extLst>
              <a:ext uri="{FF2B5EF4-FFF2-40B4-BE49-F238E27FC236}">
                <a16:creationId xmlns:a16="http://schemas.microsoft.com/office/drawing/2014/main" id="{4E52E61F-0C1B-D837-B88E-D4600175BD27}"/>
              </a:ext>
            </a:extLst>
          </p:cNvPr>
          <p:cNvSpPr/>
          <p:nvPr/>
        </p:nvSpPr>
        <p:spPr>
          <a:xfrm>
            <a:off x="2413377" y="717213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A6BFB0-AA27-A08E-A962-FDED3B4F88FD}"/>
              </a:ext>
            </a:extLst>
          </p:cNvPr>
          <p:cNvSpPr txBox="1"/>
          <p:nvPr/>
        </p:nvSpPr>
        <p:spPr>
          <a:xfrm>
            <a:off x="2921749" y="705412"/>
            <a:ext cx="54373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CL" dirty="0"/>
              <a:t>k=2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045C01-7B20-19EC-5328-25B1E882D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A183B8-7E96-57A8-A3C5-0D270799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36178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6379F-222C-9356-E3B7-0C610C549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C6C7CE5-7972-C2CE-7F1F-AF8EE1CDD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2368556-8F69-4EB1-35B1-9F4F19BB640F}"/>
              </a:ext>
            </a:extLst>
          </p:cNvPr>
          <p:cNvGrpSpPr/>
          <p:nvPr/>
        </p:nvGrpSpPr>
        <p:grpSpPr>
          <a:xfrm>
            <a:off x="1559814" y="119468"/>
            <a:ext cx="3643122" cy="2759876"/>
            <a:chOff x="35814" y="119468"/>
            <a:chExt cx="3643122" cy="275987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8816864-72D5-80A7-BEBF-998E8C51021B}"/>
                </a:ext>
              </a:extLst>
            </p:cNvPr>
            <p:cNvCxnSpPr/>
            <p:nvPr/>
          </p:nvCxnSpPr>
          <p:spPr>
            <a:xfrm>
              <a:off x="426720" y="119468"/>
              <a:ext cx="0" cy="12704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F1B96A7-FC8D-2DB0-CC52-F511D039B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14" y="367030"/>
              <a:ext cx="342900" cy="393700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7F4E34B-FA58-6325-F097-91234153AD65}"/>
                </a:ext>
              </a:extLst>
            </p:cNvPr>
            <p:cNvCxnSpPr>
              <a:cxnSpLocks/>
            </p:cNvCxnSpPr>
            <p:nvPr/>
          </p:nvCxnSpPr>
          <p:spPr>
            <a:xfrm>
              <a:off x="2072640" y="2676144"/>
              <a:ext cx="12252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736F4DD-8884-B21F-06FE-F6C655CE1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7936" y="2472944"/>
              <a:ext cx="381000" cy="406400"/>
            </a:xfrm>
            <a:prstGeom prst="rect">
              <a:avLst/>
            </a:prstGeom>
          </p:spPr>
        </p:pic>
      </p:grpSp>
      <p:sp>
        <p:nvSpPr>
          <p:cNvPr id="10" name="5-Point Star 9">
            <a:extLst>
              <a:ext uri="{FF2B5EF4-FFF2-40B4-BE49-F238E27FC236}">
                <a16:creationId xmlns:a16="http://schemas.microsoft.com/office/drawing/2014/main" id="{4DC860F7-9201-5CAE-F847-86087ED3373F}"/>
              </a:ext>
            </a:extLst>
          </p:cNvPr>
          <p:cNvSpPr/>
          <p:nvPr/>
        </p:nvSpPr>
        <p:spPr>
          <a:xfrm>
            <a:off x="2639082" y="503369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0AECD3-A2D8-9077-3A71-B05499070D0B}"/>
              </a:ext>
            </a:extLst>
          </p:cNvPr>
          <p:cNvSpPr txBox="1"/>
          <p:nvPr/>
        </p:nvSpPr>
        <p:spPr>
          <a:xfrm>
            <a:off x="3131570" y="468654"/>
            <a:ext cx="54373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CL" dirty="0"/>
              <a:t>k=3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E4E44B-993B-170D-79D0-08AEE50C7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3BFCCB-7554-263D-3637-9C831713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61048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C248A-5F91-7790-88BD-B7A42E17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2EA161D-FD4E-7EE5-F377-1B01CD9B3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CDCE597-9409-8BA5-3A67-57F25EAF5CAF}"/>
              </a:ext>
            </a:extLst>
          </p:cNvPr>
          <p:cNvGrpSpPr/>
          <p:nvPr/>
        </p:nvGrpSpPr>
        <p:grpSpPr>
          <a:xfrm>
            <a:off x="1559814" y="119468"/>
            <a:ext cx="3643122" cy="2759876"/>
            <a:chOff x="35814" y="119468"/>
            <a:chExt cx="3643122" cy="275987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17B2D68-9BDB-56E9-F8E8-E536368A2831}"/>
                </a:ext>
              </a:extLst>
            </p:cNvPr>
            <p:cNvCxnSpPr/>
            <p:nvPr/>
          </p:nvCxnSpPr>
          <p:spPr>
            <a:xfrm>
              <a:off x="426720" y="119468"/>
              <a:ext cx="0" cy="12704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43E258E-2B75-053A-5635-D73C14A31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814" y="367030"/>
              <a:ext cx="342900" cy="393700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13501E6-AA4D-D8AD-D5C7-2D53729DCE6E}"/>
                </a:ext>
              </a:extLst>
            </p:cNvPr>
            <p:cNvCxnSpPr>
              <a:cxnSpLocks/>
            </p:cNvCxnSpPr>
            <p:nvPr/>
          </p:nvCxnSpPr>
          <p:spPr>
            <a:xfrm>
              <a:off x="2072640" y="2676144"/>
              <a:ext cx="12252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7FF0D54-B03E-B374-92CF-E751C9E61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97936" y="2472944"/>
              <a:ext cx="381000" cy="406400"/>
            </a:xfrm>
            <a:prstGeom prst="rect">
              <a:avLst/>
            </a:prstGeom>
          </p:spPr>
        </p:pic>
      </p:grpSp>
      <p:sp>
        <p:nvSpPr>
          <p:cNvPr id="10" name="5-Point Star 9">
            <a:extLst>
              <a:ext uri="{FF2B5EF4-FFF2-40B4-BE49-F238E27FC236}">
                <a16:creationId xmlns:a16="http://schemas.microsoft.com/office/drawing/2014/main" id="{A9AC22B9-0FF6-20EF-62DF-A3D0CD11D9EF}"/>
              </a:ext>
            </a:extLst>
          </p:cNvPr>
          <p:cNvSpPr/>
          <p:nvPr/>
        </p:nvSpPr>
        <p:spPr>
          <a:xfrm>
            <a:off x="2437429" y="1395990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F4ABF-3C77-5C73-4D60-5E0A937A0D38}"/>
              </a:ext>
            </a:extLst>
          </p:cNvPr>
          <p:cNvSpPr txBox="1"/>
          <p:nvPr/>
        </p:nvSpPr>
        <p:spPr>
          <a:xfrm>
            <a:off x="1068881" y="1375266"/>
            <a:ext cx="109177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CL" dirty="0"/>
              <a:t>k=L-1=23</a:t>
            </a:r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DC369B77-407C-1AFE-230C-2616CC9C95AC}"/>
              </a:ext>
            </a:extLst>
          </p:cNvPr>
          <p:cNvSpPr/>
          <p:nvPr/>
        </p:nvSpPr>
        <p:spPr>
          <a:xfrm rot="12185111">
            <a:off x="2959418" y="888790"/>
            <a:ext cx="914400" cy="914400"/>
          </a:xfrm>
          <a:prstGeom prst="arc">
            <a:avLst>
              <a:gd name="adj1" fmla="val 44071"/>
              <a:gd name="adj2" fmla="val 17029496"/>
            </a:avLst>
          </a:prstGeom>
          <a:ln w="8572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6D3BFF-961B-44FB-9C09-7C8614F0A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9B7CE-CD1F-DFAC-F919-BE9A5BE3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0228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5.20417E-18 C -0.0086 -0.07014 0.01693 -0.13403 0.05612 -0.14213 C 0.09557 -0.15069 0.13502 -0.10046 0.14362 -0.03009 C 0.15234 0.04005 0.12734 0.1037 0.08737 0.1125 C 0.04844 0.1206 0.00924 0.07037 1.45833E-6 5.20417E-18 Z " pathEditMode="relative" rAng="4800000" ptsTypes="AAA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87" y="-1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8505-F7A6-C6E6-94AA-5F866F27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28D8BAE-C5A9-4F55-BEAC-537651869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E79B746-7747-D3F1-91B2-DCF468838A92}"/>
              </a:ext>
            </a:extLst>
          </p:cNvPr>
          <p:cNvCxnSpPr/>
          <p:nvPr/>
        </p:nvCxnSpPr>
        <p:spPr>
          <a:xfrm>
            <a:off x="1950720" y="119468"/>
            <a:ext cx="0" cy="12704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37A1F3B-68CE-9C3A-2DC8-0D43CC9F3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814" y="367030"/>
            <a:ext cx="342900" cy="3937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97F049A-C694-0CEB-99D7-FEFC14DE80D3}"/>
              </a:ext>
            </a:extLst>
          </p:cNvPr>
          <p:cNvGrpSpPr/>
          <p:nvPr/>
        </p:nvGrpSpPr>
        <p:grpSpPr>
          <a:xfrm>
            <a:off x="1524000" y="2617759"/>
            <a:ext cx="4572000" cy="3478242"/>
            <a:chOff x="0" y="2617759"/>
            <a:chExt cx="4572000" cy="34782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96F575A-413D-2D47-257B-4DB2CE412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 b="15382"/>
            <a:stretch/>
          </p:blipFill>
          <p:spPr>
            <a:xfrm>
              <a:off x="0" y="2617759"/>
              <a:ext cx="4572000" cy="347824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B19647C-D781-3F2A-117F-0895E51C6900}"/>
                </a:ext>
              </a:extLst>
            </p:cNvPr>
            <p:cNvSpPr/>
            <p:nvPr/>
          </p:nvSpPr>
          <p:spPr>
            <a:xfrm>
              <a:off x="743712" y="3011424"/>
              <a:ext cx="3438144" cy="266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BC6ED9F-C03F-9F4D-E64F-562586B6618F}"/>
                </a:ext>
              </a:extLst>
            </p:cNvPr>
            <p:cNvSpPr/>
            <p:nvPr/>
          </p:nvSpPr>
          <p:spPr>
            <a:xfrm>
              <a:off x="743712" y="3450336"/>
              <a:ext cx="3438144" cy="1798066"/>
            </a:xfrm>
            <a:custGeom>
              <a:avLst/>
              <a:gdLst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24384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1899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798066"/>
                <a:gd name="connsiteX1" fmla="*/ 609600 w 3438144"/>
                <a:gd name="connsiteY1" fmla="*/ 1792224 h 1798066"/>
                <a:gd name="connsiteX2" fmla="*/ 1207008 w 3438144"/>
                <a:gd name="connsiteY2" fmla="*/ 1798066 h 1798066"/>
                <a:gd name="connsiteX3" fmla="*/ 2389632 w 3438144"/>
                <a:gd name="connsiteY3" fmla="*/ 1899 h 1798066"/>
                <a:gd name="connsiteX4" fmla="*/ 2987040 w 3438144"/>
                <a:gd name="connsiteY4" fmla="*/ 0 h 1798066"/>
                <a:gd name="connsiteX5" fmla="*/ 3438144 w 3438144"/>
                <a:gd name="connsiteY5" fmla="*/ 682752 h 17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8144" h="1798066">
                  <a:moveTo>
                    <a:pt x="0" y="890016"/>
                  </a:moveTo>
                  <a:lnTo>
                    <a:pt x="609600" y="1792224"/>
                  </a:lnTo>
                  <a:lnTo>
                    <a:pt x="1207008" y="1798066"/>
                  </a:lnTo>
                  <a:lnTo>
                    <a:pt x="2389632" y="1899"/>
                  </a:lnTo>
                  <a:lnTo>
                    <a:pt x="2987040" y="0"/>
                  </a:lnTo>
                  <a:lnTo>
                    <a:pt x="3438144" y="682752"/>
                  </a:ln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1105361-9400-9DE8-3FBD-C1B9F1260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323" y="3262627"/>
            <a:ext cx="342900" cy="3937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CE436B-D762-ECC6-46CC-DA71C6DDF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5C3F8-62C2-BCEC-7014-13FD5E4DE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932280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D00E1-B46A-6834-9A8F-239A96EF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553AD0C-0434-DCA3-2B26-E1C29677B82A}"/>
              </a:ext>
            </a:extLst>
          </p:cNvPr>
          <p:cNvGrpSpPr/>
          <p:nvPr/>
        </p:nvGrpSpPr>
        <p:grpSpPr>
          <a:xfrm>
            <a:off x="1524000" y="2617759"/>
            <a:ext cx="4572000" cy="3478242"/>
            <a:chOff x="0" y="2617759"/>
            <a:chExt cx="4572000" cy="347824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1CF516E-DEBF-6FC4-1D4B-7D50636BB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 b="15382"/>
            <a:stretch/>
          </p:blipFill>
          <p:spPr>
            <a:xfrm>
              <a:off x="0" y="2617759"/>
              <a:ext cx="4572000" cy="347824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3D96967-822A-A7E3-F2E6-1A2973BC82FD}"/>
                </a:ext>
              </a:extLst>
            </p:cNvPr>
            <p:cNvSpPr/>
            <p:nvPr/>
          </p:nvSpPr>
          <p:spPr>
            <a:xfrm>
              <a:off x="743712" y="3011424"/>
              <a:ext cx="3438144" cy="266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FDA6CF1-4DDB-4F09-0FB8-A7D1FF220FBB}"/>
                </a:ext>
              </a:extLst>
            </p:cNvPr>
            <p:cNvSpPr/>
            <p:nvPr/>
          </p:nvSpPr>
          <p:spPr>
            <a:xfrm>
              <a:off x="743712" y="3450336"/>
              <a:ext cx="3438144" cy="1798066"/>
            </a:xfrm>
            <a:custGeom>
              <a:avLst/>
              <a:gdLst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24384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1899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798066"/>
                <a:gd name="connsiteX1" fmla="*/ 609600 w 3438144"/>
                <a:gd name="connsiteY1" fmla="*/ 1792224 h 1798066"/>
                <a:gd name="connsiteX2" fmla="*/ 1207008 w 3438144"/>
                <a:gd name="connsiteY2" fmla="*/ 1798066 h 1798066"/>
                <a:gd name="connsiteX3" fmla="*/ 2389632 w 3438144"/>
                <a:gd name="connsiteY3" fmla="*/ 1899 h 1798066"/>
                <a:gd name="connsiteX4" fmla="*/ 2987040 w 3438144"/>
                <a:gd name="connsiteY4" fmla="*/ 0 h 1798066"/>
                <a:gd name="connsiteX5" fmla="*/ 3438144 w 3438144"/>
                <a:gd name="connsiteY5" fmla="*/ 682752 h 17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8144" h="1798066">
                  <a:moveTo>
                    <a:pt x="0" y="890016"/>
                  </a:moveTo>
                  <a:lnTo>
                    <a:pt x="609600" y="1792224"/>
                  </a:lnTo>
                  <a:lnTo>
                    <a:pt x="1207008" y="1798066"/>
                  </a:lnTo>
                  <a:lnTo>
                    <a:pt x="2389632" y="1899"/>
                  </a:lnTo>
                  <a:lnTo>
                    <a:pt x="2987040" y="0"/>
                  </a:lnTo>
                  <a:lnTo>
                    <a:pt x="3438144" y="682752"/>
                  </a:ln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EB79CB6-BCFB-DE5F-73C5-8F4F262C2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3900D4C4-2111-B972-2862-B1D1265D7866}"/>
              </a:ext>
            </a:extLst>
          </p:cNvPr>
          <p:cNvSpPr/>
          <p:nvPr/>
        </p:nvSpPr>
        <p:spPr>
          <a:xfrm>
            <a:off x="2413369" y="1146048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71DE46-FB7D-CE0F-D11A-9F705BB92EA1}"/>
              </a:ext>
            </a:extLst>
          </p:cNvPr>
          <p:cNvSpPr/>
          <p:nvPr/>
        </p:nvSpPr>
        <p:spPr>
          <a:xfrm>
            <a:off x="2218944" y="4279392"/>
            <a:ext cx="146304" cy="182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F3664D9-51EF-B998-BF4A-0CC3717418FD}"/>
              </a:ext>
            </a:extLst>
          </p:cNvPr>
          <p:cNvCxnSpPr/>
          <p:nvPr/>
        </p:nvCxnSpPr>
        <p:spPr>
          <a:xfrm>
            <a:off x="1950720" y="119468"/>
            <a:ext cx="0" cy="12704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8729432-60ED-2DF1-EC23-05164AD73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14" y="367030"/>
            <a:ext cx="342900" cy="393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8B83A5-11E2-EA1D-9EFA-9ED02C3D6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23" y="3262627"/>
            <a:ext cx="342900" cy="3937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C84D7-1C3C-938D-9C7C-83E67F747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CF47AE2-1A22-8496-3EB5-F5184804C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875019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02C69-4E77-C03F-5A0B-DC1F5A9CF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89FA7E0-555A-9389-63BD-70E52EBDF972}"/>
              </a:ext>
            </a:extLst>
          </p:cNvPr>
          <p:cNvGrpSpPr/>
          <p:nvPr/>
        </p:nvGrpSpPr>
        <p:grpSpPr>
          <a:xfrm>
            <a:off x="1524000" y="2617759"/>
            <a:ext cx="4572000" cy="3478242"/>
            <a:chOff x="0" y="2617759"/>
            <a:chExt cx="4572000" cy="34782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2A13881-F3B5-9489-1E0A-CA0F075E0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 b="15382"/>
            <a:stretch/>
          </p:blipFill>
          <p:spPr>
            <a:xfrm>
              <a:off x="0" y="2617759"/>
              <a:ext cx="4572000" cy="347824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CFF8DD8-F795-B00E-CBEF-0677081BFAF8}"/>
                </a:ext>
              </a:extLst>
            </p:cNvPr>
            <p:cNvSpPr/>
            <p:nvPr/>
          </p:nvSpPr>
          <p:spPr>
            <a:xfrm>
              <a:off x="743712" y="3011424"/>
              <a:ext cx="3438144" cy="266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61F254C-504A-151E-6E62-BE1138B56130}"/>
                </a:ext>
              </a:extLst>
            </p:cNvPr>
            <p:cNvSpPr/>
            <p:nvPr/>
          </p:nvSpPr>
          <p:spPr>
            <a:xfrm>
              <a:off x="743712" y="3450336"/>
              <a:ext cx="3438144" cy="1798066"/>
            </a:xfrm>
            <a:custGeom>
              <a:avLst/>
              <a:gdLst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24384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1899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798066"/>
                <a:gd name="connsiteX1" fmla="*/ 609600 w 3438144"/>
                <a:gd name="connsiteY1" fmla="*/ 1792224 h 1798066"/>
                <a:gd name="connsiteX2" fmla="*/ 1207008 w 3438144"/>
                <a:gd name="connsiteY2" fmla="*/ 1798066 h 1798066"/>
                <a:gd name="connsiteX3" fmla="*/ 2389632 w 3438144"/>
                <a:gd name="connsiteY3" fmla="*/ 1899 h 1798066"/>
                <a:gd name="connsiteX4" fmla="*/ 2987040 w 3438144"/>
                <a:gd name="connsiteY4" fmla="*/ 0 h 1798066"/>
                <a:gd name="connsiteX5" fmla="*/ 3438144 w 3438144"/>
                <a:gd name="connsiteY5" fmla="*/ 682752 h 17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8144" h="1798066">
                  <a:moveTo>
                    <a:pt x="0" y="890016"/>
                  </a:moveTo>
                  <a:lnTo>
                    <a:pt x="609600" y="1792224"/>
                  </a:lnTo>
                  <a:lnTo>
                    <a:pt x="1207008" y="1798066"/>
                  </a:lnTo>
                  <a:lnTo>
                    <a:pt x="2389632" y="1899"/>
                  </a:lnTo>
                  <a:lnTo>
                    <a:pt x="2987040" y="0"/>
                  </a:lnTo>
                  <a:lnTo>
                    <a:pt x="3438144" y="682752"/>
                  </a:ln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1C250A9-84FB-4B93-C20B-4E2BB7598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BC58C1D2-95C8-7EBF-1B09-B0A3C4958D94}"/>
              </a:ext>
            </a:extLst>
          </p:cNvPr>
          <p:cNvSpPr/>
          <p:nvPr/>
        </p:nvSpPr>
        <p:spPr>
          <a:xfrm>
            <a:off x="2432572" y="736823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B49CCB-4E82-3733-CA32-D6E483199669}"/>
              </a:ext>
            </a:extLst>
          </p:cNvPr>
          <p:cNvSpPr/>
          <p:nvPr/>
        </p:nvSpPr>
        <p:spPr>
          <a:xfrm>
            <a:off x="2511552" y="4730496"/>
            <a:ext cx="146304" cy="182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249C0F9-0962-DF83-C75B-4F139EDBDCC4}"/>
              </a:ext>
            </a:extLst>
          </p:cNvPr>
          <p:cNvCxnSpPr/>
          <p:nvPr/>
        </p:nvCxnSpPr>
        <p:spPr>
          <a:xfrm>
            <a:off x="1950720" y="119468"/>
            <a:ext cx="0" cy="12704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BAD1520-EA0F-1CFB-8391-DBFFB0F8F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14" y="367030"/>
            <a:ext cx="342900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85B01F-D9BB-F3FB-EF87-DEB917FE4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23" y="3262627"/>
            <a:ext cx="342900" cy="39370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788AC8-CF65-A422-B726-DB21FC9C7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BA9C08F-D72D-53F1-5D71-AA8592C0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3245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E4CF-BFFD-53AE-A72E-6EFE11A1A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1A68466-530D-7339-7C2E-50797BAAD25D}"/>
              </a:ext>
            </a:extLst>
          </p:cNvPr>
          <p:cNvGrpSpPr/>
          <p:nvPr/>
        </p:nvGrpSpPr>
        <p:grpSpPr>
          <a:xfrm>
            <a:off x="1524000" y="2617759"/>
            <a:ext cx="4572000" cy="3478242"/>
            <a:chOff x="0" y="2617759"/>
            <a:chExt cx="4572000" cy="34782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2BB8EE9-0579-58BF-DD9A-45609F62B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 b="15382"/>
            <a:stretch/>
          </p:blipFill>
          <p:spPr>
            <a:xfrm>
              <a:off x="0" y="2617759"/>
              <a:ext cx="4572000" cy="347824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E7D0C6-8D15-D162-A8A2-D456B96F0A59}"/>
                </a:ext>
              </a:extLst>
            </p:cNvPr>
            <p:cNvSpPr/>
            <p:nvPr/>
          </p:nvSpPr>
          <p:spPr>
            <a:xfrm>
              <a:off x="743712" y="3011424"/>
              <a:ext cx="3438144" cy="266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F652976-2EB5-9AD6-12FF-7EB09A226767}"/>
                </a:ext>
              </a:extLst>
            </p:cNvPr>
            <p:cNvSpPr/>
            <p:nvPr/>
          </p:nvSpPr>
          <p:spPr>
            <a:xfrm>
              <a:off x="743712" y="3450336"/>
              <a:ext cx="3438144" cy="1798066"/>
            </a:xfrm>
            <a:custGeom>
              <a:avLst/>
              <a:gdLst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24384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1899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798066"/>
                <a:gd name="connsiteX1" fmla="*/ 609600 w 3438144"/>
                <a:gd name="connsiteY1" fmla="*/ 1792224 h 1798066"/>
                <a:gd name="connsiteX2" fmla="*/ 1207008 w 3438144"/>
                <a:gd name="connsiteY2" fmla="*/ 1798066 h 1798066"/>
                <a:gd name="connsiteX3" fmla="*/ 2389632 w 3438144"/>
                <a:gd name="connsiteY3" fmla="*/ 1899 h 1798066"/>
                <a:gd name="connsiteX4" fmla="*/ 2987040 w 3438144"/>
                <a:gd name="connsiteY4" fmla="*/ 0 h 1798066"/>
                <a:gd name="connsiteX5" fmla="*/ 3438144 w 3438144"/>
                <a:gd name="connsiteY5" fmla="*/ 682752 h 17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8144" h="1798066">
                  <a:moveTo>
                    <a:pt x="0" y="890016"/>
                  </a:moveTo>
                  <a:lnTo>
                    <a:pt x="609600" y="1792224"/>
                  </a:lnTo>
                  <a:lnTo>
                    <a:pt x="1207008" y="1798066"/>
                  </a:lnTo>
                  <a:lnTo>
                    <a:pt x="2389632" y="1899"/>
                  </a:lnTo>
                  <a:lnTo>
                    <a:pt x="2987040" y="0"/>
                  </a:lnTo>
                  <a:lnTo>
                    <a:pt x="3438144" y="682752"/>
                  </a:ln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1F8D51-B2E0-6FC2-BB7A-DF02A93D4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98030F77-F55A-4965-9428-91598C9FF5F4}"/>
              </a:ext>
            </a:extLst>
          </p:cNvPr>
          <p:cNvSpPr/>
          <p:nvPr/>
        </p:nvSpPr>
        <p:spPr>
          <a:xfrm>
            <a:off x="2840577" y="267745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F48295-BADA-69C6-2656-04A60DD7A61A}"/>
              </a:ext>
            </a:extLst>
          </p:cNvPr>
          <p:cNvSpPr/>
          <p:nvPr/>
        </p:nvSpPr>
        <p:spPr>
          <a:xfrm>
            <a:off x="2791968" y="5132832"/>
            <a:ext cx="146304" cy="182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C1B0063-377C-DBCF-7BA7-6C1D1C583583}"/>
              </a:ext>
            </a:extLst>
          </p:cNvPr>
          <p:cNvCxnSpPr/>
          <p:nvPr/>
        </p:nvCxnSpPr>
        <p:spPr>
          <a:xfrm>
            <a:off x="1950720" y="119468"/>
            <a:ext cx="0" cy="12704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07782DC-F660-A077-642E-5B50D7CEF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14" y="367030"/>
            <a:ext cx="342900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7AF20B-7838-ECEC-1951-B043BFEE3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23" y="3262627"/>
            <a:ext cx="342900" cy="39370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A167B5-B3AE-61DC-C4BE-2C6A78D9B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8ECCF9F-94E8-BEED-C87D-D1828D9C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59376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77C86-11F4-C299-806F-9991B1250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4CE8FD9-FC96-8CDA-AF85-03964901EA8F}"/>
              </a:ext>
            </a:extLst>
          </p:cNvPr>
          <p:cNvGrpSpPr/>
          <p:nvPr/>
        </p:nvGrpSpPr>
        <p:grpSpPr>
          <a:xfrm>
            <a:off x="1524000" y="2617759"/>
            <a:ext cx="4572000" cy="3478242"/>
            <a:chOff x="0" y="2617759"/>
            <a:chExt cx="4572000" cy="34782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4B155B-C225-1780-8ADB-1A6A2B2C0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 b="15382"/>
            <a:stretch/>
          </p:blipFill>
          <p:spPr>
            <a:xfrm>
              <a:off x="0" y="2617759"/>
              <a:ext cx="4572000" cy="347824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3593273-FFDF-01D9-940C-45BAA4F1F4EA}"/>
                </a:ext>
              </a:extLst>
            </p:cNvPr>
            <p:cNvSpPr/>
            <p:nvPr/>
          </p:nvSpPr>
          <p:spPr>
            <a:xfrm>
              <a:off x="743712" y="3011424"/>
              <a:ext cx="3438144" cy="266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BA3A8DF-E96B-F95D-1739-565110AD9D15}"/>
                </a:ext>
              </a:extLst>
            </p:cNvPr>
            <p:cNvSpPr/>
            <p:nvPr/>
          </p:nvSpPr>
          <p:spPr>
            <a:xfrm>
              <a:off x="743712" y="3450336"/>
              <a:ext cx="3438144" cy="1798066"/>
            </a:xfrm>
            <a:custGeom>
              <a:avLst/>
              <a:gdLst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24384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1899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798066"/>
                <a:gd name="connsiteX1" fmla="*/ 609600 w 3438144"/>
                <a:gd name="connsiteY1" fmla="*/ 1792224 h 1798066"/>
                <a:gd name="connsiteX2" fmla="*/ 1207008 w 3438144"/>
                <a:gd name="connsiteY2" fmla="*/ 1798066 h 1798066"/>
                <a:gd name="connsiteX3" fmla="*/ 2389632 w 3438144"/>
                <a:gd name="connsiteY3" fmla="*/ 1899 h 1798066"/>
                <a:gd name="connsiteX4" fmla="*/ 2987040 w 3438144"/>
                <a:gd name="connsiteY4" fmla="*/ 0 h 1798066"/>
                <a:gd name="connsiteX5" fmla="*/ 3438144 w 3438144"/>
                <a:gd name="connsiteY5" fmla="*/ 682752 h 17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8144" h="1798066">
                  <a:moveTo>
                    <a:pt x="0" y="890016"/>
                  </a:moveTo>
                  <a:lnTo>
                    <a:pt x="609600" y="1792224"/>
                  </a:lnTo>
                  <a:lnTo>
                    <a:pt x="1207008" y="1798066"/>
                  </a:lnTo>
                  <a:lnTo>
                    <a:pt x="2389632" y="1899"/>
                  </a:lnTo>
                  <a:lnTo>
                    <a:pt x="2987040" y="0"/>
                  </a:lnTo>
                  <a:lnTo>
                    <a:pt x="3438144" y="682752"/>
                  </a:ln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32A5B09-62A6-5481-C26E-F2DAB2485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41202878-BBCA-215E-0B95-881D29FDB83E}"/>
              </a:ext>
            </a:extLst>
          </p:cNvPr>
          <p:cNvSpPr/>
          <p:nvPr/>
        </p:nvSpPr>
        <p:spPr>
          <a:xfrm>
            <a:off x="3726511" y="284656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61B7B4-1044-B714-0217-577899C86A6D}"/>
              </a:ext>
            </a:extLst>
          </p:cNvPr>
          <p:cNvSpPr/>
          <p:nvPr/>
        </p:nvSpPr>
        <p:spPr>
          <a:xfrm>
            <a:off x="3438144" y="5132832"/>
            <a:ext cx="146304" cy="182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09E875B-663A-410E-503C-D06B356A549D}"/>
              </a:ext>
            </a:extLst>
          </p:cNvPr>
          <p:cNvCxnSpPr/>
          <p:nvPr/>
        </p:nvCxnSpPr>
        <p:spPr>
          <a:xfrm>
            <a:off x="1950720" y="119468"/>
            <a:ext cx="0" cy="12704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48CD235-45F1-E60E-F2B0-CB5D600EE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14" y="367030"/>
            <a:ext cx="342900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A49118-79BC-631C-55BE-8098D78E2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23" y="3262627"/>
            <a:ext cx="342900" cy="39370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9990103-0263-81F5-ADEF-C6ED34CA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030D620-65C5-7D34-51C1-3121C44D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39412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40B6D-9481-7D05-29B1-534EE0811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D2E4E6E-15AD-CD9E-DC56-7205A7372C10}"/>
              </a:ext>
            </a:extLst>
          </p:cNvPr>
          <p:cNvGrpSpPr/>
          <p:nvPr/>
        </p:nvGrpSpPr>
        <p:grpSpPr>
          <a:xfrm>
            <a:off x="1524000" y="2617759"/>
            <a:ext cx="4572000" cy="3478242"/>
            <a:chOff x="0" y="2617759"/>
            <a:chExt cx="4572000" cy="34782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3783F97-9652-61DB-C05A-ED412844D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 b="15382"/>
            <a:stretch/>
          </p:blipFill>
          <p:spPr>
            <a:xfrm>
              <a:off x="0" y="2617759"/>
              <a:ext cx="4572000" cy="347824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70B4B1-5026-4D68-3DEE-30A5F5E3350F}"/>
                </a:ext>
              </a:extLst>
            </p:cNvPr>
            <p:cNvSpPr/>
            <p:nvPr/>
          </p:nvSpPr>
          <p:spPr>
            <a:xfrm>
              <a:off x="743712" y="3011424"/>
              <a:ext cx="3438144" cy="266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1E9F3DB-2032-59C4-F1AB-F6622DD9AF4B}"/>
                </a:ext>
              </a:extLst>
            </p:cNvPr>
            <p:cNvSpPr/>
            <p:nvPr/>
          </p:nvSpPr>
          <p:spPr>
            <a:xfrm>
              <a:off x="743712" y="3450336"/>
              <a:ext cx="3438144" cy="1798066"/>
            </a:xfrm>
            <a:custGeom>
              <a:avLst/>
              <a:gdLst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24384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1899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798066"/>
                <a:gd name="connsiteX1" fmla="*/ 609600 w 3438144"/>
                <a:gd name="connsiteY1" fmla="*/ 1792224 h 1798066"/>
                <a:gd name="connsiteX2" fmla="*/ 1207008 w 3438144"/>
                <a:gd name="connsiteY2" fmla="*/ 1798066 h 1798066"/>
                <a:gd name="connsiteX3" fmla="*/ 2389632 w 3438144"/>
                <a:gd name="connsiteY3" fmla="*/ 1899 h 1798066"/>
                <a:gd name="connsiteX4" fmla="*/ 2987040 w 3438144"/>
                <a:gd name="connsiteY4" fmla="*/ 0 h 1798066"/>
                <a:gd name="connsiteX5" fmla="*/ 3438144 w 3438144"/>
                <a:gd name="connsiteY5" fmla="*/ 682752 h 17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8144" h="1798066">
                  <a:moveTo>
                    <a:pt x="0" y="890016"/>
                  </a:moveTo>
                  <a:lnTo>
                    <a:pt x="609600" y="1792224"/>
                  </a:lnTo>
                  <a:lnTo>
                    <a:pt x="1207008" y="1798066"/>
                  </a:lnTo>
                  <a:lnTo>
                    <a:pt x="2389632" y="1899"/>
                  </a:lnTo>
                  <a:lnTo>
                    <a:pt x="2987040" y="0"/>
                  </a:lnTo>
                  <a:lnTo>
                    <a:pt x="3438144" y="682752"/>
                  </a:ln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EA99FE1-4E34-D0AF-9D3F-23AB8856B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7A62F036-DF4E-B1BD-FB4D-7CC255E69408}"/>
              </a:ext>
            </a:extLst>
          </p:cNvPr>
          <p:cNvSpPr/>
          <p:nvPr/>
        </p:nvSpPr>
        <p:spPr>
          <a:xfrm>
            <a:off x="4189805" y="735763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D50F1D-721C-CE8D-08AF-9E3711B50034}"/>
              </a:ext>
            </a:extLst>
          </p:cNvPr>
          <p:cNvSpPr/>
          <p:nvPr/>
        </p:nvSpPr>
        <p:spPr>
          <a:xfrm>
            <a:off x="3721209" y="4688618"/>
            <a:ext cx="146304" cy="182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1135DBD-0161-59B6-721C-80467F9773D3}"/>
              </a:ext>
            </a:extLst>
          </p:cNvPr>
          <p:cNvCxnSpPr/>
          <p:nvPr/>
        </p:nvCxnSpPr>
        <p:spPr>
          <a:xfrm>
            <a:off x="1950720" y="119468"/>
            <a:ext cx="0" cy="12704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BC3633D-6041-993D-EE47-E45090FF7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14" y="367030"/>
            <a:ext cx="342900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5C893E-DD70-1D60-7C79-3F719DD54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23" y="3262627"/>
            <a:ext cx="342900" cy="39370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83EFC-44D6-2178-C247-2E09306B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C5122F2-9718-1664-426E-4D0A1E0C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84677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7F87-0186-6BA9-FF9D-62225AC35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F316399-D792-0C28-3C6D-E2BDE85BD28B}"/>
              </a:ext>
            </a:extLst>
          </p:cNvPr>
          <p:cNvGrpSpPr/>
          <p:nvPr/>
        </p:nvGrpSpPr>
        <p:grpSpPr>
          <a:xfrm>
            <a:off x="1524000" y="2617759"/>
            <a:ext cx="4572000" cy="3478242"/>
            <a:chOff x="0" y="2617759"/>
            <a:chExt cx="4572000" cy="34782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E203B7E-5EAA-1D49-92B9-757E409E7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 b="15382"/>
            <a:stretch/>
          </p:blipFill>
          <p:spPr>
            <a:xfrm>
              <a:off x="0" y="2617759"/>
              <a:ext cx="4572000" cy="347824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48A0336-FD3E-7300-C0DE-75C2026E7325}"/>
                </a:ext>
              </a:extLst>
            </p:cNvPr>
            <p:cNvSpPr/>
            <p:nvPr/>
          </p:nvSpPr>
          <p:spPr>
            <a:xfrm>
              <a:off x="743712" y="3011424"/>
              <a:ext cx="3438144" cy="266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F241D5F-DAB6-D459-71E3-1C3DDD939DBB}"/>
                </a:ext>
              </a:extLst>
            </p:cNvPr>
            <p:cNvSpPr/>
            <p:nvPr/>
          </p:nvSpPr>
          <p:spPr>
            <a:xfrm>
              <a:off x="743712" y="3450336"/>
              <a:ext cx="3438144" cy="1798066"/>
            </a:xfrm>
            <a:custGeom>
              <a:avLst/>
              <a:gdLst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24384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1899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798066"/>
                <a:gd name="connsiteX1" fmla="*/ 609600 w 3438144"/>
                <a:gd name="connsiteY1" fmla="*/ 1792224 h 1798066"/>
                <a:gd name="connsiteX2" fmla="*/ 1207008 w 3438144"/>
                <a:gd name="connsiteY2" fmla="*/ 1798066 h 1798066"/>
                <a:gd name="connsiteX3" fmla="*/ 2389632 w 3438144"/>
                <a:gd name="connsiteY3" fmla="*/ 1899 h 1798066"/>
                <a:gd name="connsiteX4" fmla="*/ 2987040 w 3438144"/>
                <a:gd name="connsiteY4" fmla="*/ 0 h 1798066"/>
                <a:gd name="connsiteX5" fmla="*/ 3438144 w 3438144"/>
                <a:gd name="connsiteY5" fmla="*/ 682752 h 17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8144" h="1798066">
                  <a:moveTo>
                    <a:pt x="0" y="890016"/>
                  </a:moveTo>
                  <a:lnTo>
                    <a:pt x="609600" y="1792224"/>
                  </a:lnTo>
                  <a:lnTo>
                    <a:pt x="1207008" y="1798066"/>
                  </a:lnTo>
                  <a:lnTo>
                    <a:pt x="2389632" y="1899"/>
                  </a:lnTo>
                  <a:lnTo>
                    <a:pt x="2987040" y="0"/>
                  </a:lnTo>
                  <a:lnTo>
                    <a:pt x="3438144" y="682752"/>
                  </a:ln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55B42B3-9E6F-5C8F-7BAA-DD48DC049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88CCB73C-C5FA-D103-459F-EDACEFB787F9}"/>
              </a:ext>
            </a:extLst>
          </p:cNvPr>
          <p:cNvSpPr/>
          <p:nvPr/>
        </p:nvSpPr>
        <p:spPr>
          <a:xfrm>
            <a:off x="4189805" y="1146579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7E3059-BF1C-8302-B6D2-DF484541A099}"/>
              </a:ext>
            </a:extLst>
          </p:cNvPr>
          <p:cNvSpPr/>
          <p:nvPr/>
        </p:nvSpPr>
        <p:spPr>
          <a:xfrm>
            <a:off x="3840480" y="4450080"/>
            <a:ext cx="146304" cy="182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8456555-E3F5-AE88-737E-D62CDEF22A78}"/>
              </a:ext>
            </a:extLst>
          </p:cNvPr>
          <p:cNvCxnSpPr/>
          <p:nvPr/>
        </p:nvCxnSpPr>
        <p:spPr>
          <a:xfrm>
            <a:off x="1950720" y="119468"/>
            <a:ext cx="0" cy="12704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ADA5152-7158-E0C2-D7FC-0E4D243F2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14" y="367030"/>
            <a:ext cx="342900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F3AF24-8AF2-4E63-9EAC-8D2107DBB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23" y="3262627"/>
            <a:ext cx="342900" cy="39370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31594F5-511B-173F-C1BB-3D181BA25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996A97-81B0-E09C-7EFE-EE85C615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71639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54C9-D5A6-54CB-8B7A-058448CC2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D00710B-0BB1-6F2E-B052-C7EDBA214E6F}"/>
              </a:ext>
            </a:extLst>
          </p:cNvPr>
          <p:cNvGrpSpPr/>
          <p:nvPr/>
        </p:nvGrpSpPr>
        <p:grpSpPr>
          <a:xfrm>
            <a:off x="1524000" y="2617759"/>
            <a:ext cx="4572000" cy="3478242"/>
            <a:chOff x="0" y="2617759"/>
            <a:chExt cx="4572000" cy="34782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1A839C-DE0E-CBB3-9B38-06A35FFA6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 b="15382"/>
            <a:stretch/>
          </p:blipFill>
          <p:spPr>
            <a:xfrm>
              <a:off x="0" y="2617759"/>
              <a:ext cx="4572000" cy="347824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12C68C-7156-00A9-A274-862CFCD07B8A}"/>
                </a:ext>
              </a:extLst>
            </p:cNvPr>
            <p:cNvSpPr/>
            <p:nvPr/>
          </p:nvSpPr>
          <p:spPr>
            <a:xfrm>
              <a:off x="743712" y="3011424"/>
              <a:ext cx="3438144" cy="266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77BC7BC-1D59-355A-4B00-E4E70A4E2764}"/>
                </a:ext>
              </a:extLst>
            </p:cNvPr>
            <p:cNvSpPr/>
            <p:nvPr/>
          </p:nvSpPr>
          <p:spPr>
            <a:xfrm>
              <a:off x="743712" y="3450336"/>
              <a:ext cx="3438144" cy="1798066"/>
            </a:xfrm>
            <a:custGeom>
              <a:avLst/>
              <a:gdLst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24384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1899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798066"/>
                <a:gd name="connsiteX1" fmla="*/ 609600 w 3438144"/>
                <a:gd name="connsiteY1" fmla="*/ 1792224 h 1798066"/>
                <a:gd name="connsiteX2" fmla="*/ 1207008 w 3438144"/>
                <a:gd name="connsiteY2" fmla="*/ 1798066 h 1798066"/>
                <a:gd name="connsiteX3" fmla="*/ 2389632 w 3438144"/>
                <a:gd name="connsiteY3" fmla="*/ 1899 h 1798066"/>
                <a:gd name="connsiteX4" fmla="*/ 2987040 w 3438144"/>
                <a:gd name="connsiteY4" fmla="*/ 0 h 1798066"/>
                <a:gd name="connsiteX5" fmla="*/ 3438144 w 3438144"/>
                <a:gd name="connsiteY5" fmla="*/ 682752 h 17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8144" h="1798066">
                  <a:moveTo>
                    <a:pt x="0" y="890016"/>
                  </a:moveTo>
                  <a:lnTo>
                    <a:pt x="609600" y="1792224"/>
                  </a:lnTo>
                  <a:lnTo>
                    <a:pt x="1207008" y="1798066"/>
                  </a:lnTo>
                  <a:lnTo>
                    <a:pt x="2389632" y="1899"/>
                  </a:lnTo>
                  <a:lnTo>
                    <a:pt x="2987040" y="0"/>
                  </a:lnTo>
                  <a:lnTo>
                    <a:pt x="3438144" y="682752"/>
                  </a:ln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130B59A-BC7E-A070-FF52-2D924A026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677D7DC6-6DC3-77CF-96A3-9226D251F8A4}"/>
              </a:ext>
            </a:extLst>
          </p:cNvPr>
          <p:cNvSpPr/>
          <p:nvPr/>
        </p:nvSpPr>
        <p:spPr>
          <a:xfrm>
            <a:off x="4203058" y="1607222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2735DB-0AAD-DC66-5AC6-E2FDA3ADCE0F}"/>
              </a:ext>
            </a:extLst>
          </p:cNvPr>
          <p:cNvSpPr/>
          <p:nvPr/>
        </p:nvSpPr>
        <p:spPr>
          <a:xfrm>
            <a:off x="4291584" y="3803904"/>
            <a:ext cx="146304" cy="182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DE4DD23-FF18-1EF9-113F-32106F7BDBEF}"/>
              </a:ext>
            </a:extLst>
          </p:cNvPr>
          <p:cNvCxnSpPr/>
          <p:nvPr/>
        </p:nvCxnSpPr>
        <p:spPr>
          <a:xfrm>
            <a:off x="1950720" y="119468"/>
            <a:ext cx="0" cy="12704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2BA0236-4E5D-60B8-9797-9974980C8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14" y="367030"/>
            <a:ext cx="342900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E84C2D-FC40-1037-DD9B-721BF9AE8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23" y="3262627"/>
            <a:ext cx="342900" cy="39370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B62F0C2-C79B-F66E-A5D7-3ABE7D57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969167F-7BD4-AB62-B2ED-C167EA81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40959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2E8CE-F297-0021-3958-7DB168B23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52BEA20-0FA5-DA1E-C785-B6BAA5C05EAE}"/>
              </a:ext>
            </a:extLst>
          </p:cNvPr>
          <p:cNvGrpSpPr/>
          <p:nvPr/>
        </p:nvGrpSpPr>
        <p:grpSpPr>
          <a:xfrm>
            <a:off x="1524000" y="2617759"/>
            <a:ext cx="4572000" cy="3478242"/>
            <a:chOff x="0" y="2617759"/>
            <a:chExt cx="4572000" cy="34782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CEAA02D-4772-54D9-E803-6775BF089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 b="15382"/>
            <a:stretch/>
          </p:blipFill>
          <p:spPr>
            <a:xfrm>
              <a:off x="0" y="2617759"/>
              <a:ext cx="4572000" cy="347824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598E24-3F23-3A7F-3173-F20BF1B82136}"/>
                </a:ext>
              </a:extLst>
            </p:cNvPr>
            <p:cNvSpPr/>
            <p:nvPr/>
          </p:nvSpPr>
          <p:spPr>
            <a:xfrm>
              <a:off x="743712" y="3011424"/>
              <a:ext cx="3438144" cy="266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5E2F98B-A2D0-71DF-9795-A1A8AE001758}"/>
                </a:ext>
              </a:extLst>
            </p:cNvPr>
            <p:cNvSpPr/>
            <p:nvPr/>
          </p:nvSpPr>
          <p:spPr>
            <a:xfrm>
              <a:off x="743712" y="3450336"/>
              <a:ext cx="3438144" cy="1798066"/>
            </a:xfrm>
            <a:custGeom>
              <a:avLst/>
              <a:gdLst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24384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1899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798066"/>
                <a:gd name="connsiteX1" fmla="*/ 609600 w 3438144"/>
                <a:gd name="connsiteY1" fmla="*/ 1792224 h 1798066"/>
                <a:gd name="connsiteX2" fmla="*/ 1207008 w 3438144"/>
                <a:gd name="connsiteY2" fmla="*/ 1798066 h 1798066"/>
                <a:gd name="connsiteX3" fmla="*/ 2389632 w 3438144"/>
                <a:gd name="connsiteY3" fmla="*/ 1899 h 1798066"/>
                <a:gd name="connsiteX4" fmla="*/ 2987040 w 3438144"/>
                <a:gd name="connsiteY4" fmla="*/ 0 h 1798066"/>
                <a:gd name="connsiteX5" fmla="*/ 3438144 w 3438144"/>
                <a:gd name="connsiteY5" fmla="*/ 682752 h 17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8144" h="1798066">
                  <a:moveTo>
                    <a:pt x="0" y="890016"/>
                  </a:moveTo>
                  <a:lnTo>
                    <a:pt x="609600" y="1792224"/>
                  </a:lnTo>
                  <a:lnTo>
                    <a:pt x="1207008" y="1798066"/>
                  </a:lnTo>
                  <a:lnTo>
                    <a:pt x="2389632" y="1899"/>
                  </a:lnTo>
                  <a:lnTo>
                    <a:pt x="2987040" y="0"/>
                  </a:lnTo>
                  <a:lnTo>
                    <a:pt x="3438144" y="682752"/>
                  </a:ln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8398F59-1054-6A3B-CE6B-26075A42F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DA6A0CA1-E7C7-09F4-7049-FA769D169072}"/>
              </a:ext>
            </a:extLst>
          </p:cNvPr>
          <p:cNvSpPr/>
          <p:nvPr/>
        </p:nvSpPr>
        <p:spPr>
          <a:xfrm>
            <a:off x="3727572" y="2056207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A34E93-F9DB-7822-3E09-6EB72EBD2D1A}"/>
              </a:ext>
            </a:extLst>
          </p:cNvPr>
          <p:cNvSpPr/>
          <p:nvPr/>
        </p:nvSpPr>
        <p:spPr>
          <a:xfrm>
            <a:off x="4547616" y="3389376"/>
            <a:ext cx="146304" cy="182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5F0D7B0-A77F-B720-A522-54A72127A6DA}"/>
              </a:ext>
            </a:extLst>
          </p:cNvPr>
          <p:cNvCxnSpPr/>
          <p:nvPr/>
        </p:nvCxnSpPr>
        <p:spPr>
          <a:xfrm>
            <a:off x="1950720" y="119468"/>
            <a:ext cx="0" cy="12704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D75EDA1-CBAE-E162-D9DB-6BC2B1118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14" y="367030"/>
            <a:ext cx="342900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69510F-8ADE-D90E-3ABF-EC1468F7C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23" y="3262627"/>
            <a:ext cx="342900" cy="39370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56129ED-714E-D4DA-B8E1-774D6DDFE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F0289BD-10F2-944F-88F6-F4C1F8D59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22464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C3A5B-7B12-006C-C883-31F93E8E8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D3CBF9C-B0C0-BC78-A892-AD14919E6114}"/>
              </a:ext>
            </a:extLst>
          </p:cNvPr>
          <p:cNvGrpSpPr/>
          <p:nvPr/>
        </p:nvGrpSpPr>
        <p:grpSpPr>
          <a:xfrm>
            <a:off x="1524000" y="2617759"/>
            <a:ext cx="4572000" cy="3478242"/>
            <a:chOff x="0" y="2617759"/>
            <a:chExt cx="4572000" cy="34782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6945479-2771-7525-3738-C05F5396B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 b="15382"/>
            <a:stretch/>
          </p:blipFill>
          <p:spPr>
            <a:xfrm>
              <a:off x="0" y="2617759"/>
              <a:ext cx="4572000" cy="347824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E74D00-764F-D35E-72E0-CF1DDA0BEADD}"/>
                </a:ext>
              </a:extLst>
            </p:cNvPr>
            <p:cNvSpPr/>
            <p:nvPr/>
          </p:nvSpPr>
          <p:spPr>
            <a:xfrm>
              <a:off x="743712" y="3011424"/>
              <a:ext cx="3438144" cy="266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A32CF4F-D8C9-5542-AADC-7991830FD6AD}"/>
                </a:ext>
              </a:extLst>
            </p:cNvPr>
            <p:cNvSpPr/>
            <p:nvPr/>
          </p:nvSpPr>
          <p:spPr>
            <a:xfrm>
              <a:off x="743712" y="3450336"/>
              <a:ext cx="3438144" cy="1798066"/>
            </a:xfrm>
            <a:custGeom>
              <a:avLst/>
              <a:gdLst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24384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1899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798066"/>
                <a:gd name="connsiteX1" fmla="*/ 609600 w 3438144"/>
                <a:gd name="connsiteY1" fmla="*/ 1792224 h 1798066"/>
                <a:gd name="connsiteX2" fmla="*/ 1207008 w 3438144"/>
                <a:gd name="connsiteY2" fmla="*/ 1798066 h 1798066"/>
                <a:gd name="connsiteX3" fmla="*/ 2389632 w 3438144"/>
                <a:gd name="connsiteY3" fmla="*/ 1899 h 1798066"/>
                <a:gd name="connsiteX4" fmla="*/ 2987040 w 3438144"/>
                <a:gd name="connsiteY4" fmla="*/ 0 h 1798066"/>
                <a:gd name="connsiteX5" fmla="*/ 3438144 w 3438144"/>
                <a:gd name="connsiteY5" fmla="*/ 682752 h 17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8144" h="1798066">
                  <a:moveTo>
                    <a:pt x="0" y="890016"/>
                  </a:moveTo>
                  <a:lnTo>
                    <a:pt x="609600" y="1792224"/>
                  </a:lnTo>
                  <a:lnTo>
                    <a:pt x="1207008" y="1798066"/>
                  </a:lnTo>
                  <a:lnTo>
                    <a:pt x="2389632" y="1899"/>
                  </a:lnTo>
                  <a:lnTo>
                    <a:pt x="2987040" y="0"/>
                  </a:lnTo>
                  <a:lnTo>
                    <a:pt x="3438144" y="682752"/>
                  </a:ln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7BC4EB9-F480-2EE2-D2E7-EF17D5B4F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747A412F-290D-BCE6-EAD0-26A903540AFC}"/>
              </a:ext>
            </a:extLst>
          </p:cNvPr>
          <p:cNvSpPr/>
          <p:nvPr/>
        </p:nvSpPr>
        <p:spPr>
          <a:xfrm>
            <a:off x="2867240" y="2056206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BE502-192D-BBE4-E64E-86DC657E5944}"/>
              </a:ext>
            </a:extLst>
          </p:cNvPr>
          <p:cNvSpPr/>
          <p:nvPr/>
        </p:nvSpPr>
        <p:spPr>
          <a:xfrm>
            <a:off x="5145024" y="3389376"/>
            <a:ext cx="146304" cy="182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6C2C54A-BB69-553E-5E3C-DC6FB6C7F686}"/>
              </a:ext>
            </a:extLst>
          </p:cNvPr>
          <p:cNvCxnSpPr/>
          <p:nvPr/>
        </p:nvCxnSpPr>
        <p:spPr>
          <a:xfrm>
            <a:off x="1950720" y="119468"/>
            <a:ext cx="0" cy="12704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C4ED051-4E34-4789-E95B-779DCCEDF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14" y="367030"/>
            <a:ext cx="342900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4FEAC6-1ABB-3E5A-1DE0-700FF283D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23" y="3262627"/>
            <a:ext cx="342900" cy="39370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EAA56BF-A630-C452-D346-8AA4F3F5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EB2559-537E-AAFE-81B1-61E0A665A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31634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AB184-0636-C2FC-8899-0C699269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1391C2C-6A17-0EDF-0CC1-550B6E8C5254}"/>
              </a:ext>
            </a:extLst>
          </p:cNvPr>
          <p:cNvGrpSpPr/>
          <p:nvPr/>
        </p:nvGrpSpPr>
        <p:grpSpPr>
          <a:xfrm>
            <a:off x="1524000" y="2617759"/>
            <a:ext cx="4572000" cy="3478242"/>
            <a:chOff x="0" y="2617759"/>
            <a:chExt cx="4572000" cy="34782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FC68CC8-8BBD-E2DF-17ED-59EA8A7E9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 b="15382"/>
            <a:stretch/>
          </p:blipFill>
          <p:spPr>
            <a:xfrm>
              <a:off x="0" y="2617759"/>
              <a:ext cx="4572000" cy="347824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8C5762-103F-D258-9F39-F93E5F0254E7}"/>
                </a:ext>
              </a:extLst>
            </p:cNvPr>
            <p:cNvSpPr/>
            <p:nvPr/>
          </p:nvSpPr>
          <p:spPr>
            <a:xfrm>
              <a:off x="743712" y="3011424"/>
              <a:ext cx="3438144" cy="266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395F0D4-6763-13FC-331F-7F8371AA36A9}"/>
                </a:ext>
              </a:extLst>
            </p:cNvPr>
            <p:cNvSpPr/>
            <p:nvPr/>
          </p:nvSpPr>
          <p:spPr>
            <a:xfrm>
              <a:off x="743712" y="3450336"/>
              <a:ext cx="3438144" cy="1798066"/>
            </a:xfrm>
            <a:custGeom>
              <a:avLst/>
              <a:gdLst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24384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1899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798066"/>
                <a:gd name="connsiteX1" fmla="*/ 609600 w 3438144"/>
                <a:gd name="connsiteY1" fmla="*/ 1792224 h 1798066"/>
                <a:gd name="connsiteX2" fmla="*/ 1207008 w 3438144"/>
                <a:gd name="connsiteY2" fmla="*/ 1798066 h 1798066"/>
                <a:gd name="connsiteX3" fmla="*/ 2389632 w 3438144"/>
                <a:gd name="connsiteY3" fmla="*/ 1899 h 1798066"/>
                <a:gd name="connsiteX4" fmla="*/ 2987040 w 3438144"/>
                <a:gd name="connsiteY4" fmla="*/ 0 h 1798066"/>
                <a:gd name="connsiteX5" fmla="*/ 3438144 w 3438144"/>
                <a:gd name="connsiteY5" fmla="*/ 682752 h 17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8144" h="1798066">
                  <a:moveTo>
                    <a:pt x="0" y="890016"/>
                  </a:moveTo>
                  <a:lnTo>
                    <a:pt x="609600" y="1792224"/>
                  </a:lnTo>
                  <a:lnTo>
                    <a:pt x="1207008" y="1798066"/>
                  </a:lnTo>
                  <a:lnTo>
                    <a:pt x="2389632" y="1899"/>
                  </a:lnTo>
                  <a:lnTo>
                    <a:pt x="2987040" y="0"/>
                  </a:lnTo>
                  <a:lnTo>
                    <a:pt x="3438144" y="682752"/>
                  </a:ln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BFA3DC8-86D4-1E88-C54C-7C0954C12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F49AD283-44E0-12B0-7428-5E7BB1F77722}"/>
              </a:ext>
            </a:extLst>
          </p:cNvPr>
          <p:cNvSpPr/>
          <p:nvPr/>
        </p:nvSpPr>
        <p:spPr>
          <a:xfrm>
            <a:off x="2419316" y="1593970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43D58D-F143-C542-67EA-7F6A6CBE3411}"/>
              </a:ext>
            </a:extLst>
          </p:cNvPr>
          <p:cNvSpPr/>
          <p:nvPr/>
        </p:nvSpPr>
        <p:spPr>
          <a:xfrm>
            <a:off x="5474208" y="3840480"/>
            <a:ext cx="146304" cy="182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31D0A55-5B02-A863-AD71-D1592CB07749}"/>
              </a:ext>
            </a:extLst>
          </p:cNvPr>
          <p:cNvCxnSpPr/>
          <p:nvPr/>
        </p:nvCxnSpPr>
        <p:spPr>
          <a:xfrm>
            <a:off x="1950720" y="119468"/>
            <a:ext cx="0" cy="12704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8DC55F7-691E-3889-30C0-96A334921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14" y="367030"/>
            <a:ext cx="342900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62DD82-24B4-2366-B3EF-622A1D0AA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23" y="3262627"/>
            <a:ext cx="342900" cy="39370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344DBC-50E0-7791-95B0-215A8CF0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A5FD773-BD90-B7FE-C8E5-6ED62943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38947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67247-0B8F-1F01-57E1-43809F2A1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2A8BC39-0FFE-E836-0B07-91A57D688EAA}"/>
              </a:ext>
            </a:extLst>
          </p:cNvPr>
          <p:cNvGrpSpPr/>
          <p:nvPr/>
        </p:nvGrpSpPr>
        <p:grpSpPr>
          <a:xfrm>
            <a:off x="1524000" y="2617759"/>
            <a:ext cx="4572000" cy="3478242"/>
            <a:chOff x="0" y="2617759"/>
            <a:chExt cx="4572000" cy="34782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BABA1E0-0353-1819-CCF8-374F7D4BD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 b="15382"/>
            <a:stretch/>
          </p:blipFill>
          <p:spPr>
            <a:xfrm>
              <a:off x="0" y="2617759"/>
              <a:ext cx="4572000" cy="347824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88F7F3-2023-209E-95D5-2142CB3F6375}"/>
                </a:ext>
              </a:extLst>
            </p:cNvPr>
            <p:cNvSpPr/>
            <p:nvPr/>
          </p:nvSpPr>
          <p:spPr>
            <a:xfrm>
              <a:off x="743712" y="3011424"/>
              <a:ext cx="3438144" cy="266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5C31004-BBDF-6007-37D5-F650AC60FB48}"/>
                </a:ext>
              </a:extLst>
            </p:cNvPr>
            <p:cNvSpPr/>
            <p:nvPr/>
          </p:nvSpPr>
          <p:spPr>
            <a:xfrm>
              <a:off x="743712" y="3450336"/>
              <a:ext cx="3438144" cy="1798066"/>
            </a:xfrm>
            <a:custGeom>
              <a:avLst/>
              <a:gdLst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24384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804416"/>
                <a:gd name="connsiteX1" fmla="*/ 609600 w 3438144"/>
                <a:gd name="connsiteY1" fmla="*/ 1792224 h 1804416"/>
                <a:gd name="connsiteX2" fmla="*/ 1207008 w 3438144"/>
                <a:gd name="connsiteY2" fmla="*/ 1804416 h 1804416"/>
                <a:gd name="connsiteX3" fmla="*/ 2389632 w 3438144"/>
                <a:gd name="connsiteY3" fmla="*/ 1899 h 1804416"/>
                <a:gd name="connsiteX4" fmla="*/ 2987040 w 3438144"/>
                <a:gd name="connsiteY4" fmla="*/ 0 h 1804416"/>
                <a:gd name="connsiteX5" fmla="*/ 3438144 w 3438144"/>
                <a:gd name="connsiteY5" fmla="*/ 682752 h 1804416"/>
                <a:gd name="connsiteX0" fmla="*/ 0 w 3438144"/>
                <a:gd name="connsiteY0" fmla="*/ 890016 h 1798066"/>
                <a:gd name="connsiteX1" fmla="*/ 609600 w 3438144"/>
                <a:gd name="connsiteY1" fmla="*/ 1792224 h 1798066"/>
                <a:gd name="connsiteX2" fmla="*/ 1207008 w 3438144"/>
                <a:gd name="connsiteY2" fmla="*/ 1798066 h 1798066"/>
                <a:gd name="connsiteX3" fmla="*/ 2389632 w 3438144"/>
                <a:gd name="connsiteY3" fmla="*/ 1899 h 1798066"/>
                <a:gd name="connsiteX4" fmla="*/ 2987040 w 3438144"/>
                <a:gd name="connsiteY4" fmla="*/ 0 h 1798066"/>
                <a:gd name="connsiteX5" fmla="*/ 3438144 w 3438144"/>
                <a:gd name="connsiteY5" fmla="*/ 682752 h 17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8144" h="1798066">
                  <a:moveTo>
                    <a:pt x="0" y="890016"/>
                  </a:moveTo>
                  <a:lnTo>
                    <a:pt x="609600" y="1792224"/>
                  </a:lnTo>
                  <a:lnTo>
                    <a:pt x="1207008" y="1798066"/>
                  </a:lnTo>
                  <a:lnTo>
                    <a:pt x="2389632" y="1899"/>
                  </a:lnTo>
                  <a:lnTo>
                    <a:pt x="2987040" y="0"/>
                  </a:lnTo>
                  <a:lnTo>
                    <a:pt x="3438144" y="682752"/>
                  </a:ln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FCB6ECB-9F0E-6F7E-3F45-70F0166A6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sp>
        <p:nvSpPr>
          <p:cNvPr id="2" name="5-Point Star 1">
            <a:extLst>
              <a:ext uri="{FF2B5EF4-FFF2-40B4-BE49-F238E27FC236}">
                <a16:creationId xmlns:a16="http://schemas.microsoft.com/office/drawing/2014/main" id="{78FB7FB4-80EE-C2F5-FEA2-B71197617961}"/>
              </a:ext>
            </a:extLst>
          </p:cNvPr>
          <p:cNvSpPr/>
          <p:nvPr/>
        </p:nvSpPr>
        <p:spPr>
          <a:xfrm>
            <a:off x="2406065" y="1362853"/>
            <a:ext cx="292608" cy="28041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84DDF2-7896-A21D-4019-3314B2B6964E}"/>
              </a:ext>
            </a:extLst>
          </p:cNvPr>
          <p:cNvSpPr/>
          <p:nvPr/>
        </p:nvSpPr>
        <p:spPr>
          <a:xfrm>
            <a:off x="5632704" y="3950208"/>
            <a:ext cx="146304" cy="182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7FACD09-7F02-E20A-B6A6-907009E53119}"/>
              </a:ext>
            </a:extLst>
          </p:cNvPr>
          <p:cNvCxnSpPr/>
          <p:nvPr/>
        </p:nvCxnSpPr>
        <p:spPr>
          <a:xfrm>
            <a:off x="1950720" y="119468"/>
            <a:ext cx="0" cy="12704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C64D00E-2388-E13A-7F4D-99E30AAF0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14" y="367030"/>
            <a:ext cx="342900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2C8A1B-5F51-0483-870A-E891B0B05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23" y="3262627"/>
            <a:ext cx="342900" cy="39370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2430FDD-9E94-7281-B32A-963B3583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CF17737-A067-6B11-37ED-90DEBD0AA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06804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2DF3D-1A61-DF0E-19C4-2327D8C9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C0811C5-DF24-CFFA-C0EA-613621EBA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14322"/>
          <a:stretch/>
        </p:blipFill>
        <p:spPr>
          <a:xfrm>
            <a:off x="1524000" y="2617759"/>
            <a:ext cx="4572000" cy="35217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35549B-F1F9-38ED-575E-3DEF5754B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060C99E-527D-148D-AB09-0BFCA40A4549}"/>
              </a:ext>
            </a:extLst>
          </p:cNvPr>
          <p:cNvGrpSpPr/>
          <p:nvPr/>
        </p:nvGrpSpPr>
        <p:grpSpPr>
          <a:xfrm>
            <a:off x="1559814" y="119468"/>
            <a:ext cx="3643122" cy="2759876"/>
            <a:chOff x="35814" y="119468"/>
            <a:chExt cx="3643122" cy="2759876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EE3824FF-83A3-20C3-FBD1-C39696187579}"/>
                </a:ext>
              </a:extLst>
            </p:cNvPr>
            <p:cNvCxnSpPr/>
            <p:nvPr/>
          </p:nvCxnSpPr>
          <p:spPr>
            <a:xfrm>
              <a:off x="426720" y="119468"/>
              <a:ext cx="0" cy="12704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F5BBCC9-E2DA-8843-62D6-CB6D86CDA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814" y="367030"/>
              <a:ext cx="342900" cy="3937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A06CBAE-8333-A9B1-7BE0-3B9B33839A2D}"/>
                </a:ext>
              </a:extLst>
            </p:cNvPr>
            <p:cNvCxnSpPr>
              <a:cxnSpLocks/>
            </p:cNvCxnSpPr>
            <p:nvPr/>
          </p:nvCxnSpPr>
          <p:spPr>
            <a:xfrm>
              <a:off x="2072640" y="2676144"/>
              <a:ext cx="12252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0C7E87F-E540-CE0E-D85F-A7D9A8AE4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97936" y="2472944"/>
              <a:ext cx="381000" cy="406400"/>
            </a:xfrm>
            <a:prstGeom prst="rect">
              <a:avLst/>
            </a:prstGeom>
          </p:spPr>
        </p:pic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7E0F0F-ABBC-27E1-E183-D7125EE8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A6F4CE2-08E9-B210-6B8C-CE1E0DB7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752500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02BE3-23FF-DDE2-D620-47884D61E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3E2F6DE-F943-A61E-915F-2D7466D41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617759"/>
            <a:ext cx="9144000" cy="41104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73AC18-1A04-7644-8453-EFB4B345CC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944" y="119468"/>
            <a:ext cx="2451100" cy="24511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FE539CF-2037-0FD6-A971-F2EBFB1633EC}"/>
              </a:ext>
            </a:extLst>
          </p:cNvPr>
          <p:cNvGrpSpPr/>
          <p:nvPr/>
        </p:nvGrpSpPr>
        <p:grpSpPr>
          <a:xfrm>
            <a:off x="1559814" y="119468"/>
            <a:ext cx="3643122" cy="2759876"/>
            <a:chOff x="35814" y="119468"/>
            <a:chExt cx="3643122" cy="2759876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1630139-8107-1555-F20D-CFABE12D4B16}"/>
                </a:ext>
              </a:extLst>
            </p:cNvPr>
            <p:cNvCxnSpPr/>
            <p:nvPr/>
          </p:nvCxnSpPr>
          <p:spPr>
            <a:xfrm>
              <a:off x="426720" y="119468"/>
              <a:ext cx="0" cy="12704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01BD8B0-D27F-A97D-1FBF-53470C71C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814" y="367030"/>
              <a:ext cx="342900" cy="3937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AF0AB1B-52EA-734F-AA99-C962EACC1BE0}"/>
                </a:ext>
              </a:extLst>
            </p:cNvPr>
            <p:cNvCxnSpPr>
              <a:cxnSpLocks/>
            </p:cNvCxnSpPr>
            <p:nvPr/>
          </p:nvCxnSpPr>
          <p:spPr>
            <a:xfrm>
              <a:off x="2072640" y="2676144"/>
              <a:ext cx="12252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B7586FC-3E4A-BA0D-6267-9B5215048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97936" y="2472944"/>
              <a:ext cx="381000" cy="406400"/>
            </a:xfrm>
            <a:prstGeom prst="rect">
              <a:avLst/>
            </a:prstGeom>
          </p:spPr>
        </p:pic>
      </p:grpSp>
      <p:pic>
        <p:nvPicPr>
          <p:cNvPr id="7" name="Picture 6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2715DAB0-73D7-6290-2D02-42FEEB9D32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460" y="1396820"/>
            <a:ext cx="3252107" cy="1173749"/>
          </a:xfrm>
          <a:prstGeom prst="rect">
            <a:avLst/>
          </a:prstGeom>
        </p:spPr>
      </p:pic>
      <p:pic>
        <p:nvPicPr>
          <p:cNvPr id="8" name="Picture 7" descr="A number and dot line&#10;&#10;AI-generated content may be incorrect.">
            <a:extLst>
              <a:ext uri="{FF2B5EF4-FFF2-40B4-BE49-F238E27FC236}">
                <a16:creationId xmlns:a16="http://schemas.microsoft.com/office/drawing/2014/main" id="{B8B77CF6-5897-7296-C8FB-74A5ECD12D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193" y="827794"/>
            <a:ext cx="2616638" cy="687802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3EADB2B-AA6D-21D6-B04F-82FDF73CD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82B289-0228-8C4C-BD98-17666D83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951123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052124-C2B1-0E78-C405-DED0CEE2E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22CD-1B48-518A-B860-BD770BDB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s-ES_tradnl" dirty="0"/>
              <a:t>Otra forma de usar Fourier</a:t>
            </a:r>
            <a:br>
              <a:rPr lang="es-ES_tradnl" dirty="0"/>
            </a:br>
            <a:r>
              <a:rPr lang="es-ES_tradnl" dirty="0"/>
              <a:t>para describir la forma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82A885-9751-260F-4536-E445992F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817E8-94E2-4875-AFDA-DFA2F4A3A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910441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0164EE-787C-7C38-84A7-7F6F16D95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5F5877DE-ECDE-9F1D-FA63-A4B92741A730}"/>
              </a:ext>
            </a:extLst>
          </p:cNvPr>
          <p:cNvSpPr/>
          <p:nvPr/>
        </p:nvSpPr>
        <p:spPr>
          <a:xfrm>
            <a:off x="4926710" y="1821366"/>
            <a:ext cx="2007745" cy="2040764"/>
          </a:xfrm>
          <a:custGeom>
            <a:avLst/>
            <a:gdLst>
              <a:gd name="connsiteX0" fmla="*/ 0 w 2007745"/>
              <a:gd name="connsiteY0" fmla="*/ 2040764 h 2040764"/>
              <a:gd name="connsiteX1" fmla="*/ 234175 w 2007745"/>
              <a:gd name="connsiteY1" fmla="*/ 1639320 h 2040764"/>
              <a:gd name="connsiteX2" fmla="*/ 669073 w 2007745"/>
              <a:gd name="connsiteY2" fmla="*/ 1572413 h 2040764"/>
              <a:gd name="connsiteX3" fmla="*/ 1037063 w 2007745"/>
              <a:gd name="connsiteY3" fmla="*/ 1371691 h 2040764"/>
              <a:gd name="connsiteX4" fmla="*/ 1059366 w 2007745"/>
              <a:gd name="connsiteY4" fmla="*/ 914491 h 2040764"/>
              <a:gd name="connsiteX5" fmla="*/ 892097 w 2007745"/>
              <a:gd name="connsiteY5" fmla="*/ 535350 h 2040764"/>
              <a:gd name="connsiteX6" fmla="*/ 947853 w 2007745"/>
              <a:gd name="connsiteY6" fmla="*/ 223115 h 2040764"/>
              <a:gd name="connsiteX7" fmla="*/ 1304692 w 2007745"/>
              <a:gd name="connsiteY7" fmla="*/ 44696 h 2040764"/>
              <a:gd name="connsiteX8" fmla="*/ 1784195 w 2007745"/>
              <a:gd name="connsiteY8" fmla="*/ 44696 h 2040764"/>
              <a:gd name="connsiteX9" fmla="*/ 2007219 w 2007745"/>
              <a:gd name="connsiteY9" fmla="*/ 546501 h 2040764"/>
              <a:gd name="connsiteX10" fmla="*/ 1728439 w 2007745"/>
              <a:gd name="connsiteY10" fmla="*/ 1371691 h 2040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07745" h="2040764">
                <a:moveTo>
                  <a:pt x="0" y="2040764"/>
                </a:moveTo>
                <a:cubicBezTo>
                  <a:pt x="61331" y="1879071"/>
                  <a:pt x="122663" y="1717378"/>
                  <a:pt x="234175" y="1639320"/>
                </a:cubicBezTo>
                <a:cubicBezTo>
                  <a:pt x="345687" y="1561262"/>
                  <a:pt x="535258" y="1617018"/>
                  <a:pt x="669073" y="1572413"/>
                </a:cubicBezTo>
                <a:cubicBezTo>
                  <a:pt x="802888" y="1527808"/>
                  <a:pt x="972014" y="1481345"/>
                  <a:pt x="1037063" y="1371691"/>
                </a:cubicBezTo>
                <a:cubicBezTo>
                  <a:pt x="1102112" y="1262037"/>
                  <a:pt x="1083527" y="1053881"/>
                  <a:pt x="1059366" y="914491"/>
                </a:cubicBezTo>
                <a:cubicBezTo>
                  <a:pt x="1035205" y="775101"/>
                  <a:pt x="910682" y="650579"/>
                  <a:pt x="892097" y="535350"/>
                </a:cubicBezTo>
                <a:cubicBezTo>
                  <a:pt x="873512" y="420121"/>
                  <a:pt x="879087" y="304890"/>
                  <a:pt x="947853" y="223115"/>
                </a:cubicBezTo>
                <a:cubicBezTo>
                  <a:pt x="1016619" y="141340"/>
                  <a:pt x="1165302" y="74432"/>
                  <a:pt x="1304692" y="44696"/>
                </a:cubicBezTo>
                <a:cubicBezTo>
                  <a:pt x="1444082" y="14959"/>
                  <a:pt x="1667107" y="-38938"/>
                  <a:pt x="1784195" y="44696"/>
                </a:cubicBezTo>
                <a:cubicBezTo>
                  <a:pt x="1901283" y="128330"/>
                  <a:pt x="2016512" y="325335"/>
                  <a:pt x="2007219" y="546501"/>
                </a:cubicBezTo>
                <a:cubicBezTo>
                  <a:pt x="1997926" y="767667"/>
                  <a:pt x="1863182" y="1069679"/>
                  <a:pt x="1728439" y="1371691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E98EAC3-7461-1EC3-9B01-09C691CDA44F}"/>
              </a:ext>
            </a:extLst>
          </p:cNvPr>
          <p:cNvSpPr/>
          <p:nvPr/>
        </p:nvSpPr>
        <p:spPr>
          <a:xfrm rot="10388027">
            <a:off x="4631066" y="3245875"/>
            <a:ext cx="2177210" cy="1899737"/>
          </a:xfrm>
          <a:custGeom>
            <a:avLst/>
            <a:gdLst>
              <a:gd name="connsiteX0" fmla="*/ 0 w 2007745"/>
              <a:gd name="connsiteY0" fmla="*/ 2040764 h 2040764"/>
              <a:gd name="connsiteX1" fmla="*/ 234175 w 2007745"/>
              <a:gd name="connsiteY1" fmla="*/ 1639320 h 2040764"/>
              <a:gd name="connsiteX2" fmla="*/ 669073 w 2007745"/>
              <a:gd name="connsiteY2" fmla="*/ 1572413 h 2040764"/>
              <a:gd name="connsiteX3" fmla="*/ 1037063 w 2007745"/>
              <a:gd name="connsiteY3" fmla="*/ 1371691 h 2040764"/>
              <a:gd name="connsiteX4" fmla="*/ 1059366 w 2007745"/>
              <a:gd name="connsiteY4" fmla="*/ 914491 h 2040764"/>
              <a:gd name="connsiteX5" fmla="*/ 892097 w 2007745"/>
              <a:gd name="connsiteY5" fmla="*/ 535350 h 2040764"/>
              <a:gd name="connsiteX6" fmla="*/ 947853 w 2007745"/>
              <a:gd name="connsiteY6" fmla="*/ 223115 h 2040764"/>
              <a:gd name="connsiteX7" fmla="*/ 1304692 w 2007745"/>
              <a:gd name="connsiteY7" fmla="*/ 44696 h 2040764"/>
              <a:gd name="connsiteX8" fmla="*/ 1784195 w 2007745"/>
              <a:gd name="connsiteY8" fmla="*/ 44696 h 2040764"/>
              <a:gd name="connsiteX9" fmla="*/ 2007219 w 2007745"/>
              <a:gd name="connsiteY9" fmla="*/ 546501 h 2040764"/>
              <a:gd name="connsiteX10" fmla="*/ 1728439 w 2007745"/>
              <a:gd name="connsiteY10" fmla="*/ 1371691 h 2040764"/>
              <a:gd name="connsiteX0" fmla="*/ 0 w 1773570"/>
              <a:gd name="connsiteY0" fmla="*/ 1639320 h 1639320"/>
              <a:gd name="connsiteX1" fmla="*/ 434898 w 1773570"/>
              <a:gd name="connsiteY1" fmla="*/ 1572413 h 1639320"/>
              <a:gd name="connsiteX2" fmla="*/ 802888 w 1773570"/>
              <a:gd name="connsiteY2" fmla="*/ 1371691 h 1639320"/>
              <a:gd name="connsiteX3" fmla="*/ 825191 w 1773570"/>
              <a:gd name="connsiteY3" fmla="*/ 914491 h 1639320"/>
              <a:gd name="connsiteX4" fmla="*/ 657922 w 1773570"/>
              <a:gd name="connsiteY4" fmla="*/ 535350 h 1639320"/>
              <a:gd name="connsiteX5" fmla="*/ 713678 w 1773570"/>
              <a:gd name="connsiteY5" fmla="*/ 223115 h 1639320"/>
              <a:gd name="connsiteX6" fmla="*/ 1070517 w 1773570"/>
              <a:gd name="connsiteY6" fmla="*/ 44696 h 1639320"/>
              <a:gd name="connsiteX7" fmla="*/ 1550020 w 1773570"/>
              <a:gd name="connsiteY7" fmla="*/ 44696 h 1639320"/>
              <a:gd name="connsiteX8" fmla="*/ 1773044 w 1773570"/>
              <a:gd name="connsiteY8" fmla="*/ 546501 h 1639320"/>
              <a:gd name="connsiteX9" fmla="*/ 1494264 w 1773570"/>
              <a:gd name="connsiteY9" fmla="*/ 1371691 h 1639320"/>
              <a:gd name="connsiteX0" fmla="*/ 0 w 1705972"/>
              <a:gd name="connsiteY0" fmla="*/ 1784174 h 1784174"/>
              <a:gd name="connsiteX1" fmla="*/ 367300 w 1705972"/>
              <a:gd name="connsiteY1" fmla="*/ 1572413 h 1784174"/>
              <a:gd name="connsiteX2" fmla="*/ 735290 w 1705972"/>
              <a:gd name="connsiteY2" fmla="*/ 1371691 h 1784174"/>
              <a:gd name="connsiteX3" fmla="*/ 757593 w 1705972"/>
              <a:gd name="connsiteY3" fmla="*/ 914491 h 1784174"/>
              <a:gd name="connsiteX4" fmla="*/ 590324 w 1705972"/>
              <a:gd name="connsiteY4" fmla="*/ 535350 h 1784174"/>
              <a:gd name="connsiteX5" fmla="*/ 646080 w 1705972"/>
              <a:gd name="connsiteY5" fmla="*/ 223115 h 1784174"/>
              <a:gd name="connsiteX6" fmla="*/ 1002919 w 1705972"/>
              <a:gd name="connsiteY6" fmla="*/ 44696 h 1784174"/>
              <a:gd name="connsiteX7" fmla="*/ 1482422 w 1705972"/>
              <a:gd name="connsiteY7" fmla="*/ 44696 h 1784174"/>
              <a:gd name="connsiteX8" fmla="*/ 1705446 w 1705972"/>
              <a:gd name="connsiteY8" fmla="*/ 546501 h 1784174"/>
              <a:gd name="connsiteX9" fmla="*/ 1426666 w 1705972"/>
              <a:gd name="connsiteY9" fmla="*/ 1371691 h 1784174"/>
              <a:gd name="connsiteX0" fmla="*/ 0 w 1705972"/>
              <a:gd name="connsiteY0" fmla="*/ 1784174 h 1784174"/>
              <a:gd name="connsiteX1" fmla="*/ 262224 w 1705972"/>
              <a:gd name="connsiteY1" fmla="*/ 1470647 h 1784174"/>
              <a:gd name="connsiteX2" fmla="*/ 735290 w 1705972"/>
              <a:gd name="connsiteY2" fmla="*/ 1371691 h 1784174"/>
              <a:gd name="connsiteX3" fmla="*/ 757593 w 1705972"/>
              <a:gd name="connsiteY3" fmla="*/ 914491 h 1784174"/>
              <a:gd name="connsiteX4" fmla="*/ 590324 w 1705972"/>
              <a:gd name="connsiteY4" fmla="*/ 535350 h 1784174"/>
              <a:gd name="connsiteX5" fmla="*/ 646080 w 1705972"/>
              <a:gd name="connsiteY5" fmla="*/ 223115 h 1784174"/>
              <a:gd name="connsiteX6" fmla="*/ 1002919 w 1705972"/>
              <a:gd name="connsiteY6" fmla="*/ 44696 h 1784174"/>
              <a:gd name="connsiteX7" fmla="*/ 1482422 w 1705972"/>
              <a:gd name="connsiteY7" fmla="*/ 44696 h 1784174"/>
              <a:gd name="connsiteX8" fmla="*/ 1705446 w 1705972"/>
              <a:gd name="connsiteY8" fmla="*/ 546501 h 1784174"/>
              <a:gd name="connsiteX9" fmla="*/ 1426666 w 1705972"/>
              <a:gd name="connsiteY9" fmla="*/ 1371691 h 1784174"/>
              <a:gd name="connsiteX0" fmla="*/ 0 w 1759580"/>
              <a:gd name="connsiteY0" fmla="*/ 1899737 h 1899737"/>
              <a:gd name="connsiteX1" fmla="*/ 315832 w 1759580"/>
              <a:gd name="connsiteY1" fmla="*/ 1470647 h 1899737"/>
              <a:gd name="connsiteX2" fmla="*/ 788898 w 1759580"/>
              <a:gd name="connsiteY2" fmla="*/ 1371691 h 1899737"/>
              <a:gd name="connsiteX3" fmla="*/ 811201 w 1759580"/>
              <a:gd name="connsiteY3" fmla="*/ 914491 h 1899737"/>
              <a:gd name="connsiteX4" fmla="*/ 643932 w 1759580"/>
              <a:gd name="connsiteY4" fmla="*/ 535350 h 1899737"/>
              <a:gd name="connsiteX5" fmla="*/ 699688 w 1759580"/>
              <a:gd name="connsiteY5" fmla="*/ 223115 h 1899737"/>
              <a:gd name="connsiteX6" fmla="*/ 1056527 w 1759580"/>
              <a:gd name="connsiteY6" fmla="*/ 44696 h 1899737"/>
              <a:gd name="connsiteX7" fmla="*/ 1536030 w 1759580"/>
              <a:gd name="connsiteY7" fmla="*/ 44696 h 1899737"/>
              <a:gd name="connsiteX8" fmla="*/ 1759054 w 1759580"/>
              <a:gd name="connsiteY8" fmla="*/ 546501 h 1899737"/>
              <a:gd name="connsiteX9" fmla="*/ 1480274 w 1759580"/>
              <a:gd name="connsiteY9" fmla="*/ 1371691 h 1899737"/>
              <a:gd name="connsiteX0" fmla="*/ 0 w 1759580"/>
              <a:gd name="connsiteY0" fmla="*/ 1899737 h 1899737"/>
              <a:gd name="connsiteX1" fmla="*/ 315832 w 1759580"/>
              <a:gd name="connsiteY1" fmla="*/ 1470647 h 1899737"/>
              <a:gd name="connsiteX2" fmla="*/ 788898 w 1759580"/>
              <a:gd name="connsiteY2" fmla="*/ 1371691 h 1899737"/>
              <a:gd name="connsiteX3" fmla="*/ 811201 w 1759580"/>
              <a:gd name="connsiteY3" fmla="*/ 914491 h 1899737"/>
              <a:gd name="connsiteX4" fmla="*/ 643932 w 1759580"/>
              <a:gd name="connsiteY4" fmla="*/ 535350 h 1899737"/>
              <a:gd name="connsiteX5" fmla="*/ 699688 w 1759580"/>
              <a:gd name="connsiteY5" fmla="*/ 223115 h 1899737"/>
              <a:gd name="connsiteX6" fmla="*/ 1056527 w 1759580"/>
              <a:gd name="connsiteY6" fmla="*/ 44696 h 1899737"/>
              <a:gd name="connsiteX7" fmla="*/ 1536030 w 1759580"/>
              <a:gd name="connsiteY7" fmla="*/ 44696 h 1899737"/>
              <a:gd name="connsiteX8" fmla="*/ 1759054 w 1759580"/>
              <a:gd name="connsiteY8" fmla="*/ 546501 h 1899737"/>
              <a:gd name="connsiteX9" fmla="*/ 1480274 w 1759580"/>
              <a:gd name="connsiteY9" fmla="*/ 1371691 h 1899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9580" h="1899737">
                <a:moveTo>
                  <a:pt x="0" y="1899737"/>
                </a:moveTo>
                <a:cubicBezTo>
                  <a:pt x="65837" y="1762459"/>
                  <a:pt x="184349" y="1558655"/>
                  <a:pt x="315832" y="1470647"/>
                </a:cubicBezTo>
                <a:cubicBezTo>
                  <a:pt x="447315" y="1382639"/>
                  <a:pt x="706337" y="1464384"/>
                  <a:pt x="788898" y="1371691"/>
                </a:cubicBezTo>
                <a:cubicBezTo>
                  <a:pt x="871460" y="1278998"/>
                  <a:pt x="835362" y="1053881"/>
                  <a:pt x="811201" y="914491"/>
                </a:cubicBezTo>
                <a:cubicBezTo>
                  <a:pt x="787040" y="775101"/>
                  <a:pt x="662517" y="650579"/>
                  <a:pt x="643932" y="535350"/>
                </a:cubicBezTo>
                <a:cubicBezTo>
                  <a:pt x="625347" y="420121"/>
                  <a:pt x="630922" y="304890"/>
                  <a:pt x="699688" y="223115"/>
                </a:cubicBezTo>
                <a:cubicBezTo>
                  <a:pt x="768454" y="141340"/>
                  <a:pt x="917137" y="74432"/>
                  <a:pt x="1056527" y="44696"/>
                </a:cubicBezTo>
                <a:cubicBezTo>
                  <a:pt x="1195917" y="14959"/>
                  <a:pt x="1418942" y="-38938"/>
                  <a:pt x="1536030" y="44696"/>
                </a:cubicBezTo>
                <a:cubicBezTo>
                  <a:pt x="1653118" y="128330"/>
                  <a:pt x="1768347" y="325335"/>
                  <a:pt x="1759054" y="546501"/>
                </a:cubicBezTo>
                <a:cubicBezTo>
                  <a:pt x="1749761" y="767667"/>
                  <a:pt x="1615017" y="1069679"/>
                  <a:pt x="1480274" y="1371691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334C16-0296-53A6-EC27-CC253F2D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87BA77-DAC6-333E-A48C-CF05EEE68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242267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224092-CE72-FB37-80EB-872EA4B6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14AAE6B9-89BA-7773-E13C-009F7FDCB122}"/>
              </a:ext>
            </a:extLst>
          </p:cNvPr>
          <p:cNvSpPr/>
          <p:nvPr/>
        </p:nvSpPr>
        <p:spPr>
          <a:xfrm>
            <a:off x="4926710" y="1821366"/>
            <a:ext cx="2007745" cy="2040764"/>
          </a:xfrm>
          <a:custGeom>
            <a:avLst/>
            <a:gdLst>
              <a:gd name="connsiteX0" fmla="*/ 0 w 2007745"/>
              <a:gd name="connsiteY0" fmla="*/ 2040764 h 2040764"/>
              <a:gd name="connsiteX1" fmla="*/ 234175 w 2007745"/>
              <a:gd name="connsiteY1" fmla="*/ 1639320 h 2040764"/>
              <a:gd name="connsiteX2" fmla="*/ 669073 w 2007745"/>
              <a:gd name="connsiteY2" fmla="*/ 1572413 h 2040764"/>
              <a:gd name="connsiteX3" fmla="*/ 1037063 w 2007745"/>
              <a:gd name="connsiteY3" fmla="*/ 1371691 h 2040764"/>
              <a:gd name="connsiteX4" fmla="*/ 1059366 w 2007745"/>
              <a:gd name="connsiteY4" fmla="*/ 914491 h 2040764"/>
              <a:gd name="connsiteX5" fmla="*/ 892097 w 2007745"/>
              <a:gd name="connsiteY5" fmla="*/ 535350 h 2040764"/>
              <a:gd name="connsiteX6" fmla="*/ 947853 w 2007745"/>
              <a:gd name="connsiteY6" fmla="*/ 223115 h 2040764"/>
              <a:gd name="connsiteX7" fmla="*/ 1304692 w 2007745"/>
              <a:gd name="connsiteY7" fmla="*/ 44696 h 2040764"/>
              <a:gd name="connsiteX8" fmla="*/ 1784195 w 2007745"/>
              <a:gd name="connsiteY8" fmla="*/ 44696 h 2040764"/>
              <a:gd name="connsiteX9" fmla="*/ 2007219 w 2007745"/>
              <a:gd name="connsiteY9" fmla="*/ 546501 h 2040764"/>
              <a:gd name="connsiteX10" fmla="*/ 1728439 w 2007745"/>
              <a:gd name="connsiteY10" fmla="*/ 1371691 h 2040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07745" h="2040764">
                <a:moveTo>
                  <a:pt x="0" y="2040764"/>
                </a:moveTo>
                <a:cubicBezTo>
                  <a:pt x="61331" y="1879071"/>
                  <a:pt x="122663" y="1717378"/>
                  <a:pt x="234175" y="1639320"/>
                </a:cubicBezTo>
                <a:cubicBezTo>
                  <a:pt x="345687" y="1561262"/>
                  <a:pt x="535258" y="1617018"/>
                  <a:pt x="669073" y="1572413"/>
                </a:cubicBezTo>
                <a:cubicBezTo>
                  <a:pt x="802888" y="1527808"/>
                  <a:pt x="972014" y="1481345"/>
                  <a:pt x="1037063" y="1371691"/>
                </a:cubicBezTo>
                <a:cubicBezTo>
                  <a:pt x="1102112" y="1262037"/>
                  <a:pt x="1083527" y="1053881"/>
                  <a:pt x="1059366" y="914491"/>
                </a:cubicBezTo>
                <a:cubicBezTo>
                  <a:pt x="1035205" y="775101"/>
                  <a:pt x="910682" y="650579"/>
                  <a:pt x="892097" y="535350"/>
                </a:cubicBezTo>
                <a:cubicBezTo>
                  <a:pt x="873512" y="420121"/>
                  <a:pt x="879087" y="304890"/>
                  <a:pt x="947853" y="223115"/>
                </a:cubicBezTo>
                <a:cubicBezTo>
                  <a:pt x="1016619" y="141340"/>
                  <a:pt x="1165302" y="74432"/>
                  <a:pt x="1304692" y="44696"/>
                </a:cubicBezTo>
                <a:cubicBezTo>
                  <a:pt x="1444082" y="14959"/>
                  <a:pt x="1667107" y="-38938"/>
                  <a:pt x="1784195" y="44696"/>
                </a:cubicBezTo>
                <a:cubicBezTo>
                  <a:pt x="1901283" y="128330"/>
                  <a:pt x="2016512" y="325335"/>
                  <a:pt x="2007219" y="546501"/>
                </a:cubicBezTo>
                <a:cubicBezTo>
                  <a:pt x="1997926" y="767667"/>
                  <a:pt x="1863182" y="1069679"/>
                  <a:pt x="1728439" y="1371691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4915F01-6E52-08EA-296A-87D283A51A5F}"/>
              </a:ext>
            </a:extLst>
          </p:cNvPr>
          <p:cNvSpPr/>
          <p:nvPr/>
        </p:nvSpPr>
        <p:spPr>
          <a:xfrm rot="10388027">
            <a:off x="4631066" y="3245875"/>
            <a:ext cx="2177210" cy="1899737"/>
          </a:xfrm>
          <a:custGeom>
            <a:avLst/>
            <a:gdLst>
              <a:gd name="connsiteX0" fmla="*/ 0 w 2007745"/>
              <a:gd name="connsiteY0" fmla="*/ 2040764 h 2040764"/>
              <a:gd name="connsiteX1" fmla="*/ 234175 w 2007745"/>
              <a:gd name="connsiteY1" fmla="*/ 1639320 h 2040764"/>
              <a:gd name="connsiteX2" fmla="*/ 669073 w 2007745"/>
              <a:gd name="connsiteY2" fmla="*/ 1572413 h 2040764"/>
              <a:gd name="connsiteX3" fmla="*/ 1037063 w 2007745"/>
              <a:gd name="connsiteY3" fmla="*/ 1371691 h 2040764"/>
              <a:gd name="connsiteX4" fmla="*/ 1059366 w 2007745"/>
              <a:gd name="connsiteY4" fmla="*/ 914491 h 2040764"/>
              <a:gd name="connsiteX5" fmla="*/ 892097 w 2007745"/>
              <a:gd name="connsiteY5" fmla="*/ 535350 h 2040764"/>
              <a:gd name="connsiteX6" fmla="*/ 947853 w 2007745"/>
              <a:gd name="connsiteY6" fmla="*/ 223115 h 2040764"/>
              <a:gd name="connsiteX7" fmla="*/ 1304692 w 2007745"/>
              <a:gd name="connsiteY7" fmla="*/ 44696 h 2040764"/>
              <a:gd name="connsiteX8" fmla="*/ 1784195 w 2007745"/>
              <a:gd name="connsiteY8" fmla="*/ 44696 h 2040764"/>
              <a:gd name="connsiteX9" fmla="*/ 2007219 w 2007745"/>
              <a:gd name="connsiteY9" fmla="*/ 546501 h 2040764"/>
              <a:gd name="connsiteX10" fmla="*/ 1728439 w 2007745"/>
              <a:gd name="connsiteY10" fmla="*/ 1371691 h 2040764"/>
              <a:gd name="connsiteX0" fmla="*/ 0 w 1773570"/>
              <a:gd name="connsiteY0" fmla="*/ 1639320 h 1639320"/>
              <a:gd name="connsiteX1" fmla="*/ 434898 w 1773570"/>
              <a:gd name="connsiteY1" fmla="*/ 1572413 h 1639320"/>
              <a:gd name="connsiteX2" fmla="*/ 802888 w 1773570"/>
              <a:gd name="connsiteY2" fmla="*/ 1371691 h 1639320"/>
              <a:gd name="connsiteX3" fmla="*/ 825191 w 1773570"/>
              <a:gd name="connsiteY3" fmla="*/ 914491 h 1639320"/>
              <a:gd name="connsiteX4" fmla="*/ 657922 w 1773570"/>
              <a:gd name="connsiteY4" fmla="*/ 535350 h 1639320"/>
              <a:gd name="connsiteX5" fmla="*/ 713678 w 1773570"/>
              <a:gd name="connsiteY5" fmla="*/ 223115 h 1639320"/>
              <a:gd name="connsiteX6" fmla="*/ 1070517 w 1773570"/>
              <a:gd name="connsiteY6" fmla="*/ 44696 h 1639320"/>
              <a:gd name="connsiteX7" fmla="*/ 1550020 w 1773570"/>
              <a:gd name="connsiteY7" fmla="*/ 44696 h 1639320"/>
              <a:gd name="connsiteX8" fmla="*/ 1773044 w 1773570"/>
              <a:gd name="connsiteY8" fmla="*/ 546501 h 1639320"/>
              <a:gd name="connsiteX9" fmla="*/ 1494264 w 1773570"/>
              <a:gd name="connsiteY9" fmla="*/ 1371691 h 1639320"/>
              <a:gd name="connsiteX0" fmla="*/ 0 w 1705972"/>
              <a:gd name="connsiteY0" fmla="*/ 1784174 h 1784174"/>
              <a:gd name="connsiteX1" fmla="*/ 367300 w 1705972"/>
              <a:gd name="connsiteY1" fmla="*/ 1572413 h 1784174"/>
              <a:gd name="connsiteX2" fmla="*/ 735290 w 1705972"/>
              <a:gd name="connsiteY2" fmla="*/ 1371691 h 1784174"/>
              <a:gd name="connsiteX3" fmla="*/ 757593 w 1705972"/>
              <a:gd name="connsiteY3" fmla="*/ 914491 h 1784174"/>
              <a:gd name="connsiteX4" fmla="*/ 590324 w 1705972"/>
              <a:gd name="connsiteY4" fmla="*/ 535350 h 1784174"/>
              <a:gd name="connsiteX5" fmla="*/ 646080 w 1705972"/>
              <a:gd name="connsiteY5" fmla="*/ 223115 h 1784174"/>
              <a:gd name="connsiteX6" fmla="*/ 1002919 w 1705972"/>
              <a:gd name="connsiteY6" fmla="*/ 44696 h 1784174"/>
              <a:gd name="connsiteX7" fmla="*/ 1482422 w 1705972"/>
              <a:gd name="connsiteY7" fmla="*/ 44696 h 1784174"/>
              <a:gd name="connsiteX8" fmla="*/ 1705446 w 1705972"/>
              <a:gd name="connsiteY8" fmla="*/ 546501 h 1784174"/>
              <a:gd name="connsiteX9" fmla="*/ 1426666 w 1705972"/>
              <a:gd name="connsiteY9" fmla="*/ 1371691 h 1784174"/>
              <a:gd name="connsiteX0" fmla="*/ 0 w 1705972"/>
              <a:gd name="connsiteY0" fmla="*/ 1784174 h 1784174"/>
              <a:gd name="connsiteX1" fmla="*/ 262224 w 1705972"/>
              <a:gd name="connsiteY1" fmla="*/ 1470647 h 1784174"/>
              <a:gd name="connsiteX2" fmla="*/ 735290 w 1705972"/>
              <a:gd name="connsiteY2" fmla="*/ 1371691 h 1784174"/>
              <a:gd name="connsiteX3" fmla="*/ 757593 w 1705972"/>
              <a:gd name="connsiteY3" fmla="*/ 914491 h 1784174"/>
              <a:gd name="connsiteX4" fmla="*/ 590324 w 1705972"/>
              <a:gd name="connsiteY4" fmla="*/ 535350 h 1784174"/>
              <a:gd name="connsiteX5" fmla="*/ 646080 w 1705972"/>
              <a:gd name="connsiteY5" fmla="*/ 223115 h 1784174"/>
              <a:gd name="connsiteX6" fmla="*/ 1002919 w 1705972"/>
              <a:gd name="connsiteY6" fmla="*/ 44696 h 1784174"/>
              <a:gd name="connsiteX7" fmla="*/ 1482422 w 1705972"/>
              <a:gd name="connsiteY7" fmla="*/ 44696 h 1784174"/>
              <a:gd name="connsiteX8" fmla="*/ 1705446 w 1705972"/>
              <a:gd name="connsiteY8" fmla="*/ 546501 h 1784174"/>
              <a:gd name="connsiteX9" fmla="*/ 1426666 w 1705972"/>
              <a:gd name="connsiteY9" fmla="*/ 1371691 h 1784174"/>
              <a:gd name="connsiteX0" fmla="*/ 0 w 1759580"/>
              <a:gd name="connsiteY0" fmla="*/ 1899737 h 1899737"/>
              <a:gd name="connsiteX1" fmla="*/ 315832 w 1759580"/>
              <a:gd name="connsiteY1" fmla="*/ 1470647 h 1899737"/>
              <a:gd name="connsiteX2" fmla="*/ 788898 w 1759580"/>
              <a:gd name="connsiteY2" fmla="*/ 1371691 h 1899737"/>
              <a:gd name="connsiteX3" fmla="*/ 811201 w 1759580"/>
              <a:gd name="connsiteY3" fmla="*/ 914491 h 1899737"/>
              <a:gd name="connsiteX4" fmla="*/ 643932 w 1759580"/>
              <a:gd name="connsiteY4" fmla="*/ 535350 h 1899737"/>
              <a:gd name="connsiteX5" fmla="*/ 699688 w 1759580"/>
              <a:gd name="connsiteY5" fmla="*/ 223115 h 1899737"/>
              <a:gd name="connsiteX6" fmla="*/ 1056527 w 1759580"/>
              <a:gd name="connsiteY6" fmla="*/ 44696 h 1899737"/>
              <a:gd name="connsiteX7" fmla="*/ 1536030 w 1759580"/>
              <a:gd name="connsiteY7" fmla="*/ 44696 h 1899737"/>
              <a:gd name="connsiteX8" fmla="*/ 1759054 w 1759580"/>
              <a:gd name="connsiteY8" fmla="*/ 546501 h 1899737"/>
              <a:gd name="connsiteX9" fmla="*/ 1480274 w 1759580"/>
              <a:gd name="connsiteY9" fmla="*/ 1371691 h 1899737"/>
              <a:gd name="connsiteX0" fmla="*/ 0 w 1759580"/>
              <a:gd name="connsiteY0" fmla="*/ 1899737 h 1899737"/>
              <a:gd name="connsiteX1" fmla="*/ 315832 w 1759580"/>
              <a:gd name="connsiteY1" fmla="*/ 1470647 h 1899737"/>
              <a:gd name="connsiteX2" fmla="*/ 788898 w 1759580"/>
              <a:gd name="connsiteY2" fmla="*/ 1371691 h 1899737"/>
              <a:gd name="connsiteX3" fmla="*/ 811201 w 1759580"/>
              <a:gd name="connsiteY3" fmla="*/ 914491 h 1899737"/>
              <a:gd name="connsiteX4" fmla="*/ 643932 w 1759580"/>
              <a:gd name="connsiteY4" fmla="*/ 535350 h 1899737"/>
              <a:gd name="connsiteX5" fmla="*/ 699688 w 1759580"/>
              <a:gd name="connsiteY5" fmla="*/ 223115 h 1899737"/>
              <a:gd name="connsiteX6" fmla="*/ 1056527 w 1759580"/>
              <a:gd name="connsiteY6" fmla="*/ 44696 h 1899737"/>
              <a:gd name="connsiteX7" fmla="*/ 1536030 w 1759580"/>
              <a:gd name="connsiteY7" fmla="*/ 44696 h 1899737"/>
              <a:gd name="connsiteX8" fmla="*/ 1759054 w 1759580"/>
              <a:gd name="connsiteY8" fmla="*/ 546501 h 1899737"/>
              <a:gd name="connsiteX9" fmla="*/ 1480274 w 1759580"/>
              <a:gd name="connsiteY9" fmla="*/ 1371691 h 1899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9580" h="1899737">
                <a:moveTo>
                  <a:pt x="0" y="1899737"/>
                </a:moveTo>
                <a:cubicBezTo>
                  <a:pt x="65837" y="1762459"/>
                  <a:pt x="184349" y="1558655"/>
                  <a:pt x="315832" y="1470647"/>
                </a:cubicBezTo>
                <a:cubicBezTo>
                  <a:pt x="447315" y="1382639"/>
                  <a:pt x="706337" y="1464384"/>
                  <a:pt x="788898" y="1371691"/>
                </a:cubicBezTo>
                <a:cubicBezTo>
                  <a:pt x="871460" y="1278998"/>
                  <a:pt x="835362" y="1053881"/>
                  <a:pt x="811201" y="914491"/>
                </a:cubicBezTo>
                <a:cubicBezTo>
                  <a:pt x="787040" y="775101"/>
                  <a:pt x="662517" y="650579"/>
                  <a:pt x="643932" y="535350"/>
                </a:cubicBezTo>
                <a:cubicBezTo>
                  <a:pt x="625347" y="420121"/>
                  <a:pt x="630922" y="304890"/>
                  <a:pt x="699688" y="223115"/>
                </a:cubicBezTo>
                <a:cubicBezTo>
                  <a:pt x="768454" y="141340"/>
                  <a:pt x="917137" y="74432"/>
                  <a:pt x="1056527" y="44696"/>
                </a:cubicBezTo>
                <a:cubicBezTo>
                  <a:pt x="1195917" y="14959"/>
                  <a:pt x="1418942" y="-38938"/>
                  <a:pt x="1536030" y="44696"/>
                </a:cubicBezTo>
                <a:cubicBezTo>
                  <a:pt x="1653118" y="128330"/>
                  <a:pt x="1768347" y="325335"/>
                  <a:pt x="1759054" y="546501"/>
                </a:cubicBezTo>
                <a:cubicBezTo>
                  <a:pt x="1749761" y="767667"/>
                  <a:pt x="1615017" y="1069679"/>
                  <a:pt x="1480274" y="1371691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2286E7F9-A464-6D26-9356-465123B57F7C}"/>
              </a:ext>
            </a:extLst>
          </p:cNvPr>
          <p:cNvSpPr/>
          <p:nvPr/>
        </p:nvSpPr>
        <p:spPr>
          <a:xfrm>
            <a:off x="4647130" y="4507597"/>
            <a:ext cx="115914" cy="12879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A7BDD9-3A5B-F6AF-A6D3-291EF500B278}"/>
              </a:ext>
            </a:extLst>
          </p:cNvPr>
          <p:cNvSpPr txBox="1"/>
          <p:nvPr/>
        </p:nvSpPr>
        <p:spPr>
          <a:xfrm>
            <a:off x="4843146" y="4636391"/>
            <a:ext cx="54373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CL" dirty="0"/>
              <a:t>k=0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E1D10CA-7E94-B142-B56D-9B6F34854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7703" y="4456196"/>
            <a:ext cx="3138407" cy="707110"/>
          </a:xfrm>
        </p:spPr>
        <p:txBody>
          <a:bodyPr>
            <a:normAutofit/>
          </a:bodyPr>
          <a:lstStyle/>
          <a:p>
            <a:r>
              <a:rPr lang="es-ES_tradnl" dirty="0"/>
              <a:t>Pixel inicial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AB24B-F975-AAC7-5E00-ACF2272B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D9A26-179E-1BD3-F30E-4DEF6BFAB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430192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BE603E-46EA-C970-096D-9AFB2C42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BF110A85-7F1E-416C-7695-60D2F6CCA723}"/>
              </a:ext>
            </a:extLst>
          </p:cNvPr>
          <p:cNvSpPr/>
          <p:nvPr/>
        </p:nvSpPr>
        <p:spPr>
          <a:xfrm>
            <a:off x="4926710" y="1821366"/>
            <a:ext cx="2007745" cy="2040764"/>
          </a:xfrm>
          <a:custGeom>
            <a:avLst/>
            <a:gdLst>
              <a:gd name="connsiteX0" fmla="*/ 0 w 2007745"/>
              <a:gd name="connsiteY0" fmla="*/ 2040764 h 2040764"/>
              <a:gd name="connsiteX1" fmla="*/ 234175 w 2007745"/>
              <a:gd name="connsiteY1" fmla="*/ 1639320 h 2040764"/>
              <a:gd name="connsiteX2" fmla="*/ 669073 w 2007745"/>
              <a:gd name="connsiteY2" fmla="*/ 1572413 h 2040764"/>
              <a:gd name="connsiteX3" fmla="*/ 1037063 w 2007745"/>
              <a:gd name="connsiteY3" fmla="*/ 1371691 h 2040764"/>
              <a:gd name="connsiteX4" fmla="*/ 1059366 w 2007745"/>
              <a:gd name="connsiteY4" fmla="*/ 914491 h 2040764"/>
              <a:gd name="connsiteX5" fmla="*/ 892097 w 2007745"/>
              <a:gd name="connsiteY5" fmla="*/ 535350 h 2040764"/>
              <a:gd name="connsiteX6" fmla="*/ 947853 w 2007745"/>
              <a:gd name="connsiteY6" fmla="*/ 223115 h 2040764"/>
              <a:gd name="connsiteX7" fmla="*/ 1304692 w 2007745"/>
              <a:gd name="connsiteY7" fmla="*/ 44696 h 2040764"/>
              <a:gd name="connsiteX8" fmla="*/ 1784195 w 2007745"/>
              <a:gd name="connsiteY8" fmla="*/ 44696 h 2040764"/>
              <a:gd name="connsiteX9" fmla="*/ 2007219 w 2007745"/>
              <a:gd name="connsiteY9" fmla="*/ 546501 h 2040764"/>
              <a:gd name="connsiteX10" fmla="*/ 1728439 w 2007745"/>
              <a:gd name="connsiteY10" fmla="*/ 1371691 h 2040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07745" h="2040764">
                <a:moveTo>
                  <a:pt x="0" y="2040764"/>
                </a:moveTo>
                <a:cubicBezTo>
                  <a:pt x="61331" y="1879071"/>
                  <a:pt x="122663" y="1717378"/>
                  <a:pt x="234175" y="1639320"/>
                </a:cubicBezTo>
                <a:cubicBezTo>
                  <a:pt x="345687" y="1561262"/>
                  <a:pt x="535258" y="1617018"/>
                  <a:pt x="669073" y="1572413"/>
                </a:cubicBezTo>
                <a:cubicBezTo>
                  <a:pt x="802888" y="1527808"/>
                  <a:pt x="972014" y="1481345"/>
                  <a:pt x="1037063" y="1371691"/>
                </a:cubicBezTo>
                <a:cubicBezTo>
                  <a:pt x="1102112" y="1262037"/>
                  <a:pt x="1083527" y="1053881"/>
                  <a:pt x="1059366" y="914491"/>
                </a:cubicBezTo>
                <a:cubicBezTo>
                  <a:pt x="1035205" y="775101"/>
                  <a:pt x="910682" y="650579"/>
                  <a:pt x="892097" y="535350"/>
                </a:cubicBezTo>
                <a:cubicBezTo>
                  <a:pt x="873512" y="420121"/>
                  <a:pt x="879087" y="304890"/>
                  <a:pt x="947853" y="223115"/>
                </a:cubicBezTo>
                <a:cubicBezTo>
                  <a:pt x="1016619" y="141340"/>
                  <a:pt x="1165302" y="74432"/>
                  <a:pt x="1304692" y="44696"/>
                </a:cubicBezTo>
                <a:cubicBezTo>
                  <a:pt x="1444082" y="14959"/>
                  <a:pt x="1667107" y="-38938"/>
                  <a:pt x="1784195" y="44696"/>
                </a:cubicBezTo>
                <a:cubicBezTo>
                  <a:pt x="1901283" y="128330"/>
                  <a:pt x="2016512" y="325335"/>
                  <a:pt x="2007219" y="546501"/>
                </a:cubicBezTo>
                <a:cubicBezTo>
                  <a:pt x="1997926" y="767667"/>
                  <a:pt x="1863182" y="1069679"/>
                  <a:pt x="1728439" y="1371691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804A1C8-6A8B-F4D9-618F-06BF1BED87A6}"/>
              </a:ext>
            </a:extLst>
          </p:cNvPr>
          <p:cNvSpPr/>
          <p:nvPr/>
        </p:nvSpPr>
        <p:spPr>
          <a:xfrm rot="10388027">
            <a:off x="4631066" y="3245875"/>
            <a:ext cx="2177210" cy="1899737"/>
          </a:xfrm>
          <a:custGeom>
            <a:avLst/>
            <a:gdLst>
              <a:gd name="connsiteX0" fmla="*/ 0 w 2007745"/>
              <a:gd name="connsiteY0" fmla="*/ 2040764 h 2040764"/>
              <a:gd name="connsiteX1" fmla="*/ 234175 w 2007745"/>
              <a:gd name="connsiteY1" fmla="*/ 1639320 h 2040764"/>
              <a:gd name="connsiteX2" fmla="*/ 669073 w 2007745"/>
              <a:gd name="connsiteY2" fmla="*/ 1572413 h 2040764"/>
              <a:gd name="connsiteX3" fmla="*/ 1037063 w 2007745"/>
              <a:gd name="connsiteY3" fmla="*/ 1371691 h 2040764"/>
              <a:gd name="connsiteX4" fmla="*/ 1059366 w 2007745"/>
              <a:gd name="connsiteY4" fmla="*/ 914491 h 2040764"/>
              <a:gd name="connsiteX5" fmla="*/ 892097 w 2007745"/>
              <a:gd name="connsiteY5" fmla="*/ 535350 h 2040764"/>
              <a:gd name="connsiteX6" fmla="*/ 947853 w 2007745"/>
              <a:gd name="connsiteY6" fmla="*/ 223115 h 2040764"/>
              <a:gd name="connsiteX7" fmla="*/ 1304692 w 2007745"/>
              <a:gd name="connsiteY7" fmla="*/ 44696 h 2040764"/>
              <a:gd name="connsiteX8" fmla="*/ 1784195 w 2007745"/>
              <a:gd name="connsiteY8" fmla="*/ 44696 h 2040764"/>
              <a:gd name="connsiteX9" fmla="*/ 2007219 w 2007745"/>
              <a:gd name="connsiteY9" fmla="*/ 546501 h 2040764"/>
              <a:gd name="connsiteX10" fmla="*/ 1728439 w 2007745"/>
              <a:gd name="connsiteY10" fmla="*/ 1371691 h 2040764"/>
              <a:gd name="connsiteX0" fmla="*/ 0 w 1773570"/>
              <a:gd name="connsiteY0" fmla="*/ 1639320 h 1639320"/>
              <a:gd name="connsiteX1" fmla="*/ 434898 w 1773570"/>
              <a:gd name="connsiteY1" fmla="*/ 1572413 h 1639320"/>
              <a:gd name="connsiteX2" fmla="*/ 802888 w 1773570"/>
              <a:gd name="connsiteY2" fmla="*/ 1371691 h 1639320"/>
              <a:gd name="connsiteX3" fmla="*/ 825191 w 1773570"/>
              <a:gd name="connsiteY3" fmla="*/ 914491 h 1639320"/>
              <a:gd name="connsiteX4" fmla="*/ 657922 w 1773570"/>
              <a:gd name="connsiteY4" fmla="*/ 535350 h 1639320"/>
              <a:gd name="connsiteX5" fmla="*/ 713678 w 1773570"/>
              <a:gd name="connsiteY5" fmla="*/ 223115 h 1639320"/>
              <a:gd name="connsiteX6" fmla="*/ 1070517 w 1773570"/>
              <a:gd name="connsiteY6" fmla="*/ 44696 h 1639320"/>
              <a:gd name="connsiteX7" fmla="*/ 1550020 w 1773570"/>
              <a:gd name="connsiteY7" fmla="*/ 44696 h 1639320"/>
              <a:gd name="connsiteX8" fmla="*/ 1773044 w 1773570"/>
              <a:gd name="connsiteY8" fmla="*/ 546501 h 1639320"/>
              <a:gd name="connsiteX9" fmla="*/ 1494264 w 1773570"/>
              <a:gd name="connsiteY9" fmla="*/ 1371691 h 1639320"/>
              <a:gd name="connsiteX0" fmla="*/ 0 w 1705972"/>
              <a:gd name="connsiteY0" fmla="*/ 1784174 h 1784174"/>
              <a:gd name="connsiteX1" fmla="*/ 367300 w 1705972"/>
              <a:gd name="connsiteY1" fmla="*/ 1572413 h 1784174"/>
              <a:gd name="connsiteX2" fmla="*/ 735290 w 1705972"/>
              <a:gd name="connsiteY2" fmla="*/ 1371691 h 1784174"/>
              <a:gd name="connsiteX3" fmla="*/ 757593 w 1705972"/>
              <a:gd name="connsiteY3" fmla="*/ 914491 h 1784174"/>
              <a:gd name="connsiteX4" fmla="*/ 590324 w 1705972"/>
              <a:gd name="connsiteY4" fmla="*/ 535350 h 1784174"/>
              <a:gd name="connsiteX5" fmla="*/ 646080 w 1705972"/>
              <a:gd name="connsiteY5" fmla="*/ 223115 h 1784174"/>
              <a:gd name="connsiteX6" fmla="*/ 1002919 w 1705972"/>
              <a:gd name="connsiteY6" fmla="*/ 44696 h 1784174"/>
              <a:gd name="connsiteX7" fmla="*/ 1482422 w 1705972"/>
              <a:gd name="connsiteY7" fmla="*/ 44696 h 1784174"/>
              <a:gd name="connsiteX8" fmla="*/ 1705446 w 1705972"/>
              <a:gd name="connsiteY8" fmla="*/ 546501 h 1784174"/>
              <a:gd name="connsiteX9" fmla="*/ 1426666 w 1705972"/>
              <a:gd name="connsiteY9" fmla="*/ 1371691 h 1784174"/>
              <a:gd name="connsiteX0" fmla="*/ 0 w 1705972"/>
              <a:gd name="connsiteY0" fmla="*/ 1784174 h 1784174"/>
              <a:gd name="connsiteX1" fmla="*/ 262224 w 1705972"/>
              <a:gd name="connsiteY1" fmla="*/ 1470647 h 1784174"/>
              <a:gd name="connsiteX2" fmla="*/ 735290 w 1705972"/>
              <a:gd name="connsiteY2" fmla="*/ 1371691 h 1784174"/>
              <a:gd name="connsiteX3" fmla="*/ 757593 w 1705972"/>
              <a:gd name="connsiteY3" fmla="*/ 914491 h 1784174"/>
              <a:gd name="connsiteX4" fmla="*/ 590324 w 1705972"/>
              <a:gd name="connsiteY4" fmla="*/ 535350 h 1784174"/>
              <a:gd name="connsiteX5" fmla="*/ 646080 w 1705972"/>
              <a:gd name="connsiteY5" fmla="*/ 223115 h 1784174"/>
              <a:gd name="connsiteX6" fmla="*/ 1002919 w 1705972"/>
              <a:gd name="connsiteY6" fmla="*/ 44696 h 1784174"/>
              <a:gd name="connsiteX7" fmla="*/ 1482422 w 1705972"/>
              <a:gd name="connsiteY7" fmla="*/ 44696 h 1784174"/>
              <a:gd name="connsiteX8" fmla="*/ 1705446 w 1705972"/>
              <a:gd name="connsiteY8" fmla="*/ 546501 h 1784174"/>
              <a:gd name="connsiteX9" fmla="*/ 1426666 w 1705972"/>
              <a:gd name="connsiteY9" fmla="*/ 1371691 h 1784174"/>
              <a:gd name="connsiteX0" fmla="*/ 0 w 1759580"/>
              <a:gd name="connsiteY0" fmla="*/ 1899737 h 1899737"/>
              <a:gd name="connsiteX1" fmla="*/ 315832 w 1759580"/>
              <a:gd name="connsiteY1" fmla="*/ 1470647 h 1899737"/>
              <a:gd name="connsiteX2" fmla="*/ 788898 w 1759580"/>
              <a:gd name="connsiteY2" fmla="*/ 1371691 h 1899737"/>
              <a:gd name="connsiteX3" fmla="*/ 811201 w 1759580"/>
              <a:gd name="connsiteY3" fmla="*/ 914491 h 1899737"/>
              <a:gd name="connsiteX4" fmla="*/ 643932 w 1759580"/>
              <a:gd name="connsiteY4" fmla="*/ 535350 h 1899737"/>
              <a:gd name="connsiteX5" fmla="*/ 699688 w 1759580"/>
              <a:gd name="connsiteY5" fmla="*/ 223115 h 1899737"/>
              <a:gd name="connsiteX6" fmla="*/ 1056527 w 1759580"/>
              <a:gd name="connsiteY6" fmla="*/ 44696 h 1899737"/>
              <a:gd name="connsiteX7" fmla="*/ 1536030 w 1759580"/>
              <a:gd name="connsiteY7" fmla="*/ 44696 h 1899737"/>
              <a:gd name="connsiteX8" fmla="*/ 1759054 w 1759580"/>
              <a:gd name="connsiteY8" fmla="*/ 546501 h 1899737"/>
              <a:gd name="connsiteX9" fmla="*/ 1480274 w 1759580"/>
              <a:gd name="connsiteY9" fmla="*/ 1371691 h 1899737"/>
              <a:gd name="connsiteX0" fmla="*/ 0 w 1759580"/>
              <a:gd name="connsiteY0" fmla="*/ 1899737 h 1899737"/>
              <a:gd name="connsiteX1" fmla="*/ 315832 w 1759580"/>
              <a:gd name="connsiteY1" fmla="*/ 1470647 h 1899737"/>
              <a:gd name="connsiteX2" fmla="*/ 788898 w 1759580"/>
              <a:gd name="connsiteY2" fmla="*/ 1371691 h 1899737"/>
              <a:gd name="connsiteX3" fmla="*/ 811201 w 1759580"/>
              <a:gd name="connsiteY3" fmla="*/ 914491 h 1899737"/>
              <a:gd name="connsiteX4" fmla="*/ 643932 w 1759580"/>
              <a:gd name="connsiteY4" fmla="*/ 535350 h 1899737"/>
              <a:gd name="connsiteX5" fmla="*/ 699688 w 1759580"/>
              <a:gd name="connsiteY5" fmla="*/ 223115 h 1899737"/>
              <a:gd name="connsiteX6" fmla="*/ 1056527 w 1759580"/>
              <a:gd name="connsiteY6" fmla="*/ 44696 h 1899737"/>
              <a:gd name="connsiteX7" fmla="*/ 1536030 w 1759580"/>
              <a:gd name="connsiteY7" fmla="*/ 44696 h 1899737"/>
              <a:gd name="connsiteX8" fmla="*/ 1759054 w 1759580"/>
              <a:gd name="connsiteY8" fmla="*/ 546501 h 1899737"/>
              <a:gd name="connsiteX9" fmla="*/ 1480274 w 1759580"/>
              <a:gd name="connsiteY9" fmla="*/ 1371691 h 1899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9580" h="1899737">
                <a:moveTo>
                  <a:pt x="0" y="1899737"/>
                </a:moveTo>
                <a:cubicBezTo>
                  <a:pt x="65837" y="1762459"/>
                  <a:pt x="184349" y="1558655"/>
                  <a:pt x="315832" y="1470647"/>
                </a:cubicBezTo>
                <a:cubicBezTo>
                  <a:pt x="447315" y="1382639"/>
                  <a:pt x="706337" y="1464384"/>
                  <a:pt x="788898" y="1371691"/>
                </a:cubicBezTo>
                <a:cubicBezTo>
                  <a:pt x="871460" y="1278998"/>
                  <a:pt x="835362" y="1053881"/>
                  <a:pt x="811201" y="914491"/>
                </a:cubicBezTo>
                <a:cubicBezTo>
                  <a:pt x="787040" y="775101"/>
                  <a:pt x="662517" y="650579"/>
                  <a:pt x="643932" y="535350"/>
                </a:cubicBezTo>
                <a:cubicBezTo>
                  <a:pt x="625347" y="420121"/>
                  <a:pt x="630922" y="304890"/>
                  <a:pt x="699688" y="223115"/>
                </a:cubicBezTo>
                <a:cubicBezTo>
                  <a:pt x="768454" y="141340"/>
                  <a:pt x="917137" y="74432"/>
                  <a:pt x="1056527" y="44696"/>
                </a:cubicBezTo>
                <a:cubicBezTo>
                  <a:pt x="1195917" y="14959"/>
                  <a:pt x="1418942" y="-38938"/>
                  <a:pt x="1536030" y="44696"/>
                </a:cubicBezTo>
                <a:cubicBezTo>
                  <a:pt x="1653118" y="128330"/>
                  <a:pt x="1768347" y="325335"/>
                  <a:pt x="1759054" y="546501"/>
                </a:cubicBezTo>
                <a:cubicBezTo>
                  <a:pt x="1749761" y="767667"/>
                  <a:pt x="1615017" y="1069679"/>
                  <a:pt x="1480274" y="1371691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707F0B67-EACA-C5CA-E37F-3255610B15A5}"/>
              </a:ext>
            </a:extLst>
          </p:cNvPr>
          <p:cNvSpPr/>
          <p:nvPr/>
        </p:nvSpPr>
        <p:spPr>
          <a:xfrm>
            <a:off x="4647130" y="4507597"/>
            <a:ext cx="115914" cy="12879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0BE4A-CD7F-BB22-30BF-23E24D14130A}"/>
              </a:ext>
            </a:extLst>
          </p:cNvPr>
          <p:cNvSpPr txBox="1"/>
          <p:nvPr/>
        </p:nvSpPr>
        <p:spPr>
          <a:xfrm>
            <a:off x="4843146" y="4636391"/>
            <a:ext cx="54373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CL" dirty="0"/>
              <a:t>k=0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9CDD160-5822-26A6-23C8-20FBA7662EE4}"/>
              </a:ext>
            </a:extLst>
          </p:cNvPr>
          <p:cNvCxnSpPr>
            <a:cxnSpLocks/>
          </p:cNvCxnSpPr>
          <p:nvPr/>
        </p:nvCxnSpPr>
        <p:spPr>
          <a:xfrm flipV="1">
            <a:off x="4491416" y="1481071"/>
            <a:ext cx="754578" cy="4134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BDED44C-AA22-01E9-621C-F65F2530E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296" y="5324639"/>
            <a:ext cx="381000" cy="2349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933B38-34FA-189E-CB1F-63A752AC55D8}"/>
              </a:ext>
            </a:extLst>
          </p:cNvPr>
          <p:cNvCxnSpPr/>
          <p:nvPr/>
        </p:nvCxnSpPr>
        <p:spPr>
          <a:xfrm flipV="1">
            <a:off x="2831208" y="5615285"/>
            <a:ext cx="434661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0F3AE514-80BB-F1E3-F9D2-161A79CCCE18}"/>
              </a:ext>
            </a:extLst>
          </p:cNvPr>
          <p:cNvSpPr/>
          <p:nvPr/>
        </p:nvSpPr>
        <p:spPr>
          <a:xfrm>
            <a:off x="4279568" y="5465185"/>
            <a:ext cx="360608" cy="302654"/>
          </a:xfrm>
          <a:prstGeom prst="arc">
            <a:avLst>
              <a:gd name="adj1" fmla="val 17424581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22FCA4-334E-8518-0D9E-85D13AF1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7703" y="4456196"/>
            <a:ext cx="3138407" cy="707110"/>
          </a:xfrm>
        </p:spPr>
        <p:txBody>
          <a:bodyPr>
            <a:normAutofit fontScale="90000"/>
          </a:bodyPr>
          <a:lstStyle/>
          <a:p>
            <a:r>
              <a:rPr lang="es-ES_tradnl" dirty="0"/>
              <a:t>Tangente</a:t>
            </a:r>
            <a:br>
              <a:rPr lang="es-ES_tradnl" dirty="0"/>
            </a:br>
            <a:r>
              <a:rPr lang="es-ES_tradnl" dirty="0"/>
              <a:t>al pixel 0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03A761-6D86-0C7F-FE90-0378B799E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AE659-3288-EB0E-5FE0-B9A782F3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110153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54A71DB-D95F-AB81-7095-B9E5ABA1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DE4905DA-7427-A87D-874D-D6D9685A085F}"/>
              </a:ext>
            </a:extLst>
          </p:cNvPr>
          <p:cNvSpPr/>
          <p:nvPr/>
        </p:nvSpPr>
        <p:spPr>
          <a:xfrm>
            <a:off x="4926710" y="1821366"/>
            <a:ext cx="2007745" cy="2040764"/>
          </a:xfrm>
          <a:custGeom>
            <a:avLst/>
            <a:gdLst>
              <a:gd name="connsiteX0" fmla="*/ 0 w 2007745"/>
              <a:gd name="connsiteY0" fmla="*/ 2040764 h 2040764"/>
              <a:gd name="connsiteX1" fmla="*/ 234175 w 2007745"/>
              <a:gd name="connsiteY1" fmla="*/ 1639320 h 2040764"/>
              <a:gd name="connsiteX2" fmla="*/ 669073 w 2007745"/>
              <a:gd name="connsiteY2" fmla="*/ 1572413 h 2040764"/>
              <a:gd name="connsiteX3" fmla="*/ 1037063 w 2007745"/>
              <a:gd name="connsiteY3" fmla="*/ 1371691 h 2040764"/>
              <a:gd name="connsiteX4" fmla="*/ 1059366 w 2007745"/>
              <a:gd name="connsiteY4" fmla="*/ 914491 h 2040764"/>
              <a:gd name="connsiteX5" fmla="*/ 892097 w 2007745"/>
              <a:gd name="connsiteY5" fmla="*/ 535350 h 2040764"/>
              <a:gd name="connsiteX6" fmla="*/ 947853 w 2007745"/>
              <a:gd name="connsiteY6" fmla="*/ 223115 h 2040764"/>
              <a:gd name="connsiteX7" fmla="*/ 1304692 w 2007745"/>
              <a:gd name="connsiteY7" fmla="*/ 44696 h 2040764"/>
              <a:gd name="connsiteX8" fmla="*/ 1784195 w 2007745"/>
              <a:gd name="connsiteY8" fmla="*/ 44696 h 2040764"/>
              <a:gd name="connsiteX9" fmla="*/ 2007219 w 2007745"/>
              <a:gd name="connsiteY9" fmla="*/ 546501 h 2040764"/>
              <a:gd name="connsiteX10" fmla="*/ 1728439 w 2007745"/>
              <a:gd name="connsiteY10" fmla="*/ 1371691 h 2040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07745" h="2040764">
                <a:moveTo>
                  <a:pt x="0" y="2040764"/>
                </a:moveTo>
                <a:cubicBezTo>
                  <a:pt x="61331" y="1879071"/>
                  <a:pt x="122663" y="1717378"/>
                  <a:pt x="234175" y="1639320"/>
                </a:cubicBezTo>
                <a:cubicBezTo>
                  <a:pt x="345687" y="1561262"/>
                  <a:pt x="535258" y="1617018"/>
                  <a:pt x="669073" y="1572413"/>
                </a:cubicBezTo>
                <a:cubicBezTo>
                  <a:pt x="802888" y="1527808"/>
                  <a:pt x="972014" y="1481345"/>
                  <a:pt x="1037063" y="1371691"/>
                </a:cubicBezTo>
                <a:cubicBezTo>
                  <a:pt x="1102112" y="1262037"/>
                  <a:pt x="1083527" y="1053881"/>
                  <a:pt x="1059366" y="914491"/>
                </a:cubicBezTo>
                <a:cubicBezTo>
                  <a:pt x="1035205" y="775101"/>
                  <a:pt x="910682" y="650579"/>
                  <a:pt x="892097" y="535350"/>
                </a:cubicBezTo>
                <a:cubicBezTo>
                  <a:pt x="873512" y="420121"/>
                  <a:pt x="879087" y="304890"/>
                  <a:pt x="947853" y="223115"/>
                </a:cubicBezTo>
                <a:cubicBezTo>
                  <a:pt x="1016619" y="141340"/>
                  <a:pt x="1165302" y="74432"/>
                  <a:pt x="1304692" y="44696"/>
                </a:cubicBezTo>
                <a:cubicBezTo>
                  <a:pt x="1444082" y="14959"/>
                  <a:pt x="1667107" y="-38938"/>
                  <a:pt x="1784195" y="44696"/>
                </a:cubicBezTo>
                <a:cubicBezTo>
                  <a:pt x="1901283" y="128330"/>
                  <a:pt x="2016512" y="325335"/>
                  <a:pt x="2007219" y="546501"/>
                </a:cubicBezTo>
                <a:cubicBezTo>
                  <a:pt x="1997926" y="767667"/>
                  <a:pt x="1863182" y="1069679"/>
                  <a:pt x="1728439" y="1371691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F51102FD-546B-69E2-CC5E-9E96CEF630C9}"/>
              </a:ext>
            </a:extLst>
          </p:cNvPr>
          <p:cNvSpPr/>
          <p:nvPr/>
        </p:nvSpPr>
        <p:spPr>
          <a:xfrm rot="10388027">
            <a:off x="4631066" y="3245875"/>
            <a:ext cx="2177210" cy="1899737"/>
          </a:xfrm>
          <a:custGeom>
            <a:avLst/>
            <a:gdLst>
              <a:gd name="connsiteX0" fmla="*/ 0 w 2007745"/>
              <a:gd name="connsiteY0" fmla="*/ 2040764 h 2040764"/>
              <a:gd name="connsiteX1" fmla="*/ 234175 w 2007745"/>
              <a:gd name="connsiteY1" fmla="*/ 1639320 h 2040764"/>
              <a:gd name="connsiteX2" fmla="*/ 669073 w 2007745"/>
              <a:gd name="connsiteY2" fmla="*/ 1572413 h 2040764"/>
              <a:gd name="connsiteX3" fmla="*/ 1037063 w 2007745"/>
              <a:gd name="connsiteY3" fmla="*/ 1371691 h 2040764"/>
              <a:gd name="connsiteX4" fmla="*/ 1059366 w 2007745"/>
              <a:gd name="connsiteY4" fmla="*/ 914491 h 2040764"/>
              <a:gd name="connsiteX5" fmla="*/ 892097 w 2007745"/>
              <a:gd name="connsiteY5" fmla="*/ 535350 h 2040764"/>
              <a:gd name="connsiteX6" fmla="*/ 947853 w 2007745"/>
              <a:gd name="connsiteY6" fmla="*/ 223115 h 2040764"/>
              <a:gd name="connsiteX7" fmla="*/ 1304692 w 2007745"/>
              <a:gd name="connsiteY7" fmla="*/ 44696 h 2040764"/>
              <a:gd name="connsiteX8" fmla="*/ 1784195 w 2007745"/>
              <a:gd name="connsiteY8" fmla="*/ 44696 h 2040764"/>
              <a:gd name="connsiteX9" fmla="*/ 2007219 w 2007745"/>
              <a:gd name="connsiteY9" fmla="*/ 546501 h 2040764"/>
              <a:gd name="connsiteX10" fmla="*/ 1728439 w 2007745"/>
              <a:gd name="connsiteY10" fmla="*/ 1371691 h 2040764"/>
              <a:gd name="connsiteX0" fmla="*/ 0 w 1773570"/>
              <a:gd name="connsiteY0" fmla="*/ 1639320 h 1639320"/>
              <a:gd name="connsiteX1" fmla="*/ 434898 w 1773570"/>
              <a:gd name="connsiteY1" fmla="*/ 1572413 h 1639320"/>
              <a:gd name="connsiteX2" fmla="*/ 802888 w 1773570"/>
              <a:gd name="connsiteY2" fmla="*/ 1371691 h 1639320"/>
              <a:gd name="connsiteX3" fmla="*/ 825191 w 1773570"/>
              <a:gd name="connsiteY3" fmla="*/ 914491 h 1639320"/>
              <a:gd name="connsiteX4" fmla="*/ 657922 w 1773570"/>
              <a:gd name="connsiteY4" fmla="*/ 535350 h 1639320"/>
              <a:gd name="connsiteX5" fmla="*/ 713678 w 1773570"/>
              <a:gd name="connsiteY5" fmla="*/ 223115 h 1639320"/>
              <a:gd name="connsiteX6" fmla="*/ 1070517 w 1773570"/>
              <a:gd name="connsiteY6" fmla="*/ 44696 h 1639320"/>
              <a:gd name="connsiteX7" fmla="*/ 1550020 w 1773570"/>
              <a:gd name="connsiteY7" fmla="*/ 44696 h 1639320"/>
              <a:gd name="connsiteX8" fmla="*/ 1773044 w 1773570"/>
              <a:gd name="connsiteY8" fmla="*/ 546501 h 1639320"/>
              <a:gd name="connsiteX9" fmla="*/ 1494264 w 1773570"/>
              <a:gd name="connsiteY9" fmla="*/ 1371691 h 1639320"/>
              <a:gd name="connsiteX0" fmla="*/ 0 w 1705972"/>
              <a:gd name="connsiteY0" fmla="*/ 1784174 h 1784174"/>
              <a:gd name="connsiteX1" fmla="*/ 367300 w 1705972"/>
              <a:gd name="connsiteY1" fmla="*/ 1572413 h 1784174"/>
              <a:gd name="connsiteX2" fmla="*/ 735290 w 1705972"/>
              <a:gd name="connsiteY2" fmla="*/ 1371691 h 1784174"/>
              <a:gd name="connsiteX3" fmla="*/ 757593 w 1705972"/>
              <a:gd name="connsiteY3" fmla="*/ 914491 h 1784174"/>
              <a:gd name="connsiteX4" fmla="*/ 590324 w 1705972"/>
              <a:gd name="connsiteY4" fmla="*/ 535350 h 1784174"/>
              <a:gd name="connsiteX5" fmla="*/ 646080 w 1705972"/>
              <a:gd name="connsiteY5" fmla="*/ 223115 h 1784174"/>
              <a:gd name="connsiteX6" fmla="*/ 1002919 w 1705972"/>
              <a:gd name="connsiteY6" fmla="*/ 44696 h 1784174"/>
              <a:gd name="connsiteX7" fmla="*/ 1482422 w 1705972"/>
              <a:gd name="connsiteY7" fmla="*/ 44696 h 1784174"/>
              <a:gd name="connsiteX8" fmla="*/ 1705446 w 1705972"/>
              <a:gd name="connsiteY8" fmla="*/ 546501 h 1784174"/>
              <a:gd name="connsiteX9" fmla="*/ 1426666 w 1705972"/>
              <a:gd name="connsiteY9" fmla="*/ 1371691 h 1784174"/>
              <a:gd name="connsiteX0" fmla="*/ 0 w 1705972"/>
              <a:gd name="connsiteY0" fmla="*/ 1784174 h 1784174"/>
              <a:gd name="connsiteX1" fmla="*/ 262224 w 1705972"/>
              <a:gd name="connsiteY1" fmla="*/ 1470647 h 1784174"/>
              <a:gd name="connsiteX2" fmla="*/ 735290 w 1705972"/>
              <a:gd name="connsiteY2" fmla="*/ 1371691 h 1784174"/>
              <a:gd name="connsiteX3" fmla="*/ 757593 w 1705972"/>
              <a:gd name="connsiteY3" fmla="*/ 914491 h 1784174"/>
              <a:gd name="connsiteX4" fmla="*/ 590324 w 1705972"/>
              <a:gd name="connsiteY4" fmla="*/ 535350 h 1784174"/>
              <a:gd name="connsiteX5" fmla="*/ 646080 w 1705972"/>
              <a:gd name="connsiteY5" fmla="*/ 223115 h 1784174"/>
              <a:gd name="connsiteX6" fmla="*/ 1002919 w 1705972"/>
              <a:gd name="connsiteY6" fmla="*/ 44696 h 1784174"/>
              <a:gd name="connsiteX7" fmla="*/ 1482422 w 1705972"/>
              <a:gd name="connsiteY7" fmla="*/ 44696 h 1784174"/>
              <a:gd name="connsiteX8" fmla="*/ 1705446 w 1705972"/>
              <a:gd name="connsiteY8" fmla="*/ 546501 h 1784174"/>
              <a:gd name="connsiteX9" fmla="*/ 1426666 w 1705972"/>
              <a:gd name="connsiteY9" fmla="*/ 1371691 h 1784174"/>
              <a:gd name="connsiteX0" fmla="*/ 0 w 1759580"/>
              <a:gd name="connsiteY0" fmla="*/ 1899737 h 1899737"/>
              <a:gd name="connsiteX1" fmla="*/ 315832 w 1759580"/>
              <a:gd name="connsiteY1" fmla="*/ 1470647 h 1899737"/>
              <a:gd name="connsiteX2" fmla="*/ 788898 w 1759580"/>
              <a:gd name="connsiteY2" fmla="*/ 1371691 h 1899737"/>
              <a:gd name="connsiteX3" fmla="*/ 811201 w 1759580"/>
              <a:gd name="connsiteY3" fmla="*/ 914491 h 1899737"/>
              <a:gd name="connsiteX4" fmla="*/ 643932 w 1759580"/>
              <a:gd name="connsiteY4" fmla="*/ 535350 h 1899737"/>
              <a:gd name="connsiteX5" fmla="*/ 699688 w 1759580"/>
              <a:gd name="connsiteY5" fmla="*/ 223115 h 1899737"/>
              <a:gd name="connsiteX6" fmla="*/ 1056527 w 1759580"/>
              <a:gd name="connsiteY6" fmla="*/ 44696 h 1899737"/>
              <a:gd name="connsiteX7" fmla="*/ 1536030 w 1759580"/>
              <a:gd name="connsiteY7" fmla="*/ 44696 h 1899737"/>
              <a:gd name="connsiteX8" fmla="*/ 1759054 w 1759580"/>
              <a:gd name="connsiteY8" fmla="*/ 546501 h 1899737"/>
              <a:gd name="connsiteX9" fmla="*/ 1480274 w 1759580"/>
              <a:gd name="connsiteY9" fmla="*/ 1371691 h 1899737"/>
              <a:gd name="connsiteX0" fmla="*/ 0 w 1759580"/>
              <a:gd name="connsiteY0" fmla="*/ 1899737 h 1899737"/>
              <a:gd name="connsiteX1" fmla="*/ 315832 w 1759580"/>
              <a:gd name="connsiteY1" fmla="*/ 1470647 h 1899737"/>
              <a:gd name="connsiteX2" fmla="*/ 788898 w 1759580"/>
              <a:gd name="connsiteY2" fmla="*/ 1371691 h 1899737"/>
              <a:gd name="connsiteX3" fmla="*/ 811201 w 1759580"/>
              <a:gd name="connsiteY3" fmla="*/ 914491 h 1899737"/>
              <a:gd name="connsiteX4" fmla="*/ 643932 w 1759580"/>
              <a:gd name="connsiteY4" fmla="*/ 535350 h 1899737"/>
              <a:gd name="connsiteX5" fmla="*/ 699688 w 1759580"/>
              <a:gd name="connsiteY5" fmla="*/ 223115 h 1899737"/>
              <a:gd name="connsiteX6" fmla="*/ 1056527 w 1759580"/>
              <a:gd name="connsiteY6" fmla="*/ 44696 h 1899737"/>
              <a:gd name="connsiteX7" fmla="*/ 1536030 w 1759580"/>
              <a:gd name="connsiteY7" fmla="*/ 44696 h 1899737"/>
              <a:gd name="connsiteX8" fmla="*/ 1759054 w 1759580"/>
              <a:gd name="connsiteY8" fmla="*/ 546501 h 1899737"/>
              <a:gd name="connsiteX9" fmla="*/ 1480274 w 1759580"/>
              <a:gd name="connsiteY9" fmla="*/ 1371691 h 1899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9580" h="1899737">
                <a:moveTo>
                  <a:pt x="0" y="1899737"/>
                </a:moveTo>
                <a:cubicBezTo>
                  <a:pt x="65837" y="1762459"/>
                  <a:pt x="184349" y="1558655"/>
                  <a:pt x="315832" y="1470647"/>
                </a:cubicBezTo>
                <a:cubicBezTo>
                  <a:pt x="447315" y="1382639"/>
                  <a:pt x="706337" y="1464384"/>
                  <a:pt x="788898" y="1371691"/>
                </a:cubicBezTo>
                <a:cubicBezTo>
                  <a:pt x="871460" y="1278998"/>
                  <a:pt x="835362" y="1053881"/>
                  <a:pt x="811201" y="914491"/>
                </a:cubicBezTo>
                <a:cubicBezTo>
                  <a:pt x="787040" y="775101"/>
                  <a:pt x="662517" y="650579"/>
                  <a:pt x="643932" y="535350"/>
                </a:cubicBezTo>
                <a:cubicBezTo>
                  <a:pt x="625347" y="420121"/>
                  <a:pt x="630922" y="304890"/>
                  <a:pt x="699688" y="223115"/>
                </a:cubicBezTo>
                <a:cubicBezTo>
                  <a:pt x="768454" y="141340"/>
                  <a:pt x="917137" y="74432"/>
                  <a:pt x="1056527" y="44696"/>
                </a:cubicBezTo>
                <a:cubicBezTo>
                  <a:pt x="1195917" y="14959"/>
                  <a:pt x="1418942" y="-38938"/>
                  <a:pt x="1536030" y="44696"/>
                </a:cubicBezTo>
                <a:cubicBezTo>
                  <a:pt x="1653118" y="128330"/>
                  <a:pt x="1768347" y="325335"/>
                  <a:pt x="1759054" y="546501"/>
                </a:cubicBezTo>
                <a:cubicBezTo>
                  <a:pt x="1749761" y="767667"/>
                  <a:pt x="1615017" y="1069679"/>
                  <a:pt x="1480274" y="1371691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7D0B9D85-036F-19B8-B9D7-5AE501B3B84A}"/>
              </a:ext>
            </a:extLst>
          </p:cNvPr>
          <p:cNvSpPr/>
          <p:nvPr/>
        </p:nvSpPr>
        <p:spPr>
          <a:xfrm>
            <a:off x="4647130" y="4507597"/>
            <a:ext cx="115914" cy="12879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14A9F-EAE9-90A5-8E02-0FCC69590489}"/>
              </a:ext>
            </a:extLst>
          </p:cNvPr>
          <p:cNvSpPr txBox="1"/>
          <p:nvPr/>
        </p:nvSpPr>
        <p:spPr>
          <a:xfrm>
            <a:off x="4843146" y="4636391"/>
            <a:ext cx="54373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CL" dirty="0"/>
              <a:t>k=0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75805B-52F9-EC2A-8786-AD6BCE0EF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296" y="5324639"/>
            <a:ext cx="381000" cy="23495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8B9EBA-4FCF-245B-4D1C-440F33B5F0B6}"/>
              </a:ext>
            </a:extLst>
          </p:cNvPr>
          <p:cNvCxnSpPr/>
          <p:nvPr/>
        </p:nvCxnSpPr>
        <p:spPr>
          <a:xfrm flipV="1">
            <a:off x="2831208" y="5615285"/>
            <a:ext cx="434661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7B3ECB-E626-6424-FC6C-A4C36C3D277B}"/>
              </a:ext>
            </a:extLst>
          </p:cNvPr>
          <p:cNvCxnSpPr>
            <a:cxnSpLocks/>
          </p:cNvCxnSpPr>
          <p:nvPr/>
        </p:nvCxnSpPr>
        <p:spPr>
          <a:xfrm flipV="1">
            <a:off x="3333483" y="1589057"/>
            <a:ext cx="2865549" cy="4026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CA29395A-1A0C-657B-F08C-488384A368F8}"/>
              </a:ext>
            </a:extLst>
          </p:cNvPr>
          <p:cNvSpPr/>
          <p:nvPr/>
        </p:nvSpPr>
        <p:spPr>
          <a:xfrm>
            <a:off x="5771884" y="2064911"/>
            <a:ext cx="115914" cy="12879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B9C91-EBB0-35EA-264B-2C2DC786E65F}"/>
              </a:ext>
            </a:extLst>
          </p:cNvPr>
          <p:cNvSpPr txBox="1"/>
          <p:nvPr/>
        </p:nvSpPr>
        <p:spPr>
          <a:xfrm>
            <a:off x="5967899" y="2193705"/>
            <a:ext cx="63252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L" dirty="0"/>
              <a:t>k=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B8E09A-41CF-175A-EC86-9D0377B92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78" y="2271650"/>
            <a:ext cx="115295" cy="20753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CE8F86-8DA0-EF17-1F16-A3F53D945AE6}"/>
              </a:ext>
            </a:extLst>
          </p:cNvPr>
          <p:cNvCxnSpPr>
            <a:cxnSpLocks/>
          </p:cNvCxnSpPr>
          <p:nvPr/>
        </p:nvCxnSpPr>
        <p:spPr>
          <a:xfrm flipV="1">
            <a:off x="4491416" y="1481071"/>
            <a:ext cx="754578" cy="4134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8F29D3F-9201-D449-00D8-ABA310DBC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943" y="5309560"/>
            <a:ext cx="381000" cy="251732"/>
          </a:xfrm>
          <a:prstGeom prst="rect">
            <a:avLst/>
          </a:prstGeom>
        </p:spPr>
      </p:pic>
      <p:sp>
        <p:nvSpPr>
          <p:cNvPr id="19" name="Arc 18">
            <a:extLst>
              <a:ext uri="{FF2B5EF4-FFF2-40B4-BE49-F238E27FC236}">
                <a16:creationId xmlns:a16="http://schemas.microsoft.com/office/drawing/2014/main" id="{DFBA889B-DE28-1CBE-240D-120309604BB2}"/>
              </a:ext>
            </a:extLst>
          </p:cNvPr>
          <p:cNvSpPr/>
          <p:nvPr/>
        </p:nvSpPr>
        <p:spPr>
          <a:xfrm>
            <a:off x="4279568" y="5465185"/>
            <a:ext cx="360608" cy="302654"/>
          </a:xfrm>
          <a:prstGeom prst="arc">
            <a:avLst>
              <a:gd name="adj1" fmla="val 17424581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44533806-0D08-CBB1-6512-E36D25E11266}"/>
              </a:ext>
            </a:extLst>
          </p:cNvPr>
          <p:cNvSpPr/>
          <p:nvPr/>
        </p:nvSpPr>
        <p:spPr>
          <a:xfrm>
            <a:off x="3133411" y="5463958"/>
            <a:ext cx="360608" cy="302654"/>
          </a:xfrm>
          <a:prstGeom prst="arc">
            <a:avLst>
              <a:gd name="adj1" fmla="val 18650623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147ABE9-B133-E531-6CC9-1E162676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7093" y="2064910"/>
            <a:ext cx="3138407" cy="707110"/>
          </a:xfrm>
        </p:spPr>
        <p:txBody>
          <a:bodyPr>
            <a:normAutofit fontScale="90000"/>
          </a:bodyPr>
          <a:lstStyle/>
          <a:p>
            <a:r>
              <a:rPr lang="es-ES_tradnl" dirty="0"/>
              <a:t>Tangente</a:t>
            </a:r>
            <a:br>
              <a:rPr lang="es-ES_tradnl" dirty="0"/>
            </a:br>
            <a:r>
              <a:rPr lang="es-ES_tradnl" dirty="0"/>
              <a:t>al pixel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9A22657-F037-E5C8-CADA-3BA90D58F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77" y="2452285"/>
            <a:ext cx="267535" cy="48156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1EAE5-9D65-8701-19B5-7504F7EF3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EB859-0B8A-6FCD-343E-FCE704C4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238246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84C1CD-9A70-FE89-F840-D7FFA43F7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14909D58-1459-4ADF-818A-C4F32A90395B}"/>
              </a:ext>
            </a:extLst>
          </p:cNvPr>
          <p:cNvSpPr/>
          <p:nvPr/>
        </p:nvSpPr>
        <p:spPr>
          <a:xfrm>
            <a:off x="4926710" y="1821366"/>
            <a:ext cx="2007745" cy="2040764"/>
          </a:xfrm>
          <a:custGeom>
            <a:avLst/>
            <a:gdLst>
              <a:gd name="connsiteX0" fmla="*/ 0 w 2007745"/>
              <a:gd name="connsiteY0" fmla="*/ 2040764 h 2040764"/>
              <a:gd name="connsiteX1" fmla="*/ 234175 w 2007745"/>
              <a:gd name="connsiteY1" fmla="*/ 1639320 h 2040764"/>
              <a:gd name="connsiteX2" fmla="*/ 669073 w 2007745"/>
              <a:gd name="connsiteY2" fmla="*/ 1572413 h 2040764"/>
              <a:gd name="connsiteX3" fmla="*/ 1037063 w 2007745"/>
              <a:gd name="connsiteY3" fmla="*/ 1371691 h 2040764"/>
              <a:gd name="connsiteX4" fmla="*/ 1059366 w 2007745"/>
              <a:gd name="connsiteY4" fmla="*/ 914491 h 2040764"/>
              <a:gd name="connsiteX5" fmla="*/ 892097 w 2007745"/>
              <a:gd name="connsiteY5" fmla="*/ 535350 h 2040764"/>
              <a:gd name="connsiteX6" fmla="*/ 947853 w 2007745"/>
              <a:gd name="connsiteY6" fmla="*/ 223115 h 2040764"/>
              <a:gd name="connsiteX7" fmla="*/ 1304692 w 2007745"/>
              <a:gd name="connsiteY7" fmla="*/ 44696 h 2040764"/>
              <a:gd name="connsiteX8" fmla="*/ 1784195 w 2007745"/>
              <a:gd name="connsiteY8" fmla="*/ 44696 h 2040764"/>
              <a:gd name="connsiteX9" fmla="*/ 2007219 w 2007745"/>
              <a:gd name="connsiteY9" fmla="*/ 546501 h 2040764"/>
              <a:gd name="connsiteX10" fmla="*/ 1728439 w 2007745"/>
              <a:gd name="connsiteY10" fmla="*/ 1371691 h 2040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07745" h="2040764">
                <a:moveTo>
                  <a:pt x="0" y="2040764"/>
                </a:moveTo>
                <a:cubicBezTo>
                  <a:pt x="61331" y="1879071"/>
                  <a:pt x="122663" y="1717378"/>
                  <a:pt x="234175" y="1639320"/>
                </a:cubicBezTo>
                <a:cubicBezTo>
                  <a:pt x="345687" y="1561262"/>
                  <a:pt x="535258" y="1617018"/>
                  <a:pt x="669073" y="1572413"/>
                </a:cubicBezTo>
                <a:cubicBezTo>
                  <a:pt x="802888" y="1527808"/>
                  <a:pt x="972014" y="1481345"/>
                  <a:pt x="1037063" y="1371691"/>
                </a:cubicBezTo>
                <a:cubicBezTo>
                  <a:pt x="1102112" y="1262037"/>
                  <a:pt x="1083527" y="1053881"/>
                  <a:pt x="1059366" y="914491"/>
                </a:cubicBezTo>
                <a:cubicBezTo>
                  <a:pt x="1035205" y="775101"/>
                  <a:pt x="910682" y="650579"/>
                  <a:pt x="892097" y="535350"/>
                </a:cubicBezTo>
                <a:cubicBezTo>
                  <a:pt x="873512" y="420121"/>
                  <a:pt x="879087" y="304890"/>
                  <a:pt x="947853" y="223115"/>
                </a:cubicBezTo>
                <a:cubicBezTo>
                  <a:pt x="1016619" y="141340"/>
                  <a:pt x="1165302" y="74432"/>
                  <a:pt x="1304692" y="44696"/>
                </a:cubicBezTo>
                <a:cubicBezTo>
                  <a:pt x="1444082" y="14959"/>
                  <a:pt x="1667107" y="-38938"/>
                  <a:pt x="1784195" y="44696"/>
                </a:cubicBezTo>
                <a:cubicBezTo>
                  <a:pt x="1901283" y="128330"/>
                  <a:pt x="2016512" y="325335"/>
                  <a:pt x="2007219" y="546501"/>
                </a:cubicBezTo>
                <a:cubicBezTo>
                  <a:pt x="1997926" y="767667"/>
                  <a:pt x="1863182" y="1069679"/>
                  <a:pt x="1728439" y="1371691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894FA88-7C45-0454-3037-5C343A0F6531}"/>
              </a:ext>
            </a:extLst>
          </p:cNvPr>
          <p:cNvSpPr/>
          <p:nvPr/>
        </p:nvSpPr>
        <p:spPr>
          <a:xfrm rot="10388027">
            <a:off x="4631066" y="3245875"/>
            <a:ext cx="2177210" cy="1899737"/>
          </a:xfrm>
          <a:custGeom>
            <a:avLst/>
            <a:gdLst>
              <a:gd name="connsiteX0" fmla="*/ 0 w 2007745"/>
              <a:gd name="connsiteY0" fmla="*/ 2040764 h 2040764"/>
              <a:gd name="connsiteX1" fmla="*/ 234175 w 2007745"/>
              <a:gd name="connsiteY1" fmla="*/ 1639320 h 2040764"/>
              <a:gd name="connsiteX2" fmla="*/ 669073 w 2007745"/>
              <a:gd name="connsiteY2" fmla="*/ 1572413 h 2040764"/>
              <a:gd name="connsiteX3" fmla="*/ 1037063 w 2007745"/>
              <a:gd name="connsiteY3" fmla="*/ 1371691 h 2040764"/>
              <a:gd name="connsiteX4" fmla="*/ 1059366 w 2007745"/>
              <a:gd name="connsiteY4" fmla="*/ 914491 h 2040764"/>
              <a:gd name="connsiteX5" fmla="*/ 892097 w 2007745"/>
              <a:gd name="connsiteY5" fmla="*/ 535350 h 2040764"/>
              <a:gd name="connsiteX6" fmla="*/ 947853 w 2007745"/>
              <a:gd name="connsiteY6" fmla="*/ 223115 h 2040764"/>
              <a:gd name="connsiteX7" fmla="*/ 1304692 w 2007745"/>
              <a:gd name="connsiteY7" fmla="*/ 44696 h 2040764"/>
              <a:gd name="connsiteX8" fmla="*/ 1784195 w 2007745"/>
              <a:gd name="connsiteY8" fmla="*/ 44696 h 2040764"/>
              <a:gd name="connsiteX9" fmla="*/ 2007219 w 2007745"/>
              <a:gd name="connsiteY9" fmla="*/ 546501 h 2040764"/>
              <a:gd name="connsiteX10" fmla="*/ 1728439 w 2007745"/>
              <a:gd name="connsiteY10" fmla="*/ 1371691 h 2040764"/>
              <a:gd name="connsiteX0" fmla="*/ 0 w 1773570"/>
              <a:gd name="connsiteY0" fmla="*/ 1639320 h 1639320"/>
              <a:gd name="connsiteX1" fmla="*/ 434898 w 1773570"/>
              <a:gd name="connsiteY1" fmla="*/ 1572413 h 1639320"/>
              <a:gd name="connsiteX2" fmla="*/ 802888 w 1773570"/>
              <a:gd name="connsiteY2" fmla="*/ 1371691 h 1639320"/>
              <a:gd name="connsiteX3" fmla="*/ 825191 w 1773570"/>
              <a:gd name="connsiteY3" fmla="*/ 914491 h 1639320"/>
              <a:gd name="connsiteX4" fmla="*/ 657922 w 1773570"/>
              <a:gd name="connsiteY4" fmla="*/ 535350 h 1639320"/>
              <a:gd name="connsiteX5" fmla="*/ 713678 w 1773570"/>
              <a:gd name="connsiteY5" fmla="*/ 223115 h 1639320"/>
              <a:gd name="connsiteX6" fmla="*/ 1070517 w 1773570"/>
              <a:gd name="connsiteY6" fmla="*/ 44696 h 1639320"/>
              <a:gd name="connsiteX7" fmla="*/ 1550020 w 1773570"/>
              <a:gd name="connsiteY7" fmla="*/ 44696 h 1639320"/>
              <a:gd name="connsiteX8" fmla="*/ 1773044 w 1773570"/>
              <a:gd name="connsiteY8" fmla="*/ 546501 h 1639320"/>
              <a:gd name="connsiteX9" fmla="*/ 1494264 w 1773570"/>
              <a:gd name="connsiteY9" fmla="*/ 1371691 h 1639320"/>
              <a:gd name="connsiteX0" fmla="*/ 0 w 1705972"/>
              <a:gd name="connsiteY0" fmla="*/ 1784174 h 1784174"/>
              <a:gd name="connsiteX1" fmla="*/ 367300 w 1705972"/>
              <a:gd name="connsiteY1" fmla="*/ 1572413 h 1784174"/>
              <a:gd name="connsiteX2" fmla="*/ 735290 w 1705972"/>
              <a:gd name="connsiteY2" fmla="*/ 1371691 h 1784174"/>
              <a:gd name="connsiteX3" fmla="*/ 757593 w 1705972"/>
              <a:gd name="connsiteY3" fmla="*/ 914491 h 1784174"/>
              <a:gd name="connsiteX4" fmla="*/ 590324 w 1705972"/>
              <a:gd name="connsiteY4" fmla="*/ 535350 h 1784174"/>
              <a:gd name="connsiteX5" fmla="*/ 646080 w 1705972"/>
              <a:gd name="connsiteY5" fmla="*/ 223115 h 1784174"/>
              <a:gd name="connsiteX6" fmla="*/ 1002919 w 1705972"/>
              <a:gd name="connsiteY6" fmla="*/ 44696 h 1784174"/>
              <a:gd name="connsiteX7" fmla="*/ 1482422 w 1705972"/>
              <a:gd name="connsiteY7" fmla="*/ 44696 h 1784174"/>
              <a:gd name="connsiteX8" fmla="*/ 1705446 w 1705972"/>
              <a:gd name="connsiteY8" fmla="*/ 546501 h 1784174"/>
              <a:gd name="connsiteX9" fmla="*/ 1426666 w 1705972"/>
              <a:gd name="connsiteY9" fmla="*/ 1371691 h 1784174"/>
              <a:gd name="connsiteX0" fmla="*/ 0 w 1705972"/>
              <a:gd name="connsiteY0" fmla="*/ 1784174 h 1784174"/>
              <a:gd name="connsiteX1" fmla="*/ 262224 w 1705972"/>
              <a:gd name="connsiteY1" fmla="*/ 1470647 h 1784174"/>
              <a:gd name="connsiteX2" fmla="*/ 735290 w 1705972"/>
              <a:gd name="connsiteY2" fmla="*/ 1371691 h 1784174"/>
              <a:gd name="connsiteX3" fmla="*/ 757593 w 1705972"/>
              <a:gd name="connsiteY3" fmla="*/ 914491 h 1784174"/>
              <a:gd name="connsiteX4" fmla="*/ 590324 w 1705972"/>
              <a:gd name="connsiteY4" fmla="*/ 535350 h 1784174"/>
              <a:gd name="connsiteX5" fmla="*/ 646080 w 1705972"/>
              <a:gd name="connsiteY5" fmla="*/ 223115 h 1784174"/>
              <a:gd name="connsiteX6" fmla="*/ 1002919 w 1705972"/>
              <a:gd name="connsiteY6" fmla="*/ 44696 h 1784174"/>
              <a:gd name="connsiteX7" fmla="*/ 1482422 w 1705972"/>
              <a:gd name="connsiteY7" fmla="*/ 44696 h 1784174"/>
              <a:gd name="connsiteX8" fmla="*/ 1705446 w 1705972"/>
              <a:gd name="connsiteY8" fmla="*/ 546501 h 1784174"/>
              <a:gd name="connsiteX9" fmla="*/ 1426666 w 1705972"/>
              <a:gd name="connsiteY9" fmla="*/ 1371691 h 1784174"/>
              <a:gd name="connsiteX0" fmla="*/ 0 w 1759580"/>
              <a:gd name="connsiteY0" fmla="*/ 1899737 h 1899737"/>
              <a:gd name="connsiteX1" fmla="*/ 315832 w 1759580"/>
              <a:gd name="connsiteY1" fmla="*/ 1470647 h 1899737"/>
              <a:gd name="connsiteX2" fmla="*/ 788898 w 1759580"/>
              <a:gd name="connsiteY2" fmla="*/ 1371691 h 1899737"/>
              <a:gd name="connsiteX3" fmla="*/ 811201 w 1759580"/>
              <a:gd name="connsiteY3" fmla="*/ 914491 h 1899737"/>
              <a:gd name="connsiteX4" fmla="*/ 643932 w 1759580"/>
              <a:gd name="connsiteY4" fmla="*/ 535350 h 1899737"/>
              <a:gd name="connsiteX5" fmla="*/ 699688 w 1759580"/>
              <a:gd name="connsiteY5" fmla="*/ 223115 h 1899737"/>
              <a:gd name="connsiteX6" fmla="*/ 1056527 w 1759580"/>
              <a:gd name="connsiteY6" fmla="*/ 44696 h 1899737"/>
              <a:gd name="connsiteX7" fmla="*/ 1536030 w 1759580"/>
              <a:gd name="connsiteY7" fmla="*/ 44696 h 1899737"/>
              <a:gd name="connsiteX8" fmla="*/ 1759054 w 1759580"/>
              <a:gd name="connsiteY8" fmla="*/ 546501 h 1899737"/>
              <a:gd name="connsiteX9" fmla="*/ 1480274 w 1759580"/>
              <a:gd name="connsiteY9" fmla="*/ 1371691 h 1899737"/>
              <a:gd name="connsiteX0" fmla="*/ 0 w 1759580"/>
              <a:gd name="connsiteY0" fmla="*/ 1899737 h 1899737"/>
              <a:gd name="connsiteX1" fmla="*/ 315832 w 1759580"/>
              <a:gd name="connsiteY1" fmla="*/ 1470647 h 1899737"/>
              <a:gd name="connsiteX2" fmla="*/ 788898 w 1759580"/>
              <a:gd name="connsiteY2" fmla="*/ 1371691 h 1899737"/>
              <a:gd name="connsiteX3" fmla="*/ 811201 w 1759580"/>
              <a:gd name="connsiteY3" fmla="*/ 914491 h 1899737"/>
              <a:gd name="connsiteX4" fmla="*/ 643932 w 1759580"/>
              <a:gd name="connsiteY4" fmla="*/ 535350 h 1899737"/>
              <a:gd name="connsiteX5" fmla="*/ 699688 w 1759580"/>
              <a:gd name="connsiteY5" fmla="*/ 223115 h 1899737"/>
              <a:gd name="connsiteX6" fmla="*/ 1056527 w 1759580"/>
              <a:gd name="connsiteY6" fmla="*/ 44696 h 1899737"/>
              <a:gd name="connsiteX7" fmla="*/ 1536030 w 1759580"/>
              <a:gd name="connsiteY7" fmla="*/ 44696 h 1899737"/>
              <a:gd name="connsiteX8" fmla="*/ 1759054 w 1759580"/>
              <a:gd name="connsiteY8" fmla="*/ 546501 h 1899737"/>
              <a:gd name="connsiteX9" fmla="*/ 1480274 w 1759580"/>
              <a:gd name="connsiteY9" fmla="*/ 1371691 h 1899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9580" h="1899737">
                <a:moveTo>
                  <a:pt x="0" y="1899737"/>
                </a:moveTo>
                <a:cubicBezTo>
                  <a:pt x="65837" y="1762459"/>
                  <a:pt x="184349" y="1558655"/>
                  <a:pt x="315832" y="1470647"/>
                </a:cubicBezTo>
                <a:cubicBezTo>
                  <a:pt x="447315" y="1382639"/>
                  <a:pt x="706337" y="1464384"/>
                  <a:pt x="788898" y="1371691"/>
                </a:cubicBezTo>
                <a:cubicBezTo>
                  <a:pt x="871460" y="1278998"/>
                  <a:pt x="835362" y="1053881"/>
                  <a:pt x="811201" y="914491"/>
                </a:cubicBezTo>
                <a:cubicBezTo>
                  <a:pt x="787040" y="775101"/>
                  <a:pt x="662517" y="650579"/>
                  <a:pt x="643932" y="535350"/>
                </a:cubicBezTo>
                <a:cubicBezTo>
                  <a:pt x="625347" y="420121"/>
                  <a:pt x="630922" y="304890"/>
                  <a:pt x="699688" y="223115"/>
                </a:cubicBezTo>
                <a:cubicBezTo>
                  <a:pt x="768454" y="141340"/>
                  <a:pt x="917137" y="74432"/>
                  <a:pt x="1056527" y="44696"/>
                </a:cubicBezTo>
                <a:cubicBezTo>
                  <a:pt x="1195917" y="14959"/>
                  <a:pt x="1418942" y="-38938"/>
                  <a:pt x="1536030" y="44696"/>
                </a:cubicBezTo>
                <a:cubicBezTo>
                  <a:pt x="1653118" y="128330"/>
                  <a:pt x="1768347" y="325335"/>
                  <a:pt x="1759054" y="546501"/>
                </a:cubicBezTo>
                <a:cubicBezTo>
                  <a:pt x="1749761" y="767667"/>
                  <a:pt x="1615017" y="1069679"/>
                  <a:pt x="1480274" y="1371691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69815618-DB32-13BD-7389-79285C1C9C29}"/>
              </a:ext>
            </a:extLst>
          </p:cNvPr>
          <p:cNvSpPr/>
          <p:nvPr/>
        </p:nvSpPr>
        <p:spPr>
          <a:xfrm>
            <a:off x="4647130" y="4507597"/>
            <a:ext cx="115914" cy="12879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7A58E-6E3C-4E0C-F350-6E9B6AE49F69}"/>
              </a:ext>
            </a:extLst>
          </p:cNvPr>
          <p:cNvSpPr txBox="1"/>
          <p:nvPr/>
        </p:nvSpPr>
        <p:spPr>
          <a:xfrm>
            <a:off x="4843146" y="4636391"/>
            <a:ext cx="54373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CL" dirty="0"/>
              <a:t>k=0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990513-62B7-1ABE-E302-25C66363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296" y="5324639"/>
            <a:ext cx="381000" cy="23495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D23CB0-34C6-2A3D-E741-6D3A4A9A01D7}"/>
              </a:ext>
            </a:extLst>
          </p:cNvPr>
          <p:cNvCxnSpPr/>
          <p:nvPr/>
        </p:nvCxnSpPr>
        <p:spPr>
          <a:xfrm flipV="1">
            <a:off x="2831208" y="5615285"/>
            <a:ext cx="434661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2327FA0-4425-D229-095E-86DC2488778B}"/>
              </a:ext>
            </a:extLst>
          </p:cNvPr>
          <p:cNvCxnSpPr>
            <a:cxnSpLocks/>
          </p:cNvCxnSpPr>
          <p:nvPr/>
        </p:nvCxnSpPr>
        <p:spPr>
          <a:xfrm flipV="1">
            <a:off x="3333483" y="1589057"/>
            <a:ext cx="2865549" cy="4026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6C8F4C72-7064-37A7-2C6A-AFD591A8DB39}"/>
              </a:ext>
            </a:extLst>
          </p:cNvPr>
          <p:cNvSpPr/>
          <p:nvPr/>
        </p:nvSpPr>
        <p:spPr>
          <a:xfrm>
            <a:off x="5771884" y="2064911"/>
            <a:ext cx="115914" cy="12879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032F57-D887-F077-3646-201A6F084D33}"/>
              </a:ext>
            </a:extLst>
          </p:cNvPr>
          <p:cNvSpPr txBox="1"/>
          <p:nvPr/>
        </p:nvSpPr>
        <p:spPr>
          <a:xfrm>
            <a:off x="5967899" y="2193705"/>
            <a:ext cx="63252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L" dirty="0"/>
              <a:t>k=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7CF0BD-6268-550B-753A-6D8880FD1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078" y="2271650"/>
            <a:ext cx="115295" cy="20753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928B8E-1E4D-F22F-3620-946F75E87689}"/>
              </a:ext>
            </a:extLst>
          </p:cNvPr>
          <p:cNvCxnSpPr>
            <a:cxnSpLocks/>
          </p:cNvCxnSpPr>
          <p:nvPr/>
        </p:nvCxnSpPr>
        <p:spPr>
          <a:xfrm flipV="1">
            <a:off x="4491416" y="1481071"/>
            <a:ext cx="754578" cy="4134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844A9E9B-5400-B414-017F-94205466B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943" y="5309560"/>
            <a:ext cx="381000" cy="251732"/>
          </a:xfrm>
          <a:prstGeom prst="rect">
            <a:avLst/>
          </a:prstGeom>
        </p:spPr>
      </p:pic>
      <p:sp>
        <p:nvSpPr>
          <p:cNvPr id="19" name="Arc 18">
            <a:extLst>
              <a:ext uri="{FF2B5EF4-FFF2-40B4-BE49-F238E27FC236}">
                <a16:creationId xmlns:a16="http://schemas.microsoft.com/office/drawing/2014/main" id="{ADCBCBF8-381D-1DCB-FC82-F5CBA675CDA5}"/>
              </a:ext>
            </a:extLst>
          </p:cNvPr>
          <p:cNvSpPr/>
          <p:nvPr/>
        </p:nvSpPr>
        <p:spPr>
          <a:xfrm>
            <a:off x="4279568" y="5465185"/>
            <a:ext cx="360608" cy="302654"/>
          </a:xfrm>
          <a:prstGeom prst="arc">
            <a:avLst>
              <a:gd name="adj1" fmla="val 17424581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F631986-5AAA-3A57-D318-F42DE6BA226F}"/>
              </a:ext>
            </a:extLst>
          </p:cNvPr>
          <p:cNvSpPr/>
          <p:nvPr/>
        </p:nvSpPr>
        <p:spPr>
          <a:xfrm>
            <a:off x="3133411" y="5463958"/>
            <a:ext cx="360608" cy="302654"/>
          </a:xfrm>
          <a:prstGeom prst="arc">
            <a:avLst>
              <a:gd name="adj1" fmla="val 18650623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B5E6D809-BEE9-4FE1-EE98-4DA4981571F1}"/>
              </a:ext>
            </a:extLst>
          </p:cNvPr>
          <p:cNvSpPr/>
          <p:nvPr/>
        </p:nvSpPr>
        <p:spPr>
          <a:xfrm>
            <a:off x="4718589" y="3117766"/>
            <a:ext cx="360608" cy="302654"/>
          </a:xfrm>
          <a:prstGeom prst="arc">
            <a:avLst>
              <a:gd name="adj1" fmla="val 17424581"/>
              <a:gd name="adj2" fmla="val 198103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E31B1F-AF18-ADAC-0540-2AE284E5B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2167" y="3093222"/>
            <a:ext cx="381000" cy="23495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B3D0847-7383-4D8E-A400-F7985362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7093" y="2064910"/>
            <a:ext cx="3138407" cy="707110"/>
          </a:xfrm>
        </p:spPr>
        <p:txBody>
          <a:bodyPr>
            <a:normAutofit fontScale="90000"/>
          </a:bodyPr>
          <a:lstStyle/>
          <a:p>
            <a:r>
              <a:rPr lang="es-ES_tradnl" dirty="0"/>
              <a:t>Ángulo con respecto a la primera tangente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0237708-C7DE-78D8-FFC2-D30BC8D4D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0768" y="4147039"/>
            <a:ext cx="2591054" cy="347351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8EBCCEF-E7A8-BDBC-096D-E415325A3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75E452-E4B9-3180-18FF-611573D2E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9167482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BBE231-F354-2541-A6CE-1BCAD88C5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486" y="2420973"/>
            <a:ext cx="4534761" cy="3607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0F8AA97-A9FC-8C4D-9081-1282834EE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23117"/>
            <a:ext cx="9144000" cy="164838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089AD-FA14-C64A-C9AC-17502E6D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939037-EF8A-A71E-EFA0-97371E5EA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504559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D929AB-F51A-3463-F94E-92BFF6D14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34ADB-BABB-F591-ADEC-7BF52C97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s-ES_tradnl" dirty="0"/>
              <a:t>Ejemplo: Letra H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975C53-2C07-90B0-23DA-F5106E71E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19D9D-D044-61E4-4ECE-048E5A9DA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0786701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998A54-7308-0931-9BD5-5C6479BF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1E89D9-989C-6BD0-F190-F78006C89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77" y="525831"/>
            <a:ext cx="1892300" cy="204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1A1365-D3B2-AB28-3732-B9E1DDC5F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471" y="2871988"/>
            <a:ext cx="6583326" cy="167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6C976F-3C43-3062-6102-85C1995043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734" y="5039209"/>
            <a:ext cx="2762333" cy="6905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318C0F-506D-33CC-92D2-B90C35CD9C21}"/>
              </a:ext>
            </a:extLst>
          </p:cNvPr>
          <p:cNvCxnSpPr>
            <a:cxnSpLocks/>
          </p:cNvCxnSpPr>
          <p:nvPr/>
        </p:nvCxnSpPr>
        <p:spPr>
          <a:xfrm>
            <a:off x="3543503" y="3477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53E5F1-7AFF-0788-741A-8AEA93BD8EA5}"/>
              </a:ext>
            </a:extLst>
          </p:cNvPr>
          <p:cNvCxnSpPr>
            <a:cxnSpLocks/>
          </p:cNvCxnSpPr>
          <p:nvPr/>
        </p:nvCxnSpPr>
        <p:spPr>
          <a:xfrm>
            <a:off x="3536414" y="3842494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D1137B-51F4-A32F-E1AD-5CD7C26BC218}"/>
              </a:ext>
            </a:extLst>
          </p:cNvPr>
          <p:cNvCxnSpPr>
            <a:cxnSpLocks/>
          </p:cNvCxnSpPr>
          <p:nvPr/>
        </p:nvCxnSpPr>
        <p:spPr>
          <a:xfrm>
            <a:off x="3539958" y="4239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9B9695-F7E9-523C-AD58-6B444A7F8535}"/>
              </a:ext>
            </a:extLst>
          </p:cNvPr>
          <p:cNvCxnSpPr>
            <a:cxnSpLocks/>
          </p:cNvCxnSpPr>
          <p:nvPr/>
        </p:nvCxnSpPr>
        <p:spPr>
          <a:xfrm>
            <a:off x="3518694" y="3091127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4D0B913-E5AE-CA2A-3C90-A610B39275C4}"/>
              </a:ext>
            </a:extLst>
          </p:cNvPr>
          <p:cNvSpPr txBox="1"/>
          <p:nvPr/>
        </p:nvSpPr>
        <p:spPr>
          <a:xfrm>
            <a:off x="3501657" y="4423144"/>
            <a:ext cx="560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imes New Roman" panose="02020603050405020304" pitchFamily="18" charset="0"/>
              </a:rPr>
              <a:t>0                                                                                 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F603A4-BAAF-B83D-F743-EA32E86EC59A}"/>
              </a:ext>
            </a:extLst>
          </p:cNvPr>
          <p:cNvSpPr/>
          <p:nvPr/>
        </p:nvSpPr>
        <p:spPr>
          <a:xfrm>
            <a:off x="4292600" y="4792476"/>
            <a:ext cx="3289300" cy="1074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793B7-247C-5EE3-5C34-6E4AE8367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2619D61-A534-C09A-8383-3827F874F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313961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BECE59-B7E2-C44A-941E-092A28151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77" y="525831"/>
            <a:ext cx="1892300" cy="204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EBD23-3110-A94E-B5FE-594FBB3EE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471" y="2871988"/>
            <a:ext cx="6583326" cy="167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B3D79B-31EB-AE42-9744-FB4361C68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734" y="5039209"/>
            <a:ext cx="2762333" cy="6905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BC590B-E017-A04A-8D44-BFD5F10C3B32}"/>
              </a:ext>
            </a:extLst>
          </p:cNvPr>
          <p:cNvCxnSpPr>
            <a:cxnSpLocks/>
          </p:cNvCxnSpPr>
          <p:nvPr/>
        </p:nvCxnSpPr>
        <p:spPr>
          <a:xfrm>
            <a:off x="3543503" y="3477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B4D014-3B3F-5347-91B0-A47B2A83F6A8}"/>
              </a:ext>
            </a:extLst>
          </p:cNvPr>
          <p:cNvCxnSpPr>
            <a:cxnSpLocks/>
          </p:cNvCxnSpPr>
          <p:nvPr/>
        </p:nvCxnSpPr>
        <p:spPr>
          <a:xfrm>
            <a:off x="3536414" y="3842494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28C387-DB1A-F449-B87D-2376365374A3}"/>
              </a:ext>
            </a:extLst>
          </p:cNvPr>
          <p:cNvCxnSpPr>
            <a:cxnSpLocks/>
          </p:cNvCxnSpPr>
          <p:nvPr/>
        </p:nvCxnSpPr>
        <p:spPr>
          <a:xfrm>
            <a:off x="3539958" y="4239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E9EB9B-D6B7-154A-8909-FCDB5FBAE436}"/>
              </a:ext>
            </a:extLst>
          </p:cNvPr>
          <p:cNvCxnSpPr>
            <a:cxnSpLocks/>
          </p:cNvCxnSpPr>
          <p:nvPr/>
        </p:nvCxnSpPr>
        <p:spPr>
          <a:xfrm>
            <a:off x="3518694" y="3091127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14662D-6921-2F41-9DC7-EC1B8F0F4DB5}"/>
              </a:ext>
            </a:extLst>
          </p:cNvPr>
          <p:cNvSpPr txBox="1"/>
          <p:nvPr/>
        </p:nvSpPr>
        <p:spPr>
          <a:xfrm>
            <a:off x="3501657" y="4423144"/>
            <a:ext cx="560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imes New Roman" panose="02020603050405020304" pitchFamily="18" charset="0"/>
              </a:rPr>
              <a:t>0                                                                                 L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C61ADD9-F7E2-7F3C-6817-D23CFB4ADFC1}"/>
              </a:ext>
            </a:extLst>
          </p:cNvPr>
          <p:cNvCxnSpPr>
            <a:cxnSpLocks/>
          </p:cNvCxnSpPr>
          <p:nvPr/>
        </p:nvCxnSpPr>
        <p:spPr>
          <a:xfrm>
            <a:off x="5204748" y="840085"/>
            <a:ext cx="2178318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C2B580D-80A2-BB2D-CDEC-6370B57C38D4}"/>
              </a:ext>
            </a:extLst>
          </p:cNvPr>
          <p:cNvSpPr/>
          <p:nvPr/>
        </p:nvSpPr>
        <p:spPr>
          <a:xfrm>
            <a:off x="5204748" y="525832"/>
            <a:ext cx="637252" cy="604469"/>
          </a:xfrm>
          <a:prstGeom prst="ellipse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95AEFF-A30E-0785-D045-F109FD354097}"/>
              </a:ext>
            </a:extLst>
          </p:cNvPr>
          <p:cNvSpPr/>
          <p:nvPr/>
        </p:nvSpPr>
        <p:spPr>
          <a:xfrm>
            <a:off x="3393210" y="3310267"/>
            <a:ext cx="480291" cy="348523"/>
          </a:xfrm>
          <a:prstGeom prst="ellipse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0077938-139E-64A8-F328-426F2C638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459" y="290881"/>
            <a:ext cx="1587500" cy="4699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725C85-7C2C-FA82-1659-B211A044D681}"/>
              </a:ext>
            </a:extLst>
          </p:cNvPr>
          <p:cNvCxnSpPr/>
          <p:nvPr/>
        </p:nvCxnSpPr>
        <p:spPr>
          <a:xfrm flipV="1">
            <a:off x="4200741" y="829270"/>
            <a:ext cx="434661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1534B38-26DE-66A1-E530-6AA52C74094F}"/>
              </a:ext>
            </a:extLst>
          </p:cNvPr>
          <p:cNvSpPr/>
          <p:nvPr/>
        </p:nvSpPr>
        <p:spPr>
          <a:xfrm>
            <a:off x="4292600" y="4792476"/>
            <a:ext cx="3289300" cy="1074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EF04C-75AC-3364-03FF-1107D403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8750752-ACF1-302F-F7AA-DD6FF84C9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2000270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038064-9C09-D2B1-5516-2A331AF92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C4F23F-CBD8-A43E-03E5-6085E5F2F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77" y="525831"/>
            <a:ext cx="1892300" cy="204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485B1B-B741-BD7D-50F1-5B9F1D18A9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471" y="2871988"/>
            <a:ext cx="6583326" cy="167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97CB30-FC8B-2C1D-D074-8E34C06012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734" y="5039209"/>
            <a:ext cx="2762333" cy="6905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92107A-F6D2-748B-6ACD-6CD1B7194087}"/>
              </a:ext>
            </a:extLst>
          </p:cNvPr>
          <p:cNvCxnSpPr>
            <a:cxnSpLocks/>
          </p:cNvCxnSpPr>
          <p:nvPr/>
        </p:nvCxnSpPr>
        <p:spPr>
          <a:xfrm>
            <a:off x="3543503" y="3477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41A296-4BF9-C76B-1D91-CE73BDDC6376}"/>
              </a:ext>
            </a:extLst>
          </p:cNvPr>
          <p:cNvCxnSpPr>
            <a:cxnSpLocks/>
          </p:cNvCxnSpPr>
          <p:nvPr/>
        </p:nvCxnSpPr>
        <p:spPr>
          <a:xfrm>
            <a:off x="3536414" y="3842494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46247-6C35-2436-6069-89A28E8C1101}"/>
              </a:ext>
            </a:extLst>
          </p:cNvPr>
          <p:cNvCxnSpPr>
            <a:cxnSpLocks/>
          </p:cNvCxnSpPr>
          <p:nvPr/>
        </p:nvCxnSpPr>
        <p:spPr>
          <a:xfrm>
            <a:off x="3539958" y="4239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90BF2D-211E-931B-AB0F-77EBF103EA6C}"/>
              </a:ext>
            </a:extLst>
          </p:cNvPr>
          <p:cNvCxnSpPr>
            <a:cxnSpLocks/>
          </p:cNvCxnSpPr>
          <p:nvPr/>
        </p:nvCxnSpPr>
        <p:spPr>
          <a:xfrm>
            <a:off x="3518694" y="3091127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B8EE8E6-51FF-276C-86ED-CEBDCABAA555}"/>
              </a:ext>
            </a:extLst>
          </p:cNvPr>
          <p:cNvSpPr txBox="1"/>
          <p:nvPr/>
        </p:nvSpPr>
        <p:spPr>
          <a:xfrm>
            <a:off x="3501657" y="4423144"/>
            <a:ext cx="560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imes New Roman" panose="02020603050405020304" pitchFamily="18" charset="0"/>
              </a:rPr>
              <a:t>0                                                                                 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FA9A67-7C0B-0F48-F459-7F1A40E5DD75}"/>
              </a:ext>
            </a:extLst>
          </p:cNvPr>
          <p:cNvSpPr/>
          <p:nvPr/>
        </p:nvSpPr>
        <p:spPr>
          <a:xfrm>
            <a:off x="5433349" y="640132"/>
            <a:ext cx="469897" cy="947369"/>
          </a:xfrm>
          <a:prstGeom prst="ellipse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683EA0-F3F5-B4E0-733D-BCA49DF50B87}"/>
              </a:ext>
            </a:extLst>
          </p:cNvPr>
          <p:cNvSpPr/>
          <p:nvPr/>
        </p:nvSpPr>
        <p:spPr>
          <a:xfrm>
            <a:off x="3685310" y="3500767"/>
            <a:ext cx="480291" cy="348523"/>
          </a:xfrm>
          <a:prstGeom prst="ellipse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CC3296E-C210-986D-8F6C-011DD50FEA75}"/>
              </a:ext>
            </a:extLst>
          </p:cNvPr>
          <p:cNvCxnSpPr>
            <a:cxnSpLocks/>
          </p:cNvCxnSpPr>
          <p:nvPr/>
        </p:nvCxnSpPr>
        <p:spPr>
          <a:xfrm>
            <a:off x="5674648" y="509884"/>
            <a:ext cx="0" cy="230400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5F98A8C-FD28-0B19-4F60-17F2B9A9F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6572" y="290881"/>
            <a:ext cx="2425700" cy="4699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51773C-DCAD-C2E5-B5AE-3688FA2B4BE0}"/>
              </a:ext>
            </a:extLst>
          </p:cNvPr>
          <p:cNvCxnSpPr/>
          <p:nvPr/>
        </p:nvCxnSpPr>
        <p:spPr>
          <a:xfrm flipV="1">
            <a:off x="4200741" y="829270"/>
            <a:ext cx="434661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A6C4A5F-D759-5D0B-4B99-5B579A9ABC88}"/>
              </a:ext>
            </a:extLst>
          </p:cNvPr>
          <p:cNvSpPr/>
          <p:nvPr/>
        </p:nvSpPr>
        <p:spPr>
          <a:xfrm>
            <a:off x="4292600" y="4792476"/>
            <a:ext cx="3289300" cy="1074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F5646B-CF95-B590-4412-6F7C460FE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7D47D5-DC32-9BD8-43F9-D63A3A5B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371351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864628-3AFA-38AA-1E2D-6EADF25F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9CA1B5-DA83-7E44-ED11-BCB30CCE2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77" y="525831"/>
            <a:ext cx="1892300" cy="204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20628B-3785-58CC-98A4-1FA00363B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471" y="2871988"/>
            <a:ext cx="6583326" cy="167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21FC26-9917-7FA1-09F6-94035C5005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734" y="5039209"/>
            <a:ext cx="2762333" cy="6905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51BFFE-894B-ACA5-37C9-24B317127338}"/>
              </a:ext>
            </a:extLst>
          </p:cNvPr>
          <p:cNvCxnSpPr>
            <a:cxnSpLocks/>
          </p:cNvCxnSpPr>
          <p:nvPr/>
        </p:nvCxnSpPr>
        <p:spPr>
          <a:xfrm>
            <a:off x="3543503" y="3477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2B2110-7B85-46FB-B0CB-F47033A56671}"/>
              </a:ext>
            </a:extLst>
          </p:cNvPr>
          <p:cNvCxnSpPr>
            <a:cxnSpLocks/>
          </p:cNvCxnSpPr>
          <p:nvPr/>
        </p:nvCxnSpPr>
        <p:spPr>
          <a:xfrm>
            <a:off x="3536414" y="3842494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BC3E0D-B694-3CB8-7271-C6DC4F96A9D1}"/>
              </a:ext>
            </a:extLst>
          </p:cNvPr>
          <p:cNvCxnSpPr>
            <a:cxnSpLocks/>
          </p:cNvCxnSpPr>
          <p:nvPr/>
        </p:nvCxnSpPr>
        <p:spPr>
          <a:xfrm>
            <a:off x="3539958" y="4239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5684A4-26CF-C6EC-CEDB-AEDA6953D40E}"/>
              </a:ext>
            </a:extLst>
          </p:cNvPr>
          <p:cNvCxnSpPr>
            <a:cxnSpLocks/>
          </p:cNvCxnSpPr>
          <p:nvPr/>
        </p:nvCxnSpPr>
        <p:spPr>
          <a:xfrm>
            <a:off x="3518694" y="3091127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FA0434F-21D0-6055-2B73-0BA11DB01235}"/>
              </a:ext>
            </a:extLst>
          </p:cNvPr>
          <p:cNvSpPr txBox="1"/>
          <p:nvPr/>
        </p:nvSpPr>
        <p:spPr>
          <a:xfrm>
            <a:off x="3501657" y="4423144"/>
            <a:ext cx="560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imes New Roman" panose="02020603050405020304" pitchFamily="18" charset="0"/>
              </a:rPr>
              <a:t>0                                                                                 L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188B19D-085A-B3F2-05D3-5554863BE209}"/>
              </a:ext>
            </a:extLst>
          </p:cNvPr>
          <p:cNvCxnSpPr>
            <a:cxnSpLocks/>
          </p:cNvCxnSpPr>
          <p:nvPr/>
        </p:nvCxnSpPr>
        <p:spPr>
          <a:xfrm>
            <a:off x="5661948" y="1449685"/>
            <a:ext cx="2178318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38E749A-081B-1087-B320-AD6F2F0504BD}"/>
              </a:ext>
            </a:extLst>
          </p:cNvPr>
          <p:cNvSpPr/>
          <p:nvPr/>
        </p:nvSpPr>
        <p:spPr>
          <a:xfrm>
            <a:off x="5588000" y="1211632"/>
            <a:ext cx="787400" cy="464769"/>
          </a:xfrm>
          <a:prstGeom prst="ellipse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C22940E-5A64-0750-985F-45735471C755}"/>
              </a:ext>
            </a:extLst>
          </p:cNvPr>
          <p:cNvSpPr/>
          <p:nvPr/>
        </p:nvSpPr>
        <p:spPr>
          <a:xfrm>
            <a:off x="4040910" y="3310267"/>
            <a:ext cx="480291" cy="348523"/>
          </a:xfrm>
          <a:prstGeom prst="ellipse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5490D2-4EF7-CD44-6EB8-BC311B23F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459" y="290881"/>
            <a:ext cx="1587500" cy="4699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6F6084-7CFE-7AE5-6351-71AFB89E2FEC}"/>
              </a:ext>
            </a:extLst>
          </p:cNvPr>
          <p:cNvCxnSpPr/>
          <p:nvPr/>
        </p:nvCxnSpPr>
        <p:spPr>
          <a:xfrm flipV="1">
            <a:off x="4200741" y="829270"/>
            <a:ext cx="434661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96D53F6-0C59-FF8F-9950-AB56891D5A06}"/>
              </a:ext>
            </a:extLst>
          </p:cNvPr>
          <p:cNvSpPr/>
          <p:nvPr/>
        </p:nvSpPr>
        <p:spPr>
          <a:xfrm>
            <a:off x="4292600" y="4792476"/>
            <a:ext cx="3289300" cy="1074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A63FD-B824-082A-2974-C5E75C9D3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A6BC5DB-6625-B269-AD96-2CF6C46A4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7805124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A17EA5-C820-BD06-C256-DEF91B0B6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AF4F40-F908-9915-02E0-5E7335D9F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77" y="525831"/>
            <a:ext cx="1892300" cy="204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27BF64-8545-5B17-4392-E0C28D28F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471" y="2871988"/>
            <a:ext cx="6583326" cy="167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52E34E-10DA-438A-3380-2F3BB5E53F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734" y="5039209"/>
            <a:ext cx="2762333" cy="6905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02434F-A56A-7156-A55A-B86F2A11EA96}"/>
              </a:ext>
            </a:extLst>
          </p:cNvPr>
          <p:cNvCxnSpPr>
            <a:cxnSpLocks/>
          </p:cNvCxnSpPr>
          <p:nvPr/>
        </p:nvCxnSpPr>
        <p:spPr>
          <a:xfrm>
            <a:off x="3543503" y="3477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739D4D-4160-E9E5-B273-DEBBDFB881D7}"/>
              </a:ext>
            </a:extLst>
          </p:cNvPr>
          <p:cNvCxnSpPr>
            <a:cxnSpLocks/>
          </p:cNvCxnSpPr>
          <p:nvPr/>
        </p:nvCxnSpPr>
        <p:spPr>
          <a:xfrm>
            <a:off x="3536414" y="3842494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C47D17-229A-BAD8-6326-1104FCAFD455}"/>
              </a:ext>
            </a:extLst>
          </p:cNvPr>
          <p:cNvCxnSpPr>
            <a:cxnSpLocks/>
          </p:cNvCxnSpPr>
          <p:nvPr/>
        </p:nvCxnSpPr>
        <p:spPr>
          <a:xfrm>
            <a:off x="3539958" y="4239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859C28-66D0-35AE-AF47-B7E25EA9A71B}"/>
              </a:ext>
            </a:extLst>
          </p:cNvPr>
          <p:cNvCxnSpPr>
            <a:cxnSpLocks/>
          </p:cNvCxnSpPr>
          <p:nvPr/>
        </p:nvCxnSpPr>
        <p:spPr>
          <a:xfrm>
            <a:off x="3518694" y="3091127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F86857E-F11E-048C-7988-D8A2D8C46095}"/>
              </a:ext>
            </a:extLst>
          </p:cNvPr>
          <p:cNvSpPr txBox="1"/>
          <p:nvPr/>
        </p:nvSpPr>
        <p:spPr>
          <a:xfrm>
            <a:off x="3501657" y="4423144"/>
            <a:ext cx="560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imes New Roman" panose="02020603050405020304" pitchFamily="18" charset="0"/>
              </a:rPr>
              <a:t>0                                                                                 L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2F747CF-71D5-0558-7164-8CC3CFE2F383}"/>
              </a:ext>
            </a:extLst>
          </p:cNvPr>
          <p:cNvCxnSpPr>
            <a:cxnSpLocks/>
          </p:cNvCxnSpPr>
          <p:nvPr/>
        </p:nvCxnSpPr>
        <p:spPr>
          <a:xfrm flipV="1">
            <a:off x="6258848" y="330201"/>
            <a:ext cx="0" cy="111948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68E9FC7-A375-548B-D820-EA8CD7444E92}"/>
              </a:ext>
            </a:extLst>
          </p:cNvPr>
          <p:cNvSpPr/>
          <p:nvPr/>
        </p:nvSpPr>
        <p:spPr>
          <a:xfrm>
            <a:off x="4434610" y="3107067"/>
            <a:ext cx="480291" cy="348523"/>
          </a:xfrm>
          <a:prstGeom prst="ellipse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31AB8D-730C-448D-0CDD-D643BB70DA28}"/>
              </a:ext>
            </a:extLst>
          </p:cNvPr>
          <p:cNvSpPr/>
          <p:nvPr/>
        </p:nvSpPr>
        <p:spPr>
          <a:xfrm>
            <a:off x="6004849" y="640132"/>
            <a:ext cx="469897" cy="947369"/>
          </a:xfrm>
          <a:prstGeom prst="ellipse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A200A9-F22B-AC3B-6B17-7E79AD973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200" y="290881"/>
            <a:ext cx="2082800" cy="4699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0C8EFD-9405-289D-EC23-A178A0B6F7BA}"/>
              </a:ext>
            </a:extLst>
          </p:cNvPr>
          <p:cNvCxnSpPr/>
          <p:nvPr/>
        </p:nvCxnSpPr>
        <p:spPr>
          <a:xfrm flipV="1">
            <a:off x="4200741" y="829270"/>
            <a:ext cx="434661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B3B2825-15BA-DA9B-F039-269CA92CE5BF}"/>
              </a:ext>
            </a:extLst>
          </p:cNvPr>
          <p:cNvSpPr/>
          <p:nvPr/>
        </p:nvSpPr>
        <p:spPr>
          <a:xfrm>
            <a:off x="4292600" y="4792476"/>
            <a:ext cx="3289300" cy="1074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D2585-48A9-48D2-FC04-BEA2BC69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7A1F0E1-5668-A645-70A3-EA06E780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560862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64E932-92B3-14EC-4077-6509D9EE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0695E-6A7B-DB7C-93A2-56C96A06B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77" y="525831"/>
            <a:ext cx="1892300" cy="204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161ED2-D639-1282-DC92-9910F760B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471" y="2871988"/>
            <a:ext cx="6583326" cy="167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A9ECC1-D674-9B08-C4C4-BF613C4C0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734" y="5039209"/>
            <a:ext cx="2762333" cy="6905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8B6D71-54DC-462A-715E-304B57DB5459}"/>
              </a:ext>
            </a:extLst>
          </p:cNvPr>
          <p:cNvCxnSpPr>
            <a:cxnSpLocks/>
          </p:cNvCxnSpPr>
          <p:nvPr/>
        </p:nvCxnSpPr>
        <p:spPr>
          <a:xfrm>
            <a:off x="3543503" y="3477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F461D5-EB8C-7C9E-1551-22A19FAC2DDE}"/>
              </a:ext>
            </a:extLst>
          </p:cNvPr>
          <p:cNvCxnSpPr>
            <a:cxnSpLocks/>
          </p:cNvCxnSpPr>
          <p:nvPr/>
        </p:nvCxnSpPr>
        <p:spPr>
          <a:xfrm>
            <a:off x="3536414" y="3842494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2738CA-103E-F053-53EB-5253AADD4F6E}"/>
              </a:ext>
            </a:extLst>
          </p:cNvPr>
          <p:cNvCxnSpPr>
            <a:cxnSpLocks/>
          </p:cNvCxnSpPr>
          <p:nvPr/>
        </p:nvCxnSpPr>
        <p:spPr>
          <a:xfrm>
            <a:off x="3539958" y="4239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6B0779-05B8-0C59-3466-6EDE63EA2EFE}"/>
              </a:ext>
            </a:extLst>
          </p:cNvPr>
          <p:cNvCxnSpPr>
            <a:cxnSpLocks/>
          </p:cNvCxnSpPr>
          <p:nvPr/>
        </p:nvCxnSpPr>
        <p:spPr>
          <a:xfrm>
            <a:off x="3518694" y="3091127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89F21D-3383-5B7E-6B4F-CEB2CEC4FB8A}"/>
              </a:ext>
            </a:extLst>
          </p:cNvPr>
          <p:cNvSpPr txBox="1"/>
          <p:nvPr/>
        </p:nvSpPr>
        <p:spPr>
          <a:xfrm>
            <a:off x="3501657" y="4423144"/>
            <a:ext cx="560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imes New Roman" panose="02020603050405020304" pitchFamily="18" charset="0"/>
              </a:rPr>
              <a:t>0                                                                                 L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04E37D4-38A9-F399-0F08-C6A03997D737}"/>
              </a:ext>
            </a:extLst>
          </p:cNvPr>
          <p:cNvCxnSpPr>
            <a:cxnSpLocks/>
          </p:cNvCxnSpPr>
          <p:nvPr/>
        </p:nvCxnSpPr>
        <p:spPr>
          <a:xfrm>
            <a:off x="6099268" y="840085"/>
            <a:ext cx="2178318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CC46D936-062D-692C-4FB1-D53C4C6A15F8}"/>
              </a:ext>
            </a:extLst>
          </p:cNvPr>
          <p:cNvSpPr/>
          <p:nvPr/>
        </p:nvSpPr>
        <p:spPr>
          <a:xfrm>
            <a:off x="6099268" y="525832"/>
            <a:ext cx="637252" cy="604469"/>
          </a:xfrm>
          <a:prstGeom prst="ellipse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2B601C0-62F3-9168-423B-2A54757FA86B}"/>
              </a:ext>
            </a:extLst>
          </p:cNvPr>
          <p:cNvSpPr/>
          <p:nvPr/>
        </p:nvSpPr>
        <p:spPr>
          <a:xfrm>
            <a:off x="4725056" y="3310267"/>
            <a:ext cx="480291" cy="348523"/>
          </a:xfrm>
          <a:prstGeom prst="ellipse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465AFB-732D-F03A-4A38-4DDE000C9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459" y="290881"/>
            <a:ext cx="1587500" cy="4699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2DA6FC-1B6D-4B3F-3113-952372062609}"/>
              </a:ext>
            </a:extLst>
          </p:cNvPr>
          <p:cNvCxnSpPr/>
          <p:nvPr/>
        </p:nvCxnSpPr>
        <p:spPr>
          <a:xfrm flipV="1">
            <a:off x="4200741" y="829270"/>
            <a:ext cx="434661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251FB4D-EE86-4E46-EDDB-7EF1635E0CAA}"/>
              </a:ext>
            </a:extLst>
          </p:cNvPr>
          <p:cNvSpPr/>
          <p:nvPr/>
        </p:nvSpPr>
        <p:spPr>
          <a:xfrm>
            <a:off x="4292600" y="4792476"/>
            <a:ext cx="3289300" cy="1074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B6C15-E1D6-BCE0-9FB7-CB3A02FB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9872F09-3DFF-299C-F386-DAC6146B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902489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0E3CB2-855C-CFAF-FE78-43852272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78D46D-C702-8C5A-6590-5E5FDE4AD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77" y="525831"/>
            <a:ext cx="1892300" cy="204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D9BB68-816C-933F-4F5C-7CBB46F1E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471" y="2871988"/>
            <a:ext cx="6583326" cy="167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7A45F0-2B5F-9DB9-388C-1304B672D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734" y="5039209"/>
            <a:ext cx="2762333" cy="6905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0BC613-0F1D-DA0B-9E6D-0EBE5B8E8833}"/>
              </a:ext>
            </a:extLst>
          </p:cNvPr>
          <p:cNvCxnSpPr>
            <a:cxnSpLocks/>
          </p:cNvCxnSpPr>
          <p:nvPr/>
        </p:nvCxnSpPr>
        <p:spPr>
          <a:xfrm>
            <a:off x="3543503" y="3477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A232D4-C98A-3EE7-BEEF-C06E7D7715E8}"/>
              </a:ext>
            </a:extLst>
          </p:cNvPr>
          <p:cNvCxnSpPr>
            <a:cxnSpLocks/>
          </p:cNvCxnSpPr>
          <p:nvPr/>
        </p:nvCxnSpPr>
        <p:spPr>
          <a:xfrm>
            <a:off x="3536414" y="3842494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0718AD-8050-EB88-2A26-94AD2878CF76}"/>
              </a:ext>
            </a:extLst>
          </p:cNvPr>
          <p:cNvCxnSpPr>
            <a:cxnSpLocks/>
          </p:cNvCxnSpPr>
          <p:nvPr/>
        </p:nvCxnSpPr>
        <p:spPr>
          <a:xfrm>
            <a:off x="3539958" y="4239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CD2D7C-883E-C920-960B-80FDC81F08FB}"/>
              </a:ext>
            </a:extLst>
          </p:cNvPr>
          <p:cNvCxnSpPr>
            <a:cxnSpLocks/>
          </p:cNvCxnSpPr>
          <p:nvPr/>
        </p:nvCxnSpPr>
        <p:spPr>
          <a:xfrm>
            <a:off x="3518694" y="3091127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B91380-5424-1BBF-D705-68DB4512555B}"/>
              </a:ext>
            </a:extLst>
          </p:cNvPr>
          <p:cNvSpPr txBox="1"/>
          <p:nvPr/>
        </p:nvSpPr>
        <p:spPr>
          <a:xfrm>
            <a:off x="3501657" y="4423144"/>
            <a:ext cx="560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imes New Roman" panose="02020603050405020304" pitchFamily="18" charset="0"/>
              </a:rPr>
              <a:t>0                                                                                 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FC2CA2-3FC9-6743-F0B4-064DA4E4CBC3}"/>
              </a:ext>
            </a:extLst>
          </p:cNvPr>
          <p:cNvSpPr/>
          <p:nvPr/>
        </p:nvSpPr>
        <p:spPr>
          <a:xfrm>
            <a:off x="6307990" y="640132"/>
            <a:ext cx="501385" cy="1920567"/>
          </a:xfrm>
          <a:prstGeom prst="ellipse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2C04729-32D9-5226-3A64-C9EA42E51E47}"/>
              </a:ext>
            </a:extLst>
          </p:cNvPr>
          <p:cNvSpPr/>
          <p:nvPr/>
        </p:nvSpPr>
        <p:spPr>
          <a:xfrm>
            <a:off x="4878006" y="3500766"/>
            <a:ext cx="1217995" cy="373614"/>
          </a:xfrm>
          <a:prstGeom prst="ellipse">
            <a:avLst/>
          </a:prstGeom>
          <a:noFill/>
          <a:ln>
            <a:solidFill>
              <a:srgbClr val="043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7C765C-D7CB-74B6-04D2-1C09C4B8F228}"/>
              </a:ext>
            </a:extLst>
          </p:cNvPr>
          <p:cNvCxnSpPr>
            <a:cxnSpLocks/>
          </p:cNvCxnSpPr>
          <p:nvPr/>
        </p:nvCxnSpPr>
        <p:spPr>
          <a:xfrm>
            <a:off x="6549289" y="509884"/>
            <a:ext cx="0" cy="230400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0DB29CAB-4C78-7A16-DAAA-6B7C80A8D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6572" y="290881"/>
            <a:ext cx="2425700" cy="4699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08ED48-0732-56BD-BE4D-253F6DCAF3CD}"/>
              </a:ext>
            </a:extLst>
          </p:cNvPr>
          <p:cNvCxnSpPr/>
          <p:nvPr/>
        </p:nvCxnSpPr>
        <p:spPr>
          <a:xfrm flipV="1">
            <a:off x="4200741" y="829270"/>
            <a:ext cx="434661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74B7208-DF53-68DE-30F5-55C464357F66}"/>
              </a:ext>
            </a:extLst>
          </p:cNvPr>
          <p:cNvSpPr/>
          <p:nvPr/>
        </p:nvSpPr>
        <p:spPr>
          <a:xfrm>
            <a:off x="4292600" y="4792476"/>
            <a:ext cx="3289300" cy="1074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936EB-A881-808A-A9FB-01DEC529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BB23729-925B-70DA-5E3D-5C4D2B62F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3393815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82008D-D723-D8EC-FA38-377E0532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475222-A6AC-DCE4-4C16-B1C04772C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77" y="525831"/>
            <a:ext cx="1892300" cy="204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F14750-7EEF-FD83-F7C2-917A56FDA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471" y="2871988"/>
            <a:ext cx="6583326" cy="167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FDF155-C264-13E9-E6A5-7405201102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734" y="5039209"/>
            <a:ext cx="2762333" cy="6905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3DCCE7-4B87-D0E4-68C6-F532BD73B28F}"/>
              </a:ext>
            </a:extLst>
          </p:cNvPr>
          <p:cNvCxnSpPr>
            <a:cxnSpLocks/>
          </p:cNvCxnSpPr>
          <p:nvPr/>
        </p:nvCxnSpPr>
        <p:spPr>
          <a:xfrm>
            <a:off x="3543503" y="3477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D5DBC-20EE-732C-6674-12DCADB631DD}"/>
              </a:ext>
            </a:extLst>
          </p:cNvPr>
          <p:cNvCxnSpPr>
            <a:cxnSpLocks/>
          </p:cNvCxnSpPr>
          <p:nvPr/>
        </p:nvCxnSpPr>
        <p:spPr>
          <a:xfrm>
            <a:off x="3536414" y="3842494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E77EA10-B9F7-2B0C-5D85-E1463ABCF9C6}"/>
              </a:ext>
            </a:extLst>
          </p:cNvPr>
          <p:cNvCxnSpPr>
            <a:cxnSpLocks/>
          </p:cNvCxnSpPr>
          <p:nvPr/>
        </p:nvCxnSpPr>
        <p:spPr>
          <a:xfrm>
            <a:off x="3539958" y="4239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A86A16-4DCA-E269-4ED6-850A39A64849}"/>
              </a:ext>
            </a:extLst>
          </p:cNvPr>
          <p:cNvCxnSpPr>
            <a:cxnSpLocks/>
          </p:cNvCxnSpPr>
          <p:nvPr/>
        </p:nvCxnSpPr>
        <p:spPr>
          <a:xfrm>
            <a:off x="3518694" y="3091127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8CA76F-211E-D1B6-2517-40D36F43CBEA}"/>
              </a:ext>
            </a:extLst>
          </p:cNvPr>
          <p:cNvSpPr txBox="1"/>
          <p:nvPr/>
        </p:nvSpPr>
        <p:spPr>
          <a:xfrm>
            <a:off x="3501657" y="4423144"/>
            <a:ext cx="560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imes New Roman" panose="02020603050405020304" pitchFamily="18" charset="0"/>
              </a:rPr>
              <a:t>0                                                                                 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47FD8B-3F1D-B506-4F5A-7566C5D62966}"/>
              </a:ext>
            </a:extLst>
          </p:cNvPr>
          <p:cNvSpPr/>
          <p:nvPr/>
        </p:nvSpPr>
        <p:spPr>
          <a:xfrm>
            <a:off x="4292600" y="4792476"/>
            <a:ext cx="3289300" cy="1074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903244-6365-E5ED-946D-062886B1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43321-DFF8-0F2D-A15D-08BAC9F2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1762488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6B4E49F-F447-83C9-190A-EB1BD8EEF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831886-8A91-8D1E-775C-05BAB8AC1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77" y="525831"/>
            <a:ext cx="1892300" cy="204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3B1FC1-7704-647B-2A35-FE8FE0996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471" y="2871988"/>
            <a:ext cx="6583326" cy="167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E4000D-CC59-7BC1-CCDE-C76526144A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734" y="5039209"/>
            <a:ext cx="2762333" cy="6905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B44A46-5184-9499-AD22-016D7B818060}"/>
              </a:ext>
            </a:extLst>
          </p:cNvPr>
          <p:cNvCxnSpPr>
            <a:cxnSpLocks/>
          </p:cNvCxnSpPr>
          <p:nvPr/>
        </p:nvCxnSpPr>
        <p:spPr>
          <a:xfrm>
            <a:off x="3543503" y="3477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BF2C7E-300D-C032-4D56-C701EBF8DF59}"/>
              </a:ext>
            </a:extLst>
          </p:cNvPr>
          <p:cNvCxnSpPr>
            <a:cxnSpLocks/>
          </p:cNvCxnSpPr>
          <p:nvPr/>
        </p:nvCxnSpPr>
        <p:spPr>
          <a:xfrm>
            <a:off x="3536414" y="3842494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6D6BC7-8B39-3363-9601-1BFC5AA9BF2F}"/>
              </a:ext>
            </a:extLst>
          </p:cNvPr>
          <p:cNvCxnSpPr>
            <a:cxnSpLocks/>
          </p:cNvCxnSpPr>
          <p:nvPr/>
        </p:nvCxnSpPr>
        <p:spPr>
          <a:xfrm>
            <a:off x="3539958" y="4239443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874B3F-0BA7-600A-CBD8-C56DE4C8275F}"/>
              </a:ext>
            </a:extLst>
          </p:cNvPr>
          <p:cNvCxnSpPr>
            <a:cxnSpLocks/>
          </p:cNvCxnSpPr>
          <p:nvPr/>
        </p:nvCxnSpPr>
        <p:spPr>
          <a:xfrm>
            <a:off x="3518694" y="3091127"/>
            <a:ext cx="5508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4CF07D6-D29D-B2EC-8FA8-893DD1A653B6}"/>
              </a:ext>
            </a:extLst>
          </p:cNvPr>
          <p:cNvSpPr txBox="1"/>
          <p:nvPr/>
        </p:nvSpPr>
        <p:spPr>
          <a:xfrm>
            <a:off x="3501657" y="4423144"/>
            <a:ext cx="560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imes New Roman" panose="02020603050405020304" pitchFamily="18" charset="0"/>
              </a:rPr>
              <a:t>0                                                                                 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427E91-B6C0-4121-CEB3-263D531EFD06}"/>
              </a:ext>
            </a:extLst>
          </p:cNvPr>
          <p:cNvSpPr txBox="1"/>
          <p:nvPr/>
        </p:nvSpPr>
        <p:spPr>
          <a:xfrm>
            <a:off x="2824247" y="6082022"/>
            <a:ext cx="6178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800" dirty="0"/>
              <a:t> depende de L, y además              /            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A904D2-2971-5DE1-9D9B-5B05C2541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592" y="6160836"/>
            <a:ext cx="1776786" cy="36933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42DD3-5630-D78E-05BB-3AA8C7644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5998BCD-E654-A5F2-AFFA-E3BBB722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349998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BECE59-B7E2-C44A-941E-092A28151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714" y="547096"/>
            <a:ext cx="1892300" cy="204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EBD23-3110-A94E-B5FE-594FBB3EE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806" y="692313"/>
            <a:ext cx="6583326" cy="167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B3D79B-31EB-AE42-9744-FB4361C68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780" y="2487394"/>
            <a:ext cx="1698551" cy="424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F59B06-FBEA-7D4B-AD33-69FF9AA934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747" y="2996459"/>
            <a:ext cx="3753993" cy="14780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BA7113-1B08-784C-A9E2-299AF9FF4F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607" y="3534292"/>
            <a:ext cx="1854200" cy="4699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22838CB-DD15-DD04-ED07-E76EBE847D7A}"/>
              </a:ext>
            </a:extLst>
          </p:cNvPr>
          <p:cNvGrpSpPr/>
          <p:nvPr/>
        </p:nvGrpSpPr>
        <p:grpSpPr>
          <a:xfrm>
            <a:off x="4479852" y="4535649"/>
            <a:ext cx="5972248" cy="1586327"/>
            <a:chOff x="2955852" y="4535648"/>
            <a:chExt cx="5972248" cy="158632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F1E7A51-2322-934F-BA59-666598AB7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5852" y="4535648"/>
              <a:ext cx="5656522" cy="1283344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B40A0BA-30F6-8E22-E37E-42B1DA48ADD8}"/>
                </a:ext>
              </a:extLst>
            </p:cNvPr>
            <p:cNvCxnSpPr>
              <a:cxnSpLocks/>
            </p:cNvCxnSpPr>
            <p:nvPr/>
          </p:nvCxnSpPr>
          <p:spPr>
            <a:xfrm>
              <a:off x="3104374" y="5529527"/>
              <a:ext cx="5823726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1FA26D1-01DF-B4FB-5EB1-63853B1DC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85200" y="5067300"/>
              <a:ext cx="152400" cy="3048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7EEB026-4983-5E5B-BB8E-93E15F1870FB}"/>
                </a:ext>
              </a:extLst>
            </p:cNvPr>
            <p:cNvSpPr txBox="1"/>
            <p:nvPr/>
          </p:nvSpPr>
          <p:spPr>
            <a:xfrm>
              <a:off x="3238500" y="5537200"/>
              <a:ext cx="4042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L" sz="3200" dirty="0"/>
                <a:t>0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47615CA-3963-BE60-A783-DE6026C99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15300" y="5714999"/>
              <a:ext cx="469900" cy="330200"/>
            </a:xfrm>
            <a:prstGeom prst="rect">
              <a:avLst/>
            </a:prstGeom>
          </p:spPr>
        </p:pic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82C5EB0-CFCE-8AAE-8B8B-D53F68F1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DA812DF-8D4E-27C7-D4DC-C4F271AC7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26186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4A142D-61F8-F442-ACC9-E83856736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421" y="1965099"/>
            <a:ext cx="4647129" cy="18297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2BE217-6AB2-7C4F-99FF-938730F40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853183"/>
            <a:ext cx="9144000" cy="184244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A8C000C-7F6F-BE43-4620-24265FD634D2}"/>
              </a:ext>
            </a:extLst>
          </p:cNvPr>
          <p:cNvGrpSpPr/>
          <p:nvPr/>
        </p:nvGrpSpPr>
        <p:grpSpPr>
          <a:xfrm>
            <a:off x="6425610" y="3689498"/>
            <a:ext cx="2248597" cy="542260"/>
            <a:chOff x="4901609" y="3689498"/>
            <a:chExt cx="2248597" cy="542260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5CE9DE85-3F46-CD43-9FCA-7DD67F916B2D}"/>
                </a:ext>
              </a:extLst>
            </p:cNvPr>
            <p:cNvSpPr/>
            <p:nvPr/>
          </p:nvSpPr>
          <p:spPr>
            <a:xfrm>
              <a:off x="4901609" y="3689498"/>
              <a:ext cx="350875" cy="54226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E9D82C4-0FEA-1241-9632-35D726FC2C02}"/>
                </a:ext>
              </a:extLst>
            </p:cNvPr>
            <p:cNvSpPr txBox="1"/>
            <p:nvPr/>
          </p:nvSpPr>
          <p:spPr>
            <a:xfrm>
              <a:off x="5411973" y="3700130"/>
              <a:ext cx="1738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Serie de Fourier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ADA2447-5BDA-9795-A4A7-059A6F5461B4}"/>
              </a:ext>
            </a:extLst>
          </p:cNvPr>
          <p:cNvGrpSpPr/>
          <p:nvPr/>
        </p:nvGrpSpPr>
        <p:grpSpPr>
          <a:xfrm>
            <a:off x="4527255" y="5812612"/>
            <a:ext cx="6025220" cy="825500"/>
            <a:chOff x="3003255" y="5812612"/>
            <a:chExt cx="6025220" cy="8255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E191296-4565-424E-B793-32A8BC48D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3255" y="5812612"/>
              <a:ext cx="3009900" cy="8255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2A18B8-5923-3E44-9A61-44C6911FE501}"/>
                </a:ext>
              </a:extLst>
            </p:cNvPr>
            <p:cNvSpPr txBox="1"/>
            <p:nvPr/>
          </p:nvSpPr>
          <p:spPr>
            <a:xfrm>
              <a:off x="6510670" y="5989674"/>
              <a:ext cx="2517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Descriptores</a:t>
              </a:r>
              <a:r>
                <a:rPr lang="en-US" dirty="0"/>
                <a:t> de Fourier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0F63085-038C-DF62-4E53-0C82AD98A867}"/>
              </a:ext>
            </a:extLst>
          </p:cNvPr>
          <p:cNvGrpSpPr/>
          <p:nvPr/>
        </p:nvGrpSpPr>
        <p:grpSpPr>
          <a:xfrm>
            <a:off x="3790360" y="261792"/>
            <a:ext cx="5972248" cy="1586327"/>
            <a:chOff x="2955852" y="4535648"/>
            <a:chExt cx="5972248" cy="158632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FB29A86-196A-7BE9-DF5F-1BA24EA75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5852" y="4535648"/>
              <a:ext cx="5656522" cy="1283344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FFF617A-BCAA-13D0-FF20-80F88B4173D9}"/>
                </a:ext>
              </a:extLst>
            </p:cNvPr>
            <p:cNvCxnSpPr>
              <a:cxnSpLocks/>
            </p:cNvCxnSpPr>
            <p:nvPr/>
          </p:nvCxnSpPr>
          <p:spPr>
            <a:xfrm>
              <a:off x="3104374" y="5529527"/>
              <a:ext cx="5823726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08FCD7B-0BE2-399B-1A2B-EDC582B4D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85200" y="5067300"/>
              <a:ext cx="152400" cy="3048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5A540D-B8A8-A593-4816-D64399ADC2E6}"/>
                </a:ext>
              </a:extLst>
            </p:cNvPr>
            <p:cNvSpPr txBox="1"/>
            <p:nvPr/>
          </p:nvSpPr>
          <p:spPr>
            <a:xfrm>
              <a:off x="3238500" y="5537200"/>
              <a:ext cx="4042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L" sz="3200" dirty="0"/>
                <a:t>0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D5D77AA-5009-91CA-F36E-D0BB7D279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15300" y="5714999"/>
              <a:ext cx="469900" cy="330200"/>
            </a:xfrm>
            <a:prstGeom prst="rect">
              <a:avLst/>
            </a:prstGeom>
          </p:spPr>
        </p:pic>
      </p:grp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2F41B990-0FCC-1F62-A413-79BF40A85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CA04EFD-A901-F122-232F-4B3666F6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4152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B9365-DC91-024B-A72E-529384F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303" y="2635066"/>
            <a:ext cx="8229600" cy="1143000"/>
          </a:xfrm>
        </p:spPr>
        <p:txBody>
          <a:bodyPr/>
          <a:lstStyle/>
          <a:p>
            <a:pPr algn="ctr"/>
            <a:r>
              <a:rPr lang="en-US" dirty="0" err="1"/>
              <a:t>Ejemplo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B5262-5A80-F084-1F9E-6C28DADD9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8AC99-F714-7A46-8983-66E3BA3B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757355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748BCA3-F0E9-F117-742A-4ED549077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32" y="908984"/>
            <a:ext cx="10685335" cy="504003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3DBBF-AD52-CF69-A25D-F4362A3D2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61E4D-FC21-DB82-1648-901EA352C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740503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F0C0C-DA05-9F79-82D6-1217581E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F62B947-B196-7FE8-958B-CF528DB23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3333" y="908984"/>
            <a:ext cx="10685333" cy="504003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BF770E-B623-ED80-3DFB-77EE7A018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563B1-A40A-E750-1D68-B0365321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7725958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4E99C-45FD-95FB-1726-F793F6C0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E74ACE8-9FF2-362F-4395-21CD3FF954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8290" y="908984"/>
            <a:ext cx="10627134" cy="504003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682F0C-B5B8-1FA0-659C-328C8CD53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20B448-84E5-A9ED-1B02-C2A571BE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596365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FC583-196F-BBC1-F206-768608480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768DC78-63AD-D9D0-E04B-FF9A2695E0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8290" y="908984"/>
            <a:ext cx="10627134" cy="50400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665D34-E523-F28F-C05F-BE80693C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09493D-ACEA-A90F-934B-0E04966B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2218030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694DA-BBE4-2FD9-7247-3932AD9A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6B36124-4495-3759-03B5-0DEEB1F3A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8290" y="922709"/>
            <a:ext cx="10627134" cy="501258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08E208-E459-88A6-85A6-CE8CF450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0831AE-09FC-23DF-32B4-ED086F50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744522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497A4-5E5A-9918-5F32-A8BB3266C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AB0BB67-CB48-5E80-93A2-4687B3B3DD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8291" y="922709"/>
            <a:ext cx="10627132" cy="501258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89698-66D4-AACB-DB9C-BB088A186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0D11D8-4C5F-E719-D85E-E2C784CC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0178361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70DE9-5788-F5F0-B0B5-243836123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6DF5C24-FC61-FDC5-1CFE-8B5122587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47232" y="922709"/>
            <a:ext cx="10569250" cy="501258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098B8-C030-6990-7D23-42E5AFA0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AFCEDA-0651-473E-E5D9-6BB6C2AF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7692632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F7EFD-BEB6-90CE-22C2-93D762EE7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E7ADE48-301D-A50A-2769-E9A5CBC41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97606" y="3599320"/>
            <a:ext cx="6633116" cy="31286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743CED-321C-26BF-4CF8-8B9251B1B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278" y="283173"/>
            <a:ext cx="6669444" cy="314582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9EA91-C30E-1D35-D49F-E60B26622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E664C-8FDD-F15C-93F8-98A0ADD4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50066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2448</TotalTime>
  <Words>1788</Words>
  <Application>Microsoft Macintosh PowerPoint</Application>
  <PresentationFormat>Widescreen</PresentationFormat>
  <Paragraphs>490</Paragraphs>
  <Slides>101</Slides>
  <Notes>23</Notes>
  <HiddenSlides>22</HiddenSlides>
  <MMClips>4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101</vt:i4>
      </vt:variant>
    </vt:vector>
  </HeadingPairs>
  <TitlesOfParts>
    <vt:vector size="108" baseType="lpstr">
      <vt:lpstr>Arial</vt:lpstr>
      <vt:lpstr>Consolas</vt:lpstr>
      <vt:lpstr>Gill Sans MT</vt:lpstr>
      <vt:lpstr>Symbol</vt:lpstr>
      <vt:lpstr>Office Theme</vt:lpstr>
      <vt:lpstr>Equation</vt:lpstr>
      <vt:lpstr>Fotografía de Photo Editor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Momentos de Flusser</vt:lpstr>
      <vt:lpstr>Descriptores de Fourier  Idea Principal</vt:lpstr>
      <vt:lpstr>Descriptores de Fourier  Idea Principal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Descriptores de Fourier  Explicación Simple de la Transformada de Fourier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Descriptores de Fourier  Matemática de la Transformada de Fourier</vt:lpstr>
      <vt:lpstr>Transformada de Fourier</vt:lpstr>
      <vt:lpstr>Transformada de Fourier</vt:lpstr>
      <vt:lpstr>Transformada de Fourier</vt:lpstr>
      <vt:lpstr>¿Cómo usar Fourier para describir la forma de una figura geométrica?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Otra forma de usar Fourier para describir la forma</vt:lpstr>
      <vt:lpstr>PowerPoint Presentation</vt:lpstr>
      <vt:lpstr>Pixel inicial</vt:lpstr>
      <vt:lpstr>Tangente al pixel 0</vt:lpstr>
      <vt:lpstr>Tangente al pixel</vt:lpstr>
      <vt:lpstr>Ángulo con respecto a la primera tangente</vt:lpstr>
      <vt:lpstr>PowerPoint Presentation</vt:lpstr>
      <vt:lpstr>Ejemplo: Letra 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Ejemplo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30</cp:revision>
  <dcterms:created xsi:type="dcterms:W3CDTF">2026-03-08T16:41:49Z</dcterms:created>
  <dcterms:modified xsi:type="dcterms:W3CDTF">2026-08-06T11:37:54Z</dcterms:modified>
</cp:coreProperties>
</file>