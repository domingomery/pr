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1"/>
  </p:notesMasterIdLst>
  <p:sldIdLst>
    <p:sldId id="257" r:id="rId2"/>
    <p:sldId id="282" r:id="rId3"/>
    <p:sldId id="860" r:id="rId4"/>
    <p:sldId id="861" r:id="rId5"/>
    <p:sldId id="853" r:id="rId6"/>
    <p:sldId id="283" r:id="rId7"/>
    <p:sldId id="854" r:id="rId8"/>
    <p:sldId id="306" r:id="rId9"/>
    <p:sldId id="332" r:id="rId10"/>
    <p:sldId id="855" r:id="rId11"/>
    <p:sldId id="284" r:id="rId12"/>
    <p:sldId id="856" r:id="rId13"/>
    <p:sldId id="309" r:id="rId14"/>
    <p:sldId id="311" r:id="rId15"/>
    <p:sldId id="857" r:id="rId16"/>
    <p:sldId id="312" r:id="rId17"/>
    <p:sldId id="313" r:id="rId18"/>
    <p:sldId id="858" r:id="rId19"/>
    <p:sldId id="315" r:id="rId20"/>
    <p:sldId id="317" r:id="rId21"/>
    <p:sldId id="328" r:id="rId22"/>
    <p:sldId id="319" r:id="rId23"/>
    <p:sldId id="329" r:id="rId24"/>
    <p:sldId id="324" r:id="rId25"/>
    <p:sldId id="325" r:id="rId26"/>
    <p:sldId id="859" r:id="rId27"/>
    <p:sldId id="330" r:id="rId28"/>
    <p:sldId id="333" r:id="rId29"/>
    <p:sldId id="334" r:id="rId30"/>
    <p:sldId id="294" r:id="rId31"/>
    <p:sldId id="335" r:id="rId32"/>
    <p:sldId id="336" r:id="rId33"/>
    <p:sldId id="337" r:id="rId34"/>
    <p:sldId id="285" r:id="rId35"/>
    <p:sldId id="288" r:id="rId36"/>
    <p:sldId id="289" r:id="rId37"/>
    <p:sldId id="290" r:id="rId38"/>
    <p:sldId id="291" r:id="rId39"/>
    <p:sldId id="293" r:id="rId40"/>
    <p:sldId id="292" r:id="rId41"/>
    <p:sldId id="338" r:id="rId42"/>
    <p:sldId id="302" r:id="rId43"/>
    <p:sldId id="297" r:id="rId44"/>
    <p:sldId id="295" r:id="rId45"/>
    <p:sldId id="296" r:id="rId46"/>
    <p:sldId id="301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298" r:id="rId55"/>
    <p:sldId id="299" r:id="rId56"/>
    <p:sldId id="300" r:id="rId57"/>
    <p:sldId id="346" r:id="rId58"/>
    <p:sldId id="862" r:id="rId59"/>
    <p:sldId id="347" r:id="rId60"/>
    <p:sldId id="287" r:id="rId61"/>
    <p:sldId id="259" r:id="rId62"/>
    <p:sldId id="260" r:id="rId63"/>
    <p:sldId id="304" r:id="rId64"/>
    <p:sldId id="261" r:id="rId65"/>
    <p:sldId id="348" r:id="rId66"/>
    <p:sldId id="349" r:id="rId67"/>
    <p:sldId id="350" r:id="rId68"/>
    <p:sldId id="351" r:id="rId69"/>
    <p:sldId id="352" r:id="rId70"/>
    <p:sldId id="353" r:id="rId71"/>
    <p:sldId id="354" r:id="rId72"/>
    <p:sldId id="355" r:id="rId73"/>
    <p:sldId id="356" r:id="rId74"/>
    <p:sldId id="357" r:id="rId75"/>
    <p:sldId id="358" r:id="rId76"/>
    <p:sldId id="359" r:id="rId77"/>
    <p:sldId id="360" r:id="rId78"/>
    <p:sldId id="361" r:id="rId79"/>
    <p:sldId id="362" r:id="rId80"/>
    <p:sldId id="363" r:id="rId81"/>
    <p:sldId id="364" r:id="rId82"/>
    <p:sldId id="365" r:id="rId83"/>
    <p:sldId id="320" r:id="rId84"/>
    <p:sldId id="321" r:id="rId85"/>
    <p:sldId id="322" r:id="rId86"/>
    <p:sldId id="323" r:id="rId87"/>
    <p:sldId id="366" r:id="rId88"/>
    <p:sldId id="318" r:id="rId89"/>
    <p:sldId id="367" r:id="rId90"/>
    <p:sldId id="368" r:id="rId91"/>
    <p:sldId id="369" r:id="rId92"/>
    <p:sldId id="370" r:id="rId93"/>
    <p:sldId id="371" r:id="rId94"/>
    <p:sldId id="372" r:id="rId95"/>
    <p:sldId id="373" r:id="rId96"/>
    <p:sldId id="374" r:id="rId97"/>
    <p:sldId id="375" r:id="rId98"/>
    <p:sldId id="376" r:id="rId99"/>
    <p:sldId id="377" r:id="rId100"/>
    <p:sldId id="378" r:id="rId101"/>
    <p:sldId id="379" r:id="rId102"/>
    <p:sldId id="380" r:id="rId103"/>
    <p:sldId id="381" r:id="rId104"/>
    <p:sldId id="382" r:id="rId105"/>
    <p:sldId id="383" r:id="rId106"/>
    <p:sldId id="384" r:id="rId107"/>
    <p:sldId id="385" r:id="rId108"/>
    <p:sldId id="386" r:id="rId109"/>
    <p:sldId id="387" r:id="rId110"/>
    <p:sldId id="388" r:id="rId111"/>
    <p:sldId id="389" r:id="rId112"/>
    <p:sldId id="390" r:id="rId113"/>
    <p:sldId id="391" r:id="rId114"/>
    <p:sldId id="392" r:id="rId115"/>
    <p:sldId id="393" r:id="rId116"/>
    <p:sldId id="809" r:id="rId117"/>
    <p:sldId id="810" r:id="rId118"/>
    <p:sldId id="812" r:id="rId119"/>
    <p:sldId id="813" r:id="rId120"/>
    <p:sldId id="814" r:id="rId121"/>
    <p:sldId id="816" r:id="rId122"/>
    <p:sldId id="815" r:id="rId123"/>
    <p:sldId id="817" r:id="rId124"/>
    <p:sldId id="818" r:id="rId125"/>
    <p:sldId id="819" r:id="rId126"/>
    <p:sldId id="820" r:id="rId127"/>
    <p:sldId id="822" r:id="rId128"/>
    <p:sldId id="823" r:id="rId129"/>
    <p:sldId id="824" r:id="rId130"/>
    <p:sldId id="825" r:id="rId131"/>
    <p:sldId id="826" r:id="rId132"/>
    <p:sldId id="827" r:id="rId133"/>
    <p:sldId id="828" r:id="rId134"/>
    <p:sldId id="829" r:id="rId135"/>
    <p:sldId id="830" r:id="rId136"/>
    <p:sldId id="831" r:id="rId137"/>
    <p:sldId id="832" r:id="rId138"/>
    <p:sldId id="833" r:id="rId139"/>
    <p:sldId id="834" r:id="rId140"/>
    <p:sldId id="835" r:id="rId141"/>
    <p:sldId id="836" r:id="rId142"/>
    <p:sldId id="837" r:id="rId143"/>
    <p:sldId id="838" r:id="rId144"/>
    <p:sldId id="839" r:id="rId145"/>
    <p:sldId id="840" r:id="rId146"/>
    <p:sldId id="841" r:id="rId147"/>
    <p:sldId id="842" r:id="rId148"/>
    <p:sldId id="316" r:id="rId149"/>
    <p:sldId id="843" r:id="rId150"/>
    <p:sldId id="326" r:id="rId151"/>
    <p:sldId id="844" r:id="rId152"/>
    <p:sldId id="845" r:id="rId153"/>
    <p:sldId id="846" r:id="rId154"/>
    <p:sldId id="847" r:id="rId155"/>
    <p:sldId id="848" r:id="rId156"/>
    <p:sldId id="849" r:id="rId157"/>
    <p:sldId id="850" r:id="rId158"/>
    <p:sldId id="851" r:id="rId159"/>
    <p:sldId id="852" r:id="rId160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57"/>
    <p:restoredTop sz="94675"/>
  </p:normalViewPr>
  <p:slideViewPr>
    <p:cSldViewPr snapToGrid="0">
      <p:cViewPr varScale="1">
        <p:scale>
          <a:sx n="111" d="100"/>
          <a:sy n="111" d="100"/>
        </p:scale>
        <p:origin x="24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20-10-26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30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46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59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60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235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8B05D-FD04-9247-A09E-5A81F5BAA23E}" type="slidenum">
              <a:rPr lang="en-US"/>
              <a:pPr/>
              <a:t>61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736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6C48E1-00D8-B84D-8B17-ECB8668D277F}" type="slidenum">
              <a:rPr lang="en-US"/>
              <a:pPr/>
              <a:t>62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722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6440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582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65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6113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9010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68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9220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73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4716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74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4651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81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6189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82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7302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2638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3106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85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1668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86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9240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88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9526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109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126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PR04A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6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29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1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1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21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21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36.e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21.emf"/><Relationship Id="rId7" Type="http://schemas.openxmlformats.org/officeDocument/2006/relationships/image" Target="../media/image37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6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3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3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6.emf"/><Relationship Id="rId4" Type="http://schemas.openxmlformats.org/officeDocument/2006/relationships/image" Target="../media/image23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29.emf"/><Relationship Id="rId4" Type="http://schemas.openxmlformats.org/officeDocument/2006/relationships/image" Target="../media/image36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2.emf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e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63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4.png"/><Relationship Id="rId7" Type="http://schemas.openxmlformats.org/officeDocument/2006/relationships/image" Target="../media/image6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tiff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e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emf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emf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emf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forest" TargetMode="Externa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516513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Clasificadores Básicos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 CAPÍTULO 4 – PR.04.A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39C212-BEE2-95E6-B136-0E0B4DE9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7842">
            <a:off x="6961909" y="2851447"/>
            <a:ext cx="3810000" cy="32639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02DE6-9760-E894-6D2D-7AC25822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AC752-49D3-E332-1E58-77A96D9B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9AA6AA-A0B7-6744-B04B-192B99D81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5751"/>
              </p:ext>
            </p:extLst>
          </p:nvPr>
        </p:nvGraphicFramePr>
        <p:xfrm>
          <a:off x="2899351" y="2904910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004A8679-EB84-F349-AB2A-8FC89182301B}"/>
              </a:ext>
            </a:extLst>
          </p:cNvPr>
          <p:cNvSpPr txBox="1"/>
          <p:nvPr/>
        </p:nvSpPr>
        <p:spPr>
          <a:xfrm>
            <a:off x="3633625" y="742487"/>
            <a:ext cx="505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  <a:latin typeface="Gill Sans MT" panose="020B0502020104020203" pitchFamily="34" charset="77"/>
              </a:rPr>
              <a:t>Labels</a:t>
            </a:r>
            <a:endParaRPr lang="en-US" sz="1000" baseline="-250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EF6D2-5A9F-4643-80BF-004A196E3D8B}"/>
              </a:ext>
            </a:extLst>
          </p:cNvPr>
          <p:cNvSpPr txBox="1"/>
          <p:nvPr/>
        </p:nvSpPr>
        <p:spPr>
          <a:xfrm>
            <a:off x="2780724" y="742487"/>
            <a:ext cx="958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Características</a:t>
            </a:r>
            <a:endParaRPr lang="en-US" sz="10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02E951-CEE0-5447-A69D-C875E2DEEDE5}"/>
              </a:ext>
            </a:extLst>
          </p:cNvPr>
          <p:cNvSpPr txBox="1"/>
          <p:nvPr/>
        </p:nvSpPr>
        <p:spPr>
          <a:xfrm>
            <a:off x="2564966" y="268159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Conjunto de Datos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CA1C6E-231A-5078-29AD-12F91D9980BF}"/>
              </a:ext>
            </a:extLst>
          </p:cNvPr>
          <p:cNvSpPr/>
          <p:nvPr/>
        </p:nvSpPr>
        <p:spPr>
          <a:xfrm>
            <a:off x="2277881" y="2904910"/>
            <a:ext cx="2148345" cy="224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C5C8030-E46E-A94B-A37B-2559B16A4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43233"/>
              </p:ext>
            </p:extLst>
          </p:nvPr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33FAD-2AAD-801A-A401-BCF60249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05C52-A0B4-B5EA-066A-C67C6CDB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1D5D-3454-D42F-5829-B149E3D6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D55C37-FF0E-1ECE-2C7A-07EE87E7AB0F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C44F95E-8573-0593-B00C-8C62352AD644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8164AE4-BB44-3E3E-9B86-5822C9F80747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C4F5E7-228C-811A-09E6-0CDE617FFEBE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9E65373-8D53-C275-30E5-FBA85CBBB9E1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4883327-2A68-A494-EF13-BE9E06F2C009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075C6F-A663-4889-296C-C582BACDA76E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9E8EAF-461F-5515-A63C-E89E28325187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05F680-FAD7-C631-3BD4-4ED1D8BAB999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CF8FEA-2EC6-ADFF-CA22-5E936AB79E3E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5A066D-0DB6-2DB3-CFD7-49FAEA6B7DF1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4C96B5-87E3-3AE3-C547-184D7F01086B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CD9E14-AFD5-7D80-E118-805B4198E463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F3A30D-9296-185E-52F3-92BB9263A7B9}"/>
              </a:ext>
            </a:extLst>
          </p:cNvPr>
          <p:cNvSpPr/>
          <p:nvPr/>
        </p:nvSpPr>
        <p:spPr>
          <a:xfrm>
            <a:off x="6139274" y="27733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7AF58-5729-C3F2-61D7-C7AD372D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06F9E-3433-587E-3E78-0D41F374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44342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FFBC-2FD9-0FC6-8EE9-A2153D2B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E56172-A17E-A508-1468-4DED132205E9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1CC5A-32C9-A473-2D2D-5A72CAD63F7C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E98EDA-3E50-99CC-4328-1A0E70301D91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E402FB-E8D8-8AEB-C98F-EC56645AC128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8227D6-C36F-3FA4-DB52-C180C51838D0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62AB56-1450-6622-3A96-A30806FA4FE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1F039F-A957-F847-9D53-309ABB9D7713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14A254-AC3A-A696-9B41-50F7F4C61AA4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DF6CD27-F2EA-2441-817A-EE310FFE7D34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ACF81B40-7718-B150-E423-62E86294173A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E7AB4E-147C-594E-4955-8BA1DAA73E64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629B4A99-79B4-1D11-F7FB-08BA8D6987EE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FA7D4A-B216-3B29-568A-7AB73DF35C87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685575-61C7-5BE3-A3F4-209EA47CD36F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4B9A62C-01D6-8F5D-7887-39D326F2EC02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2162D5-A9DE-89E8-0442-E8EF3E53D84A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02AEB-575D-5226-2275-DBB371B95580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ED5331-20D3-01E1-A15F-7D5C827E0140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A791C1-017D-CAD4-BD46-8E2010A8AC39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4019F93-0137-D568-8DDA-1EBD6DE0D56E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7D982B9-3632-282D-E122-745A88628CE2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99EC48-CA75-A91D-5B6E-F93203000E76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D421194-C9AA-6125-2767-79E344C20F4C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990F4F-E050-54F1-DF00-9CF2CFB4A67E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98E623E0-84EF-C608-C4F5-3D07B285DA12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A65A76-4E36-FCB5-CBF4-C10B4752EE82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8624798-F942-4177-B566-B61852C6CEC1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DEBB322-9604-A50F-F3C8-BB4F73D5535F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81A733-5AEB-1C2D-2CD5-B55AC6A396F5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4BC704-64D3-E550-B7C5-C35DA20181F0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8F0B58-0B69-6615-6F6E-569F305CB0AD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542550-2943-E7F8-7299-317FE1D0D578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D2ADC4-B92D-40F4-10ED-7BEA469D46E9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6AEEE-0EB9-9390-ED99-E1F8D483A51D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C96EB9-BACA-C96B-F916-E17D2E0B579C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7289F3-8650-A641-3DE5-5FB8D5D5AD05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CC2767-F6D4-AEBF-63C1-4AF18223F2DE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7FB850-25A3-FA8C-0616-9B950CBD70B2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B7341E-A348-D721-A08B-91010645A6C3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7695C9-503F-104C-2CC3-62825C014137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AC8861-82A4-1718-81CD-4F165C164AA0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18B6D7-73EA-84E6-F502-EA2819FD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FB7A9-69D2-5B10-1E68-B7F37D54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48146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E315-99C7-8C76-6697-1B656026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4F023-B531-63DB-85D5-C094BF371902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4AAD3-5D01-F01C-8F24-019F01DEC4E5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18BC4A-F7E2-C41E-5FF1-D660B78EF6F0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911417-C5D8-938A-2C7A-0C3B9C639CC2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F90C96-1CC0-6CF3-259D-C3A87A26C399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E90AC6-C21D-9922-D861-E5B515CABB6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600A37B1-117E-A74B-41DB-0A1517E402EC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3BA08-3890-4A3A-9231-2F6DB1FA5C9E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373B8B-3D35-3AAA-3895-214606B73A1E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62DAA02F-93C6-F1AD-0279-4E7063082899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6B784F-3A0C-69C4-0ADC-513734FE5B1A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BEE1FDF6-5F3E-9271-4951-B74922C21C5E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0EEB49-A9D5-421A-2EE9-2903C0062F28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471F5-76DF-D59E-7D28-65904A476EF2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52EB0B-70C9-F700-97C6-0E45ADCB8E3C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37307C-1DF1-A132-BEA6-68C376316209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367F3C-9B6A-3FCC-2054-0B9D956BF4B8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8BC898-9BBB-84E8-CFFA-C2E59C60B7F4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D9598D-3518-7D29-BB89-2E4417C1587D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81031DE-0336-81F0-2485-42FA39302F6A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8402A54-1C82-4AF7-E3BC-03F77B13BE16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8D33DB-CCF1-1658-AD72-D0F6889BE116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E71FB6-AF77-8B41-0DAA-9F2C6985330F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DD5022-DFDC-50BA-2731-2814065AC886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9740237C-D228-F5AA-1CF7-B75489F6F3AB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7663C6-C1E4-D420-E3DE-85D606018F67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27FA30-8D9A-E703-9508-410B97902BE7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B775FB-4898-A1C7-AC07-8E541E38C5E8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0CA95C-5A44-0BE6-3E7C-32A9E85977CD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C8D73C-5905-7109-16B7-C65362A80884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A67757-70D9-13F7-AA0D-D2C4D72BD69E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B6C4DA-FE2A-C91B-25AD-F3A42D3B63F9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DBF9A8-87AF-FACA-00F3-7D991C3688BC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E6C8C5-F3A0-DFE2-AF92-F407DFEF0E1A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92323D-4845-0ED0-8870-97A17DD88A3C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B621F6-BE90-B021-6B03-B7E4F8DDA00D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8D653F-5C83-ECD3-E596-6FA3EC2A8CD9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0A64C4-F125-C6D5-0C56-67B096C63127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8CAF12-6B0F-3E9B-C883-451AD1C2CC53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ED3B59-6774-C4E2-0158-42F1627A36C0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7E5673-D906-8E4A-2DE2-D6A1715E1A14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185100-DD7C-9DD2-A698-9B4D7C5A5FE8}"/>
              </a:ext>
            </a:extLst>
          </p:cNvPr>
          <p:cNvSpPr/>
          <p:nvPr/>
        </p:nvSpPr>
        <p:spPr>
          <a:xfrm>
            <a:off x="1727200" y="185659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2BDB5-F81C-807A-5C16-20743DB5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F995D-6065-E617-E2B2-18D58147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7061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B28B74-E50E-B44D-B6D4-476F2412088F}"/>
              </a:ext>
            </a:extLst>
          </p:cNvPr>
          <p:cNvSpPr/>
          <p:nvPr/>
        </p:nvSpPr>
        <p:spPr>
          <a:xfrm>
            <a:off x="9144000" y="3093415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230725-47E0-9F4F-8AB9-48FB5BFCF5BD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9FDD674-E1DE-3E47-9E9F-DA911493B4B7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EFE04E5-0009-264B-BEC2-61AE49C077F4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C24E5E0-707A-FB4F-A2D6-E4BB58085B3C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3E0FB2-50EC-2749-B71C-CF4888D2FC2C}"/>
              </a:ext>
            </a:extLst>
          </p:cNvPr>
          <p:cNvSpPr txBox="1"/>
          <p:nvPr/>
        </p:nvSpPr>
        <p:spPr>
          <a:xfrm>
            <a:off x="9557499" y="42203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3E7F7-4DE5-B64E-8D38-02EDB4958319}"/>
              </a:ext>
            </a:extLst>
          </p:cNvPr>
          <p:cNvSpPr txBox="1"/>
          <p:nvPr/>
        </p:nvSpPr>
        <p:spPr>
          <a:xfrm>
            <a:off x="8909680" y="423553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FBA345-1E67-D44D-BB7C-C3A4B7CB2107}"/>
              </a:ext>
            </a:extLst>
          </p:cNvPr>
          <p:cNvSpPr txBox="1"/>
          <p:nvPr/>
        </p:nvSpPr>
        <p:spPr>
          <a:xfrm>
            <a:off x="8508987" y="481167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3829BEF-5E74-144D-905E-5A343161F2EE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 flipH="1">
            <a:off x="8896273" y="4604869"/>
            <a:ext cx="187493" cy="206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BDE942-9AE7-7244-9720-104FA7EF8DE0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713952" y="4589636"/>
            <a:ext cx="229116" cy="279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E9488B-92CA-FE46-ACD0-77FAF8D5C14B}"/>
              </a:ext>
            </a:extLst>
          </p:cNvPr>
          <p:cNvSpPr txBox="1"/>
          <p:nvPr/>
        </p:nvSpPr>
        <p:spPr>
          <a:xfrm>
            <a:off x="9362805" y="4843969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Red</a:t>
            </a:r>
            <a:r>
              <a:rPr lang="en-US" dirty="0">
                <a:latin typeface="Gill Sans MT" panose="020B0502020104020203" pitchFamily="34" charset="77"/>
              </a:rPr>
              <a:t> / </a:t>
            </a:r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Blue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F2237-5237-0288-C4EF-70B252FC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35874-9A62-2919-C1F0-7578B807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4812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C492-3FBC-ADED-E1BE-026D8324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3ABC7-63FB-4F69-ACC7-8CBF06599C83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B4838-D9C1-9920-4877-A736746883BF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95BF3C-BE19-762B-B938-509C9FDE8661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0152C7D-ED14-657E-BB8D-366FB40C462D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59E17B-AA2A-1FA8-A1E6-1B0D6D280537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3B7A01-A4B2-F4EC-A8E7-18728D1B051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2E78C6AA-4293-B3A5-B14A-DF3A9194B30A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2BE8DD-CC1A-A5FA-C796-A2BC87557C53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BF50CDA-E7C0-FEB4-8F98-6D662AF37A1E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0E43FBD8-6BB7-E1FC-71CA-B7645CAC3D1E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BB473C-E80C-FDD4-6546-6DD95E2C1EE5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98C5EDB-573D-6F03-357E-C1C699165B7A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3E2582-5F36-1AF5-BC5E-287EA895B301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469144-0FB7-AC8A-26CF-183B7FDB116C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378B765-394A-420F-E5C8-C82B2F2408C7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4DDB5-C5A3-653F-FE5D-05F3313C5FFA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12F33A-E032-4DCB-16EB-681B6CDAA6C5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9C5D9B-3FEE-F1B1-85D6-2C128F963C80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F5A5F9-450F-3A20-D0A5-C684E481F7BA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D72C345-E74E-56D7-B21B-4DDEF41177E0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2200FD57-D5D9-BF91-2B0A-35D9C8E5A5B1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180E9-A182-55E9-2880-7357ADDE4540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62556BC-C742-9607-E746-076DB117F002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D152D9-A5AF-B014-5299-DAC27BF1FA40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AD558E10-2B5A-4F47-FB1C-E8831ED0FADC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D3F508-A7FE-6C8C-609A-6ED2CA576A65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DD735B-5B22-3DD8-AFD3-97809E8A1648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9AC2B5-CBE4-E077-E643-C43E0093DE60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110CA2-0DB3-6695-CDCC-8DC5EC4D73A2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DC676E-B85B-6C06-5BD3-DFEDB688CF2C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632CFF-9809-185F-EAC4-86317D507A42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FD7927-C52A-FECF-255D-8F1210B9BB95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C45FA-71A3-8F93-6809-A26FD3D28C82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49B0A1-A9B9-57F3-C4B4-1522B0E39E4E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0D7EAC-A2B1-5D1E-65DF-28C00E4F2678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7AE4A3-111B-F08C-2838-657E6818F4F2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CE7CF-24BD-47BF-838F-8E8B318E9D65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84C325-2397-5B21-4E56-B993F54DB9C2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7F51A8-CD9D-ECE7-C5F6-EDAF922B713C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CA86C6-490B-13CB-8544-F4BBD09F66B3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A80384-1AC4-C51A-0F66-7347B4C1B1D3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9A7881-7103-FED0-4781-77654C430AF2}"/>
              </a:ext>
            </a:extLst>
          </p:cNvPr>
          <p:cNvSpPr/>
          <p:nvPr/>
        </p:nvSpPr>
        <p:spPr>
          <a:xfrm>
            <a:off x="2098262" y="4003448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C3A31-3FB5-C3D2-B08B-E7DC21F0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B152C-F766-C2F8-5A64-9BDB2AA8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0249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6C42D-5029-22D7-5D60-7CA8C584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0E761-5D28-DDDE-2881-D14ACD65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8325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ACB51D-3EB3-0AA8-02B2-50F1B665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0A992-601A-C1E6-093F-20CA2186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6986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2273-8A88-FD3A-07D1-D3C00378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68CA8-8868-37CF-E4B3-7F00C21FFAC9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2BF4F-572F-63A3-EB9B-FFECCFDA6DA2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D70917-A61D-44D2-F0B2-B2037D44DE0E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4C8090-A604-FE77-BB61-7EB5A5CF83A2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D94959-E334-74E8-EAF6-B54F39396D39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6DD73D-8561-B809-904B-BEFC704BEF6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8A6EDBD3-C456-7C91-43E9-6C234BD0C4EF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07CE78-4A69-3FF9-06F7-4CBD2FB47627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FC73311-91F5-C9A4-0DBA-65D633ACF23C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2930B9E8-7B0A-94D0-3D2B-EC17B4C2C65A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BA4AD8-C07D-0D49-6223-28987AA4480E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D65FD0A-5751-89C9-2F88-A61CC2B589A3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7EF5CA-4209-48D3-8E0D-DC74F1920C0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C53106-90F1-79F2-7122-27B6AA7859B8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F02A91-6AC7-66C3-934E-93033E494D32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5CCF41-AE74-42D5-9027-849861DB6CFF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D173E-48A1-A289-9DF4-5A712AFC0D12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3E7AFB-47C9-A826-1897-4CDD13FBAF6C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8AE104-2DEE-FA12-D228-18C906A0DC45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AA320C7-93B8-52BD-298D-BCC3228FA515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41C4498-1763-D4ED-EB59-F2ACC3D4B11F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351CA-D249-7DBA-BF04-CDA9F1886CBE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DB61D28-C2E6-9018-5A4C-EB985D55827D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018639-2481-49D3-2621-DC528E7CE660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2133411D-61E6-95B8-DA1D-183967CDA659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3F0344-8384-E555-BCD5-FEF2BCE1DE47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DFAF20D-1036-F82B-F045-2CBC6B5AFFC4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9D41D-94B9-84D3-BA2E-7D1FBB847A95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74A578-3FA7-0661-F0AA-365A3F543B37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443829-8358-D0BA-3286-8CBA763ACC08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5D7033-DC7C-4289-C32D-F6D980CA0680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CA167C-D6C9-06EC-D7D5-496676164CC0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C5E38A-5D59-6E97-90A2-19731D924EBC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44A055-6289-3321-86C0-A77143161209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76C89A-B5EF-86C9-D49A-369440FB6F4D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2A66DC-5B12-E7BD-68FA-9CE4A1C621C6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AFC5A4-34B8-2E3F-F9E1-7914BB0513EE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DC5BE0-B73E-4432-9B91-E3272C8EF25E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1CB6E0-5558-69A3-B128-7C9E6F6C9811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289D38-552B-7527-DD61-2CDC74E0CD27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8CDFA1-BD51-C671-C89D-8EE7B605709B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859682-03E0-C0CF-8412-E30EE3054B8D}"/>
              </a:ext>
            </a:extLst>
          </p:cNvPr>
          <p:cNvSpPr/>
          <p:nvPr/>
        </p:nvSpPr>
        <p:spPr>
          <a:xfrm>
            <a:off x="7222282" y="20073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C8198-67CF-1ED6-AD65-A519D73F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32BAB-7A98-ABED-51BF-6A5A299C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5499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72744" y="19296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cxnSpLocks/>
            <a:endCxn id="44" idx="0"/>
          </p:cNvCxnSpPr>
          <p:nvPr/>
        </p:nvCxnSpPr>
        <p:spPr>
          <a:xfrm>
            <a:off x="4907868" y="2466096"/>
            <a:ext cx="0" cy="602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8B72A30-7F8A-4245-AB6C-4A8F3449F99E}"/>
              </a:ext>
            </a:extLst>
          </p:cNvPr>
          <p:cNvSpPr/>
          <p:nvPr/>
        </p:nvSpPr>
        <p:spPr>
          <a:xfrm>
            <a:off x="4670566" y="14336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F6B302-E861-FC42-B48E-2500608C5C88}"/>
              </a:ext>
            </a:extLst>
          </p:cNvPr>
          <p:cNvSpPr txBox="1"/>
          <p:nvPr/>
        </p:nvSpPr>
        <p:spPr>
          <a:xfrm>
            <a:off x="4988718" y="294614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741411-132F-794D-81B3-2C00EB51B0B4}"/>
              </a:ext>
            </a:extLst>
          </p:cNvPr>
          <p:cNvSpPr txBox="1"/>
          <p:nvPr/>
        </p:nvSpPr>
        <p:spPr>
          <a:xfrm>
            <a:off x="3845504" y="2477617"/>
            <a:ext cx="938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only one </a:t>
            </a:r>
          </a:p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represented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5EE2A1-22DE-96E1-E6B9-99EDD360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12DA0-3CCF-B877-2818-F4664B38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0813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CA7E-DF1A-D902-50DC-C57EC99A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F5E65B-CE43-2741-EFAC-2E4968D4F903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9F2BE-B92E-DA66-4BFD-5DD9443FCCEB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4F8088-FF8D-56B4-A4B8-B00F04D659A3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78CFE4-EE9E-DF6C-8F3B-CBFC1B257B1C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1000C0-3EC3-12C9-ACB3-48E155D5877F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474767-193D-65FD-AEF3-D8A7FBABD2C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14E4C6F9-F02C-C7BA-7254-F4F9C15114A0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3E4A41-C3EE-BF82-AF67-4B4A45029536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52CD09F-DB4B-AB1D-7784-70B6D765EB06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B0C48DAC-E58D-B323-5B1C-6BB2C4E003A8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99A000-BC15-18AF-F59F-69A300272DAA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E0BFD7C-523B-7F36-8001-7ECD282ABA94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6F6BB2-CFB0-1ADD-AFC7-B5C262751AA4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73F89C-129A-644C-DF64-8CFDA8D3365A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A092CF-EE2C-F0BD-AD24-35D96D09EC78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11CF7D-796D-76DC-720B-1A0413A91EE7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D60321-64C9-AC5F-C4D0-4D95FC37F777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3AABE-3016-88F5-9EA3-7AEFF85FB1FF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510719-19FD-7EEC-5BAB-887EBA84348A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E97E019-504E-A1E1-7968-AC650FAD2C80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33A9D332-432F-6C5E-272D-445BCA7EE708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E2E483-DDCF-9AF9-6E65-FF32222AA456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79405A5-D4B4-D969-03E6-A62C6C31875E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FB7035-5FC5-E621-6E05-392D9BA8EA8D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666E50E7-4D36-620B-2521-741C9059C7D1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F270A78-436B-8D3A-F1D6-70AB6AE6C4DF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1BC020A-12B5-2EB2-B43E-453586D63761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33718EA-8E40-E6E8-4B91-B408BE043DA6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AC6A5F-EC9D-30FD-7B19-ADFB933AE9E3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DAAECF-A87B-4534-08C5-FA69F58A2A8C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9C55E1-2AD9-AF98-D393-9EA0B76DA431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59EF2A-DEE3-5569-E522-BDA2A5B09D47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80C789-88B4-62A4-AB20-7F0CB9EA1BCA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405279-90D6-2B13-6F26-F5EEDB2AB58A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DEA940-48E1-6642-E400-1D3926D1E857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ECFA3D-3B8B-A17E-234D-15AE71A2D604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406212-AAD4-9718-D3E4-27B74DD83923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9480C7-A029-ED10-65AD-AAD8E303456A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918580-F818-5573-F040-488B2AE659EB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02F9FB-D451-2380-1E5C-2126CAE5B9B5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393900-2DCB-9871-ED89-E072384A20C1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704055-40BB-00E1-56B3-097ED1070958}"/>
              </a:ext>
            </a:extLst>
          </p:cNvPr>
          <p:cNvSpPr/>
          <p:nvPr/>
        </p:nvSpPr>
        <p:spPr>
          <a:xfrm>
            <a:off x="7699363" y="4366233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16117-AECB-7192-0B30-B02FC1AC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CCBAF-8F9A-62CC-FA03-3A5C0274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3602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D8720ED6-093D-2848-9946-3BC5D0C31A40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BF7E16-4B54-5148-84EA-8DAC1624CF97}"/>
              </a:ext>
            </a:extLst>
          </p:cNvPr>
          <p:cNvSpPr txBox="1"/>
          <p:nvPr/>
        </p:nvSpPr>
        <p:spPr>
          <a:xfrm>
            <a:off x="4547623" y="2053978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38193-0024-5E08-D628-28228A38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9B4649-49F3-DF9C-9762-DAC00A3E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50113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FB3367-9918-7B47-9642-C2819F2A8132}"/>
              </a:ext>
            </a:extLst>
          </p:cNvPr>
          <p:cNvSpPr txBox="1"/>
          <p:nvPr/>
        </p:nvSpPr>
        <p:spPr>
          <a:xfrm>
            <a:off x="4547623" y="2053978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EA1F1-3B81-B2AF-F0DF-A0FF8A93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480F6B-F2C0-F06A-9A8D-F4057F9C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9674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616C-1FE1-BC3D-D665-AADF3CC8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71E454-0DDB-85F4-04F2-95E636520126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9AEB3-83D2-B941-394C-D4646AE39463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F06251-C199-E048-5B0C-8C5CEF0A7D77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62AACE-748B-E0C4-7F07-BE49009DBEF3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9E060C-155C-68FF-BBCA-3755B3301B90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CAD7CD-56C9-FF76-A100-5741A23ED83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640EBBBF-AC43-7C6E-A01A-BC87BF36885C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BCC898-723B-B64F-D8D5-FE05CD16B04C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B58C42B-95AE-A547-B293-9F17C99DAC29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813CFE54-B713-B3AC-FF55-F13B1B25C550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3C07F4C-32C5-7595-8497-D8B0CE33E6AC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A75497F5-00E9-00F4-343F-4E7865637270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7DF12B-9ECD-568B-30FA-A9C91CF1D24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179451-283E-56BC-E560-13D3DDD042F1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D6E249-0C3B-CF9E-5D5B-0D235EDF5C56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26C39A-B9E5-ACE6-E652-649DB0F5306A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17A683-69D7-41B9-241F-DFD6104C89CD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1CFB9C-4EA3-7367-4A62-757B6976AC6C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945AF8-1CA1-528B-223B-6762B6103594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1FEE273-F4B0-402E-3BED-7C5B650E40A2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C428706-1FAA-0860-21A2-B6137CBC41F8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245355-9146-F191-4CFF-64542A831492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F3FF429-CDEE-B4F9-8A96-1DCEE134FB4B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128F89-9CEB-EA87-E956-65F42D824CBA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5C18B38D-3A7E-72B9-1E6C-CFD977B6DB15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C495B7-D300-B1F4-BEC9-485B78D634D0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B297BE4-B1F0-C322-1792-E18B70162716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52BAA61-1EA3-037B-3DFF-F6804456B7EF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E17DB9-3AB9-6A75-A5B8-E0728FD850A1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B9BCD3-5A62-9AB4-8FC8-125600FBE4FB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93A6E6-B117-38FF-3353-082AA76CA78E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1B2596-ADEE-76CF-CB0E-35AC6A5A8FCC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7FC3C1-FD07-8C03-93AF-C8748FCF679B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3D55DF-03E5-349C-D3E5-5E7B08EB0764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7DEFB5-CA4D-2901-1B38-97A9D3A554AC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43CC75-9235-B953-03A2-1411CC36DE86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8EE441-C57C-B107-6BE1-BF354500E8D8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3749D5-4B53-8361-78BD-9193CB0ABD16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19F7D1-5FBE-7369-482F-DD72332B6DFB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A08751-F74B-4554-B962-AD0FC8D0E68C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1DAB98-286E-B3DA-B210-0AD293AFD1B4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A313771-D31E-19A5-9A7F-85C55E59C40B}"/>
              </a:ext>
            </a:extLst>
          </p:cNvPr>
          <p:cNvSpPr/>
          <p:nvPr/>
        </p:nvSpPr>
        <p:spPr>
          <a:xfrm>
            <a:off x="10083765" y="550826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E244E2-9988-4E49-D680-9146597C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C322C-C5E2-7AA2-4047-06E3086D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96975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FB3367-9918-7B47-9642-C2819F2A8132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9" name="Slide Number Placeholder 52">
            <a:extLst>
              <a:ext uri="{FF2B5EF4-FFF2-40B4-BE49-F238E27FC236}">
                <a16:creationId xmlns:a16="http://schemas.microsoft.com/office/drawing/2014/main" id="{F645D835-F904-DF4F-A51A-647729B3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6607" y="6573488"/>
            <a:ext cx="2133600" cy="476250"/>
          </a:xfrm>
        </p:spPr>
        <p:txBody>
          <a:bodyPr/>
          <a:lstStyle/>
          <a:p>
            <a:fld id="{B2515E32-AEC1-A643-BA35-1EE2E73D4B01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F8DCE6-860F-A4F7-BE98-79DD865D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5606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D5CE5-A82B-A842-8C9E-328CC3E967C3}"/>
              </a:ext>
            </a:extLst>
          </p:cNvPr>
          <p:cNvSpPr txBox="1"/>
          <p:nvPr/>
        </p:nvSpPr>
        <p:spPr>
          <a:xfrm>
            <a:off x="6753604" y="2067212"/>
            <a:ext cx="3143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Repeat for all testing samples…</a:t>
            </a:r>
          </a:p>
          <a:p>
            <a:r>
              <a:rPr lang="en-US" dirty="0">
                <a:latin typeface="Gill Sans MT" panose="020B0502020104020203" pitchFamily="34" charset="77"/>
              </a:rPr>
              <a:t>Compute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613C95-C4C8-9257-4137-539407585638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178B-95B6-2F09-1027-FCDCCAA6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F19F0-F234-8D97-D8EE-DA40401E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6153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4F5F-DE83-4053-3B8B-C83248BB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E7243-E72E-743B-A9C2-58D7E493175B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A96EC-6918-351D-F4E6-ADC8949E0E95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F2BAA1-FC30-A02B-5FF9-1730632D3415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25AA99-D7D6-4559-5A79-326679F2F844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51A9627-DFA8-C653-3DC1-86610D136C5E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FC4D80-E5C4-F90E-3B29-FFAD02A3126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2B2E643-3B77-7AF2-E241-E4529C1EBF1B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025057-556E-432C-6CB0-A6AFA233F3F6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E935630-DC12-FEFC-54CB-4F2D8B818D5F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3BAB2A87-A6EF-4628-08D5-12F1501ED70C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BD8605-20D4-FB2E-3F9F-317E39493D6C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F0170C7-B367-6617-D4A2-8B332E598D47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D7C825-1861-6400-05B7-4397AC1F2606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C0CBC1-1653-C219-2A72-E8E3D725F91E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B47A5C5-9DA1-8DFE-CB2B-8A74DA9E9D5C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AF6073-FE46-B558-E807-51865BE4FDF7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EDDF00-28F2-1242-27C7-AD7599E14F21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C7C21C-C2B4-5B31-1BF7-A1C9110BAED3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8B85D7-2644-3C73-DDEC-9E9E756A145B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3923F8F-F078-BD1D-D6E9-5A704A2D095C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6644C1A-AAB8-B4F1-F4C7-809496DFD499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666C0C-5216-5888-D4C9-01C867D688FF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2800DE6-64EA-E071-3137-BB2F1833D73C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515130-19E7-D169-EF15-FEB36CB51D30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985BF9F4-482F-DCF7-E887-0873CC140C99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6842180-8DD8-661F-DBAC-37B3EE9C79A1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B4D8F0D-B7C0-9FDB-08A5-8018A155743F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4335A56-EBF2-EEB9-2AAE-0E0087CABE6E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482321-8ECF-CF45-EE01-BC6040D64E56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364B57-74BB-48E4-97DB-CFFB227AF100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C13732-CFCE-051A-8E4D-0BDBA6C010EE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4D1D2C-BE9D-0031-77A8-92BA6DB3EC4D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FA8683-8B7D-B1CF-50B0-DF9938FEE47C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9F8FFF-3FC5-6206-15CF-38BD2A67E267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039CB4-4BEB-5504-AF2B-C8070CBE14E7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F92971-BC74-C330-5DA8-328A720A6043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FDCD6D-D45E-9625-C9A7-2E8AC55049DE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05D572-96AF-FC91-DDDD-525116604677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615B4F-A270-7467-9436-989A5550C035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82A953-A1DD-F9AC-D44C-CEE60C437292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F4CFF3-7C97-0B18-F8EF-BEA594B3BA6C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DBD2390-C43B-B23D-4D1B-F96D523260FB}"/>
              </a:ext>
            </a:extLst>
          </p:cNvPr>
          <p:cNvSpPr/>
          <p:nvPr/>
        </p:nvSpPr>
        <p:spPr>
          <a:xfrm>
            <a:off x="10083765" y="550826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CE9D76-504C-5CFF-FBC6-CB96E9A2BAAE}"/>
              </a:ext>
            </a:extLst>
          </p:cNvPr>
          <p:cNvSpPr/>
          <p:nvPr/>
        </p:nvSpPr>
        <p:spPr>
          <a:xfrm>
            <a:off x="7699363" y="4366233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97FC4A-C85B-88EC-1E14-2F5F3A72A432}"/>
              </a:ext>
            </a:extLst>
          </p:cNvPr>
          <p:cNvSpPr/>
          <p:nvPr/>
        </p:nvSpPr>
        <p:spPr>
          <a:xfrm>
            <a:off x="7222282" y="20073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A21F50-41A1-4107-0334-60988EB37514}"/>
              </a:ext>
            </a:extLst>
          </p:cNvPr>
          <p:cNvSpPr/>
          <p:nvPr/>
        </p:nvSpPr>
        <p:spPr>
          <a:xfrm>
            <a:off x="2098262" y="4003448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341DC2-7A46-1856-8910-BF0E96AB2E48}"/>
              </a:ext>
            </a:extLst>
          </p:cNvPr>
          <p:cNvSpPr/>
          <p:nvPr/>
        </p:nvSpPr>
        <p:spPr>
          <a:xfrm>
            <a:off x="1727200" y="185659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CDFD642-3982-C14B-DDD3-A31490512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9BBD3F-6E8B-425A-43FD-B520CEC2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50322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B28B74-E50E-B44D-B6D4-476F2412088F}"/>
              </a:ext>
            </a:extLst>
          </p:cNvPr>
          <p:cNvSpPr/>
          <p:nvPr/>
        </p:nvSpPr>
        <p:spPr>
          <a:xfrm>
            <a:off x="9144000" y="3093415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230725-47E0-9F4F-8AB9-48FB5BFCF5BD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9FDD674-E1DE-3E47-9E9F-DA911493B4B7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EFE04E5-0009-264B-BEC2-61AE49C077F4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C24E5E0-707A-FB4F-A2D6-E4BB58085B3C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3E0FB2-50EC-2749-B71C-CF4888D2FC2C}"/>
              </a:ext>
            </a:extLst>
          </p:cNvPr>
          <p:cNvSpPr txBox="1"/>
          <p:nvPr/>
        </p:nvSpPr>
        <p:spPr>
          <a:xfrm>
            <a:off x="9557499" y="42203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3E7F7-4DE5-B64E-8D38-02EDB4958319}"/>
              </a:ext>
            </a:extLst>
          </p:cNvPr>
          <p:cNvSpPr txBox="1"/>
          <p:nvPr/>
        </p:nvSpPr>
        <p:spPr>
          <a:xfrm>
            <a:off x="8909680" y="423553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FBA345-1E67-D44D-BB7C-C3A4B7CB2107}"/>
              </a:ext>
            </a:extLst>
          </p:cNvPr>
          <p:cNvSpPr txBox="1"/>
          <p:nvPr/>
        </p:nvSpPr>
        <p:spPr>
          <a:xfrm>
            <a:off x="8508987" y="481167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3829BEF-5E74-144D-905E-5A343161F2EE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 flipH="1">
            <a:off x="8896273" y="4604869"/>
            <a:ext cx="187493" cy="206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BDE942-9AE7-7244-9720-104FA7EF8DE0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713952" y="4589636"/>
            <a:ext cx="229116" cy="279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E9488B-92CA-FE46-ACD0-77FAF8D5C14B}"/>
              </a:ext>
            </a:extLst>
          </p:cNvPr>
          <p:cNvSpPr txBox="1"/>
          <p:nvPr/>
        </p:nvSpPr>
        <p:spPr>
          <a:xfrm>
            <a:off x="9362805" y="4843969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Red</a:t>
            </a:r>
            <a:r>
              <a:rPr lang="en-US" dirty="0">
                <a:latin typeface="Gill Sans MT" panose="020B0502020104020203" pitchFamily="34" charset="77"/>
              </a:rPr>
              <a:t> / </a:t>
            </a:r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Blue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69E05-367C-124E-87A7-52268692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A7BCC-04BB-329A-F99A-DD34FB1D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6449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E0A80-8B04-CC7E-ACC0-F42079248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4525D-C703-084F-E6C2-D2C596BF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8254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80306-053C-64A0-89FE-61A1C4D89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D88FBB-C0C8-6F3A-E75E-48484BA7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9700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72744" y="19296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cxnSpLocks/>
            <a:endCxn id="44" idx="0"/>
          </p:cNvCxnSpPr>
          <p:nvPr/>
        </p:nvCxnSpPr>
        <p:spPr>
          <a:xfrm>
            <a:off x="4907868" y="2466096"/>
            <a:ext cx="0" cy="602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8B72A30-7F8A-4245-AB6C-4A8F3449F99E}"/>
              </a:ext>
            </a:extLst>
          </p:cNvPr>
          <p:cNvSpPr/>
          <p:nvPr/>
        </p:nvSpPr>
        <p:spPr>
          <a:xfrm>
            <a:off x="4670566" y="14336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F6B302-E861-FC42-B48E-2500608C5C88}"/>
              </a:ext>
            </a:extLst>
          </p:cNvPr>
          <p:cNvSpPr txBox="1"/>
          <p:nvPr/>
        </p:nvSpPr>
        <p:spPr>
          <a:xfrm>
            <a:off x="4988718" y="294614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54" name="Slide Number Placeholder 52">
            <a:extLst>
              <a:ext uri="{FF2B5EF4-FFF2-40B4-BE49-F238E27FC236}">
                <a16:creationId xmlns:a16="http://schemas.microsoft.com/office/drawing/2014/main" id="{813124A5-AF40-0A42-B6AA-6DBA325B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6607" y="6573488"/>
            <a:ext cx="2133600" cy="476250"/>
          </a:xfrm>
        </p:spPr>
        <p:txBody>
          <a:bodyPr/>
          <a:lstStyle/>
          <a:p>
            <a:fld id="{B2515E32-AEC1-A643-BA35-1EE2E73D4B01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B5F721E8-8D09-6648-A391-90ED9B6E0913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182E8125-0B23-F646-9E96-6FE3C2CD1139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517496-D8F7-A049-91FE-4DBA1E2E5D10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22433AB8-E61A-6749-94D9-2F526408D133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464EF-1824-B34F-8C22-18F4C39571D9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9BEE3-3E69-F66D-9C31-673C5765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6475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B5F721E8-8D09-6648-A391-90ED9B6E0913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182E8125-0B23-F646-9E96-6FE3C2CD1139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517496-D8F7-A049-91FE-4DBA1E2E5D10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22433AB8-E61A-6749-94D9-2F526408D133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464EF-1824-B34F-8C22-18F4C39571D9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D19999-E1BC-5942-8A45-46F465716028}"/>
              </a:ext>
            </a:extLst>
          </p:cNvPr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BFC2C5B-DFBA-5743-8FB7-FA57D061EF9D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D52BC-1002-9F4D-89AF-6765AB179D87}"/>
              </a:ext>
            </a:extLst>
          </p:cNvPr>
          <p:cNvSpPr txBox="1"/>
          <p:nvPr/>
        </p:nvSpPr>
        <p:spPr>
          <a:xfrm>
            <a:off x="4547623" y="2053978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B78535A-D1D9-E442-9CC8-E7FB695C7901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492C9-7497-80AC-EA2D-599632B5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EB356D-3A92-65CD-313F-471F3CC9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98981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11C38-9DCD-3FEF-8DC4-E7B8BAC9D8B5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F9246-26CC-131F-B2DD-03AB21F7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52E7E-AEC2-D8AF-BCF4-AF7CD89D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93351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D5CE5-A82B-A842-8C9E-328CC3E967C3}"/>
              </a:ext>
            </a:extLst>
          </p:cNvPr>
          <p:cNvSpPr txBox="1"/>
          <p:nvPr/>
        </p:nvSpPr>
        <p:spPr>
          <a:xfrm>
            <a:off x="6753604" y="2067212"/>
            <a:ext cx="3143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Repeat for all testing samples…</a:t>
            </a:r>
          </a:p>
          <a:p>
            <a:r>
              <a:rPr lang="en-US" dirty="0">
                <a:latin typeface="Gill Sans MT" panose="020B0502020104020203" pitchFamily="34" charset="77"/>
              </a:rPr>
              <a:t>Compute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A4768-F354-B3D6-2F93-9AF54AB7EA59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FC92-CE28-B1B8-A2C3-253A06FEC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15DA7-8642-4F0A-03AC-C891C760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90046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1E04-6028-9E4D-CE10-D2E45041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0F638-E3E2-EED3-F24A-D3D283BC3A87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0C01A-B981-02F8-1F32-8D600C86E101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2B13C9-E10C-06CD-1C2E-D9298F6DDAEC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2B052E7-8585-B76D-4D36-4D204E533D5C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A2BB4B-1A91-9EAC-01E8-ED5F1D956430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6C063C-0A05-8636-EF41-FA8E5E4C861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721A7427-B2BF-E484-E45C-ED214F56EE82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6AF22E-10DA-EEA7-4C8E-FD7C40EF8EBD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EE81D3F-C565-BD53-FBF4-96D83E0A83DC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84972380-CFB5-0A0A-DF3D-04B4403DC718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3F6F86-5C8F-A3F0-6399-7D4B7FA9A10C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0DF9CB7-5115-8A66-E3C8-EF8DCC7633CE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8F877A-8BC5-F25D-C348-5DDAF23AD80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DFAF1A-C5D6-9D40-036D-668CBC2AA206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0A8D13-322C-AE6A-0FAA-1A93D7A41B93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A2CAC5-FF56-55B3-063A-E7FF418F2B0B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0AB162-2710-1C6E-0696-6C986F658F66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17CCB4-8D61-B09B-BE11-F4920986BCCF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C83ED8-0FF3-FBF2-8943-466B57773DF3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729203C-F889-B27C-CDD7-42B53E75D1FB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C3086EA-34EA-5C3F-01CE-DCD9D09617D2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937FD7-2580-C4A8-0C01-5D1DA7D829ED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9987504-D168-B344-D52D-7B0C56037942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F156F61-A30E-7518-CBC1-0097E8EA5369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4E099D76-A31C-0C46-0482-40B21045FA70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6C806B-5029-36DC-B0A3-1695BBE0D1E6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ED5B017-A80C-DC23-C344-7CD6474A9031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55C9ED-C51F-F5FF-CD1E-5C9618740933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A3DE85-9B70-5E18-77D7-D57DCD5121CE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C824C6-4AE3-1C87-921C-30A6FFDC0DE1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892794-1B38-244E-69EC-1544046EE123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7ABC53-AB80-6CD2-34BE-5C0ED772740A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6EAA6-0899-C092-B18B-5D641EE755DD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9E522-3A8F-430B-4671-8E1011BB35E1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EB056D-F2F6-E71C-E45F-C9496CC44D5F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8B3513-FF2A-6623-E9CD-0575B63379B6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41A115-80ED-1426-0B89-E229ED8BBCC2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C333E0-CC27-F249-C7FB-F5DFE7B43AB9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928253-F594-EB42-EB6B-6DBDD8040CFB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4CBA0F-B5BB-AC3B-5C41-1956DA4BAA90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293AF8-D4A5-65CB-8F62-7E70AE6F8722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A1C72B5-088D-93E4-709F-CBFD14237984}"/>
              </a:ext>
            </a:extLst>
          </p:cNvPr>
          <p:cNvSpPr/>
          <p:nvPr/>
        </p:nvSpPr>
        <p:spPr>
          <a:xfrm>
            <a:off x="10083765" y="550826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A7C05A-E07F-BAA8-C53C-256F820DFFC7}"/>
              </a:ext>
            </a:extLst>
          </p:cNvPr>
          <p:cNvSpPr/>
          <p:nvPr/>
        </p:nvSpPr>
        <p:spPr>
          <a:xfrm>
            <a:off x="7699363" y="4366233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067DF0-A19C-EE4C-6995-4C28D2CE5296}"/>
              </a:ext>
            </a:extLst>
          </p:cNvPr>
          <p:cNvSpPr/>
          <p:nvPr/>
        </p:nvSpPr>
        <p:spPr>
          <a:xfrm>
            <a:off x="7222282" y="20073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3B8BF8-B0B1-EDCC-CD85-116DCDD9F86C}"/>
              </a:ext>
            </a:extLst>
          </p:cNvPr>
          <p:cNvSpPr/>
          <p:nvPr/>
        </p:nvSpPr>
        <p:spPr>
          <a:xfrm>
            <a:off x="2098262" y="4003448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1BE034-DA09-90DE-C71C-19B377869000}"/>
              </a:ext>
            </a:extLst>
          </p:cNvPr>
          <p:cNvSpPr/>
          <p:nvPr/>
        </p:nvSpPr>
        <p:spPr>
          <a:xfrm>
            <a:off x="1727200" y="185659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D3CB58C-0C88-278F-DF6D-C2CC4B4B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62D79C-3679-4C8E-BEE4-A984F060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41723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553AC-0B60-5941-B585-99DBF44D096B}"/>
              </a:ext>
            </a:extLst>
          </p:cNvPr>
          <p:cNvSpPr txBox="1"/>
          <p:nvPr/>
        </p:nvSpPr>
        <p:spPr>
          <a:xfrm>
            <a:off x="2433779" y="1219200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052B0-9489-2D45-854C-BF438AB2CFA8}"/>
              </a:ext>
            </a:extLst>
          </p:cNvPr>
          <p:cNvSpPr txBox="1"/>
          <p:nvPr/>
        </p:nvSpPr>
        <p:spPr>
          <a:xfrm>
            <a:off x="2425700" y="1993901"/>
            <a:ext cx="79303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STEPS: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	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read training and testing data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	Definition  	   	← Classifier Definition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← Training(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,Definition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	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		   	← Testing(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	Accuracy	    	← Accuracy(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97D9FC-B270-0749-829C-E72017D1A9B0}"/>
              </a:ext>
            </a:extLst>
          </p:cNvPr>
          <p:cNvGrpSpPr/>
          <p:nvPr/>
        </p:nvGrpSpPr>
        <p:grpSpPr>
          <a:xfrm>
            <a:off x="3741683" y="950890"/>
            <a:ext cx="3216166" cy="1666187"/>
            <a:chOff x="2217683" y="950889"/>
            <a:chExt cx="3216166" cy="166618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F5C2F0-9653-8547-BF72-E1A47D59A75E}"/>
                </a:ext>
              </a:extLst>
            </p:cNvPr>
            <p:cNvSpPr txBox="1"/>
            <p:nvPr/>
          </p:nvSpPr>
          <p:spPr>
            <a:xfrm>
              <a:off x="3457026" y="950889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96FF"/>
                  </a:solidFill>
                  <a:latin typeface="Courier" pitchFamily="2" charset="0"/>
                </a:rPr>
                <a:t>Xtrain,ytrain</a:t>
              </a:r>
              <a:endParaRPr lang="en-US" dirty="0">
                <a:solidFill>
                  <a:srgbClr val="0096FF"/>
                </a:solidFill>
                <a:latin typeface="Courier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693B63B-68C0-C44E-BC0D-E6FA4C5B7B1D}"/>
                </a:ext>
              </a:extLst>
            </p:cNvPr>
            <p:cNvCxnSpPr/>
            <p:nvPr/>
          </p:nvCxnSpPr>
          <p:spPr>
            <a:xfrm flipV="1">
              <a:off x="2217683" y="1313793"/>
              <a:ext cx="1177158" cy="1303283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267D35-D745-A846-A2F4-94CDD050CFDA}"/>
              </a:ext>
            </a:extLst>
          </p:cNvPr>
          <p:cNvGrpSpPr/>
          <p:nvPr/>
        </p:nvGrpSpPr>
        <p:grpSpPr>
          <a:xfrm>
            <a:off x="2433780" y="3719116"/>
            <a:ext cx="873957" cy="1192524"/>
            <a:chOff x="909779" y="3719116"/>
            <a:chExt cx="873957" cy="11925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5BB853-7DC7-C24D-8DD9-5EA4643416DC}"/>
                </a:ext>
              </a:extLst>
            </p:cNvPr>
            <p:cNvSpPr txBox="1"/>
            <p:nvPr/>
          </p:nvSpPr>
          <p:spPr>
            <a:xfrm>
              <a:off x="909779" y="4542308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  <a:latin typeface="Courier" pitchFamily="2" charset="0"/>
                </a:rPr>
                <a:t>ypred</a:t>
              </a:r>
              <a:endParaRPr lang="en-US" dirty="0">
                <a:solidFill>
                  <a:srgbClr val="00B050"/>
                </a:solidFill>
                <a:latin typeface="Courier" pitchFamily="2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0216A55-3F21-D74B-BD51-E30BE78953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076" y="3719116"/>
              <a:ext cx="665388" cy="7793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4D70B7-9A4C-E846-887A-633EDDCB7196}"/>
              </a:ext>
            </a:extLst>
          </p:cNvPr>
          <p:cNvGrpSpPr/>
          <p:nvPr/>
        </p:nvGrpSpPr>
        <p:grpSpPr>
          <a:xfrm>
            <a:off x="5072392" y="1683494"/>
            <a:ext cx="2242390" cy="862172"/>
            <a:chOff x="3250933" y="1683494"/>
            <a:chExt cx="2242390" cy="86217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84CA81B-F7FA-DD47-B064-7BE439E65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933" y="1965434"/>
              <a:ext cx="490750" cy="5802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963230-37AD-874A-9F05-F3D7598CCB8D}"/>
                </a:ext>
              </a:extLst>
            </p:cNvPr>
            <p:cNvSpPr txBox="1"/>
            <p:nvPr/>
          </p:nvSpPr>
          <p:spPr>
            <a:xfrm>
              <a:off x="3792216" y="1683494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300"/>
                  </a:solidFill>
                  <a:latin typeface="Courier" pitchFamily="2" charset="0"/>
                </a:rPr>
                <a:t>Xtest,ytest</a:t>
              </a:r>
              <a:endParaRPr lang="en-US" dirty="0">
                <a:solidFill>
                  <a:srgbClr val="FF9300"/>
                </a:solidFill>
                <a:latin typeface="Courier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9BC3B90-AB58-5C48-A3BD-EB7F73F78E3B}"/>
              </a:ext>
            </a:extLst>
          </p:cNvPr>
          <p:cNvSpPr txBox="1"/>
          <p:nvPr/>
        </p:nvSpPr>
        <p:spPr>
          <a:xfrm>
            <a:off x="3853474" y="4726974"/>
            <a:ext cx="57935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Example for KNN-3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n_neighbors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=3)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 acc	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65BFF-1B85-FC9C-95BB-43AB4D0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FFD3A-D0B2-22C5-F001-7219D5D9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0756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9BC3B90-AB58-5C48-A3BD-EB7F73F78E3B}"/>
              </a:ext>
            </a:extLst>
          </p:cNvPr>
          <p:cNvSpPr txBox="1"/>
          <p:nvPr/>
        </p:nvSpPr>
        <p:spPr>
          <a:xfrm>
            <a:off x="3853474" y="4726974"/>
            <a:ext cx="49071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Example for SVM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SVC(</a:t>
            </a:r>
            <a:r>
              <a:rPr lang="en-US" i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parameters 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 acc	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E23CA-02B1-B0F6-689D-B7DA9E8530A6}"/>
              </a:ext>
            </a:extLst>
          </p:cNvPr>
          <p:cNvSpPr txBox="1"/>
          <p:nvPr/>
        </p:nvSpPr>
        <p:spPr>
          <a:xfrm>
            <a:off x="2433779" y="1219200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Libraries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798CC-700D-751A-B2E0-10F8C26A551B}"/>
              </a:ext>
            </a:extLst>
          </p:cNvPr>
          <p:cNvSpPr txBox="1"/>
          <p:nvPr/>
        </p:nvSpPr>
        <p:spPr>
          <a:xfrm>
            <a:off x="2425700" y="1993901"/>
            <a:ext cx="79303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STEPS: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	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read training and testing data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	Definition  	   	← Classifier Definition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← Training(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,Definition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	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		   	← Testing(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	Accuracy	    	← Accuracy(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829030-78D3-E959-7CFC-B09C4FB60703}"/>
              </a:ext>
            </a:extLst>
          </p:cNvPr>
          <p:cNvGrpSpPr/>
          <p:nvPr/>
        </p:nvGrpSpPr>
        <p:grpSpPr>
          <a:xfrm>
            <a:off x="3741683" y="950890"/>
            <a:ext cx="3216166" cy="1666187"/>
            <a:chOff x="2217683" y="950889"/>
            <a:chExt cx="3216166" cy="16661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A110EF-A714-F6CC-A514-EA20A2C854E5}"/>
                </a:ext>
              </a:extLst>
            </p:cNvPr>
            <p:cNvSpPr txBox="1"/>
            <p:nvPr/>
          </p:nvSpPr>
          <p:spPr>
            <a:xfrm>
              <a:off x="3457026" y="950889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96FF"/>
                  </a:solidFill>
                  <a:latin typeface="Courier" pitchFamily="2" charset="0"/>
                </a:rPr>
                <a:t>Xtrain,ytrain</a:t>
              </a:r>
              <a:endParaRPr lang="en-US" dirty="0">
                <a:solidFill>
                  <a:srgbClr val="0096FF"/>
                </a:solidFill>
                <a:latin typeface="Courier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EB09232-D84F-C216-3D76-913B4FD1C5B5}"/>
                </a:ext>
              </a:extLst>
            </p:cNvPr>
            <p:cNvCxnSpPr/>
            <p:nvPr/>
          </p:nvCxnSpPr>
          <p:spPr>
            <a:xfrm flipV="1">
              <a:off x="2217683" y="1313793"/>
              <a:ext cx="1177158" cy="1303283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41E2A9-7A3D-33A9-52E9-CEBBA05FB870}"/>
              </a:ext>
            </a:extLst>
          </p:cNvPr>
          <p:cNvGrpSpPr/>
          <p:nvPr/>
        </p:nvGrpSpPr>
        <p:grpSpPr>
          <a:xfrm>
            <a:off x="2433780" y="3719116"/>
            <a:ext cx="873957" cy="1192524"/>
            <a:chOff x="909779" y="3719116"/>
            <a:chExt cx="873957" cy="119252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D66368-A8D9-5310-E781-43E72102D65E}"/>
                </a:ext>
              </a:extLst>
            </p:cNvPr>
            <p:cNvSpPr txBox="1"/>
            <p:nvPr/>
          </p:nvSpPr>
          <p:spPr>
            <a:xfrm>
              <a:off x="909779" y="4542308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  <a:latin typeface="Courier" pitchFamily="2" charset="0"/>
                </a:rPr>
                <a:t>ypred</a:t>
              </a:r>
              <a:endParaRPr lang="en-US" dirty="0">
                <a:solidFill>
                  <a:srgbClr val="00B050"/>
                </a:solidFill>
                <a:latin typeface="Courier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5B135A4-5B41-A301-2BE6-B96BDE9AC4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076" y="3719116"/>
              <a:ext cx="665388" cy="7793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7525B0-BCAE-A17A-086F-782BCC3086F4}"/>
              </a:ext>
            </a:extLst>
          </p:cNvPr>
          <p:cNvGrpSpPr/>
          <p:nvPr/>
        </p:nvGrpSpPr>
        <p:grpSpPr>
          <a:xfrm>
            <a:off x="5072392" y="1683494"/>
            <a:ext cx="2242390" cy="862172"/>
            <a:chOff x="3250933" y="1683494"/>
            <a:chExt cx="2242390" cy="86217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5639BE0-8A14-708F-1A38-603CB1714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933" y="1965434"/>
              <a:ext cx="490750" cy="5802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5099F3-4563-9357-C8F9-42DEB68DD9D8}"/>
                </a:ext>
              </a:extLst>
            </p:cNvPr>
            <p:cNvSpPr txBox="1"/>
            <p:nvPr/>
          </p:nvSpPr>
          <p:spPr>
            <a:xfrm>
              <a:off x="3792216" y="1683494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300"/>
                  </a:solidFill>
                  <a:latin typeface="Courier" pitchFamily="2" charset="0"/>
                </a:rPr>
                <a:t>Xtest,ytest</a:t>
              </a:r>
              <a:endParaRPr lang="en-US" dirty="0">
                <a:solidFill>
                  <a:srgbClr val="FF9300"/>
                </a:solidFill>
                <a:latin typeface="Courier" pitchFamily="2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CCF0F-1D8D-38CB-83DE-F9625410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848A2-E84E-0C26-10F1-1B68B44D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7564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9BC3B90-AB58-5C48-A3BD-EB7F73F78E3B}"/>
              </a:ext>
            </a:extLst>
          </p:cNvPr>
          <p:cNvSpPr txBox="1"/>
          <p:nvPr/>
        </p:nvSpPr>
        <p:spPr>
          <a:xfrm>
            <a:off x="3853473" y="4726974"/>
            <a:ext cx="51235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Example for Neural Networks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MLPClassifier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parameters 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 acc	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58E71-42A3-2CE1-0308-ADD20DB198F6}"/>
              </a:ext>
            </a:extLst>
          </p:cNvPr>
          <p:cNvSpPr txBox="1"/>
          <p:nvPr/>
        </p:nvSpPr>
        <p:spPr>
          <a:xfrm>
            <a:off x="2433779" y="1219200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Libraries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EC6AE-9969-2C70-69D4-EAC0C1B6D281}"/>
              </a:ext>
            </a:extLst>
          </p:cNvPr>
          <p:cNvSpPr txBox="1"/>
          <p:nvPr/>
        </p:nvSpPr>
        <p:spPr>
          <a:xfrm>
            <a:off x="2425700" y="1993901"/>
            <a:ext cx="79303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STEPS: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	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read training and testing data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	Definition  	   	← Classifier Definition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← Training(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,Definition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	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		   	← Testing(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	Accuracy	    	← Accuracy(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C942FF-484D-2071-E2D4-6CD50CF0F5B8}"/>
              </a:ext>
            </a:extLst>
          </p:cNvPr>
          <p:cNvGrpSpPr/>
          <p:nvPr/>
        </p:nvGrpSpPr>
        <p:grpSpPr>
          <a:xfrm>
            <a:off x="3741683" y="950890"/>
            <a:ext cx="3216166" cy="1666187"/>
            <a:chOff x="2217683" y="950889"/>
            <a:chExt cx="3216166" cy="16661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5AA885-63F7-13D6-03E2-DA389591AFB8}"/>
                </a:ext>
              </a:extLst>
            </p:cNvPr>
            <p:cNvSpPr txBox="1"/>
            <p:nvPr/>
          </p:nvSpPr>
          <p:spPr>
            <a:xfrm>
              <a:off x="3457026" y="950889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96FF"/>
                  </a:solidFill>
                  <a:latin typeface="Courier" pitchFamily="2" charset="0"/>
                </a:rPr>
                <a:t>Xtrain,ytrain</a:t>
              </a:r>
              <a:endParaRPr lang="en-US" dirty="0">
                <a:solidFill>
                  <a:srgbClr val="0096FF"/>
                </a:solidFill>
                <a:latin typeface="Courier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C8F51B0-3EBB-1297-D3A4-F4E3351C7B0A}"/>
                </a:ext>
              </a:extLst>
            </p:cNvPr>
            <p:cNvCxnSpPr/>
            <p:nvPr/>
          </p:nvCxnSpPr>
          <p:spPr>
            <a:xfrm flipV="1">
              <a:off x="2217683" y="1313793"/>
              <a:ext cx="1177158" cy="1303283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EC7932-49D0-A702-BC18-F4CB094EE148}"/>
              </a:ext>
            </a:extLst>
          </p:cNvPr>
          <p:cNvGrpSpPr/>
          <p:nvPr/>
        </p:nvGrpSpPr>
        <p:grpSpPr>
          <a:xfrm>
            <a:off x="2433780" y="3719116"/>
            <a:ext cx="873957" cy="1192524"/>
            <a:chOff x="909779" y="3719116"/>
            <a:chExt cx="873957" cy="119252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DD4816-D0D5-A88F-2133-DA870B1C663B}"/>
                </a:ext>
              </a:extLst>
            </p:cNvPr>
            <p:cNvSpPr txBox="1"/>
            <p:nvPr/>
          </p:nvSpPr>
          <p:spPr>
            <a:xfrm>
              <a:off x="909779" y="4542308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  <a:latin typeface="Courier" pitchFamily="2" charset="0"/>
                </a:rPr>
                <a:t>ypred</a:t>
              </a:r>
              <a:endParaRPr lang="en-US" dirty="0">
                <a:solidFill>
                  <a:srgbClr val="00B050"/>
                </a:solidFill>
                <a:latin typeface="Courier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EAF2ED-F975-3729-5C68-2AF7E11646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076" y="3719116"/>
              <a:ext cx="665388" cy="7793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B03E0F-EB3E-9AD8-8BE6-8031E04EDFB8}"/>
              </a:ext>
            </a:extLst>
          </p:cNvPr>
          <p:cNvGrpSpPr/>
          <p:nvPr/>
        </p:nvGrpSpPr>
        <p:grpSpPr>
          <a:xfrm>
            <a:off x="5072392" y="1683494"/>
            <a:ext cx="2242390" cy="862172"/>
            <a:chOff x="3250933" y="1683494"/>
            <a:chExt cx="2242390" cy="86217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C07757-AC01-35AB-667F-1A3482AE7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933" y="1965434"/>
              <a:ext cx="490750" cy="5802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E81DD6-D9DA-A0D1-FBF2-5AB815DFD46D}"/>
                </a:ext>
              </a:extLst>
            </p:cNvPr>
            <p:cNvSpPr txBox="1"/>
            <p:nvPr/>
          </p:nvSpPr>
          <p:spPr>
            <a:xfrm>
              <a:off x="3792216" y="1683494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300"/>
                  </a:solidFill>
                  <a:latin typeface="Courier" pitchFamily="2" charset="0"/>
                </a:rPr>
                <a:t>Xtest,ytest</a:t>
              </a:r>
              <a:endParaRPr lang="en-US" dirty="0">
                <a:solidFill>
                  <a:srgbClr val="FF9300"/>
                </a:solidFill>
                <a:latin typeface="Courier" pitchFamily="2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3A770-172A-CC5C-1931-305F187B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3425B5-64C0-9F55-860D-08FE6A3F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47688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KNN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19FC3-24EF-CC5F-99BD-9F188BA9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39D604-B02F-3FF2-FD7E-7300BDBE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4938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1" y="764705"/>
            <a:ext cx="344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1ACF-5951-8536-2878-3C76356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A34497-C761-BA90-679B-A6A139D3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5685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AC713-358B-23B7-9185-A0D0CB9C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BFDD539C-6403-02FA-E454-116284C2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31936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stCxn id="45" idx="3"/>
            <a:endCxn id="44" idx="1"/>
          </p:cNvCxnSpPr>
          <p:nvPr/>
        </p:nvCxnSpPr>
        <p:spPr>
          <a:xfrm>
            <a:off x="3644882" y="2363690"/>
            <a:ext cx="1186610" cy="7369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01978" y="246328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4C7ED-825B-0844-F06E-EBEABF1C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6E00941-58B3-A7C9-2C0E-41D59AAB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43867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680176" y="1580601"/>
            <a:ext cx="1675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6BCE8-A345-ACC4-D038-15141F45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833991-4E96-3F36-76DA-C3EC050E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51206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24953" y="2594442"/>
            <a:ext cx="2299219" cy="2522184"/>
            <a:chOff x="3000952" y="2594442"/>
            <a:chExt cx="2299219" cy="2522184"/>
          </a:xfrm>
        </p:grpSpPr>
        <p:grpSp>
          <p:nvGrpSpPr>
            <p:cNvPr id="45" name="Group 44"/>
            <p:cNvGrpSpPr/>
            <p:nvPr/>
          </p:nvGrpSpPr>
          <p:grpSpPr>
            <a:xfrm>
              <a:off x="3000952" y="2594442"/>
              <a:ext cx="2299219" cy="2522184"/>
              <a:chOff x="2996666" y="2490992"/>
              <a:chExt cx="2299219" cy="2522184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H="1">
                <a:off x="3140682" y="3068960"/>
                <a:ext cx="243186" cy="36004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3383868" y="3068960"/>
                <a:ext cx="188862" cy="432048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3383868" y="3068960"/>
                <a:ext cx="669453" cy="274947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3383868" y="3068960"/>
                <a:ext cx="811241" cy="14095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H="1">
                <a:off x="3284698" y="3068960"/>
                <a:ext cx="99170" cy="64807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flipH="1">
                <a:off x="2996666" y="3068960"/>
                <a:ext cx="387202" cy="64807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flipV="1">
                <a:off x="3383868" y="2866578"/>
                <a:ext cx="1107807" cy="20238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3383868" y="2605726"/>
                <a:ext cx="1249595" cy="46323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383868" y="2490992"/>
                <a:ext cx="1550492" cy="577968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383868" y="3068960"/>
                <a:ext cx="1076424" cy="257625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3383868" y="3068960"/>
                <a:ext cx="938967" cy="6202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3460244" y="3100596"/>
                <a:ext cx="1265231" cy="469519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3383868" y="3068960"/>
                <a:ext cx="1381651" cy="244633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V="1">
                <a:off x="3383868" y="3052741"/>
                <a:ext cx="1523439" cy="16219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383868" y="3068960"/>
                <a:ext cx="638070" cy="73495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383868" y="3068960"/>
                <a:ext cx="476894" cy="100811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3383868" y="3068960"/>
                <a:ext cx="116854" cy="792088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H="1">
                <a:off x="3068674" y="3068960"/>
                <a:ext cx="315194" cy="93610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 flipH="1">
                <a:off x="3356706" y="3068960"/>
                <a:ext cx="27162" cy="129614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>
                <a:off x="2996666" y="3068960"/>
                <a:ext cx="387202" cy="129614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383868" y="3068960"/>
                <a:ext cx="188862" cy="10801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>
                <a:off x="3068674" y="3068960"/>
                <a:ext cx="315194" cy="158417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383868" y="3068960"/>
                <a:ext cx="116854" cy="165618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3383868" y="3068960"/>
                <a:ext cx="1615451" cy="94817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3383868" y="3068960"/>
                <a:ext cx="1912017" cy="731693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383868" y="3068960"/>
                <a:ext cx="1642504" cy="386421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V="1">
                <a:off x="3383868" y="2836264"/>
                <a:ext cx="1820005" cy="23269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3383868" y="3068960"/>
                <a:ext cx="836934" cy="144016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3383868" y="3068960"/>
                <a:ext cx="938967" cy="6202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3383868" y="3068960"/>
                <a:ext cx="908942" cy="10801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3383868" y="3068960"/>
                <a:ext cx="1168435" cy="122201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3383868" y="3068960"/>
                <a:ext cx="1199819" cy="762007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3383868" y="3068960"/>
                <a:ext cx="332878" cy="129614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3356706" y="3068960"/>
                <a:ext cx="27162" cy="194421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3383868" y="3068960"/>
                <a:ext cx="692918" cy="194421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3383868" y="3068960"/>
                <a:ext cx="404886" cy="158417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Straight Connector 82"/>
            <p:cNvCxnSpPr/>
            <p:nvPr/>
          </p:nvCxnSpPr>
          <p:spPr>
            <a:xfrm flipV="1">
              <a:off x="3387150" y="2902292"/>
              <a:ext cx="1461741" cy="268410"/>
            </a:xfrm>
            <a:prstGeom prst="line">
              <a:avLst/>
            </a:prstGeom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/>
          <p:cNvSpPr txBox="1"/>
          <p:nvPr/>
        </p:nvSpPr>
        <p:spPr>
          <a:xfrm>
            <a:off x="7680176" y="1580601"/>
            <a:ext cx="1675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6" name="Straight Arrow Connector 85"/>
          <p:cNvCxnSpPr>
            <a:stCxn id="85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163540" y="2266457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latin typeface="Courier"/>
                <a:cs typeface="Courier"/>
              </a:rPr>
              <a:t>    0.0115</a:t>
            </a:r>
          </a:p>
          <a:p>
            <a:r>
              <a:rPr lang="en-US" sz="800" dirty="0"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latin typeface="Courier"/>
                <a:cs typeface="Courier"/>
              </a:rPr>
              <a:t>    0.0569</a:t>
            </a:r>
          </a:p>
          <a:p>
            <a:r>
              <a:rPr lang="en-US" sz="800" dirty="0"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0.0226</a:t>
            </a:r>
          </a:p>
          <a:p>
            <a:r>
              <a:rPr lang="en-US" sz="800" dirty="0"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latin typeface="Courier"/>
                <a:cs typeface="Courier"/>
              </a:rPr>
              <a:t>    0.0705</a:t>
            </a:r>
          </a:p>
          <a:p>
            <a:r>
              <a:rPr lang="en-US" sz="800" dirty="0"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latin typeface="Courier"/>
                <a:cs typeface="Courier"/>
              </a:rPr>
              <a:t>    0.1090</a:t>
            </a:r>
          </a:p>
          <a:p>
            <a:r>
              <a:rPr lang="en-US" sz="800" dirty="0"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latin typeface="Courier"/>
                <a:cs typeface="Courier"/>
              </a:rPr>
              <a:t>    0.0508</a:t>
            </a:r>
          </a:p>
          <a:p>
            <a:r>
              <a:rPr lang="en-US" sz="800" dirty="0"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latin typeface="Courier"/>
                <a:cs typeface="Courier"/>
              </a:rPr>
              <a:t>    0.9544</a:t>
            </a:r>
          </a:p>
          <a:p>
            <a:r>
              <a:rPr lang="en-US" sz="800" dirty="0"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latin typeface="Courier"/>
                <a:cs typeface="Courier"/>
              </a:rPr>
              <a:t>    0.1519</a:t>
            </a:r>
          </a:p>
          <a:p>
            <a:r>
              <a:rPr lang="en-US" sz="800" dirty="0"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latin typeface="Courier"/>
                <a:cs typeface="Courier"/>
              </a:rPr>
              <a:t>    0.9525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E4DF4-C099-9879-7E28-40358E7F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AE83E465-FF69-7A61-01FC-A0027EBB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0473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912155" y="2970028"/>
            <a:ext cx="1107807" cy="20238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12155" y="2709176"/>
            <a:ext cx="1249595" cy="46323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912154" y="2594442"/>
            <a:ext cx="1550492" cy="57796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912154" y="3172411"/>
            <a:ext cx="1076424" cy="25762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4912155" y="3172410"/>
            <a:ext cx="938967" cy="6202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988531" y="3204047"/>
            <a:ext cx="1265231" cy="469519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912155" y="3172411"/>
            <a:ext cx="1381651" cy="244633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912155" y="3156192"/>
            <a:ext cx="1523439" cy="16219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912154" y="3172410"/>
            <a:ext cx="638070" cy="73495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912154" y="3172410"/>
            <a:ext cx="476894" cy="100811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4596960" y="3172410"/>
            <a:ext cx="315194" cy="9361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4884992" y="3172410"/>
            <a:ext cx="27162" cy="129614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4524952" y="3172410"/>
            <a:ext cx="387202" cy="129614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12154" y="3172410"/>
            <a:ext cx="188862" cy="10801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4596960" y="3172410"/>
            <a:ext cx="315194" cy="158417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4912154" y="3172410"/>
            <a:ext cx="116854" cy="165618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12155" y="3172410"/>
            <a:ext cx="1615451" cy="94817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912155" y="3172411"/>
            <a:ext cx="1912017" cy="731693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12154" y="3172411"/>
            <a:ext cx="1642504" cy="38642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4912155" y="2939714"/>
            <a:ext cx="1820005" cy="23269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12154" y="3172410"/>
            <a:ext cx="836934" cy="144016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912155" y="3172410"/>
            <a:ext cx="938967" cy="6202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912154" y="3172410"/>
            <a:ext cx="908942" cy="10801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912155" y="3172410"/>
            <a:ext cx="1168435" cy="122201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912155" y="3172411"/>
            <a:ext cx="1199819" cy="76200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912154" y="3172410"/>
            <a:ext cx="332878" cy="129614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4884992" y="3172410"/>
            <a:ext cx="27162" cy="194421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912154" y="3172410"/>
            <a:ext cx="692918" cy="194421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4912154" y="3172410"/>
            <a:ext cx="404886" cy="158417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4911151" y="2902292"/>
            <a:ext cx="1461741" cy="26841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1"/>
            <a:ext cx="1675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5" name="Straight Arrow Connector 84"/>
          <p:cNvCxnSpPr>
            <a:stCxn id="82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163540" y="2266457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latin typeface="Courier"/>
                <a:cs typeface="Courier"/>
              </a:rPr>
              <a:t>    0.0115</a:t>
            </a:r>
          </a:p>
          <a:p>
            <a:r>
              <a:rPr lang="en-US" sz="800" dirty="0"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latin typeface="Courier"/>
                <a:cs typeface="Courier"/>
              </a:rPr>
              <a:t>    0.0569</a:t>
            </a:r>
          </a:p>
          <a:p>
            <a:r>
              <a:rPr lang="en-US" sz="800" dirty="0"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0.0226</a:t>
            </a:r>
          </a:p>
          <a:p>
            <a:r>
              <a:rPr lang="en-US" sz="800" dirty="0"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latin typeface="Courier"/>
                <a:cs typeface="Courier"/>
              </a:rPr>
              <a:t>    0.0705</a:t>
            </a:r>
          </a:p>
          <a:p>
            <a:r>
              <a:rPr lang="en-US" sz="800" dirty="0"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latin typeface="Courier"/>
                <a:cs typeface="Courier"/>
              </a:rPr>
              <a:t>    0.1090</a:t>
            </a:r>
          </a:p>
          <a:p>
            <a:r>
              <a:rPr lang="en-US" sz="800" dirty="0"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latin typeface="Courier"/>
                <a:cs typeface="Courier"/>
              </a:rPr>
              <a:t>    0.0508</a:t>
            </a:r>
          </a:p>
          <a:p>
            <a:r>
              <a:rPr lang="en-US" sz="800" dirty="0"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latin typeface="Courier"/>
                <a:cs typeface="Courier"/>
              </a:rPr>
              <a:t>    0.9544</a:t>
            </a:r>
          </a:p>
          <a:p>
            <a:r>
              <a:rPr lang="en-US" sz="800" dirty="0"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latin typeface="Courier"/>
                <a:cs typeface="Courier"/>
              </a:rPr>
              <a:t>    0.1519</a:t>
            </a:r>
          </a:p>
          <a:p>
            <a:r>
              <a:rPr lang="en-US" sz="800" dirty="0"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latin typeface="Courier"/>
                <a:cs typeface="Courier"/>
              </a:rPr>
              <a:t>    0.9525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08287" y="2256653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"/>
                <a:cs typeface="Courier"/>
              </a:rPr>
              <a:t>    0.0115</a:t>
            </a:r>
          </a:p>
          <a:p>
            <a:r>
              <a:rPr lang="en-US" sz="800" dirty="0">
                <a:latin typeface="Courier"/>
                <a:cs typeface="Courier"/>
              </a:rPr>
              <a:t>    0.0226</a:t>
            </a:r>
          </a:p>
          <a:p>
            <a:r>
              <a:rPr lang="en-US" sz="800" dirty="0">
                <a:latin typeface="Courier"/>
                <a:cs typeface="Courier"/>
              </a:rPr>
              <a:t>    0.0508</a:t>
            </a:r>
          </a:p>
          <a:p>
            <a:r>
              <a:rPr lang="en-US" sz="800" dirty="0">
                <a:latin typeface="Courier"/>
                <a:cs typeface="Courier"/>
              </a:rPr>
              <a:t>    0.0569</a:t>
            </a:r>
          </a:p>
          <a:p>
            <a:r>
              <a:rPr lang="en-US" sz="800" dirty="0">
                <a:latin typeface="Courier"/>
                <a:cs typeface="Courier"/>
              </a:rPr>
              <a:t>    0.0705</a:t>
            </a:r>
          </a:p>
          <a:p>
            <a:r>
              <a:rPr lang="en-US" sz="800" dirty="0">
                <a:latin typeface="Courier"/>
                <a:cs typeface="Courier"/>
              </a:rPr>
              <a:t>    0.1090</a:t>
            </a:r>
          </a:p>
          <a:p>
            <a:r>
              <a:rPr lang="en-US" sz="800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0.1519</a:t>
            </a:r>
          </a:p>
          <a:p>
            <a:r>
              <a:rPr lang="en-US" sz="800" dirty="0"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latin typeface="Courier"/>
                <a:cs typeface="Courier"/>
              </a:rPr>
              <a:t>    0.9525</a:t>
            </a:r>
          </a:p>
          <a:p>
            <a:r>
              <a:rPr lang="en-US" sz="800" dirty="0">
                <a:latin typeface="Courier"/>
                <a:cs typeface="Courier"/>
              </a:rPr>
              <a:t>    0.9544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AA6BB-01FC-A44E-B655-F272893E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36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82A6E-8B8A-3D54-3E79-1B878CF1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8209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1"/>
            <a:ext cx="22458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5" name="Straight Arrow Connector 84"/>
          <p:cNvCxnSpPr>
            <a:stCxn id="82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08287" y="2256653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Courier"/>
                <a:cs typeface="Courier"/>
              </a:rPr>
              <a:t>    0.0115</a:t>
            </a:r>
          </a:p>
          <a:p>
            <a:r>
              <a:rPr lang="en-US" sz="800" b="1" dirty="0">
                <a:latin typeface="Courier"/>
                <a:cs typeface="Courier"/>
              </a:rPr>
              <a:t>    0.0226</a:t>
            </a:r>
          </a:p>
          <a:p>
            <a:r>
              <a:rPr lang="en-US" sz="800" b="1" dirty="0">
                <a:latin typeface="Courier"/>
                <a:cs typeface="Courier"/>
              </a:rPr>
              <a:t>    0.0508</a:t>
            </a:r>
          </a:p>
          <a:p>
            <a:r>
              <a:rPr lang="en-US" sz="800" b="1" dirty="0">
                <a:latin typeface="Courier"/>
                <a:cs typeface="Courier"/>
              </a:rPr>
              <a:t>    0.0569</a:t>
            </a:r>
          </a:p>
          <a:p>
            <a:r>
              <a:rPr lang="en-US" sz="800" b="1" dirty="0">
                <a:latin typeface="Courier"/>
                <a:cs typeface="Courier"/>
              </a:rPr>
              <a:t>    0.0705</a:t>
            </a:r>
          </a:p>
          <a:p>
            <a:r>
              <a:rPr lang="en-US" sz="800" b="1" dirty="0">
                <a:latin typeface="Courier"/>
                <a:cs typeface="Courier"/>
              </a:rPr>
              <a:t>    0.1090</a:t>
            </a:r>
          </a:p>
          <a:p>
            <a:r>
              <a:rPr lang="en-US" sz="800" b="1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0.1519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0.9525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0.9544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55742-B5B8-D79A-0C32-AC625323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7BF04-96BA-3E7D-C1CB-EA3CE5CA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5636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/>
          <p:cNvSpPr/>
          <p:nvPr/>
        </p:nvSpPr>
        <p:spPr>
          <a:xfrm rot="2553764">
            <a:off x="5473902" y="3343809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Oval 37"/>
          <p:cNvSpPr/>
          <p:nvPr/>
        </p:nvSpPr>
        <p:spPr>
          <a:xfrm rot="2553764">
            <a:off x="5615690" y="3082957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0"/>
            <a:ext cx="22458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Majority vote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347308" y="3321538"/>
            <a:ext cx="914400" cy="914400"/>
          </a:xfrm>
          <a:prstGeom prst="ellipse">
            <a:avLst/>
          </a:prstGeom>
          <a:solidFill>
            <a:srgbClr val="FF0000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39863" y="2999154"/>
            <a:ext cx="648676" cy="654538"/>
          </a:xfrm>
          <a:prstGeom prst="ellipse">
            <a:avLst/>
          </a:prstGeom>
          <a:solidFill>
            <a:srgbClr val="3366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5163" y="4269154"/>
            <a:ext cx="67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5 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75" y="325901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 blue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7052" y="4271115"/>
            <a:ext cx="2147383" cy="369332"/>
          </a:xfrm>
          <a:prstGeom prst="rect">
            <a:avLst/>
          </a:prstGeom>
          <a:noFill/>
          <a:ln>
            <a:solidFill>
              <a:schemeClr val="accent4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 sample is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65" name="Straight Arrow Connector 64"/>
          <p:cNvCxnSpPr>
            <a:stCxn id="64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808287" y="2256653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0.0115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0.0226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0.0508</a:t>
            </a:r>
          </a:p>
          <a:p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0.0569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0.0705</a:t>
            </a:r>
          </a:p>
          <a:p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0.1090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solidFill>
                  <a:srgbClr val="FF0000"/>
                </a:solidFill>
                <a:latin typeface="Courier"/>
                <a:cs typeface="Courier"/>
              </a:rPr>
              <a:t>   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0.1519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0.9525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0.9544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2F3343-443E-6159-A259-9BA3D1B90029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 flipH="1">
            <a:off x="6410744" y="3628348"/>
            <a:ext cx="1200" cy="64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E37F5B-1812-17C9-0C0F-81BBD6182040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4693747" y="4453820"/>
            <a:ext cx="643305" cy="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4A629-AE02-0744-53BA-D6321D1C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3691AD-D017-F30D-488B-24118A90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83209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/>
          <p:cNvSpPr/>
          <p:nvPr/>
        </p:nvSpPr>
        <p:spPr>
          <a:xfrm rot="2553764">
            <a:off x="5473902" y="3343809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Oval 37"/>
          <p:cNvSpPr/>
          <p:nvPr/>
        </p:nvSpPr>
        <p:spPr>
          <a:xfrm rot="2553764">
            <a:off x="5615690" y="3082957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0"/>
            <a:ext cx="22458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Majority vote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347308" y="3321538"/>
            <a:ext cx="914400" cy="914400"/>
          </a:xfrm>
          <a:prstGeom prst="ellipse">
            <a:avLst/>
          </a:prstGeom>
          <a:solidFill>
            <a:srgbClr val="FF0000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39863" y="2999154"/>
            <a:ext cx="648676" cy="654538"/>
          </a:xfrm>
          <a:prstGeom prst="ellipse">
            <a:avLst/>
          </a:prstGeom>
          <a:solidFill>
            <a:srgbClr val="3366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5163" y="4269154"/>
            <a:ext cx="67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5 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75" y="325901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 blue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65" name="Straight Arrow Connector 64"/>
          <p:cNvCxnSpPr>
            <a:stCxn id="64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982B1B-18FA-7272-82E8-244E6D9B7792}"/>
              </a:ext>
            </a:extLst>
          </p:cNvPr>
          <p:cNvSpPr txBox="1"/>
          <p:nvPr/>
        </p:nvSpPr>
        <p:spPr>
          <a:xfrm>
            <a:off x="5337052" y="4271115"/>
            <a:ext cx="2147383" cy="369332"/>
          </a:xfrm>
          <a:prstGeom prst="rect">
            <a:avLst/>
          </a:prstGeom>
          <a:noFill/>
          <a:ln>
            <a:solidFill>
              <a:schemeClr val="accent4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 sample is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F947A-1AA6-7297-0600-C700C10C764F}"/>
              </a:ext>
            </a:extLst>
          </p:cNvPr>
          <p:cNvCxnSpPr>
            <a:endCxn id="10" idx="0"/>
          </p:cNvCxnSpPr>
          <p:nvPr/>
        </p:nvCxnSpPr>
        <p:spPr>
          <a:xfrm flipH="1">
            <a:off x="6410744" y="3628348"/>
            <a:ext cx="1200" cy="64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D1EF73-FABC-452E-6166-443D0A480E2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93747" y="4453820"/>
            <a:ext cx="643305" cy="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CB264-633B-C5F6-3AB6-CE45FEDD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902FD48-3E8A-A033-CDB2-831DA07E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5307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4562535" y="343486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490527" y="401092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18519" y="3722897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994583" y="3506873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778559" y="437096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922575" y="3866913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282615" y="4082937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210607" y="465900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138599" y="437096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714663" y="415494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498639" y="501904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642655" y="451498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706551" y="3722897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490527" y="465900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18519" y="437096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994583" y="415494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778559" y="501904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22575" y="473100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9" name="Group 58"/>
          <p:cNvGrpSpPr/>
          <p:nvPr/>
        </p:nvGrpSpPr>
        <p:grpSpPr>
          <a:xfrm rot="2553764">
            <a:off x="5548224" y="2629015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60" name="Oval 59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79" name="Oval 78"/>
          <p:cNvSpPr/>
          <p:nvPr/>
        </p:nvSpPr>
        <p:spPr>
          <a:xfrm>
            <a:off x="4805721" y="3074825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/>
          <p:cNvSpPr/>
          <p:nvPr/>
        </p:nvSpPr>
        <p:spPr>
          <a:xfrm rot="2553764">
            <a:off x="5473902" y="3343809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Oval 37"/>
          <p:cNvSpPr/>
          <p:nvPr/>
        </p:nvSpPr>
        <p:spPr>
          <a:xfrm rot="2553764">
            <a:off x="5615690" y="3082957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0"/>
            <a:ext cx="22458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Majority vote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347308" y="3321538"/>
            <a:ext cx="914400" cy="914400"/>
          </a:xfrm>
          <a:prstGeom prst="ellipse">
            <a:avLst/>
          </a:prstGeom>
          <a:solidFill>
            <a:srgbClr val="FF0000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39863" y="2999154"/>
            <a:ext cx="648676" cy="654538"/>
          </a:xfrm>
          <a:prstGeom prst="ellipse">
            <a:avLst/>
          </a:prstGeom>
          <a:solidFill>
            <a:srgbClr val="3366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1" name="Straight Arrow Connector 80"/>
          <p:cNvCxnSpPr>
            <a:stCxn id="80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CF541-F30C-E397-82F6-EA12FD87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C905C-1930-7878-DE69-CF75ADF7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84784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B6B9441-7CA8-1E43-8973-384474CC0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10" y="939442"/>
            <a:ext cx="2874726" cy="22392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5D863B-C684-EB44-8A6B-6C8EB194BBAE}"/>
              </a:ext>
            </a:extLst>
          </p:cNvPr>
          <p:cNvSpPr txBox="1"/>
          <p:nvPr/>
        </p:nvSpPr>
        <p:spPr>
          <a:xfrm>
            <a:off x="4256690" y="409903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B439A9-4D3C-974C-AFBE-58D0E7F57182}"/>
              </a:ext>
            </a:extLst>
          </p:cNvPr>
          <p:cNvGrpSpPr/>
          <p:nvPr/>
        </p:nvGrpSpPr>
        <p:grpSpPr>
          <a:xfrm>
            <a:off x="6613488" y="414198"/>
            <a:ext cx="2965507" cy="2797167"/>
            <a:chOff x="5089487" y="414197"/>
            <a:chExt cx="2965507" cy="279716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F15BDF9-E7E6-7F41-94A0-224743D1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9487" y="896453"/>
              <a:ext cx="2965507" cy="231491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A3BE0-DCA5-5F48-A469-4813C0BC6DDC}"/>
                </a:ext>
              </a:extLst>
            </p:cNvPr>
            <p:cNvSpPr txBox="1"/>
            <p:nvPr/>
          </p:nvSpPr>
          <p:spPr>
            <a:xfrm>
              <a:off x="5909434" y="414197"/>
              <a:ext cx="109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TESTING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7E32221-7F35-D041-8311-B1301418EBEA}"/>
              </a:ext>
            </a:extLst>
          </p:cNvPr>
          <p:cNvSpPr txBox="1"/>
          <p:nvPr/>
        </p:nvSpPr>
        <p:spPr>
          <a:xfrm>
            <a:off x="2017795" y="186924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k =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37AF39-44B4-8148-A541-2266C7658865}"/>
              </a:ext>
            </a:extLst>
          </p:cNvPr>
          <p:cNvGrpSpPr/>
          <p:nvPr/>
        </p:nvGrpSpPr>
        <p:grpSpPr>
          <a:xfrm>
            <a:off x="2129360" y="3268485"/>
            <a:ext cx="7428614" cy="2275817"/>
            <a:chOff x="605360" y="3268484"/>
            <a:chExt cx="7428614" cy="22758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2CF1900-8A63-1843-B203-B8E3C047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4117" y="3268484"/>
              <a:ext cx="2889857" cy="226447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6D47A7-8DEC-3F49-91C2-9DAE8C580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6252" y="3289910"/>
              <a:ext cx="2894900" cy="225439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57AB76-F098-C84A-8F3E-E3F2FCDAD110}"/>
                </a:ext>
              </a:extLst>
            </p:cNvPr>
            <p:cNvSpPr txBox="1"/>
            <p:nvPr/>
          </p:nvSpPr>
          <p:spPr>
            <a:xfrm>
              <a:off x="605360" y="4216057"/>
              <a:ext cx="673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k = 7</a:t>
              </a: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01003-23EC-854F-73B6-005F2E717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B83B9-5B2F-9277-DA3E-B42547E8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5552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D863B-C684-EB44-8A6B-6C8EB194BBAE}"/>
              </a:ext>
            </a:extLst>
          </p:cNvPr>
          <p:cNvSpPr txBox="1"/>
          <p:nvPr/>
        </p:nvSpPr>
        <p:spPr>
          <a:xfrm>
            <a:off x="4256690" y="409903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3A3BE0-DCA5-5F48-A469-4813C0BC6DDC}"/>
              </a:ext>
            </a:extLst>
          </p:cNvPr>
          <p:cNvSpPr txBox="1"/>
          <p:nvPr/>
        </p:nvSpPr>
        <p:spPr>
          <a:xfrm>
            <a:off x="7433434" y="41419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32221-7F35-D041-8311-B1301418EBEA}"/>
              </a:ext>
            </a:extLst>
          </p:cNvPr>
          <p:cNvSpPr txBox="1"/>
          <p:nvPr/>
        </p:nvSpPr>
        <p:spPr>
          <a:xfrm>
            <a:off x="2017796" y="1869242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k = 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135276-4315-AC4E-A1DB-10782CE10D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3715" y="930568"/>
            <a:ext cx="2910030" cy="222917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BD52B2-C5D1-E946-A2F2-F111CF9A51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588" y="930564"/>
            <a:ext cx="2854553" cy="22291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CBCE1BB-000E-F64B-BA1A-09010C72C07B}"/>
              </a:ext>
            </a:extLst>
          </p:cNvPr>
          <p:cNvGrpSpPr/>
          <p:nvPr/>
        </p:nvGrpSpPr>
        <p:grpSpPr>
          <a:xfrm>
            <a:off x="2129361" y="3296372"/>
            <a:ext cx="7426661" cy="2277764"/>
            <a:chOff x="605360" y="3296372"/>
            <a:chExt cx="7426661" cy="22777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57AB76-F098-C84A-8F3E-E3F2FCDAD110}"/>
                </a:ext>
              </a:extLst>
            </p:cNvPr>
            <p:cNvSpPr txBox="1"/>
            <p:nvPr/>
          </p:nvSpPr>
          <p:spPr>
            <a:xfrm>
              <a:off x="605360" y="4216057"/>
              <a:ext cx="673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k = 1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5ECE6C6-00AE-FE41-BABC-C15300EA6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42164" y="3296372"/>
              <a:ext cx="2889857" cy="22443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87C6BD2-E5EB-3D47-960A-92C729F3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77562" y="3299572"/>
              <a:ext cx="2925160" cy="2274564"/>
            </a:xfrm>
            <a:prstGeom prst="rect">
              <a:avLst/>
            </a:prstGeom>
          </p:spPr>
        </p:pic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BE83-90C1-E522-D957-8F7D02A3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F0C1D-9BD0-ED22-3169-01A3C2BB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8973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703" y="2486896"/>
            <a:ext cx="8229600" cy="11430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77"/>
              </a:rPr>
              <a:t>Example with 80 million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CC268-A0FA-BC3F-BFAB-4305B0E3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AB613-9784-B781-1F85-BCF4C316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68810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creen Shot 2013-05-14 at 9.15.43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54" y="0"/>
            <a:ext cx="5238893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EFB52-88D5-99EA-8448-4AE4BCCE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D3FF0-7A46-2335-8B35-7CA15503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48163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creen Shot 2013-05-14 at 9.15.3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792" y="0"/>
            <a:ext cx="5450417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20FB3-1A46-DC81-CF62-7E0AB8FC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0FB6-B379-44B9-BDE7-7E5079E6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607245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B7D0D-130F-7AEE-5795-F2670882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5431D0-CFA5-4E19-B4BA-3E767040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016241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323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DA39D-5A31-2AEE-B8CA-EC0B59EF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63B29B-34E9-5672-3332-37B28091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22078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5560" y="764705"/>
            <a:ext cx="323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6BE99-596F-D4C1-BFCF-8A23DF75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A3EC9-7039-4909-2F12-DBA8C0B0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11062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stCxn id="45" idx="3"/>
            <a:endCxn id="44" idx="1"/>
          </p:cNvCxnSpPr>
          <p:nvPr/>
        </p:nvCxnSpPr>
        <p:spPr>
          <a:xfrm>
            <a:off x="3644882" y="2363690"/>
            <a:ext cx="1186610" cy="7369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01978" y="246328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61D03-295B-1E65-203F-DD4306DF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BDA40-AD40-BA1B-9C72-4C552002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99129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680177" y="1580601"/>
            <a:ext cx="175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CA2F2-C7D0-13E3-2B26-D26B6394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34F9A-C76B-0DD7-4B2A-609E6175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60434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B4B7"/>
          </a:solidFill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230802" y="1580601"/>
            <a:ext cx="3141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sp>
        <p:nvSpPr>
          <p:cNvPr id="2" name="Cross 1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Cross 44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E9756-3CD2-C4F5-574F-BA8E179C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91351-78FA-94AE-979D-C11FD040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246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230802" y="1580601"/>
            <a:ext cx="3141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sp>
        <p:nvSpPr>
          <p:cNvPr id="50" name="Cross 49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Cross 50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214C9-AC56-8BB1-1C5A-F229A670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E8539-EF33-DE1A-FAFC-E0BA4C11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001392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230802" y="1580601"/>
            <a:ext cx="3141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Cross 19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4841" y="3538692"/>
            <a:ext cx="5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red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5036" y="299191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blue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E03C05-8A4C-0E48-82D0-A95AFC0D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53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90978-6D40-E528-654B-C1850FD0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44086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>
            <a:spLocks noChangeAspect="1"/>
          </p:cNvSpPr>
          <p:nvPr/>
        </p:nvSpPr>
        <p:spPr>
          <a:xfrm>
            <a:off x="3781409" y="2037382"/>
            <a:ext cx="2269717" cy="22540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Cross 19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4841" y="3538692"/>
            <a:ext cx="5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red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65036" y="299191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blue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14978" y="4333194"/>
            <a:ext cx="3478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red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&lt;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blue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 </a:t>
            </a:r>
            <a:r>
              <a:rPr lang="en-US" dirty="0">
                <a:latin typeface="Gill Sans MT" panose="020B0502020104020203" pitchFamily="34" charset="77"/>
                <a:ea typeface="Wingdings"/>
                <a:cs typeface="Trebuchet MS"/>
                <a:sym typeface="Wingdings"/>
              </a:rPr>
              <a:t>Testing sample is red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AB25F-B29C-3C0A-C4EE-7728427E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3C2AD-15DF-6833-4249-3826B42D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00204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>
            <a:spLocks noChangeAspect="1"/>
          </p:cNvSpPr>
          <p:nvPr/>
        </p:nvSpPr>
        <p:spPr>
          <a:xfrm>
            <a:off x="3781409" y="2037382"/>
            <a:ext cx="2269717" cy="22540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B4B7"/>
          </a:solidFill>
        </p:grpSpPr>
        <p:sp>
          <p:nvSpPr>
            <p:cNvPr id="13" name="Oval 12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F3FE9-FF5A-CA87-C3EA-C099928D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02CFD-EA17-69F9-A4F4-54DB0B19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571159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0000"/>
          </a:solidFill>
        </p:grpSpPr>
        <p:sp>
          <p:nvSpPr>
            <p:cNvPr id="13" name="Oval 12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4" name="Group 33"/>
          <p:cNvGrpSpPr/>
          <p:nvPr/>
        </p:nvGrpSpPr>
        <p:grpSpPr>
          <a:xfrm rot="2553764">
            <a:off x="5548224" y="2629015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35" name="Oval 34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58" name="Straight Connector 57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ross 58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0AC418-6566-138B-9328-886FF38C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96D3C9-F583-E8D5-61BA-5016C5C9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11463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3E22B2-91F4-ED34-CF60-858358FDF5EC}"/>
              </a:ext>
            </a:extLst>
          </p:cNvPr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EB6330-1110-D049-18E3-FE3541BF5613}"/>
                </a:ext>
              </a:extLst>
            </p:cNvPr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3E8A9DB-98F7-152D-AB93-93D4E54B332E}"/>
                </a:ext>
              </a:extLst>
            </p:cNvPr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5C8F18-19B5-3654-43C3-5D04BBE2AB59}"/>
                </a:ext>
              </a:extLst>
            </p:cNvPr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651AE1-2DDA-19FA-5615-E7D857B105CA}"/>
                </a:ext>
              </a:extLst>
            </p:cNvPr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516413-2852-2D87-7E16-30BD736C1E81}"/>
                </a:ext>
              </a:extLst>
            </p:cNvPr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677708-C439-7881-3034-37145C637D60}"/>
                </a:ext>
              </a:extLst>
            </p:cNvPr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15A653-A3B1-A766-5040-4520DBA56E02}"/>
                </a:ext>
              </a:extLst>
            </p:cNvPr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8A9BFDB-BB72-E174-9DB1-5331437F8052}"/>
                </a:ext>
              </a:extLst>
            </p:cNvPr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A850BD5-9D52-F01A-5785-46D4011688D1}"/>
                </a:ext>
              </a:extLst>
            </p:cNvPr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9AF0B96-8BFD-05F1-F5AA-195CE55254CD}"/>
                </a:ext>
              </a:extLst>
            </p:cNvPr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3E5805A-9798-88E6-288E-477E9CFCF87D}"/>
                </a:ext>
              </a:extLst>
            </p:cNvPr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8249CFC-D35F-3D55-FD16-F984C7A424CB}"/>
                </a:ext>
              </a:extLst>
            </p:cNvPr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9280049-BDDC-DB83-46AC-B1AED5FB6533}"/>
                </a:ext>
              </a:extLst>
            </p:cNvPr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1ACFAF1-1318-A6DA-A658-2BD2C01B8C3A}"/>
                </a:ext>
              </a:extLst>
            </p:cNvPr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E2C905B-30BE-6D75-64EC-68EA8776453F}"/>
                </a:ext>
              </a:extLst>
            </p:cNvPr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DC7181F-47C4-3E51-450A-65855C87D2C8}"/>
                </a:ext>
              </a:extLst>
            </p:cNvPr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34EB09B-9EA4-53E1-16E5-D6436C72CE27}"/>
                </a:ext>
              </a:extLst>
            </p:cNvPr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5007F60-19C8-82D9-2BEE-A6BBBA589B0E}"/>
                </a:ext>
              </a:extLst>
            </p:cNvPr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B4B7"/>
          </a:solidFill>
        </p:grpSpPr>
        <p:sp>
          <p:nvSpPr>
            <p:cNvPr id="13" name="Oval 12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ross 58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64F968-3D87-EA4C-96DC-779A445F71B2}"/>
              </a:ext>
            </a:extLst>
          </p:cNvPr>
          <p:cNvCxnSpPr>
            <a:cxnSpLocks/>
          </p:cNvCxnSpPr>
          <p:nvPr/>
        </p:nvCxnSpPr>
        <p:spPr>
          <a:xfrm>
            <a:off x="4252618" y="1724851"/>
            <a:ext cx="3012635" cy="45141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1657C03-4F1C-0E41-BA8F-62ACA263EF76}"/>
              </a:ext>
            </a:extLst>
          </p:cNvPr>
          <p:cNvCxnSpPr>
            <a:cxnSpLocks/>
          </p:cNvCxnSpPr>
          <p:nvPr/>
        </p:nvCxnSpPr>
        <p:spPr>
          <a:xfrm flipV="1">
            <a:off x="5113116" y="3532727"/>
            <a:ext cx="1108447" cy="7108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7EF82A0-3080-9747-BF1A-7A218FEC7F7A}"/>
              </a:ext>
            </a:extLst>
          </p:cNvPr>
          <p:cNvSpPr txBox="1"/>
          <p:nvPr/>
        </p:nvSpPr>
        <p:spPr>
          <a:xfrm>
            <a:off x="2284872" y="1704341"/>
            <a:ext cx="1879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Decision 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28574-B716-D647-AA33-B96686CF8981}"/>
              </a:ext>
            </a:extLst>
          </p:cNvPr>
          <p:cNvSpPr/>
          <p:nvPr/>
        </p:nvSpPr>
        <p:spPr>
          <a:xfrm rot="19581566">
            <a:off x="5617553" y="3660434"/>
            <a:ext cx="180000" cy="180000"/>
          </a:xfrm>
          <a:prstGeom prst="rect">
            <a:avLst/>
          </a:prstGeom>
          <a:noFill/>
          <a:ln>
            <a:solidFill>
              <a:schemeClr val="tx2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ight Arrow 95">
            <a:extLst>
              <a:ext uri="{FF2B5EF4-FFF2-40B4-BE49-F238E27FC236}">
                <a16:creationId xmlns:a16="http://schemas.microsoft.com/office/drawing/2014/main" id="{302D1B14-35AE-0B4D-916C-72FFEF16A0D7}"/>
              </a:ext>
            </a:extLst>
          </p:cNvPr>
          <p:cNvSpPr/>
          <p:nvPr/>
        </p:nvSpPr>
        <p:spPr>
          <a:xfrm rot="19800000">
            <a:off x="6720764" y="5050376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68324C4-5949-6C46-BD10-B4222D9E5449}"/>
              </a:ext>
            </a:extLst>
          </p:cNvPr>
          <p:cNvSpPr txBox="1"/>
          <p:nvPr/>
        </p:nvSpPr>
        <p:spPr>
          <a:xfrm rot="19800000">
            <a:off x="7096867" y="4404889"/>
            <a:ext cx="1021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 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6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98" name="Right Arrow 97">
            <a:extLst>
              <a:ext uri="{FF2B5EF4-FFF2-40B4-BE49-F238E27FC236}">
                <a16:creationId xmlns:a16="http://schemas.microsoft.com/office/drawing/2014/main" id="{A6F45A5A-C229-2048-A24A-70E874DFAF9D}"/>
              </a:ext>
            </a:extLst>
          </p:cNvPr>
          <p:cNvSpPr/>
          <p:nvPr/>
        </p:nvSpPr>
        <p:spPr>
          <a:xfrm rot="9000000">
            <a:off x="6270554" y="5309734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360A8D-34F7-3B49-881E-40C71CEA5B8F}"/>
              </a:ext>
            </a:extLst>
          </p:cNvPr>
          <p:cNvSpPr txBox="1"/>
          <p:nvPr/>
        </p:nvSpPr>
        <p:spPr>
          <a:xfrm rot="19800000">
            <a:off x="5333223" y="5499176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6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D78CFCC-636D-9B40-9D60-F25A70E47919}"/>
              </a:ext>
            </a:extLst>
          </p:cNvPr>
          <p:cNvSpPr txBox="1"/>
          <p:nvPr/>
        </p:nvSpPr>
        <p:spPr>
          <a:xfrm rot="20809448">
            <a:off x="5323036" y="38290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//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94875A-8FE6-5542-AF12-771F709BBABB}"/>
              </a:ext>
            </a:extLst>
          </p:cNvPr>
          <p:cNvSpPr txBox="1"/>
          <p:nvPr/>
        </p:nvSpPr>
        <p:spPr>
          <a:xfrm rot="20809448">
            <a:off x="5784660" y="35445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//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A47007BC-EBDA-FAD3-0851-AB7DA2D4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F15FE3A-920D-5C41-9FDF-37B70F58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240351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5E2AC-27FF-1A62-8880-FA33CE32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C10F117-C1E4-2CA8-92E1-0424BF4F5312}"/>
              </a:ext>
            </a:extLst>
          </p:cNvPr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3CE5AF-D9F8-4533-00F5-21DC0948EEC5}"/>
              </a:ext>
            </a:extLst>
          </p:cNvPr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E393E4-2D61-95EC-283F-74EA6C8A9380}"/>
              </a:ext>
            </a:extLst>
          </p:cNvPr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2BBEFE-0FB6-29B9-7DB3-6B6F6114CEB6}"/>
              </a:ext>
            </a:extLst>
          </p:cNvPr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>
            <a:extLst>
              <a:ext uri="{FF2B5EF4-FFF2-40B4-BE49-F238E27FC236}">
                <a16:creationId xmlns:a16="http://schemas.microsoft.com/office/drawing/2014/main" id="{3D6A2BC8-AB70-3F9B-102E-06CA31E9EA67}"/>
              </a:ext>
            </a:extLst>
          </p:cNvPr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F84B983-A0EC-FBC6-B066-83AED4B6339B}"/>
              </a:ext>
            </a:extLst>
          </p:cNvPr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ross 58">
            <a:extLst>
              <a:ext uri="{FF2B5EF4-FFF2-40B4-BE49-F238E27FC236}">
                <a16:creationId xmlns:a16="http://schemas.microsoft.com/office/drawing/2014/main" id="{AB3972B3-C41C-5C92-7A28-AB711B79A125}"/>
              </a:ext>
            </a:extLst>
          </p:cNvPr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B56173-6D33-ADCC-6A37-A40DDD127135}"/>
              </a:ext>
            </a:extLst>
          </p:cNvPr>
          <p:cNvCxnSpPr>
            <a:cxnSpLocks/>
          </p:cNvCxnSpPr>
          <p:nvPr/>
        </p:nvCxnSpPr>
        <p:spPr>
          <a:xfrm>
            <a:off x="4252618" y="1724851"/>
            <a:ext cx="3012635" cy="45141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A454E92-A3A9-3C40-1A07-4197E45F938C}"/>
              </a:ext>
            </a:extLst>
          </p:cNvPr>
          <p:cNvCxnSpPr>
            <a:cxnSpLocks/>
          </p:cNvCxnSpPr>
          <p:nvPr/>
        </p:nvCxnSpPr>
        <p:spPr>
          <a:xfrm flipV="1">
            <a:off x="5113116" y="3532727"/>
            <a:ext cx="1108447" cy="7108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5192C41-00BB-FB62-73BA-2F348962BC38}"/>
              </a:ext>
            </a:extLst>
          </p:cNvPr>
          <p:cNvSpPr txBox="1"/>
          <p:nvPr/>
        </p:nvSpPr>
        <p:spPr>
          <a:xfrm>
            <a:off x="2284872" y="1704341"/>
            <a:ext cx="1879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Decision 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FFA90A-3B33-163F-7816-97107BF3480A}"/>
              </a:ext>
            </a:extLst>
          </p:cNvPr>
          <p:cNvSpPr/>
          <p:nvPr/>
        </p:nvSpPr>
        <p:spPr>
          <a:xfrm rot="19581566">
            <a:off x="5617553" y="3660434"/>
            <a:ext cx="180000" cy="180000"/>
          </a:xfrm>
          <a:prstGeom prst="rect">
            <a:avLst/>
          </a:prstGeom>
          <a:noFill/>
          <a:ln>
            <a:solidFill>
              <a:schemeClr val="tx2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ight Arrow 95">
            <a:extLst>
              <a:ext uri="{FF2B5EF4-FFF2-40B4-BE49-F238E27FC236}">
                <a16:creationId xmlns:a16="http://schemas.microsoft.com/office/drawing/2014/main" id="{81C1BF5D-70E0-ED4F-688D-7C854AF6E8DD}"/>
              </a:ext>
            </a:extLst>
          </p:cNvPr>
          <p:cNvSpPr/>
          <p:nvPr/>
        </p:nvSpPr>
        <p:spPr>
          <a:xfrm rot="19800000">
            <a:off x="6720764" y="5050376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E8CB572-48E0-7D17-25A8-A217562873AD}"/>
              </a:ext>
            </a:extLst>
          </p:cNvPr>
          <p:cNvSpPr txBox="1"/>
          <p:nvPr/>
        </p:nvSpPr>
        <p:spPr>
          <a:xfrm rot="19800000">
            <a:off x="7096867" y="4404889"/>
            <a:ext cx="1021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 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6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98" name="Right Arrow 97">
            <a:extLst>
              <a:ext uri="{FF2B5EF4-FFF2-40B4-BE49-F238E27FC236}">
                <a16:creationId xmlns:a16="http://schemas.microsoft.com/office/drawing/2014/main" id="{7B4E955F-AB43-6831-AB90-A63AF7FAE0EA}"/>
              </a:ext>
            </a:extLst>
          </p:cNvPr>
          <p:cNvSpPr/>
          <p:nvPr/>
        </p:nvSpPr>
        <p:spPr>
          <a:xfrm rot="9000000">
            <a:off x="6270554" y="5309734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37FCD85-D299-F5CF-2FC6-77E0056B3E84}"/>
              </a:ext>
            </a:extLst>
          </p:cNvPr>
          <p:cNvSpPr txBox="1"/>
          <p:nvPr/>
        </p:nvSpPr>
        <p:spPr>
          <a:xfrm rot="19800000">
            <a:off x="5333223" y="5499176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6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FDDFF33-7CC0-757B-F903-BEE27092E957}"/>
              </a:ext>
            </a:extLst>
          </p:cNvPr>
          <p:cNvSpPr txBox="1"/>
          <p:nvPr/>
        </p:nvSpPr>
        <p:spPr>
          <a:xfrm rot="20809448">
            <a:off x="5323036" y="38290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//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135F8B1-BE59-D815-B77A-486D9442956D}"/>
              </a:ext>
            </a:extLst>
          </p:cNvPr>
          <p:cNvSpPr txBox="1"/>
          <p:nvPr/>
        </p:nvSpPr>
        <p:spPr>
          <a:xfrm rot="20809448">
            <a:off x="5784660" y="35445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//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88DD5058-F7C5-7D94-860E-29ADAFC0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7613BBA5-6518-53D1-6318-A0E15897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211842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66801" y="3031067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Bayes</a:t>
            </a:r>
            <a:endParaRPr lang="es-CL" sz="1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03782-82E6-E71B-E357-040C19D9B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DE0E1C-72EF-8D92-46D8-7C24605B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767040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7122F-EE38-DC4B-33FA-2A71A158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E4D26-8CA2-712E-5AF8-B11CD113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872835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58522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Clasificación por tamaño: (las mandarinas son más pequeñas)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0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5965825" y="2551113"/>
            <a:ext cx="2225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15.457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2" name="Text Box 11"/>
          <p:cNvSpPr txBox="1">
            <a:spLocks noChangeArrowheads="1"/>
          </p:cNvSpPr>
          <p:nvPr/>
        </p:nvSpPr>
        <p:spPr bwMode="auto">
          <a:xfrm>
            <a:off x="6057900" y="4800601"/>
            <a:ext cx="2225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18.583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103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1" y="1905001"/>
            <a:ext cx="34448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706387CF-6DB8-9047-B613-9F1A1D12D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572D3-FD20-1BFB-E385-13631745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1E8617-DE4E-716D-344E-CB924B39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94352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436279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Extracción de Característica: Área en Pixeles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0399" name="Group 159"/>
          <p:cNvGraphicFramePr>
            <a:graphicFrameLocks noGrp="1"/>
          </p:cNvGraphicFramePr>
          <p:nvPr/>
        </p:nvGraphicFramePr>
        <p:xfrm>
          <a:off x="1752600" y="1676400"/>
          <a:ext cx="8153400" cy="46634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19.327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13.221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18.265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14.987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17.456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15.321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19.341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15.987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16.342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16.345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16.987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15.965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17.001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16.341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: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19.056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: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Naranja-75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15.900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Mandarina-50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13.439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">
            <a:extLst>
              <a:ext uri="{FF2B5EF4-FFF2-40B4-BE49-F238E27FC236}">
                <a16:creationId xmlns:a16="http://schemas.microsoft.com/office/drawing/2014/main" id="{FC48D1FD-F2BC-9946-B7BF-A9ED87AD3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AEA72-65CF-C6CA-DCF3-A84943FB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BC3EED-9E28-EECC-72B2-DBC7B853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7765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18431" cy="2798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4290844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4403839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05278" y="1894178"/>
            <a:ext cx="3012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Frutas (naranjas y mandarinas)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2651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40BC-5121-6547-8C37-A51F350D7387}"/>
              </a:ext>
            </a:extLst>
          </p:cNvPr>
          <p:cNvGrpSpPr/>
          <p:nvPr/>
        </p:nvGrpSpPr>
        <p:grpSpPr>
          <a:xfrm>
            <a:off x="4648200" y="1752601"/>
            <a:ext cx="4953000" cy="2619705"/>
            <a:chOff x="3124200" y="1752600"/>
            <a:chExt cx="4953000" cy="4267200"/>
          </a:xfrm>
        </p:grpSpPr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632438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909844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3757444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3605044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3300244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337644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3876021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3710921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3547409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3218795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C29C6-8B5F-A04E-AD2F-E5AD1962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99" y="2462815"/>
            <a:ext cx="1905000" cy="647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A6E41-A375-2A9B-F62A-6DBD10F2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691DFF-726B-01D0-8072-C966DD54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36831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1" y="4191000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A5238C-C204-7548-B773-BE6CFD02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4" y="4385038"/>
            <a:ext cx="914395" cy="3532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20965F-46F7-E540-886B-3A43DF72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26" y="2225973"/>
            <a:ext cx="920749" cy="3530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B77C3-2766-CF31-AA07-6B8C6A47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B6037-5FD2-3F4B-78DC-8E2720300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79191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127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835EB-CF5C-B846-B724-CC97E238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214" y="2074022"/>
            <a:ext cx="825500" cy="6858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D348D6F-07A2-3341-96F8-AC2C3430E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0" y="4359955"/>
            <a:ext cx="825500" cy="685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E2A45-A99A-3F64-8348-2239276F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9D3CD1-F28F-9BBF-8BB8-033DB7C6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681915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Definiciones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424C8-666B-004D-A1A8-0D2912C3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93833"/>
            <a:ext cx="304800" cy="19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1DECF-31CC-E846-B0E0-D250C8747C2A}"/>
              </a:ext>
            </a:extLst>
          </p:cNvPr>
          <p:cNvSpPr txBox="1"/>
          <p:nvPr/>
        </p:nvSpPr>
        <p:spPr>
          <a:xfrm>
            <a:off x="5339256" y="18044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Mandarina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127FC-2168-1248-B59D-1518691E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65278"/>
            <a:ext cx="304800" cy="19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194A-7ED5-F04C-9D54-B5D4E95D69C3}"/>
              </a:ext>
            </a:extLst>
          </p:cNvPr>
          <p:cNvSpPr txBox="1"/>
          <p:nvPr/>
        </p:nvSpPr>
        <p:spPr>
          <a:xfrm>
            <a:off x="5339255" y="2375862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E63E3-4606-AD4A-ABDD-26EDA614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072661"/>
            <a:ext cx="165100" cy="13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CB86EA-173B-F24D-B33B-EACAF187AC32}"/>
              </a:ext>
            </a:extLst>
          </p:cNvPr>
          <p:cNvSpPr txBox="1"/>
          <p:nvPr/>
        </p:nvSpPr>
        <p:spPr>
          <a:xfrm>
            <a:off x="5339255" y="2947307"/>
            <a:ext cx="208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Característica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95EF3-9951-4B8E-62CF-273F61C6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EC921-9852-5D54-3E4A-23E988AE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224196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127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2FC8FD-9B05-444A-8953-474B8ED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84" y="1932469"/>
            <a:ext cx="304800" cy="19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BA23D8-AC3F-D54B-BC5C-6BB0421C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743" y="4316052"/>
            <a:ext cx="304800" cy="1905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C1AE875-84C8-3748-912A-27DFA8BDBA73}"/>
              </a:ext>
            </a:extLst>
          </p:cNvPr>
          <p:cNvSpPr txBox="1"/>
          <p:nvPr/>
        </p:nvSpPr>
        <p:spPr>
          <a:xfrm>
            <a:off x="2380595" y="18360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79DF1-0CB5-434D-9DC3-D6D40F35E498}"/>
              </a:ext>
            </a:extLst>
          </p:cNvPr>
          <p:cNvSpPr txBox="1"/>
          <p:nvPr/>
        </p:nvSpPr>
        <p:spPr>
          <a:xfrm>
            <a:off x="2406870" y="420266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89EFD-0575-6D87-0C7A-3022E9D8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A23EAD-6F7A-002F-C10A-663612A9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12575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2FC8FD-9B05-444A-8953-474B8ED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84" y="1932469"/>
            <a:ext cx="304800" cy="19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BA23D8-AC3F-D54B-BC5C-6BB0421C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743" y="4316052"/>
            <a:ext cx="304800" cy="1905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C1AE875-84C8-3748-912A-27DFA8BDBA73}"/>
              </a:ext>
            </a:extLst>
          </p:cNvPr>
          <p:cNvSpPr txBox="1"/>
          <p:nvPr/>
        </p:nvSpPr>
        <p:spPr>
          <a:xfrm>
            <a:off x="2380595" y="18360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79DF1-0CB5-434D-9DC3-D6D40F35E498}"/>
              </a:ext>
            </a:extLst>
          </p:cNvPr>
          <p:cNvSpPr txBox="1"/>
          <p:nvPr/>
        </p:nvSpPr>
        <p:spPr>
          <a:xfrm>
            <a:off x="2406870" y="420266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558" y="2005552"/>
            <a:ext cx="965200" cy="31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7160D6-C498-784A-AB7D-0F2D96D9F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957" y="1810988"/>
            <a:ext cx="21971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7B78C-16AD-234E-A252-AB229AA3A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221" y="4800601"/>
            <a:ext cx="21971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5029" y="4260335"/>
            <a:ext cx="965200" cy="3175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E2DEA9B-EF1E-E57A-8D0B-E1A65562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2C921-ADAB-DF6F-281B-CA22A5FD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45101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Definiciones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424C8-666B-004D-A1A8-0D2912C3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93833"/>
            <a:ext cx="304800" cy="19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1DECF-31CC-E846-B0E0-D250C8747C2A}"/>
              </a:ext>
            </a:extLst>
          </p:cNvPr>
          <p:cNvSpPr txBox="1"/>
          <p:nvPr/>
        </p:nvSpPr>
        <p:spPr>
          <a:xfrm>
            <a:off x="5339256" y="18044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Mandarina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127FC-2168-1248-B59D-1518691E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65278"/>
            <a:ext cx="304800" cy="19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194A-7ED5-F04C-9D54-B5D4E95D69C3}"/>
              </a:ext>
            </a:extLst>
          </p:cNvPr>
          <p:cNvSpPr txBox="1"/>
          <p:nvPr/>
        </p:nvSpPr>
        <p:spPr>
          <a:xfrm>
            <a:off x="5339255" y="2375862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E63E3-4606-AD4A-ABDD-26EDA614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072661"/>
            <a:ext cx="165100" cy="13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CB86EA-173B-F24D-B33B-EACAF187AC32}"/>
              </a:ext>
            </a:extLst>
          </p:cNvPr>
          <p:cNvSpPr txBox="1"/>
          <p:nvPr/>
        </p:nvSpPr>
        <p:spPr>
          <a:xfrm>
            <a:off x="5339255" y="2947307"/>
            <a:ext cx="208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Característica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775F5E-1658-D048-A115-16043B032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317" y="3647112"/>
            <a:ext cx="965200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2FACD-4963-7C4D-8D4A-F1098A9EF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220" y="4336460"/>
            <a:ext cx="965200" cy="31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DB0AB6-21BD-7343-A089-7C4F0547AE06}"/>
              </a:ext>
            </a:extLst>
          </p:cNvPr>
          <p:cNvSpPr txBox="1"/>
          <p:nvPr/>
        </p:nvSpPr>
        <p:spPr>
          <a:xfrm>
            <a:off x="5339254" y="3621196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72868-A42D-5743-A777-D95340FA44C6}"/>
              </a:ext>
            </a:extLst>
          </p:cNvPr>
          <p:cNvSpPr txBox="1"/>
          <p:nvPr/>
        </p:nvSpPr>
        <p:spPr>
          <a:xfrm>
            <a:off x="5339254" y="4274863"/>
            <a:ext cx="3251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BA4AC-838E-08DA-968D-EA219A13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1D40D-5B66-14B1-E5C9-951CECAC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015615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DF5E7-D72D-D047-88FB-A34A84040F19}"/>
              </a:ext>
            </a:extLst>
          </p:cNvPr>
          <p:cNvSpPr txBox="1"/>
          <p:nvPr/>
        </p:nvSpPr>
        <p:spPr>
          <a:xfrm>
            <a:off x="3699642" y="1496384"/>
            <a:ext cx="474360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Dado el valor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), </a:t>
            </a:r>
            <a:r>
              <a:rPr lang="en-US" dirty="0" err="1">
                <a:latin typeface="Gill Sans MT" panose="020B0502020104020203" pitchFamily="34" charset="77"/>
              </a:rPr>
              <a:t>calculamos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(mandarina)</a:t>
            </a:r>
          </a:p>
          <a:p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r>
              <a:rPr lang="en-US" dirty="0">
                <a:latin typeface="Gill Sans MT" panose="020B0502020104020203" pitchFamily="34" charset="77"/>
              </a:rPr>
              <a:t>        </a:t>
            </a:r>
            <a:r>
              <a:rPr lang="en-US" dirty="0" err="1">
                <a:latin typeface="Gill Sans MT" panose="020B0502020104020203" pitchFamily="34" charset="77"/>
              </a:rPr>
              <a:t>si</a:t>
            </a:r>
            <a:r>
              <a:rPr lang="en-US" dirty="0">
                <a:latin typeface="Gill Sans MT" panose="020B0502020104020203" pitchFamily="34" charset="77"/>
              </a:rPr>
              <a:t> 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 &gt; 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caso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contrario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19A396-FFCB-E748-965B-E31EFE0C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62" y="2180869"/>
            <a:ext cx="3048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D97F5C-EDE1-A94B-BF06-8A590AC6C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805" y="2731100"/>
            <a:ext cx="304800" cy="190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762E31-045F-A942-9F90-3209B444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117" y="3321240"/>
            <a:ext cx="304800" cy="190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6426CA-0A15-1B41-BE88-A72B2B49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506" y="3892491"/>
            <a:ext cx="304800" cy="1905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4F26-5F60-B40C-F06B-5977715D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C40C8-5D95-3A95-51C5-1D62BDC9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560822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667EB-8342-C54C-8E5D-82AF95ED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71</a:t>
            </a:fld>
            <a:endParaRPr lang="es-E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5EBD17-9447-8E43-B41F-561724198E47}"/>
              </a:ext>
            </a:extLst>
          </p:cNvPr>
          <p:cNvGrpSpPr/>
          <p:nvPr/>
        </p:nvGrpSpPr>
        <p:grpSpPr>
          <a:xfrm>
            <a:off x="7832839" y="4784755"/>
            <a:ext cx="1607209" cy="1000671"/>
            <a:chOff x="430922" y="4878333"/>
            <a:chExt cx="1607209" cy="10006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8172BC-1B99-D84D-A9F3-063C579C4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2931" y="4878333"/>
              <a:ext cx="965200" cy="317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0DEB75-C291-C642-A662-F8732E6CA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2931" y="5540484"/>
              <a:ext cx="965200" cy="317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A1EC7B-44AE-1647-8064-9EADB5D6BEF4}"/>
                </a:ext>
              </a:extLst>
            </p:cNvPr>
            <p:cNvSpPr txBox="1"/>
            <p:nvPr/>
          </p:nvSpPr>
          <p:spPr>
            <a:xfrm>
              <a:off x="430922" y="4878333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p</a:t>
              </a:r>
              <a:r>
                <a:rPr lang="en-US" baseline="-25000" dirty="0">
                  <a:latin typeface="Gill Sans MT" panose="020B0502020104020203" pitchFamily="34" charset="77"/>
                </a:rPr>
                <a:t>1</a:t>
              </a:r>
              <a:r>
                <a:rPr lang="en-US" dirty="0">
                  <a:latin typeface="Gill Sans MT" panose="020B0502020104020203" pitchFamily="34" charset="77"/>
                </a:rPr>
                <a:t>  =</a:t>
              </a:r>
              <a:endParaRPr lang="en-US" baseline="-25000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B3E6B7-D38E-1D47-8C09-CCA0B37AB90F}"/>
                </a:ext>
              </a:extLst>
            </p:cNvPr>
            <p:cNvSpPr txBox="1"/>
            <p:nvPr/>
          </p:nvSpPr>
          <p:spPr>
            <a:xfrm>
              <a:off x="462452" y="5509672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p</a:t>
              </a:r>
              <a:r>
                <a:rPr lang="en-US" baseline="-25000" dirty="0">
                  <a:latin typeface="Gill Sans MT" panose="020B0502020104020203" pitchFamily="34" charset="77"/>
                </a:rPr>
                <a:t>2</a:t>
              </a:r>
              <a:r>
                <a:rPr lang="en-US" dirty="0">
                  <a:latin typeface="Gill Sans MT" panose="020B0502020104020203" pitchFamily="34" charset="77"/>
                </a:rPr>
                <a:t>  =</a:t>
              </a:r>
              <a:endParaRPr lang="en-US" baseline="-2500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2376214" y="4324956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30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E2B889-479B-AA13-48AE-D9B0C928B47A}"/>
              </a:ext>
            </a:extLst>
          </p:cNvPr>
          <p:cNvSpPr txBox="1"/>
          <p:nvPr/>
        </p:nvSpPr>
        <p:spPr>
          <a:xfrm>
            <a:off x="3699642" y="1496384"/>
            <a:ext cx="474360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Dado el valor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), </a:t>
            </a:r>
            <a:r>
              <a:rPr lang="en-US" dirty="0" err="1">
                <a:latin typeface="Gill Sans MT" panose="020B0502020104020203" pitchFamily="34" charset="77"/>
              </a:rPr>
              <a:t>calculamos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(mandarina)</a:t>
            </a:r>
          </a:p>
          <a:p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r>
              <a:rPr lang="en-US" dirty="0">
                <a:latin typeface="Gill Sans MT" panose="020B0502020104020203" pitchFamily="34" charset="77"/>
              </a:rPr>
              <a:t>        </a:t>
            </a:r>
            <a:r>
              <a:rPr lang="en-US" dirty="0" err="1">
                <a:latin typeface="Gill Sans MT" panose="020B0502020104020203" pitchFamily="34" charset="77"/>
              </a:rPr>
              <a:t>si</a:t>
            </a:r>
            <a:r>
              <a:rPr lang="en-US" dirty="0">
                <a:latin typeface="Gill Sans MT" panose="020B0502020104020203" pitchFamily="34" charset="77"/>
              </a:rPr>
              <a:t> 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 &gt; 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caso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contrario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37162-1744-2024-F307-2E26ECC66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062" y="2180869"/>
            <a:ext cx="3048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96B65D-F94F-5445-E022-774DD03364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805" y="2731100"/>
            <a:ext cx="304800" cy="190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9016D6-3438-23F4-234E-D512D4DE1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117" y="3321240"/>
            <a:ext cx="304800" cy="190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492320-2F50-93AE-E69F-515F58992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506" y="3892491"/>
            <a:ext cx="304800" cy="1905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665FE-CD38-679E-1C3B-6A1C169C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993503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D16BF4E-0831-F540-BD48-29F1A83DA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547" y="3436477"/>
            <a:ext cx="4673600" cy="1092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8C5EFD-95D4-7448-9F6F-5C5BA0B0F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8" y="4816491"/>
            <a:ext cx="4673600" cy="1092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E9F1F-0764-CA07-C5AC-F9F04D59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55218-346B-0AA2-95DB-9EF9656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068508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18431" cy="2798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4290844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4403839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05278" y="1894178"/>
            <a:ext cx="3012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Frutas (naranjas y mandarinas)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2651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40BC-5121-6547-8C37-A51F350D7387}"/>
              </a:ext>
            </a:extLst>
          </p:cNvPr>
          <p:cNvGrpSpPr/>
          <p:nvPr/>
        </p:nvGrpSpPr>
        <p:grpSpPr>
          <a:xfrm>
            <a:off x="4648200" y="1752601"/>
            <a:ext cx="4953000" cy="2619705"/>
            <a:chOff x="3124200" y="1752600"/>
            <a:chExt cx="4953000" cy="4267200"/>
          </a:xfrm>
        </p:grpSpPr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632438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909844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3757444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3605044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3300244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337644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3876021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3710921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3547409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3218795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C29C6-8B5F-A04E-AD2F-E5AD1962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456" y="2632696"/>
            <a:ext cx="1263691" cy="42965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C5C14871-9CF9-F846-85F6-A47F6493DDEF}"/>
              </a:ext>
            </a:extLst>
          </p:cNvPr>
          <p:cNvSpPr/>
          <p:nvPr/>
        </p:nvSpPr>
        <p:spPr>
          <a:xfrm>
            <a:off x="2869324" y="3234065"/>
            <a:ext cx="7378262" cy="1054156"/>
          </a:xfrm>
          <a:custGeom>
            <a:avLst/>
            <a:gdLst>
              <a:gd name="connsiteX0" fmla="*/ 0 w 7378262"/>
              <a:gd name="connsiteY0" fmla="*/ 1054156 h 1054156"/>
              <a:gd name="connsiteX1" fmla="*/ 630621 w 7378262"/>
              <a:gd name="connsiteY1" fmla="*/ 696804 h 1054156"/>
              <a:gd name="connsiteX2" fmla="*/ 1219200 w 7378262"/>
              <a:gd name="connsiteY2" fmla="*/ 528638 h 1054156"/>
              <a:gd name="connsiteX3" fmla="*/ 1776248 w 7378262"/>
              <a:gd name="connsiteY3" fmla="*/ 370983 h 1054156"/>
              <a:gd name="connsiteX4" fmla="*/ 2396359 w 7378262"/>
              <a:gd name="connsiteY4" fmla="*/ 66183 h 1054156"/>
              <a:gd name="connsiteX5" fmla="*/ 3016469 w 7378262"/>
              <a:gd name="connsiteY5" fmla="*/ 160776 h 1054156"/>
              <a:gd name="connsiteX6" fmla="*/ 3615559 w 7378262"/>
              <a:gd name="connsiteY6" fmla="*/ 518128 h 1054156"/>
              <a:gd name="connsiteX7" fmla="*/ 4225159 w 7378262"/>
              <a:gd name="connsiteY7" fmla="*/ 528638 h 1054156"/>
              <a:gd name="connsiteX8" fmla="*/ 4834759 w 7378262"/>
              <a:gd name="connsiteY8" fmla="*/ 3121 h 1054156"/>
              <a:gd name="connsiteX9" fmla="*/ 5444359 w 7378262"/>
              <a:gd name="connsiteY9" fmla="*/ 318432 h 1054156"/>
              <a:gd name="connsiteX10" fmla="*/ 6032938 w 7378262"/>
              <a:gd name="connsiteY10" fmla="*/ 486597 h 1054156"/>
              <a:gd name="connsiteX11" fmla="*/ 6758152 w 7378262"/>
              <a:gd name="connsiteY11" fmla="*/ 644252 h 1054156"/>
              <a:gd name="connsiteX12" fmla="*/ 7378262 w 7378262"/>
              <a:gd name="connsiteY12" fmla="*/ 1043645 h 105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78262" h="1054156">
                <a:moveTo>
                  <a:pt x="0" y="1054156"/>
                </a:moveTo>
                <a:cubicBezTo>
                  <a:pt x="213710" y="919273"/>
                  <a:pt x="427421" y="784390"/>
                  <a:pt x="630621" y="696804"/>
                </a:cubicBezTo>
                <a:cubicBezTo>
                  <a:pt x="833821" y="609218"/>
                  <a:pt x="1219200" y="528638"/>
                  <a:pt x="1219200" y="528638"/>
                </a:cubicBezTo>
                <a:cubicBezTo>
                  <a:pt x="1410138" y="474335"/>
                  <a:pt x="1580055" y="448059"/>
                  <a:pt x="1776248" y="370983"/>
                </a:cubicBezTo>
                <a:cubicBezTo>
                  <a:pt x="1972441" y="293907"/>
                  <a:pt x="2189656" y="101217"/>
                  <a:pt x="2396359" y="66183"/>
                </a:cubicBezTo>
                <a:cubicBezTo>
                  <a:pt x="2603063" y="31148"/>
                  <a:pt x="2813269" y="85452"/>
                  <a:pt x="3016469" y="160776"/>
                </a:cubicBezTo>
                <a:cubicBezTo>
                  <a:pt x="3219669" y="236100"/>
                  <a:pt x="3414111" y="456818"/>
                  <a:pt x="3615559" y="518128"/>
                </a:cubicBezTo>
                <a:cubicBezTo>
                  <a:pt x="3817007" y="579438"/>
                  <a:pt x="4021959" y="614472"/>
                  <a:pt x="4225159" y="528638"/>
                </a:cubicBezTo>
                <a:cubicBezTo>
                  <a:pt x="4428359" y="442804"/>
                  <a:pt x="4631559" y="38155"/>
                  <a:pt x="4834759" y="3121"/>
                </a:cubicBezTo>
                <a:cubicBezTo>
                  <a:pt x="5037959" y="-31913"/>
                  <a:pt x="5244663" y="237853"/>
                  <a:pt x="5444359" y="318432"/>
                </a:cubicBezTo>
                <a:cubicBezTo>
                  <a:pt x="5644056" y="399011"/>
                  <a:pt x="5813973" y="432294"/>
                  <a:pt x="6032938" y="486597"/>
                </a:cubicBezTo>
                <a:cubicBezTo>
                  <a:pt x="6251903" y="540900"/>
                  <a:pt x="6533931" y="551411"/>
                  <a:pt x="6758152" y="644252"/>
                </a:cubicBezTo>
                <a:cubicBezTo>
                  <a:pt x="6982373" y="737093"/>
                  <a:pt x="7180317" y="890369"/>
                  <a:pt x="7378262" y="104364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0AEE2-A4B2-F86A-CD31-99F0668C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F2A25-546D-CB38-1A55-8D93F56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63797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63511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18431" cy="2798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4290844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4403839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05278" y="1894178"/>
            <a:ext cx="3012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Frutas (naranjas y mandarinas)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2651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40BC-5121-6547-8C37-A51F350D7387}"/>
              </a:ext>
            </a:extLst>
          </p:cNvPr>
          <p:cNvGrpSpPr/>
          <p:nvPr/>
        </p:nvGrpSpPr>
        <p:grpSpPr>
          <a:xfrm>
            <a:off x="4648200" y="1752601"/>
            <a:ext cx="4953000" cy="2619705"/>
            <a:chOff x="3124200" y="1752600"/>
            <a:chExt cx="4953000" cy="4267200"/>
          </a:xfrm>
        </p:grpSpPr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632438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909844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3757444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3605044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3300244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337644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3876021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3710921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3547409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3218795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5C14871-9CF9-F846-85F6-A47F6493DDEF}"/>
              </a:ext>
            </a:extLst>
          </p:cNvPr>
          <p:cNvSpPr/>
          <p:nvPr/>
        </p:nvSpPr>
        <p:spPr>
          <a:xfrm>
            <a:off x="2869324" y="3234065"/>
            <a:ext cx="7378262" cy="1054156"/>
          </a:xfrm>
          <a:custGeom>
            <a:avLst/>
            <a:gdLst>
              <a:gd name="connsiteX0" fmla="*/ 0 w 7378262"/>
              <a:gd name="connsiteY0" fmla="*/ 1054156 h 1054156"/>
              <a:gd name="connsiteX1" fmla="*/ 630621 w 7378262"/>
              <a:gd name="connsiteY1" fmla="*/ 696804 h 1054156"/>
              <a:gd name="connsiteX2" fmla="*/ 1219200 w 7378262"/>
              <a:gd name="connsiteY2" fmla="*/ 528638 h 1054156"/>
              <a:gd name="connsiteX3" fmla="*/ 1776248 w 7378262"/>
              <a:gd name="connsiteY3" fmla="*/ 370983 h 1054156"/>
              <a:gd name="connsiteX4" fmla="*/ 2396359 w 7378262"/>
              <a:gd name="connsiteY4" fmla="*/ 66183 h 1054156"/>
              <a:gd name="connsiteX5" fmla="*/ 3016469 w 7378262"/>
              <a:gd name="connsiteY5" fmla="*/ 160776 h 1054156"/>
              <a:gd name="connsiteX6" fmla="*/ 3615559 w 7378262"/>
              <a:gd name="connsiteY6" fmla="*/ 518128 h 1054156"/>
              <a:gd name="connsiteX7" fmla="*/ 4225159 w 7378262"/>
              <a:gd name="connsiteY7" fmla="*/ 528638 h 1054156"/>
              <a:gd name="connsiteX8" fmla="*/ 4834759 w 7378262"/>
              <a:gd name="connsiteY8" fmla="*/ 3121 h 1054156"/>
              <a:gd name="connsiteX9" fmla="*/ 5444359 w 7378262"/>
              <a:gd name="connsiteY9" fmla="*/ 318432 h 1054156"/>
              <a:gd name="connsiteX10" fmla="*/ 6032938 w 7378262"/>
              <a:gd name="connsiteY10" fmla="*/ 486597 h 1054156"/>
              <a:gd name="connsiteX11" fmla="*/ 6758152 w 7378262"/>
              <a:gd name="connsiteY11" fmla="*/ 644252 h 1054156"/>
              <a:gd name="connsiteX12" fmla="*/ 7378262 w 7378262"/>
              <a:gd name="connsiteY12" fmla="*/ 1043645 h 105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78262" h="1054156">
                <a:moveTo>
                  <a:pt x="0" y="1054156"/>
                </a:moveTo>
                <a:cubicBezTo>
                  <a:pt x="213710" y="919273"/>
                  <a:pt x="427421" y="784390"/>
                  <a:pt x="630621" y="696804"/>
                </a:cubicBezTo>
                <a:cubicBezTo>
                  <a:pt x="833821" y="609218"/>
                  <a:pt x="1219200" y="528638"/>
                  <a:pt x="1219200" y="528638"/>
                </a:cubicBezTo>
                <a:cubicBezTo>
                  <a:pt x="1410138" y="474335"/>
                  <a:pt x="1580055" y="448059"/>
                  <a:pt x="1776248" y="370983"/>
                </a:cubicBezTo>
                <a:cubicBezTo>
                  <a:pt x="1972441" y="293907"/>
                  <a:pt x="2189656" y="101217"/>
                  <a:pt x="2396359" y="66183"/>
                </a:cubicBezTo>
                <a:cubicBezTo>
                  <a:pt x="2603063" y="31148"/>
                  <a:pt x="2813269" y="85452"/>
                  <a:pt x="3016469" y="160776"/>
                </a:cubicBezTo>
                <a:cubicBezTo>
                  <a:pt x="3219669" y="236100"/>
                  <a:pt x="3414111" y="456818"/>
                  <a:pt x="3615559" y="518128"/>
                </a:cubicBezTo>
                <a:cubicBezTo>
                  <a:pt x="3817007" y="579438"/>
                  <a:pt x="4021959" y="614472"/>
                  <a:pt x="4225159" y="528638"/>
                </a:cubicBezTo>
                <a:cubicBezTo>
                  <a:pt x="4428359" y="442804"/>
                  <a:pt x="4631559" y="38155"/>
                  <a:pt x="4834759" y="3121"/>
                </a:cubicBezTo>
                <a:cubicBezTo>
                  <a:pt x="5037959" y="-31913"/>
                  <a:pt x="5244663" y="237853"/>
                  <a:pt x="5444359" y="318432"/>
                </a:cubicBezTo>
                <a:cubicBezTo>
                  <a:pt x="5644056" y="399011"/>
                  <a:pt x="5813973" y="432294"/>
                  <a:pt x="6032938" y="486597"/>
                </a:cubicBezTo>
                <a:cubicBezTo>
                  <a:pt x="6251903" y="540900"/>
                  <a:pt x="6533931" y="551411"/>
                  <a:pt x="6758152" y="644252"/>
                </a:cubicBezTo>
                <a:cubicBezTo>
                  <a:pt x="6982373" y="737093"/>
                  <a:pt x="7180317" y="890369"/>
                  <a:pt x="7378262" y="104364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EDFD28-64FF-7048-9B6A-3A6F0234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93" y="2572327"/>
            <a:ext cx="825500" cy="4699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8D379-2325-70BC-BF69-56270741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2DE2C-B6C8-DCAD-3DF9-7524C0AA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595898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D16BF4E-0831-F540-BD48-29F1A83DA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547" y="3436477"/>
            <a:ext cx="4673600" cy="1092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8C5EFD-95D4-7448-9F6F-5C5BA0B0F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8" y="4816491"/>
            <a:ext cx="4673600" cy="1092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FE0B0-E51D-824C-519E-97FEA99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7DE68-632B-8502-0828-CF45E6BE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502609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9EFDF0-56C6-0D42-871B-D8DD8D189849}"/>
              </a:ext>
            </a:extLst>
          </p:cNvPr>
          <p:cNvSpPr txBox="1"/>
          <p:nvPr/>
        </p:nvSpPr>
        <p:spPr>
          <a:xfrm>
            <a:off x="2798164" y="734522"/>
            <a:ext cx="57359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EJEMPLO: Una clase de cocina que imparte la municipalidad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endParaRPr lang="es-ES_tradnl" dirty="0">
              <a:latin typeface="Gill Sans MT" panose="020B0502020104020203" pitchFamily="34" charset="77"/>
            </a:endParaRPr>
          </a:p>
          <a:p>
            <a:r>
              <a:rPr lang="es-ES_tradnl" dirty="0">
                <a:latin typeface="Gill Sans MT" panose="020B0502020104020203" pitchFamily="34" charset="77"/>
              </a:rPr>
              <a:t>Se inscriben 100 personas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Gill Sans MT" panose="020B0502020104020203" pitchFamily="34" charset="77"/>
              </a:rPr>
              <a:t>60 hombres (40 jóvenes y 20 adultos mayores)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Gill Sans MT" panose="020B0502020104020203" pitchFamily="34" charset="77"/>
              </a:rPr>
              <a:t>40 mujeres (30 jóvenes y 10 adultos mayores)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5CC939-916E-1940-8AEC-F2898ABFDF43}"/>
              </a:ext>
            </a:extLst>
          </p:cNvPr>
          <p:cNvSpPr/>
          <p:nvPr/>
        </p:nvSpPr>
        <p:spPr>
          <a:xfrm>
            <a:off x="8058378" y="1731697"/>
            <a:ext cx="2323475" cy="23497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A4E4155-B071-3E41-B397-75B14FCD7EEF}"/>
              </a:ext>
            </a:extLst>
          </p:cNvPr>
          <p:cNvSpPr/>
          <p:nvPr/>
        </p:nvSpPr>
        <p:spPr>
          <a:xfrm>
            <a:off x="7969767" y="1409072"/>
            <a:ext cx="2143594" cy="2173574"/>
          </a:xfrm>
          <a:custGeom>
            <a:avLst/>
            <a:gdLst>
              <a:gd name="connsiteX0" fmla="*/ 0 w 2143594"/>
              <a:gd name="connsiteY0" fmla="*/ 2173574 h 2173574"/>
              <a:gd name="connsiteX1" fmla="*/ 1693889 w 2143594"/>
              <a:gd name="connsiteY1" fmla="*/ 1678898 h 2173574"/>
              <a:gd name="connsiteX2" fmla="*/ 2143594 w 2143594"/>
              <a:gd name="connsiteY2" fmla="*/ 0 h 217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594" h="2173574">
                <a:moveTo>
                  <a:pt x="0" y="2173574"/>
                </a:moveTo>
                <a:cubicBezTo>
                  <a:pt x="668311" y="2107367"/>
                  <a:pt x="1336623" y="2041160"/>
                  <a:pt x="1693889" y="1678898"/>
                </a:cubicBezTo>
                <a:cubicBezTo>
                  <a:pt x="2051155" y="1316636"/>
                  <a:pt x="2097374" y="658318"/>
                  <a:pt x="214359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06CE8A6-FD28-1B4C-A19A-47B68025C792}"/>
              </a:ext>
            </a:extLst>
          </p:cNvPr>
          <p:cNvSpPr/>
          <p:nvPr/>
        </p:nvSpPr>
        <p:spPr>
          <a:xfrm rot="5574795">
            <a:off x="9033405" y="1310255"/>
            <a:ext cx="2143594" cy="2173574"/>
          </a:xfrm>
          <a:custGeom>
            <a:avLst/>
            <a:gdLst>
              <a:gd name="connsiteX0" fmla="*/ 0 w 2143594"/>
              <a:gd name="connsiteY0" fmla="*/ 2173574 h 2173574"/>
              <a:gd name="connsiteX1" fmla="*/ 1693889 w 2143594"/>
              <a:gd name="connsiteY1" fmla="*/ 1678898 h 2173574"/>
              <a:gd name="connsiteX2" fmla="*/ 2143594 w 2143594"/>
              <a:gd name="connsiteY2" fmla="*/ 0 h 217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594" h="2173574">
                <a:moveTo>
                  <a:pt x="0" y="2173574"/>
                </a:moveTo>
                <a:cubicBezTo>
                  <a:pt x="668311" y="2107367"/>
                  <a:pt x="1336623" y="2041160"/>
                  <a:pt x="1693889" y="1678898"/>
                </a:cubicBezTo>
                <a:cubicBezTo>
                  <a:pt x="2051155" y="1316636"/>
                  <a:pt x="2097374" y="658318"/>
                  <a:pt x="214359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32120-27BE-8F4B-BC49-AB20A4C6A1B3}"/>
              </a:ext>
            </a:extLst>
          </p:cNvPr>
          <p:cNvSpPr txBox="1"/>
          <p:nvPr/>
        </p:nvSpPr>
        <p:spPr>
          <a:xfrm>
            <a:off x="7618958" y="3117950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8B5C7-3167-4640-9F10-153D84946026}"/>
              </a:ext>
            </a:extLst>
          </p:cNvPr>
          <p:cNvSpPr txBox="1"/>
          <p:nvPr/>
        </p:nvSpPr>
        <p:spPr>
          <a:xfrm>
            <a:off x="7985323" y="374977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3AD35-B226-5248-AA1C-53E181A27170}"/>
              </a:ext>
            </a:extLst>
          </p:cNvPr>
          <p:cNvSpPr txBox="1"/>
          <p:nvPr/>
        </p:nvSpPr>
        <p:spPr>
          <a:xfrm>
            <a:off x="8656551" y="1411571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3CB0E-ED00-A445-BC9F-F0EFFC851A01}"/>
              </a:ext>
            </a:extLst>
          </p:cNvPr>
          <p:cNvSpPr txBox="1"/>
          <p:nvPr/>
        </p:nvSpPr>
        <p:spPr>
          <a:xfrm>
            <a:off x="9067886" y="138382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D581D-1E81-6B40-8B29-66EF4C4E9945}"/>
              </a:ext>
            </a:extLst>
          </p:cNvPr>
          <p:cNvSpPr txBox="1"/>
          <p:nvPr/>
        </p:nvSpPr>
        <p:spPr>
          <a:xfrm>
            <a:off x="8269307" y="2628271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9DEA2D-A14E-F84E-A731-CE34C43E8CAC}"/>
              </a:ext>
            </a:extLst>
          </p:cNvPr>
          <p:cNvSpPr txBox="1"/>
          <p:nvPr/>
        </p:nvSpPr>
        <p:spPr>
          <a:xfrm>
            <a:off x="9375515" y="2126527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224739-C788-A541-87C3-BB779ADD4AC4}"/>
              </a:ext>
            </a:extLst>
          </p:cNvPr>
          <p:cNvSpPr txBox="1"/>
          <p:nvPr/>
        </p:nvSpPr>
        <p:spPr>
          <a:xfrm>
            <a:off x="9210670" y="3463485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4CA1BB-3E03-8F41-B92C-0D27E0E5A256}"/>
              </a:ext>
            </a:extLst>
          </p:cNvPr>
          <p:cNvSpPr txBox="1"/>
          <p:nvPr/>
        </p:nvSpPr>
        <p:spPr>
          <a:xfrm>
            <a:off x="9887722" y="2821409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4C7A96-6974-6855-D55A-872E38FE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5374926"/>
            <a:ext cx="3225800" cy="939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3D9032-28D0-C3C1-3004-09F83A5B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637" y="3963487"/>
            <a:ext cx="4749800" cy="10922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443D6AD-8E43-962B-CB2D-B881C535F9ED}"/>
              </a:ext>
            </a:extLst>
          </p:cNvPr>
          <p:cNvGrpSpPr/>
          <p:nvPr/>
        </p:nvGrpSpPr>
        <p:grpSpPr>
          <a:xfrm>
            <a:off x="4844143" y="3789275"/>
            <a:ext cx="1121229" cy="2796583"/>
            <a:chOff x="3320142" y="3789274"/>
            <a:chExt cx="1121229" cy="279658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C2C82DB-CDC9-16E9-CF1F-1F7976693695}"/>
                </a:ext>
              </a:extLst>
            </p:cNvPr>
            <p:cNvSpPr/>
            <p:nvPr/>
          </p:nvSpPr>
          <p:spPr>
            <a:xfrm>
              <a:off x="3341913" y="5265055"/>
              <a:ext cx="838201" cy="132080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6B4DC8C-5C03-ACE6-A996-EB093EF0B060}"/>
                </a:ext>
              </a:extLst>
            </p:cNvPr>
            <p:cNvSpPr/>
            <p:nvPr/>
          </p:nvSpPr>
          <p:spPr>
            <a:xfrm>
              <a:off x="3320142" y="3789274"/>
              <a:ext cx="1121229" cy="76095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5661EB-CBEE-9D82-12B6-2CD396AC68A4}"/>
              </a:ext>
            </a:extLst>
          </p:cNvPr>
          <p:cNvGrpSpPr/>
          <p:nvPr/>
        </p:nvGrpSpPr>
        <p:grpSpPr>
          <a:xfrm>
            <a:off x="5393103" y="4381144"/>
            <a:ext cx="1676400" cy="2208753"/>
            <a:chOff x="3320142" y="3767502"/>
            <a:chExt cx="1676400" cy="220875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C248BD-D124-7A0A-2461-7D300A1E91AB}"/>
                </a:ext>
              </a:extLst>
            </p:cNvPr>
            <p:cNvSpPr/>
            <p:nvPr/>
          </p:nvSpPr>
          <p:spPr>
            <a:xfrm>
              <a:off x="4158341" y="4655453"/>
              <a:ext cx="838201" cy="1320802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CFC594-035F-5D2D-9E06-1CC8C53AD5AC}"/>
                </a:ext>
              </a:extLst>
            </p:cNvPr>
            <p:cNvSpPr/>
            <p:nvPr/>
          </p:nvSpPr>
          <p:spPr>
            <a:xfrm>
              <a:off x="3320142" y="3767502"/>
              <a:ext cx="1506618" cy="887542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6E65DF-E45D-3175-2B7C-1BA8BA45C3FB}"/>
              </a:ext>
            </a:extLst>
          </p:cNvPr>
          <p:cNvGrpSpPr/>
          <p:nvPr/>
        </p:nvGrpSpPr>
        <p:grpSpPr>
          <a:xfrm>
            <a:off x="5578156" y="3749770"/>
            <a:ext cx="1963823" cy="2818355"/>
            <a:chOff x="2754078" y="3636871"/>
            <a:chExt cx="1963823" cy="281835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0FDD349-7789-13CD-F3EB-CD07A523E3F3}"/>
                </a:ext>
              </a:extLst>
            </p:cNvPr>
            <p:cNvSpPr/>
            <p:nvPr/>
          </p:nvSpPr>
          <p:spPr>
            <a:xfrm>
              <a:off x="2754078" y="5134424"/>
              <a:ext cx="838201" cy="1320802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1C7196-42FF-61AC-9BE6-44A5F24CE97D}"/>
                </a:ext>
              </a:extLst>
            </p:cNvPr>
            <p:cNvSpPr/>
            <p:nvPr/>
          </p:nvSpPr>
          <p:spPr>
            <a:xfrm>
              <a:off x="3211283" y="3636871"/>
              <a:ext cx="1506618" cy="887542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4A62CD-1871-6A1F-BB0F-40B62EDD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35FB940-8D85-4692-4829-571BCEAD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1179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47D03E1-1B85-A64A-82EE-6BB31D94B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326" y="3932850"/>
            <a:ext cx="5803900" cy="1092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B0CB4D2-9EC0-3C4D-ACCF-F6781BB8A83B}"/>
              </a:ext>
            </a:extLst>
          </p:cNvPr>
          <p:cNvGrpSpPr/>
          <p:nvPr/>
        </p:nvGrpSpPr>
        <p:grpSpPr>
          <a:xfrm>
            <a:off x="3920359" y="4645572"/>
            <a:ext cx="4340762" cy="379478"/>
            <a:chOff x="2396359" y="4645572"/>
            <a:chExt cx="4340762" cy="37947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CBED2CA-B486-094D-A658-E44A8BDB5B15}"/>
                </a:ext>
              </a:extLst>
            </p:cNvPr>
            <p:cNvCxnSpPr/>
            <p:nvPr/>
          </p:nvCxnSpPr>
          <p:spPr>
            <a:xfrm flipV="1">
              <a:off x="2396359" y="4645572"/>
              <a:ext cx="1072055" cy="379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BD306-1DC7-734B-A39F-8CFA867897C8}"/>
                </a:ext>
              </a:extLst>
            </p:cNvPr>
            <p:cNvCxnSpPr/>
            <p:nvPr/>
          </p:nvCxnSpPr>
          <p:spPr>
            <a:xfrm flipV="1">
              <a:off x="5665066" y="4645572"/>
              <a:ext cx="1072055" cy="379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Down Arrow 26">
            <a:extLst>
              <a:ext uri="{FF2B5EF4-FFF2-40B4-BE49-F238E27FC236}">
                <a16:creationId xmlns:a16="http://schemas.microsoft.com/office/drawing/2014/main" id="{57DACF44-8EB0-EE41-BC29-65DCC329E3FC}"/>
              </a:ext>
            </a:extLst>
          </p:cNvPr>
          <p:cNvSpPr/>
          <p:nvPr/>
        </p:nvSpPr>
        <p:spPr>
          <a:xfrm>
            <a:off x="5940973" y="3257392"/>
            <a:ext cx="261883" cy="273269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0E7ED-775F-4AD0-E4DF-A398EE1E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FA9FC-8E78-75C3-D748-03F396A5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2170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3749AB2-9793-BF4E-9C9C-21187B889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856" y="3922123"/>
            <a:ext cx="5638800" cy="4699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EB561D-E53F-7A5F-B317-63431178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CD3DE-98D0-5A32-D3AC-1F8CA243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12109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B39AE-CD5B-3D4A-A27A-29C389BB3999}"/>
              </a:ext>
            </a:extLst>
          </p:cNvPr>
          <p:cNvSpPr txBox="1"/>
          <p:nvPr/>
        </p:nvSpPr>
        <p:spPr>
          <a:xfrm>
            <a:off x="2820935" y="3752297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ALGORITMO: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3E527-25E5-1542-BD1F-814AD7A118F5}"/>
              </a:ext>
            </a:extLst>
          </p:cNvPr>
          <p:cNvSpPr txBox="1"/>
          <p:nvPr/>
        </p:nvSpPr>
        <p:spPr>
          <a:xfrm>
            <a:off x="6023303" y="4285275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(mandarina)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5E96B-1E3B-834C-96D2-2ACA6A19D53E}"/>
              </a:ext>
            </a:extLst>
          </p:cNvPr>
          <p:cNvSpPr txBox="1"/>
          <p:nvPr/>
        </p:nvSpPr>
        <p:spPr>
          <a:xfrm>
            <a:off x="6054832" y="483587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5910BC-8E6A-9B4C-8517-01433058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45" y="4415387"/>
            <a:ext cx="304800" cy="190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9C4487-D00C-4041-86FA-2E4EE564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588" y="4965618"/>
            <a:ext cx="304800" cy="190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88E2A0-3872-8146-A7FA-E87C3B278CC0}"/>
              </a:ext>
            </a:extLst>
          </p:cNvPr>
          <p:cNvSpPr txBox="1"/>
          <p:nvPr/>
        </p:nvSpPr>
        <p:spPr>
          <a:xfrm>
            <a:off x="5467025" y="487493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else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F1F9EC-375E-E84C-971C-6862436CCEEA}"/>
              </a:ext>
            </a:extLst>
          </p:cNvPr>
          <p:cNvSpPr/>
          <p:nvPr/>
        </p:nvSpPr>
        <p:spPr>
          <a:xfrm>
            <a:off x="2801883" y="3694334"/>
            <a:ext cx="6588235" cy="2110004"/>
          </a:xfrm>
          <a:prstGeom prst="roundRect">
            <a:avLst>
              <a:gd name="adj" fmla="val 7294"/>
            </a:avLst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749AB2-9793-BF4E-9C9C-21187B889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57" y="4349309"/>
            <a:ext cx="3078946" cy="2565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0F972F2-8048-6442-8A46-D78E38AB20A3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81C026-D6F6-2B4E-8D59-71A4D07581C3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2E1B65C-60B8-FA44-8F28-E9079966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3F8935-67F3-5C42-BD96-103126DE992F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160D04-F59B-104B-96F5-429CAD0FB03F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2FED1B-D507-E545-A9E2-F8848786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6E40D46-2C1E-6C49-971F-0D38B4983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AA5B57-39A4-8F45-BC47-F80DF3289F98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DEFC0CD-84BE-A54B-BDB5-61551CA8EB51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E4B65-4E99-0312-1983-15BB758E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9451B-86FC-B808-4B5F-FC1632C1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016615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Definiciones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424C8-666B-004D-A1A8-0D2912C3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93833"/>
            <a:ext cx="304800" cy="19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1DECF-31CC-E846-B0E0-D250C8747C2A}"/>
              </a:ext>
            </a:extLst>
          </p:cNvPr>
          <p:cNvSpPr txBox="1"/>
          <p:nvPr/>
        </p:nvSpPr>
        <p:spPr>
          <a:xfrm>
            <a:off x="5339256" y="18044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Mandarina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127FC-2168-1248-B59D-1518691E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65278"/>
            <a:ext cx="304800" cy="19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194A-7ED5-F04C-9D54-B5D4E95D69C3}"/>
              </a:ext>
            </a:extLst>
          </p:cNvPr>
          <p:cNvSpPr txBox="1"/>
          <p:nvPr/>
        </p:nvSpPr>
        <p:spPr>
          <a:xfrm>
            <a:off x="5339255" y="2375862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E63E3-4606-AD4A-ABDD-26EDA614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072661"/>
            <a:ext cx="165100" cy="13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CB86EA-173B-F24D-B33B-EACAF187AC32}"/>
              </a:ext>
            </a:extLst>
          </p:cNvPr>
          <p:cNvSpPr txBox="1"/>
          <p:nvPr/>
        </p:nvSpPr>
        <p:spPr>
          <a:xfrm>
            <a:off x="5339255" y="2947307"/>
            <a:ext cx="208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Característica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775F5E-1658-D048-A115-16043B032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317" y="3647112"/>
            <a:ext cx="965200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2FACD-4963-7C4D-8D4A-F1098A9EF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220" y="4336460"/>
            <a:ext cx="965200" cy="31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DB0AB6-21BD-7343-A089-7C4F0547AE06}"/>
              </a:ext>
            </a:extLst>
          </p:cNvPr>
          <p:cNvSpPr txBox="1"/>
          <p:nvPr/>
        </p:nvSpPr>
        <p:spPr>
          <a:xfrm>
            <a:off x="5339254" y="3621196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72868-A42D-5743-A777-D95340FA44C6}"/>
              </a:ext>
            </a:extLst>
          </p:cNvPr>
          <p:cNvSpPr txBox="1"/>
          <p:nvPr/>
        </p:nvSpPr>
        <p:spPr>
          <a:xfrm>
            <a:off x="5339254" y="4274863"/>
            <a:ext cx="3251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B139B7-6FD1-E245-879B-F0795F05D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9112" y="4917669"/>
            <a:ext cx="719610" cy="3247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405301-BE11-6F4C-ADAA-324F32F387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112" y="5467058"/>
            <a:ext cx="719610" cy="3247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2FBAC4-9400-6F44-9764-1F33EBB8F71B}"/>
              </a:ext>
            </a:extLst>
          </p:cNvPr>
          <p:cNvSpPr txBox="1"/>
          <p:nvPr/>
        </p:nvSpPr>
        <p:spPr>
          <a:xfrm>
            <a:off x="5339254" y="4895354"/>
            <a:ext cx="288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CD13C-C882-2943-8DF2-FCC42062A26A}"/>
              </a:ext>
            </a:extLst>
          </p:cNvPr>
          <p:cNvSpPr txBox="1"/>
          <p:nvPr/>
        </p:nvSpPr>
        <p:spPr>
          <a:xfrm>
            <a:off x="5339254" y="5440068"/>
            <a:ext cx="288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CD8F95-9A88-FF4A-84A6-F5BA60248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998" y="5010141"/>
            <a:ext cx="304800" cy="190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D2BE20-5987-E945-AB81-82CB3BD8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998" y="5581586"/>
            <a:ext cx="304800" cy="1905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2091C-EB95-3E6B-A7F3-756319D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49466-3C93-AC07-11DE-35E20DBA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779280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2FC8FD-9B05-444A-8953-474B8ED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84" y="1932469"/>
            <a:ext cx="304800" cy="19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BA23D8-AC3F-D54B-BC5C-6BB0421C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743" y="4316052"/>
            <a:ext cx="304800" cy="1905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C1AE875-84C8-3748-912A-27DFA8BDBA73}"/>
              </a:ext>
            </a:extLst>
          </p:cNvPr>
          <p:cNvSpPr txBox="1"/>
          <p:nvPr/>
        </p:nvSpPr>
        <p:spPr>
          <a:xfrm>
            <a:off x="2380595" y="18360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79DF1-0CB5-434D-9DC3-D6D40F35E498}"/>
              </a:ext>
            </a:extLst>
          </p:cNvPr>
          <p:cNvSpPr txBox="1"/>
          <p:nvPr/>
        </p:nvSpPr>
        <p:spPr>
          <a:xfrm>
            <a:off x="2406870" y="420266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558" y="2005552"/>
            <a:ext cx="965200" cy="31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7160D6-C498-784A-AB7D-0F2D96D9F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957" y="1810988"/>
            <a:ext cx="21971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7B78C-16AD-234E-A252-AB229AA3A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221" y="4800601"/>
            <a:ext cx="21971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5029" y="4260335"/>
            <a:ext cx="965200" cy="3175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94C0078-0BF4-4F79-A763-CE0D5088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D57C7-882E-6AB8-4CA7-FD74550C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407975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DE12DB9-725B-AE43-A91F-3326D11DD795}"/>
              </a:ext>
            </a:extLst>
          </p:cNvPr>
          <p:cNvGrpSpPr/>
          <p:nvPr/>
        </p:nvGrpSpPr>
        <p:grpSpPr>
          <a:xfrm>
            <a:off x="2406870" y="2005552"/>
            <a:ext cx="5885793" cy="1429284"/>
            <a:chOff x="882869" y="2005552"/>
            <a:chExt cx="5885793" cy="142928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C3E7698-5780-4F46-AC36-662AA1C0B647}"/>
                </a:ext>
              </a:extLst>
            </p:cNvPr>
            <p:cNvSpPr/>
            <p:nvPr/>
          </p:nvSpPr>
          <p:spPr>
            <a:xfrm>
              <a:off x="882869" y="2440735"/>
              <a:ext cx="5885793" cy="994101"/>
            </a:xfrm>
            <a:custGeom>
              <a:avLst/>
              <a:gdLst>
                <a:gd name="connsiteX0" fmla="*/ 0 w 5885793"/>
                <a:gd name="connsiteY0" fmla="*/ 985636 h 1026265"/>
                <a:gd name="connsiteX1" fmla="*/ 399393 w 5885793"/>
                <a:gd name="connsiteY1" fmla="*/ 996147 h 1026265"/>
                <a:gd name="connsiteX2" fmla="*/ 1082565 w 5885793"/>
                <a:gd name="connsiteY2" fmla="*/ 649305 h 1026265"/>
                <a:gd name="connsiteX3" fmla="*/ 1692165 w 5885793"/>
                <a:gd name="connsiteY3" fmla="*/ 481140 h 1026265"/>
                <a:gd name="connsiteX4" fmla="*/ 2228193 w 5885793"/>
                <a:gd name="connsiteY4" fmla="*/ 302464 h 1026265"/>
                <a:gd name="connsiteX5" fmla="*/ 2795752 w 5885793"/>
                <a:gd name="connsiteY5" fmla="*/ 18685 h 1026265"/>
                <a:gd name="connsiteX6" fmla="*/ 3478924 w 5885793"/>
                <a:gd name="connsiteY6" fmla="*/ 81747 h 1026265"/>
                <a:gd name="connsiteX7" fmla="*/ 4067503 w 5885793"/>
                <a:gd name="connsiteY7" fmla="*/ 523181 h 1026265"/>
                <a:gd name="connsiteX8" fmla="*/ 4687614 w 5885793"/>
                <a:gd name="connsiteY8" fmla="*/ 775430 h 1026265"/>
                <a:gd name="connsiteX9" fmla="*/ 5433848 w 5885793"/>
                <a:gd name="connsiteY9" fmla="*/ 985636 h 1026265"/>
                <a:gd name="connsiteX10" fmla="*/ 5885793 w 5885793"/>
                <a:gd name="connsiteY10" fmla="*/ 975126 h 1026265"/>
                <a:gd name="connsiteX0" fmla="*/ 0 w 5885793"/>
                <a:gd name="connsiteY0" fmla="*/ 985636 h 1002712"/>
                <a:gd name="connsiteX1" fmla="*/ 472965 w 5885793"/>
                <a:gd name="connsiteY1" fmla="*/ 922575 h 1002712"/>
                <a:gd name="connsiteX2" fmla="*/ 1082565 w 5885793"/>
                <a:gd name="connsiteY2" fmla="*/ 649305 h 1002712"/>
                <a:gd name="connsiteX3" fmla="*/ 1692165 w 5885793"/>
                <a:gd name="connsiteY3" fmla="*/ 481140 h 1002712"/>
                <a:gd name="connsiteX4" fmla="*/ 2228193 w 5885793"/>
                <a:gd name="connsiteY4" fmla="*/ 302464 h 1002712"/>
                <a:gd name="connsiteX5" fmla="*/ 2795752 w 5885793"/>
                <a:gd name="connsiteY5" fmla="*/ 18685 h 1002712"/>
                <a:gd name="connsiteX6" fmla="*/ 3478924 w 5885793"/>
                <a:gd name="connsiteY6" fmla="*/ 81747 h 1002712"/>
                <a:gd name="connsiteX7" fmla="*/ 4067503 w 5885793"/>
                <a:gd name="connsiteY7" fmla="*/ 523181 h 1002712"/>
                <a:gd name="connsiteX8" fmla="*/ 4687614 w 5885793"/>
                <a:gd name="connsiteY8" fmla="*/ 775430 h 1002712"/>
                <a:gd name="connsiteX9" fmla="*/ 5433848 w 5885793"/>
                <a:gd name="connsiteY9" fmla="*/ 985636 h 1002712"/>
                <a:gd name="connsiteX10" fmla="*/ 5885793 w 5885793"/>
                <a:gd name="connsiteY10" fmla="*/ 975126 h 1002712"/>
                <a:gd name="connsiteX0" fmla="*/ 0 w 5885793"/>
                <a:gd name="connsiteY0" fmla="*/ 985636 h 1002712"/>
                <a:gd name="connsiteX1" fmla="*/ 567559 w 5885793"/>
                <a:gd name="connsiteY1" fmla="*/ 891044 h 1002712"/>
                <a:gd name="connsiteX2" fmla="*/ 1082565 w 5885793"/>
                <a:gd name="connsiteY2" fmla="*/ 649305 h 1002712"/>
                <a:gd name="connsiteX3" fmla="*/ 1692165 w 5885793"/>
                <a:gd name="connsiteY3" fmla="*/ 481140 h 1002712"/>
                <a:gd name="connsiteX4" fmla="*/ 2228193 w 5885793"/>
                <a:gd name="connsiteY4" fmla="*/ 302464 h 1002712"/>
                <a:gd name="connsiteX5" fmla="*/ 2795752 w 5885793"/>
                <a:gd name="connsiteY5" fmla="*/ 18685 h 1002712"/>
                <a:gd name="connsiteX6" fmla="*/ 3478924 w 5885793"/>
                <a:gd name="connsiteY6" fmla="*/ 81747 h 1002712"/>
                <a:gd name="connsiteX7" fmla="*/ 4067503 w 5885793"/>
                <a:gd name="connsiteY7" fmla="*/ 523181 h 1002712"/>
                <a:gd name="connsiteX8" fmla="*/ 4687614 w 5885793"/>
                <a:gd name="connsiteY8" fmla="*/ 775430 h 1002712"/>
                <a:gd name="connsiteX9" fmla="*/ 5433848 w 5885793"/>
                <a:gd name="connsiteY9" fmla="*/ 985636 h 1002712"/>
                <a:gd name="connsiteX10" fmla="*/ 5885793 w 5885793"/>
                <a:gd name="connsiteY10" fmla="*/ 975126 h 1002712"/>
                <a:gd name="connsiteX0" fmla="*/ 0 w 5885793"/>
                <a:gd name="connsiteY0" fmla="*/ 985636 h 994101"/>
                <a:gd name="connsiteX1" fmla="*/ 567559 w 5885793"/>
                <a:gd name="connsiteY1" fmla="*/ 891044 h 994101"/>
                <a:gd name="connsiteX2" fmla="*/ 1082565 w 5885793"/>
                <a:gd name="connsiteY2" fmla="*/ 649305 h 994101"/>
                <a:gd name="connsiteX3" fmla="*/ 1692165 w 5885793"/>
                <a:gd name="connsiteY3" fmla="*/ 481140 h 994101"/>
                <a:gd name="connsiteX4" fmla="*/ 2228193 w 5885793"/>
                <a:gd name="connsiteY4" fmla="*/ 302464 h 994101"/>
                <a:gd name="connsiteX5" fmla="*/ 2795752 w 5885793"/>
                <a:gd name="connsiteY5" fmla="*/ 18685 h 994101"/>
                <a:gd name="connsiteX6" fmla="*/ 3478924 w 5885793"/>
                <a:gd name="connsiteY6" fmla="*/ 81747 h 994101"/>
                <a:gd name="connsiteX7" fmla="*/ 4067503 w 5885793"/>
                <a:gd name="connsiteY7" fmla="*/ 523181 h 994101"/>
                <a:gd name="connsiteX8" fmla="*/ 4687614 w 5885793"/>
                <a:gd name="connsiteY8" fmla="*/ 775430 h 994101"/>
                <a:gd name="connsiteX9" fmla="*/ 5349765 w 5885793"/>
                <a:gd name="connsiteY9" fmla="*/ 954105 h 994101"/>
                <a:gd name="connsiteX10" fmla="*/ 5885793 w 5885793"/>
                <a:gd name="connsiteY10" fmla="*/ 975126 h 99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85793" h="994101">
                  <a:moveTo>
                    <a:pt x="0" y="985636"/>
                  </a:moveTo>
                  <a:cubicBezTo>
                    <a:pt x="109483" y="1018919"/>
                    <a:pt x="387132" y="947099"/>
                    <a:pt x="567559" y="891044"/>
                  </a:cubicBezTo>
                  <a:cubicBezTo>
                    <a:pt x="747986" y="834989"/>
                    <a:pt x="895131" y="717622"/>
                    <a:pt x="1082565" y="649305"/>
                  </a:cubicBezTo>
                  <a:cubicBezTo>
                    <a:pt x="1269999" y="580988"/>
                    <a:pt x="1501227" y="538947"/>
                    <a:pt x="1692165" y="481140"/>
                  </a:cubicBezTo>
                  <a:cubicBezTo>
                    <a:pt x="1883103" y="423333"/>
                    <a:pt x="2044262" y="379540"/>
                    <a:pt x="2228193" y="302464"/>
                  </a:cubicBezTo>
                  <a:cubicBezTo>
                    <a:pt x="2412124" y="225388"/>
                    <a:pt x="2587297" y="55471"/>
                    <a:pt x="2795752" y="18685"/>
                  </a:cubicBezTo>
                  <a:cubicBezTo>
                    <a:pt x="3004207" y="-18101"/>
                    <a:pt x="3266966" y="-2336"/>
                    <a:pt x="3478924" y="81747"/>
                  </a:cubicBezTo>
                  <a:cubicBezTo>
                    <a:pt x="3690882" y="165830"/>
                    <a:pt x="3866055" y="407567"/>
                    <a:pt x="4067503" y="523181"/>
                  </a:cubicBezTo>
                  <a:cubicBezTo>
                    <a:pt x="4268951" y="638795"/>
                    <a:pt x="4473904" y="703609"/>
                    <a:pt x="4687614" y="775430"/>
                  </a:cubicBezTo>
                  <a:cubicBezTo>
                    <a:pt x="4901324" y="847251"/>
                    <a:pt x="5150069" y="920822"/>
                    <a:pt x="5349765" y="954105"/>
                  </a:cubicBezTo>
                  <a:cubicBezTo>
                    <a:pt x="5549461" y="987388"/>
                    <a:pt x="5759668" y="997022"/>
                    <a:pt x="5885793" y="975126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AC7CAC6-A0D5-BE47-BA72-9C1AA1F3C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4558" y="2005552"/>
              <a:ext cx="965200" cy="3175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29" y="4260335"/>
            <a:ext cx="965200" cy="3175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582C7-6720-92F5-4992-2C26FE6F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210FE-F9B6-ED57-5A7D-87A6FB1A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689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2.77778E-6 0.3344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4731979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3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58" y="4296795"/>
            <a:ext cx="9652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29" y="4260330"/>
            <a:ext cx="965200" cy="3175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BE270-2BD7-2709-7C53-A7EE0645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BF7D7-D49F-8C03-113A-CBF08C84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83080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4731979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3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58" y="4296795"/>
            <a:ext cx="9652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29" y="4260330"/>
            <a:ext cx="965200" cy="317500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E00B5BF3-C28C-6A42-BB86-B668084729A4}"/>
              </a:ext>
            </a:extLst>
          </p:cNvPr>
          <p:cNvSpPr/>
          <p:nvPr/>
        </p:nvSpPr>
        <p:spPr>
          <a:xfrm>
            <a:off x="5864772" y="5082426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EB757-21DA-0545-893A-C4B59A2BB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501" y="4170008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C356C7-9FE6-EB49-85D9-F7CEE6711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010" y="4092818"/>
            <a:ext cx="1790700" cy="5461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31C1EC62-EBC2-504F-B1CE-53A45FCBAE5B}"/>
              </a:ext>
            </a:extLst>
          </p:cNvPr>
          <p:cNvSpPr/>
          <p:nvPr/>
        </p:nvSpPr>
        <p:spPr>
          <a:xfrm>
            <a:off x="2420008" y="5095125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D95979-0A77-F543-9D55-6E011F09BF16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4638918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B7F4D1-BD69-C043-9ECE-AE0959570858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>
            <a:off x="3538452" y="4741509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B1FD2-E9E9-F725-154A-B65E134B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8E439-910F-71C9-4ADF-E38F77A6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112936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E00B5BF3-C28C-6A42-BB86-B668084729A4}"/>
              </a:ext>
            </a:extLst>
          </p:cNvPr>
          <p:cNvSpPr/>
          <p:nvPr/>
        </p:nvSpPr>
        <p:spPr>
          <a:xfrm>
            <a:off x="5864772" y="5082426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EB757-21DA-0545-893A-C4B59A2BB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501" y="4170008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C356C7-9FE6-EB49-85D9-F7CEE671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010" y="4092818"/>
            <a:ext cx="1790700" cy="5461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31C1EC62-EBC2-504F-B1CE-53A45FCBAE5B}"/>
              </a:ext>
            </a:extLst>
          </p:cNvPr>
          <p:cNvSpPr/>
          <p:nvPr/>
        </p:nvSpPr>
        <p:spPr>
          <a:xfrm>
            <a:off x="2420008" y="5095125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D95979-0A77-F543-9D55-6E011F09BF16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4638918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B7F4D1-BD69-C043-9ECE-AE0959570858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>
            <a:off x="3538452" y="4741509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A05BA-29B3-13BC-40AE-50F399F3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422C51-5BCB-4648-709F-5A86BCF3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353898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E00B5BF3-C28C-6A42-BB86-B668084729A4}"/>
              </a:ext>
            </a:extLst>
          </p:cNvPr>
          <p:cNvSpPr/>
          <p:nvPr/>
        </p:nvSpPr>
        <p:spPr>
          <a:xfrm>
            <a:off x="5864772" y="5082426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EB757-21DA-0545-893A-C4B59A2BB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501" y="4170008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C356C7-9FE6-EB49-85D9-F7CEE671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010" y="4092818"/>
            <a:ext cx="1790700" cy="5461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31C1EC62-EBC2-504F-B1CE-53A45FCBAE5B}"/>
              </a:ext>
            </a:extLst>
          </p:cNvPr>
          <p:cNvSpPr/>
          <p:nvPr/>
        </p:nvSpPr>
        <p:spPr>
          <a:xfrm>
            <a:off x="2420008" y="5095125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D95979-0A77-F543-9D55-6E011F09BF16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4638918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B7F4D1-BD69-C043-9ECE-AE0959570858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>
            <a:off x="3538452" y="4741509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775760-152D-F640-BCEB-66F42A506D43}"/>
              </a:ext>
            </a:extLst>
          </p:cNvPr>
          <p:cNvCxnSpPr>
            <a:cxnSpLocks/>
          </p:cNvCxnSpPr>
          <p:nvPr/>
        </p:nvCxnSpPr>
        <p:spPr>
          <a:xfrm>
            <a:off x="6863253" y="3331773"/>
            <a:ext cx="0" cy="240950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C788C4-2BAF-9E43-802E-7CE7E3A516FD}"/>
              </a:ext>
            </a:extLst>
          </p:cNvPr>
          <p:cNvCxnSpPr/>
          <p:nvPr/>
        </p:nvCxnSpPr>
        <p:spPr>
          <a:xfrm>
            <a:off x="6253653" y="4966809"/>
            <a:ext cx="12192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7E8A08B6-4EC4-0246-85BF-3FA59180B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653" y="2874872"/>
            <a:ext cx="203200" cy="3429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5764C94-93B2-DC44-A310-7CCB0CDFF0CD}"/>
              </a:ext>
            </a:extLst>
          </p:cNvPr>
          <p:cNvSpPr txBox="1"/>
          <p:nvPr/>
        </p:nvSpPr>
        <p:spPr>
          <a:xfrm>
            <a:off x="6986094" y="3362662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415710-BFE9-0F4E-AAB4-272BB86860B6}"/>
              </a:ext>
            </a:extLst>
          </p:cNvPr>
          <p:cNvSpPr txBox="1"/>
          <p:nvPr/>
        </p:nvSpPr>
        <p:spPr>
          <a:xfrm>
            <a:off x="5371630" y="337848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0CBF4-0B7D-FF96-FEFE-433308CD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85A55-1936-A8C7-A074-E9595F79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9306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B39AE-CD5B-3D4A-A27A-29C389BB3999}"/>
              </a:ext>
            </a:extLst>
          </p:cNvPr>
          <p:cNvSpPr txBox="1"/>
          <p:nvPr/>
        </p:nvSpPr>
        <p:spPr>
          <a:xfrm>
            <a:off x="2820935" y="3752297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ALGORITMO: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3E527-25E5-1542-BD1F-814AD7A118F5}"/>
              </a:ext>
            </a:extLst>
          </p:cNvPr>
          <p:cNvSpPr txBox="1"/>
          <p:nvPr/>
        </p:nvSpPr>
        <p:spPr>
          <a:xfrm>
            <a:off x="6023303" y="4285275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(mandarina)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5E96B-1E3B-834C-96D2-2ACA6A19D53E}"/>
              </a:ext>
            </a:extLst>
          </p:cNvPr>
          <p:cNvSpPr txBox="1"/>
          <p:nvPr/>
        </p:nvSpPr>
        <p:spPr>
          <a:xfrm>
            <a:off x="6054832" y="483587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5910BC-8E6A-9B4C-8517-01433058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45" y="4415387"/>
            <a:ext cx="304800" cy="190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9C4487-D00C-4041-86FA-2E4EE564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588" y="4965618"/>
            <a:ext cx="304800" cy="190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88E2A0-3872-8146-A7FA-E87C3B278CC0}"/>
              </a:ext>
            </a:extLst>
          </p:cNvPr>
          <p:cNvSpPr txBox="1"/>
          <p:nvPr/>
        </p:nvSpPr>
        <p:spPr>
          <a:xfrm>
            <a:off x="5467025" y="487493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else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F1F9EC-375E-E84C-971C-6862436CCEEA}"/>
              </a:ext>
            </a:extLst>
          </p:cNvPr>
          <p:cNvSpPr/>
          <p:nvPr/>
        </p:nvSpPr>
        <p:spPr>
          <a:xfrm>
            <a:off x="2801883" y="3694334"/>
            <a:ext cx="6588235" cy="2110004"/>
          </a:xfrm>
          <a:prstGeom prst="roundRect">
            <a:avLst>
              <a:gd name="adj" fmla="val 7294"/>
            </a:avLst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749AB2-9793-BF4E-9C9C-21187B889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57" y="4349309"/>
            <a:ext cx="3078946" cy="2565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0F972F2-8048-6442-8A46-D78E38AB20A3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81C026-D6F6-2B4E-8D59-71A4D07581C3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2E1B65C-60B8-FA44-8F28-E9079966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3F8935-67F3-5C42-BD96-103126DE992F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160D04-F59B-104B-96F5-429CAD0FB03F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2FED1B-D507-E545-A9E2-F8848786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6E40D46-2C1E-6C49-971F-0D38B4983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AA5B57-39A4-8F45-BC47-F80DF3289F98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DEFC0CD-84BE-A54B-BDB5-61551CA8EB51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99BBC0E-31D7-D149-A175-BF4A4CA07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669" y="4295785"/>
            <a:ext cx="961836" cy="3206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77644-C5F7-01CE-8D11-1F5D95B9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2AFEF-4DB8-5C74-90A8-84ABEEE4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310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4012329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2226448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317129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3390265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4164730"/>
            <a:ext cx="165100" cy="139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3C93CC-1015-AE48-843B-8833A93D3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501" y="2477847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9C02DDE-5861-6C46-83EF-2339023A0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010" y="2400657"/>
            <a:ext cx="1790700" cy="5461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D54A0A32-D8EC-8147-8CFA-08469E5433D4}"/>
              </a:ext>
            </a:extLst>
          </p:cNvPr>
          <p:cNvSpPr/>
          <p:nvPr/>
        </p:nvSpPr>
        <p:spPr>
          <a:xfrm>
            <a:off x="2420008" y="3402964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DD72E7-8781-DA45-B795-8008F92EE78C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2946757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0E74C6-327D-3447-9DF5-C3122C832627}"/>
              </a:ext>
            </a:extLst>
          </p:cNvPr>
          <p:cNvCxnSpPr>
            <a:cxnSpLocks/>
            <a:stCxn id="21" idx="2"/>
            <a:endCxn id="25" idx="3"/>
          </p:cNvCxnSpPr>
          <p:nvPr/>
        </p:nvCxnSpPr>
        <p:spPr>
          <a:xfrm>
            <a:off x="3538452" y="3049348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42183-44CE-C242-B0F7-3CED096C3A75}"/>
              </a:ext>
            </a:extLst>
          </p:cNvPr>
          <p:cNvCxnSpPr>
            <a:cxnSpLocks/>
          </p:cNvCxnSpPr>
          <p:nvPr/>
        </p:nvCxnSpPr>
        <p:spPr>
          <a:xfrm>
            <a:off x="6863253" y="1755228"/>
            <a:ext cx="0" cy="240950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BEEF54-A594-544E-ACA9-7733146290B2}"/>
              </a:ext>
            </a:extLst>
          </p:cNvPr>
          <p:cNvCxnSpPr/>
          <p:nvPr/>
        </p:nvCxnSpPr>
        <p:spPr>
          <a:xfrm>
            <a:off x="6253653" y="3390264"/>
            <a:ext cx="12192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6D09D3E-4112-7F44-954E-B50B10BA9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653" y="1298327"/>
            <a:ext cx="203200" cy="3429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E760906-0FB9-AC45-88FA-33B04E7BE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753" y="3077988"/>
            <a:ext cx="304800" cy="1905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EBB439-2F85-7243-B52D-496F49A472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7875" y="3073261"/>
            <a:ext cx="304800" cy="190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E4FE2E-F61E-4B49-9548-6ED4343EF601}"/>
              </a:ext>
            </a:extLst>
          </p:cNvPr>
          <p:cNvSpPr txBox="1"/>
          <p:nvPr/>
        </p:nvSpPr>
        <p:spPr>
          <a:xfrm>
            <a:off x="6986094" y="1786117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3DA1B-9980-FC4E-998A-5D04C748CBE6}"/>
              </a:ext>
            </a:extLst>
          </p:cNvPr>
          <p:cNvSpPr txBox="1"/>
          <p:nvPr/>
        </p:nvSpPr>
        <p:spPr>
          <a:xfrm>
            <a:off x="5371630" y="180193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846028-B9FD-A94A-84FD-D71FA644DBFC}"/>
              </a:ext>
            </a:extLst>
          </p:cNvPr>
          <p:cNvSpPr txBox="1"/>
          <p:nvPr/>
        </p:nvSpPr>
        <p:spPr>
          <a:xfrm>
            <a:off x="4870118" y="4815463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ALGORITMO: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054AF7-B3DE-D54B-8137-B683F772935E}"/>
              </a:ext>
            </a:extLst>
          </p:cNvPr>
          <p:cNvSpPr txBox="1"/>
          <p:nvPr/>
        </p:nvSpPr>
        <p:spPr>
          <a:xfrm>
            <a:off x="6521447" y="5168728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(mandarina)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52B939-E447-8C41-B098-2E713268CA6C}"/>
              </a:ext>
            </a:extLst>
          </p:cNvPr>
          <p:cNvSpPr txBox="1"/>
          <p:nvPr/>
        </p:nvSpPr>
        <p:spPr>
          <a:xfrm>
            <a:off x="6552976" y="558269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2E2658-CB20-8F4B-B0AB-FE220BC29D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7989" y="5277818"/>
            <a:ext cx="304800" cy="190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EFAD49A-ADE8-DE49-BC21-DBDA5B31A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732" y="5712438"/>
            <a:ext cx="304800" cy="1905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EF080FB-A89C-AE40-A328-23A749CAF9A0}"/>
              </a:ext>
            </a:extLst>
          </p:cNvPr>
          <p:cNvSpPr txBox="1"/>
          <p:nvPr/>
        </p:nvSpPr>
        <p:spPr>
          <a:xfrm>
            <a:off x="5965169" y="562175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else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31FD089-09D5-6547-B42E-27FC333BC5A0}"/>
              </a:ext>
            </a:extLst>
          </p:cNvPr>
          <p:cNvSpPr/>
          <p:nvPr/>
        </p:nvSpPr>
        <p:spPr>
          <a:xfrm>
            <a:off x="4740163" y="4724930"/>
            <a:ext cx="4252748" cy="1332194"/>
          </a:xfrm>
          <a:prstGeom prst="roundRect">
            <a:avLst>
              <a:gd name="adj" fmla="val 7294"/>
            </a:avLst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7FC2352-FED5-614C-AE06-B7860CDE0E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0629" y="5222959"/>
            <a:ext cx="648000" cy="216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9BDCBC-25A9-0AC7-A4A1-7561AF87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0022C-0350-59FC-CE80-EA88638E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025709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3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 </a:t>
            </a:r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1D?</a:t>
            </a:r>
            <a:br>
              <a:rPr lang="en-US" dirty="0">
                <a:latin typeface="Gill Sans MT" panose="020B0502020104020203" pitchFamily="34" charset="77"/>
              </a:rPr>
            </a:br>
            <a:r>
              <a:rPr lang="en-US" dirty="0">
                <a:latin typeface="Gill Sans MT" panose="020B0502020104020203" pitchFamily="34" charset="77"/>
              </a:rPr>
              <a:t>KDE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0BC3E-573F-0A1D-BBCD-4194C1CF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7B080-212D-CEFA-59A4-D8F84A84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268450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6" name="Rectangle 80">
            <a:extLst>
              <a:ext uri="{FF2B5EF4-FFF2-40B4-BE49-F238E27FC236}">
                <a16:creationId xmlns:a16="http://schemas.microsoft.com/office/drawing/2014/main" id="{799EB3AB-4707-E24A-BBA1-355CB06299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0952" y="4075718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" name="Rectangle 81">
            <a:extLst>
              <a:ext uri="{FF2B5EF4-FFF2-40B4-BE49-F238E27FC236}">
                <a16:creationId xmlns:a16="http://schemas.microsoft.com/office/drawing/2014/main" id="{EB0D0428-554A-5643-B069-8F1FC1C3EB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15152" y="3910618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" name="Rectangle 82">
            <a:extLst>
              <a:ext uri="{FF2B5EF4-FFF2-40B4-BE49-F238E27FC236}">
                <a16:creationId xmlns:a16="http://schemas.microsoft.com/office/drawing/2014/main" id="{2039E5CE-C7E5-3440-B4F0-EA54DAC34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5552" y="3747106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" name="Rectangle 83">
            <a:extLst>
              <a:ext uri="{FF2B5EF4-FFF2-40B4-BE49-F238E27FC236}">
                <a16:creationId xmlns:a16="http://schemas.microsoft.com/office/drawing/2014/main" id="{28023EEB-9670-1045-865E-7D15500202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95952" y="3418492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0" name="Rectangle 84">
            <a:extLst>
              <a:ext uri="{FF2B5EF4-FFF2-40B4-BE49-F238E27FC236}">
                <a16:creationId xmlns:a16="http://schemas.microsoft.com/office/drawing/2014/main" id="{55D5F418-78DB-DB4A-BBAD-89444A0454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6352" y="4028092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" name="Rectangle 85">
            <a:extLst>
              <a:ext uri="{FF2B5EF4-FFF2-40B4-BE49-F238E27FC236}">
                <a16:creationId xmlns:a16="http://schemas.microsoft.com/office/drawing/2014/main" id="{F8E8F935-1A6B-7A4F-BD78-2A6B966FD9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6752" y="4332892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4" y="1786493"/>
            <a:ext cx="20795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1: Histograma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6D3CB-61EF-F51A-CA80-01E331C4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E3D4F-7F94-B326-D39C-8C0BE934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16848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6" name="Rectangle 80">
            <a:extLst>
              <a:ext uri="{FF2B5EF4-FFF2-40B4-BE49-F238E27FC236}">
                <a16:creationId xmlns:a16="http://schemas.microsoft.com/office/drawing/2014/main" id="{799EB3AB-4707-E24A-BBA1-355CB06299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0952" y="4075718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" name="Rectangle 81">
            <a:extLst>
              <a:ext uri="{FF2B5EF4-FFF2-40B4-BE49-F238E27FC236}">
                <a16:creationId xmlns:a16="http://schemas.microsoft.com/office/drawing/2014/main" id="{EB0D0428-554A-5643-B069-8F1FC1C3EB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15152" y="3910618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" name="Rectangle 82">
            <a:extLst>
              <a:ext uri="{FF2B5EF4-FFF2-40B4-BE49-F238E27FC236}">
                <a16:creationId xmlns:a16="http://schemas.microsoft.com/office/drawing/2014/main" id="{2039E5CE-C7E5-3440-B4F0-EA54DAC34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5552" y="3747106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" name="Rectangle 83">
            <a:extLst>
              <a:ext uri="{FF2B5EF4-FFF2-40B4-BE49-F238E27FC236}">
                <a16:creationId xmlns:a16="http://schemas.microsoft.com/office/drawing/2014/main" id="{28023EEB-9670-1045-865E-7D15500202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95952" y="3418492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0" name="Rectangle 84">
            <a:extLst>
              <a:ext uri="{FF2B5EF4-FFF2-40B4-BE49-F238E27FC236}">
                <a16:creationId xmlns:a16="http://schemas.microsoft.com/office/drawing/2014/main" id="{55D5F418-78DB-DB4A-BBAD-89444A0454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6352" y="4028092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" name="Rectangle 85">
            <a:extLst>
              <a:ext uri="{FF2B5EF4-FFF2-40B4-BE49-F238E27FC236}">
                <a16:creationId xmlns:a16="http://schemas.microsoft.com/office/drawing/2014/main" id="{F8E8F935-1A6B-7A4F-BD78-2A6B966FD9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6752" y="4332892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48099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2: Convolución con una Gaussiana (Kernel)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713068D-D6D6-7F4D-8001-0A31D976B9DF}"/>
              </a:ext>
            </a:extLst>
          </p:cNvPr>
          <p:cNvSpPr/>
          <p:nvPr/>
        </p:nvSpPr>
        <p:spPr>
          <a:xfrm>
            <a:off x="2354318" y="3912097"/>
            <a:ext cx="1055625" cy="575821"/>
          </a:xfrm>
          <a:custGeom>
            <a:avLst/>
            <a:gdLst>
              <a:gd name="connsiteX0" fmla="*/ 0 w 7315200"/>
              <a:gd name="connsiteY0" fmla="*/ 1749692 h 1749692"/>
              <a:gd name="connsiteX1" fmla="*/ 1229711 w 7315200"/>
              <a:gd name="connsiteY1" fmla="*/ 1539485 h 1749692"/>
              <a:gd name="connsiteX2" fmla="*/ 2364828 w 7315200"/>
              <a:gd name="connsiteY2" fmla="*/ 961416 h 1749692"/>
              <a:gd name="connsiteX3" fmla="*/ 3594538 w 7315200"/>
              <a:gd name="connsiteY3" fmla="*/ 4975 h 1749692"/>
              <a:gd name="connsiteX4" fmla="*/ 4792717 w 7315200"/>
              <a:gd name="connsiteY4" fmla="*/ 625085 h 1749692"/>
              <a:gd name="connsiteX5" fmla="*/ 6022428 w 7315200"/>
              <a:gd name="connsiteY5" fmla="*/ 1476423 h 1749692"/>
              <a:gd name="connsiteX6" fmla="*/ 7315200 w 7315200"/>
              <a:gd name="connsiteY6" fmla="*/ 1739182 h 1749692"/>
              <a:gd name="connsiteX0" fmla="*/ 0 w 7315200"/>
              <a:gd name="connsiteY0" fmla="*/ 1745373 h 1745373"/>
              <a:gd name="connsiteX1" fmla="*/ 1229711 w 7315200"/>
              <a:gd name="connsiteY1" fmla="*/ 1535166 h 1745373"/>
              <a:gd name="connsiteX2" fmla="*/ 2510497 w 7315200"/>
              <a:gd name="connsiteY2" fmla="*/ 734113 h 1745373"/>
              <a:gd name="connsiteX3" fmla="*/ 3594538 w 7315200"/>
              <a:gd name="connsiteY3" fmla="*/ 656 h 1745373"/>
              <a:gd name="connsiteX4" fmla="*/ 4792717 w 7315200"/>
              <a:gd name="connsiteY4" fmla="*/ 620766 h 1745373"/>
              <a:gd name="connsiteX5" fmla="*/ 6022428 w 7315200"/>
              <a:gd name="connsiteY5" fmla="*/ 1472104 h 1745373"/>
              <a:gd name="connsiteX6" fmla="*/ 7315200 w 7315200"/>
              <a:gd name="connsiteY6" fmla="*/ 1734863 h 1745373"/>
              <a:gd name="connsiteX0" fmla="*/ 0 w 7315200"/>
              <a:gd name="connsiteY0" fmla="*/ 1745209 h 1745209"/>
              <a:gd name="connsiteX1" fmla="*/ 1229711 w 7315200"/>
              <a:gd name="connsiteY1" fmla="*/ 1535002 h 1745209"/>
              <a:gd name="connsiteX2" fmla="*/ 2510497 w 7315200"/>
              <a:gd name="connsiteY2" fmla="*/ 733949 h 1745209"/>
              <a:gd name="connsiteX3" fmla="*/ 3594538 w 7315200"/>
              <a:gd name="connsiteY3" fmla="*/ 492 h 1745209"/>
              <a:gd name="connsiteX4" fmla="*/ 4938385 w 7315200"/>
              <a:gd name="connsiteY4" fmla="*/ 843586 h 1745209"/>
              <a:gd name="connsiteX5" fmla="*/ 6022428 w 7315200"/>
              <a:gd name="connsiteY5" fmla="*/ 1471940 h 1745209"/>
              <a:gd name="connsiteX6" fmla="*/ 7315200 w 7315200"/>
              <a:gd name="connsiteY6" fmla="*/ 1734699 h 174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5200" h="1745209">
                <a:moveTo>
                  <a:pt x="0" y="1745209"/>
                </a:moveTo>
                <a:cubicBezTo>
                  <a:pt x="417786" y="1705795"/>
                  <a:pt x="811295" y="1703545"/>
                  <a:pt x="1229711" y="1535002"/>
                </a:cubicBezTo>
                <a:cubicBezTo>
                  <a:pt x="1648127" y="1366459"/>
                  <a:pt x="2116359" y="989701"/>
                  <a:pt x="2510497" y="733949"/>
                </a:cubicBezTo>
                <a:cubicBezTo>
                  <a:pt x="2904635" y="478197"/>
                  <a:pt x="3189890" y="-17781"/>
                  <a:pt x="3594538" y="492"/>
                </a:cubicBezTo>
                <a:cubicBezTo>
                  <a:pt x="3999186" y="18765"/>
                  <a:pt x="4533737" y="598345"/>
                  <a:pt x="4938385" y="843586"/>
                </a:cubicBezTo>
                <a:cubicBezTo>
                  <a:pt x="5343033" y="1088827"/>
                  <a:pt x="5626292" y="1323421"/>
                  <a:pt x="6022428" y="1471940"/>
                </a:cubicBezTo>
                <a:cubicBezTo>
                  <a:pt x="6418564" y="1620459"/>
                  <a:pt x="6879021" y="1696161"/>
                  <a:pt x="7315200" y="173469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418492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0BD61-C7A4-BAC6-3886-852F397D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24F8A-9E46-291D-AAF9-2B988D9F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8576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0.00069 L 0.74114 0.00069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6" name="Rectangle 80">
            <a:extLst>
              <a:ext uri="{FF2B5EF4-FFF2-40B4-BE49-F238E27FC236}">
                <a16:creationId xmlns:a16="http://schemas.microsoft.com/office/drawing/2014/main" id="{799EB3AB-4707-E24A-BBA1-355CB06299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0952" y="4075718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" name="Rectangle 81">
            <a:extLst>
              <a:ext uri="{FF2B5EF4-FFF2-40B4-BE49-F238E27FC236}">
                <a16:creationId xmlns:a16="http://schemas.microsoft.com/office/drawing/2014/main" id="{EB0D0428-554A-5643-B069-8F1FC1C3EB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15152" y="3910618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" name="Rectangle 82">
            <a:extLst>
              <a:ext uri="{FF2B5EF4-FFF2-40B4-BE49-F238E27FC236}">
                <a16:creationId xmlns:a16="http://schemas.microsoft.com/office/drawing/2014/main" id="{2039E5CE-C7E5-3440-B4F0-EA54DAC34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5552" y="3747106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" name="Rectangle 83">
            <a:extLst>
              <a:ext uri="{FF2B5EF4-FFF2-40B4-BE49-F238E27FC236}">
                <a16:creationId xmlns:a16="http://schemas.microsoft.com/office/drawing/2014/main" id="{28023EEB-9670-1045-865E-7D15500202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95952" y="3418492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0" name="Rectangle 84">
            <a:extLst>
              <a:ext uri="{FF2B5EF4-FFF2-40B4-BE49-F238E27FC236}">
                <a16:creationId xmlns:a16="http://schemas.microsoft.com/office/drawing/2014/main" id="{55D5F418-78DB-DB4A-BBAD-89444A0454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6352" y="4028092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" name="Rectangle 85">
            <a:extLst>
              <a:ext uri="{FF2B5EF4-FFF2-40B4-BE49-F238E27FC236}">
                <a16:creationId xmlns:a16="http://schemas.microsoft.com/office/drawing/2014/main" id="{F8E8F935-1A6B-7A4F-BD78-2A6B966FD9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6752" y="4332892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48099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2: Convolución con una Gaussiana (Kernel)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418492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62A27-6DA9-6858-7AF7-4B2802A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71A8D-0663-3CA0-DBBB-65CAC739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578741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48099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2: Convolución con una Gaussiana (Kernel)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418492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3AC6A-D87E-C2D0-9D5B-4DDEACB2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29895-6AD3-02D1-8A80-949A6A52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685425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28443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3: División por el 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610960"/>
            <a:ext cx="4508938" cy="863033"/>
          </a:xfrm>
          <a:custGeom>
            <a:avLst/>
            <a:gdLst>
              <a:gd name="csX0" fmla="*/ 0 w 4508938"/>
              <a:gd name="csY0" fmla="*/ 863033 h 863033"/>
              <a:gd name="csX1" fmla="*/ 609600 w 4508938"/>
              <a:gd name="csY1" fmla="*/ 751313 h 863033"/>
              <a:gd name="csX2" fmla="*/ 1240221 w 4508938"/>
              <a:gd name="csY2" fmla="*/ 484904 h 863033"/>
              <a:gd name="csX3" fmla="*/ 1797269 w 4508938"/>
              <a:gd name="csY3" fmla="*/ 3651 h 863033"/>
              <a:gd name="csX4" fmla="*/ 2438400 w 4508938"/>
              <a:gd name="csY4" fmla="*/ 270059 h 863033"/>
              <a:gd name="csX5" fmla="*/ 3026980 w 4508938"/>
              <a:gd name="csY5" fmla="*/ 390373 h 863033"/>
              <a:gd name="csX6" fmla="*/ 3762704 w 4508938"/>
              <a:gd name="csY6" fmla="*/ 536467 h 863033"/>
              <a:gd name="csX7" fmla="*/ 4508938 w 4508938"/>
              <a:gd name="csY7" fmla="*/ 854438 h 863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863033" extrusionOk="0">
                <a:moveTo>
                  <a:pt x="0" y="863033"/>
                </a:moveTo>
                <a:cubicBezTo>
                  <a:pt x="158642" y="812279"/>
                  <a:pt x="396978" y="816555"/>
                  <a:pt x="609600" y="751313"/>
                </a:cubicBezTo>
                <a:cubicBezTo>
                  <a:pt x="847454" y="694849"/>
                  <a:pt x="1017726" y="610295"/>
                  <a:pt x="1240221" y="484904"/>
                </a:cubicBezTo>
                <a:cubicBezTo>
                  <a:pt x="1405246" y="392442"/>
                  <a:pt x="1592645" y="66699"/>
                  <a:pt x="1797269" y="3651"/>
                </a:cubicBezTo>
                <a:cubicBezTo>
                  <a:pt x="1978369" y="-42331"/>
                  <a:pt x="2276305" y="226083"/>
                  <a:pt x="2438400" y="270059"/>
                </a:cubicBezTo>
                <a:cubicBezTo>
                  <a:pt x="2643353" y="334513"/>
                  <a:pt x="3026980" y="390372"/>
                  <a:pt x="3026980" y="390373"/>
                </a:cubicBezTo>
                <a:cubicBezTo>
                  <a:pt x="3207279" y="428585"/>
                  <a:pt x="3482611" y="490286"/>
                  <a:pt x="3762704" y="536467"/>
                </a:cubicBezTo>
                <a:cubicBezTo>
                  <a:pt x="4006648" y="584738"/>
                  <a:pt x="4223955" y="783268"/>
                  <a:pt x="4508938" y="854438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A51677-F9AC-FB45-BF83-78704CAD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113" y="2977659"/>
            <a:ext cx="825500" cy="685800"/>
          </a:xfrm>
          <a:prstGeom prst="rect">
            <a:avLst/>
          </a:prstGeom>
        </p:spPr>
      </p:pic>
      <p:sp>
        <p:nvSpPr>
          <p:cNvPr id="18" name="Text Box 63">
            <a:extLst>
              <a:ext uri="{FF2B5EF4-FFF2-40B4-BE49-F238E27FC236}">
                <a16:creationId xmlns:a16="http://schemas.microsoft.com/office/drawing/2014/main" id="{943D8A06-96C2-9341-9110-C7639488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589" y="2851125"/>
            <a:ext cx="5838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8ED72-D240-A422-DF54-798A0641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BFD46-E736-7D61-13AE-ECDD45DF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50729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754A5F3-F249-B843-BB1D-BF2CA4A23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380" y="5180808"/>
            <a:ext cx="5092700" cy="596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B047CD-FBFD-1A45-9DDB-8F95BE5B7F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989" y="868442"/>
            <a:ext cx="6362700" cy="4978400"/>
          </a:xfrm>
          <a:prstGeom prst="rect">
            <a:avLst/>
          </a:prstGeom>
        </p:spPr>
      </p:pic>
      <p:sp>
        <p:nvSpPr>
          <p:cNvPr id="25" name="Text Box 63">
            <a:extLst>
              <a:ext uri="{FF2B5EF4-FFF2-40B4-BE49-F238E27FC236}">
                <a16:creationId xmlns:a16="http://schemas.microsoft.com/office/drawing/2014/main" id="{86AB7813-0262-2046-933C-D02B43ADC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998" y="516889"/>
            <a:ext cx="12298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 en 1D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 Box 63">
            <a:extLst>
              <a:ext uri="{FF2B5EF4-FFF2-40B4-BE49-F238E27FC236}">
                <a16:creationId xmlns:a16="http://schemas.microsoft.com/office/drawing/2014/main" id="{F9183AE1-220C-5345-9A95-F71E05C5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567" y="4675954"/>
            <a:ext cx="10326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24653CB-C2FE-7943-963A-E99159AAFB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575" y="815892"/>
            <a:ext cx="6400800" cy="5016500"/>
          </a:xfrm>
          <a:prstGeom prst="rect">
            <a:avLst/>
          </a:prstGeom>
        </p:spPr>
      </p:pic>
      <p:sp>
        <p:nvSpPr>
          <p:cNvPr id="28" name="Text Box 63">
            <a:extLst>
              <a:ext uri="{FF2B5EF4-FFF2-40B4-BE49-F238E27FC236}">
                <a16:creationId xmlns:a16="http://schemas.microsoft.com/office/drawing/2014/main" id="{37A87D5E-F2BD-7F41-A59C-0FB0CBCC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869" y="2150439"/>
            <a:ext cx="1629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41AB4B-92F2-A54C-9333-AC20DDB9CA0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6782" y="849668"/>
            <a:ext cx="6299200" cy="49911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0CEDF-14A9-E82A-A3CF-6F1D8804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01957C-15AB-5A15-3FBA-69EC75D4B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563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3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 </a:t>
            </a:r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2D?</a:t>
            </a:r>
            <a:br>
              <a:rPr lang="en-US" dirty="0">
                <a:latin typeface="Gill Sans MT" panose="020B0502020104020203" pitchFamily="34" charset="77"/>
              </a:rPr>
            </a:br>
            <a:r>
              <a:rPr lang="en-US" dirty="0">
                <a:latin typeface="Gill Sans MT" panose="020B0502020104020203" pitchFamily="34" charset="77"/>
              </a:rPr>
              <a:t>KDE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B8836-6124-8B7C-22BA-E022EC7B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9DAEB-4697-70D9-E510-CC9A6892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35504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4A522D-D92F-0D42-A335-B2EF42157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93" y="1654095"/>
            <a:ext cx="4261865" cy="3357064"/>
          </a:xfrm>
          <a:prstGeom prst="rect">
            <a:avLst/>
          </a:prstGeom>
        </p:spPr>
      </p:pic>
      <p:sp>
        <p:nvSpPr>
          <p:cNvPr id="10" name="Text Box 63">
            <a:extLst>
              <a:ext uri="{FF2B5EF4-FFF2-40B4-BE49-F238E27FC236}">
                <a16:creationId xmlns:a16="http://schemas.microsoft.com/office/drawing/2014/main" id="{F95F75A8-3D9D-CD4B-8380-697A0CB10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998" y="516889"/>
            <a:ext cx="12298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 en 2D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 Box 63">
            <a:extLst>
              <a:ext uri="{FF2B5EF4-FFF2-40B4-BE49-F238E27FC236}">
                <a16:creationId xmlns:a16="http://schemas.microsoft.com/office/drawing/2014/main" id="{3A0F3BCB-08C1-B649-ACE9-88CD4649D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1622" y="5221451"/>
            <a:ext cx="10326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D98040-2A22-1342-960A-A19B26BD8888}"/>
              </a:ext>
            </a:extLst>
          </p:cNvPr>
          <p:cNvGrpSpPr/>
          <p:nvPr/>
        </p:nvGrpSpPr>
        <p:grpSpPr>
          <a:xfrm>
            <a:off x="6148550" y="1687921"/>
            <a:ext cx="4270320" cy="3902863"/>
            <a:chOff x="4624550" y="1687920"/>
            <a:chExt cx="4270320" cy="39028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45CDDD-4C64-5545-9678-F21116E70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4550" y="1687920"/>
              <a:ext cx="4270320" cy="3323239"/>
            </a:xfrm>
            <a:prstGeom prst="rect">
              <a:avLst/>
            </a:prstGeom>
          </p:spPr>
        </p:pic>
        <p:sp>
          <p:nvSpPr>
            <p:cNvPr id="12" name="Text Box 63">
              <a:extLst>
                <a:ext uri="{FF2B5EF4-FFF2-40B4-BE49-F238E27FC236}">
                  <a16:creationId xmlns:a16="http://schemas.microsoft.com/office/drawing/2014/main" id="{F9BE8631-73FE-6543-B1F5-C90AF6896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2736" y="5221451"/>
              <a:ext cx="5838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s-CL" dirty="0">
                  <a:latin typeface="Gill Sans MT" panose="020B0502020104020203" pitchFamily="34" charset="77"/>
                </a:rPr>
                <a:t>PDF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97A07-E3FE-BE6E-341C-E534E319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C5747-98B8-AA67-C7E1-2620E70A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5324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3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PDF </a:t>
            </a:r>
            <a:r>
              <a:rPr lang="en-US" dirty="0" err="1"/>
              <a:t>en</a:t>
            </a:r>
            <a:r>
              <a:rPr lang="en-US" dirty="0"/>
              <a:t> 2D</a:t>
            </a:r>
            <a:br>
              <a:rPr lang="en-US" dirty="0"/>
            </a:br>
            <a:r>
              <a:rPr lang="en-US" dirty="0"/>
              <a:t>KDE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1FCEF-63F1-30B5-47C2-4BB9ECEF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2BE27-FE96-8523-0F3C-AA50EB06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582218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40C4911-7BC6-5F4B-9590-ED19B6892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7"/>
          <a:stretch/>
        </p:blipFill>
        <p:spPr bwMode="auto">
          <a:xfrm>
            <a:off x="1555750" y="525517"/>
            <a:ext cx="9080500" cy="608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3217-6692-BE93-9FAE-EB1A3F87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5850AA-7F71-BCDC-56A2-789C62DD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7677794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1A9A481-3F3D-3740-946C-2339868B6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90601"/>
            <a:ext cx="9144000" cy="48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349DB-3316-F2D7-B0F9-0E60F32B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764AA8-6AF1-2528-491B-B45E6FE6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074896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3F32EF5-F5AA-B449-8646-42E3A2515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90601"/>
            <a:ext cx="9144000" cy="48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09BAD-AC14-064C-88F2-529913E5E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DA4951-21AC-5917-A9A3-FC0A9CD9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836059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52EC8698-3F49-DE4D-BBCD-2254584C4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688" y="1481959"/>
            <a:ext cx="3633208" cy="410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2A8A3993-53EE-6D44-9239-3E09F353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104" y="1481959"/>
            <a:ext cx="3633208" cy="410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BF941-5197-5F30-CAA4-81AB687C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64053F-9921-D009-42A4-E5B93FFF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191457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AA54327-B020-A94B-9845-4462B790E6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6" t="10726" r="14745" b="26298"/>
          <a:stretch/>
        </p:blipFill>
        <p:spPr bwMode="auto">
          <a:xfrm>
            <a:off x="4246180" y="1629103"/>
            <a:ext cx="3510455" cy="382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2B36DD5-71FA-F64A-95CD-1DFB0101D341}"/>
              </a:ext>
            </a:extLst>
          </p:cNvPr>
          <p:cNvGrpSpPr/>
          <p:nvPr/>
        </p:nvGrpSpPr>
        <p:grpSpPr>
          <a:xfrm>
            <a:off x="4186182" y="1483493"/>
            <a:ext cx="2684518" cy="3573517"/>
            <a:chOff x="2662182" y="1483492"/>
            <a:chExt cx="2684518" cy="35735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35CCA0-B8E0-4B46-85A8-9DDE53079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7300" y="1483492"/>
              <a:ext cx="1549400" cy="3175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891FB5-054D-5C4B-B22A-38E0478AF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2182" y="4739509"/>
              <a:ext cx="1549400" cy="317500"/>
            </a:xfrm>
            <a:prstGeom prst="rect">
              <a:avLst/>
            </a:prstGeom>
          </p:spPr>
        </p:pic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31D4F7FE-A478-CA41-8577-221AF179C6B5}"/>
              </a:ext>
            </a:extLst>
          </p:cNvPr>
          <p:cNvSpPr/>
          <p:nvPr/>
        </p:nvSpPr>
        <p:spPr>
          <a:xfrm>
            <a:off x="5130800" y="2753360"/>
            <a:ext cx="1413314" cy="1925320"/>
          </a:xfrm>
          <a:custGeom>
            <a:avLst/>
            <a:gdLst>
              <a:gd name="connsiteX0" fmla="*/ 0 w 1413314"/>
              <a:gd name="connsiteY0" fmla="*/ 0 h 1925320"/>
              <a:gd name="connsiteX1" fmla="*/ 462280 w 1413314"/>
              <a:gd name="connsiteY1" fmla="*/ 213360 h 1925320"/>
              <a:gd name="connsiteX2" fmla="*/ 995680 w 1413314"/>
              <a:gd name="connsiteY2" fmla="*/ 462280 h 1925320"/>
              <a:gd name="connsiteX3" fmla="*/ 1330960 w 1413314"/>
              <a:gd name="connsiteY3" fmla="*/ 777240 h 1925320"/>
              <a:gd name="connsiteX4" fmla="*/ 1407160 w 1413314"/>
              <a:gd name="connsiteY4" fmla="*/ 1168400 h 1925320"/>
              <a:gd name="connsiteX5" fmla="*/ 1214120 w 1413314"/>
              <a:gd name="connsiteY5" fmla="*/ 1539240 h 1925320"/>
              <a:gd name="connsiteX6" fmla="*/ 894080 w 1413314"/>
              <a:gd name="connsiteY6" fmla="*/ 1717040 h 1925320"/>
              <a:gd name="connsiteX7" fmla="*/ 391160 w 1413314"/>
              <a:gd name="connsiteY7" fmla="*/ 1925320 h 192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3314" h="1925320">
                <a:moveTo>
                  <a:pt x="0" y="0"/>
                </a:moveTo>
                <a:lnTo>
                  <a:pt x="462280" y="213360"/>
                </a:lnTo>
                <a:cubicBezTo>
                  <a:pt x="628227" y="290407"/>
                  <a:pt x="850900" y="368300"/>
                  <a:pt x="995680" y="462280"/>
                </a:cubicBezTo>
                <a:cubicBezTo>
                  <a:pt x="1140460" y="556260"/>
                  <a:pt x="1262380" y="659553"/>
                  <a:pt x="1330960" y="777240"/>
                </a:cubicBezTo>
                <a:cubicBezTo>
                  <a:pt x="1399540" y="894927"/>
                  <a:pt x="1426633" y="1041400"/>
                  <a:pt x="1407160" y="1168400"/>
                </a:cubicBezTo>
                <a:cubicBezTo>
                  <a:pt x="1387687" y="1295400"/>
                  <a:pt x="1299633" y="1447800"/>
                  <a:pt x="1214120" y="1539240"/>
                </a:cubicBezTo>
                <a:cubicBezTo>
                  <a:pt x="1128607" y="1630680"/>
                  <a:pt x="1031240" y="1652693"/>
                  <a:pt x="894080" y="1717040"/>
                </a:cubicBezTo>
                <a:cubicBezTo>
                  <a:pt x="756920" y="1781387"/>
                  <a:pt x="574040" y="1853353"/>
                  <a:pt x="391160" y="1925320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13769-DD06-D217-5753-732F06143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3B2CBE-5ECF-4D24-9E05-0A1A6430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353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97BC50D9-A84F-6F43-B653-4E8E5F0C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927100"/>
            <a:ext cx="8915400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DB44922-FD9C-2148-81BF-BD104F9E57AF}"/>
              </a:ext>
            </a:extLst>
          </p:cNvPr>
          <p:cNvGrpSpPr/>
          <p:nvPr/>
        </p:nvGrpSpPr>
        <p:grpSpPr>
          <a:xfrm>
            <a:off x="3967480" y="3810000"/>
            <a:ext cx="2809240" cy="807720"/>
            <a:chOff x="2443480" y="3810000"/>
            <a:chExt cx="2809240" cy="80772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BB9595F-9488-9741-B2B5-55FF14FD0125}"/>
                </a:ext>
              </a:extLst>
            </p:cNvPr>
            <p:cNvSpPr/>
            <p:nvPr/>
          </p:nvSpPr>
          <p:spPr>
            <a:xfrm>
              <a:off x="2443480" y="3870960"/>
              <a:ext cx="472440" cy="238760"/>
            </a:xfrm>
            <a:custGeom>
              <a:avLst/>
              <a:gdLst>
                <a:gd name="connsiteX0" fmla="*/ 0 w 472440"/>
                <a:gd name="connsiteY0" fmla="*/ 238760 h 238760"/>
                <a:gd name="connsiteX1" fmla="*/ 223520 w 472440"/>
                <a:gd name="connsiteY1" fmla="*/ 91440 h 238760"/>
                <a:gd name="connsiteX2" fmla="*/ 472440 w 472440"/>
                <a:gd name="connsiteY2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2440" h="238760">
                  <a:moveTo>
                    <a:pt x="0" y="238760"/>
                  </a:moveTo>
                  <a:cubicBezTo>
                    <a:pt x="72390" y="184996"/>
                    <a:pt x="144780" y="131233"/>
                    <a:pt x="223520" y="91440"/>
                  </a:cubicBezTo>
                  <a:cubicBezTo>
                    <a:pt x="302260" y="51647"/>
                    <a:pt x="387350" y="25823"/>
                    <a:pt x="47244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5F580DB-FDDF-3644-99CC-5F2C0B31772E}"/>
                </a:ext>
              </a:extLst>
            </p:cNvPr>
            <p:cNvSpPr/>
            <p:nvPr/>
          </p:nvSpPr>
          <p:spPr>
            <a:xfrm>
              <a:off x="3886200" y="3810000"/>
              <a:ext cx="1366520" cy="807720"/>
            </a:xfrm>
            <a:custGeom>
              <a:avLst/>
              <a:gdLst>
                <a:gd name="connsiteX0" fmla="*/ 0 w 1366520"/>
                <a:gd name="connsiteY0" fmla="*/ 0 h 807720"/>
                <a:gd name="connsiteX1" fmla="*/ 381000 w 1366520"/>
                <a:gd name="connsiteY1" fmla="*/ 101600 h 807720"/>
                <a:gd name="connsiteX2" fmla="*/ 670560 w 1366520"/>
                <a:gd name="connsiteY2" fmla="*/ 218440 h 807720"/>
                <a:gd name="connsiteX3" fmla="*/ 924560 w 1366520"/>
                <a:gd name="connsiteY3" fmla="*/ 350520 h 807720"/>
                <a:gd name="connsiteX4" fmla="*/ 1173480 w 1366520"/>
                <a:gd name="connsiteY4" fmla="*/ 553720 h 807720"/>
                <a:gd name="connsiteX5" fmla="*/ 1366520 w 1366520"/>
                <a:gd name="connsiteY5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6520" h="807720">
                  <a:moveTo>
                    <a:pt x="0" y="0"/>
                  </a:moveTo>
                  <a:cubicBezTo>
                    <a:pt x="134620" y="32596"/>
                    <a:pt x="269240" y="65193"/>
                    <a:pt x="381000" y="101600"/>
                  </a:cubicBezTo>
                  <a:cubicBezTo>
                    <a:pt x="492760" y="138007"/>
                    <a:pt x="579967" y="176953"/>
                    <a:pt x="670560" y="218440"/>
                  </a:cubicBezTo>
                  <a:cubicBezTo>
                    <a:pt x="761153" y="259927"/>
                    <a:pt x="840740" y="294640"/>
                    <a:pt x="924560" y="350520"/>
                  </a:cubicBezTo>
                  <a:cubicBezTo>
                    <a:pt x="1008380" y="406400"/>
                    <a:pt x="1099820" y="477520"/>
                    <a:pt x="1173480" y="553720"/>
                  </a:cubicBezTo>
                  <a:cubicBezTo>
                    <a:pt x="1247140" y="629920"/>
                    <a:pt x="1306830" y="718820"/>
                    <a:pt x="1366520" y="80772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50F7-C745-C9EF-4351-C009359A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2C51A-BD23-31AE-A064-4630C6D7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317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12974C-0D09-DA4D-BE58-409766B7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49200"/>
            <a:ext cx="8229600" cy="11430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77"/>
              </a:rPr>
              <a:t>Naïve Bayes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76124-D9D4-304D-A181-7FC7CB79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3270250"/>
            <a:ext cx="6375400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3B87E-EF66-7A4B-B72A-B47063ED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4109981"/>
            <a:ext cx="63754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697D97-0151-0546-8051-730655511F48}"/>
              </a:ext>
            </a:extLst>
          </p:cNvPr>
          <p:cNvSpPr txBox="1"/>
          <p:nvPr/>
        </p:nvSpPr>
        <p:spPr>
          <a:xfrm>
            <a:off x="4772561" y="5424134"/>
            <a:ext cx="23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Eventos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independientes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F1A39-64CE-337C-7EF7-405C23CBF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7BFE4-90A3-E769-A805-106F2D01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253554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2668601-2ADC-3441-BBC4-D5945F45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387" y="89269"/>
            <a:ext cx="6663558" cy="66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DB179-0C71-CC61-ECC7-FF17B669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3C671-710E-D91C-7997-1F326DD0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6673034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2668601-2ADC-3441-BBC4-D5945F45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387" y="89269"/>
            <a:ext cx="6663558" cy="66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40C020-6EBA-D14C-BD2B-EA85F379E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300" y="1483492"/>
            <a:ext cx="1549400" cy="31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2B80B-A12B-C140-AF0F-D2DDA6759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82" y="4739509"/>
            <a:ext cx="1549400" cy="31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C4E796-56D8-0A40-B08F-DE42F7261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13" y="4005974"/>
            <a:ext cx="10922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F0A1B5-6500-E749-B258-4D607E363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682" y="337864"/>
            <a:ext cx="10922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225AF-0737-6D4A-9261-22B873A4B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120" y="337864"/>
            <a:ext cx="10922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7AED3D-6226-FD47-8329-20098CE70B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9613" y="2534526"/>
            <a:ext cx="1092200" cy="317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BB0A4-6A95-C379-A736-A36E2263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A9112-E15B-1603-8431-32C84542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416459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12974C-0D09-DA4D-BE58-409766B7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49200"/>
            <a:ext cx="8229600" cy="11430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77"/>
              </a:rPr>
              <a:t>Naïve Bayes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76124-D9D4-304D-A181-7FC7CB79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3270250"/>
            <a:ext cx="6375400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3B87E-EF66-7A4B-B72A-B47063ED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4109981"/>
            <a:ext cx="63754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697D97-0151-0546-8051-730655511F48}"/>
              </a:ext>
            </a:extLst>
          </p:cNvPr>
          <p:cNvSpPr txBox="1"/>
          <p:nvPr/>
        </p:nvSpPr>
        <p:spPr>
          <a:xfrm>
            <a:off x="4772561" y="5424134"/>
            <a:ext cx="23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Eventos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independientes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DD7C54-A548-1FE9-93AB-78F04183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AEDCE8-0137-6709-5C5D-E75C8813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4879715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LDA, QDA,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Mahalanobis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570AD-8DDF-C790-0162-DAAC7787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3E7CBC-20C3-F807-859B-92FA60B3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2208429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creen Shot 2014-10-29 at 9.06.0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023" y="2607421"/>
            <a:ext cx="4104054" cy="5253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62385" y="2061309"/>
            <a:ext cx="5198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Clasificador de Bayes: </a:t>
            </a:r>
            <a:r>
              <a:rPr lang="es-ES_tradnl" sz="2200" b="1" i="1" dirty="0">
                <a:latin typeface="Times" charset="0"/>
                <a:ea typeface="Times" charset="0"/>
                <a:cs typeface="Times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es clasificado como clase </a:t>
            </a:r>
            <a:r>
              <a:rPr lang="es-ES_tradnl" sz="2200" i="1" dirty="0">
                <a:latin typeface="Times" charset="0"/>
                <a:ea typeface="Times" charset="0"/>
                <a:cs typeface="Times" charset="0"/>
              </a:rPr>
              <a:t>j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 si</a:t>
            </a:r>
          </a:p>
        </p:txBody>
      </p:sp>
      <p:pic>
        <p:nvPicPr>
          <p:cNvPr id="16" name="Picture 15" descr="Screen Shot 2014-10-29 at 9.06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538" y="5102213"/>
            <a:ext cx="5320323" cy="497511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2858481" y="3796287"/>
            <a:ext cx="3608752" cy="1268491"/>
            <a:chOff x="1334481" y="3796286"/>
            <a:chExt cx="3608752" cy="1268491"/>
          </a:xfrm>
        </p:grpSpPr>
        <p:pic>
          <p:nvPicPr>
            <p:cNvPr id="17" name="Picture 16" descr="Screen Shot 2014-10-29 at 9.02.16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7507" y="4276081"/>
              <a:ext cx="2635726" cy="788696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334481" y="3796286"/>
              <a:ext cx="289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Usando el teorema de Bayes: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4C3F2A-8F60-F9DD-56E3-0C0B0744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A7A13A-0DFF-F980-9974-A41B1CE6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7136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29 at 9.05.3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25500"/>
            <a:ext cx="9144000" cy="518723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A70FC-8E0C-D064-5D58-4F17E9FC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CD648-3CC7-2A83-663C-7C5715A4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423374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29 at 9.05.2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0901"/>
            <a:ext cx="9144000" cy="515323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A4E59A-D442-7EEA-2F19-06754469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9D8B3-7ADC-362C-A611-2E4DFF25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276916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62385" y="908566"/>
            <a:ext cx="302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Para distribuciones Gaussianas</a:t>
            </a:r>
          </a:p>
        </p:txBody>
      </p:sp>
      <p:pic>
        <p:nvPicPr>
          <p:cNvPr id="5" name="Picture 4" descr="Screen Shot 2014-10-29 at 9.02.0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305" y="1694013"/>
            <a:ext cx="6017845" cy="866682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5146415" y="3911375"/>
            <a:ext cx="2011891" cy="2532186"/>
            <a:chOff x="3622414" y="4129451"/>
            <a:chExt cx="2011891" cy="2532186"/>
          </a:xfrm>
        </p:grpSpPr>
        <p:pic>
          <p:nvPicPr>
            <p:cNvPr id="8" name="Picture 7" descr="Screen Shot 2014-10-29 at 9.16.5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1884" y="4129451"/>
              <a:ext cx="1384300" cy="1803400"/>
            </a:xfrm>
            <a:prstGeom prst="rect">
              <a:avLst/>
            </a:prstGeom>
          </p:spPr>
        </p:pic>
        <p:pic>
          <p:nvPicPr>
            <p:cNvPr id="9" name="Picture 8" descr="Screen Shot 2014-10-29 at 9.17.00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414" y="6191962"/>
              <a:ext cx="2011891" cy="469675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4382478" y="4577858"/>
              <a:ext cx="2744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>
                  <a:latin typeface="Gill Sans MT" panose="020B0502020104020203" pitchFamily="34" charset="77"/>
                  <a:cs typeface="Trebuchet MS"/>
                </a:rPr>
                <a:t>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240347" y="3914788"/>
            <a:ext cx="1955805" cy="2519005"/>
            <a:chOff x="6716346" y="4132863"/>
            <a:chExt cx="1955805" cy="2519005"/>
          </a:xfrm>
        </p:grpSpPr>
        <p:pic>
          <p:nvPicPr>
            <p:cNvPr id="10" name="Picture 9" descr="Screen Shot 2014-10-29 at 9.17.43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6346" y="4132863"/>
              <a:ext cx="1892300" cy="1854200"/>
            </a:xfrm>
            <a:prstGeom prst="rect">
              <a:avLst/>
            </a:prstGeom>
          </p:spPr>
        </p:pic>
        <p:pic>
          <p:nvPicPr>
            <p:cNvPr id="11" name="Picture 10" descr="Screen Shot 2014-10-29 at 9.17.49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5511" y="6182193"/>
              <a:ext cx="1836640" cy="469675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6926385" y="4630615"/>
              <a:ext cx="195384" cy="263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41492" y="4563681"/>
              <a:ext cx="2744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>
                  <a:latin typeface="Gill Sans MT" panose="020B0502020104020203" pitchFamily="34" charset="77"/>
                  <a:cs typeface="Trebuchet MS"/>
                </a:rPr>
                <a:t>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856147" y="3620031"/>
            <a:ext cx="2636628" cy="2864564"/>
            <a:chOff x="332146" y="3838107"/>
            <a:chExt cx="2636628" cy="2864564"/>
          </a:xfrm>
        </p:grpSpPr>
        <p:pic>
          <p:nvPicPr>
            <p:cNvPr id="6" name="Picture 5" descr="Screen Shot 2014-10-29 at 9.15.49 AM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403" y="4631707"/>
              <a:ext cx="1219200" cy="749300"/>
            </a:xfrm>
            <a:prstGeom prst="rect">
              <a:avLst/>
            </a:prstGeom>
          </p:spPr>
        </p:pic>
        <p:pic>
          <p:nvPicPr>
            <p:cNvPr id="7" name="Picture 6" descr="Screen Shot 2014-10-29 at 9.16.01 AM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146" y="6183925"/>
              <a:ext cx="1899732" cy="518746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35708" y="3838107"/>
              <a:ext cx="25330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Ejemplos de </a:t>
              </a:r>
              <a:r>
                <a:rPr lang="es-ES_tradnl" dirty="0" err="1">
                  <a:latin typeface="Gill Sans MT" panose="020B0502020104020203" pitchFamily="34" charset="77"/>
                  <a:cs typeface="Trebuchet MS"/>
                </a:rPr>
                <a:t>Σ</a:t>
              </a:r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 y μ en 2D:
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03923" y="4592627"/>
              <a:ext cx="2744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>
                  <a:latin typeface="Gill Sans MT" panose="020B0502020104020203" pitchFamily="34" charset="77"/>
                  <a:cs typeface="Trebuchet MS"/>
                </a:rPr>
                <a:t>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921551" y="2653025"/>
            <a:ext cx="6944945" cy="1054178"/>
            <a:chOff x="397550" y="2653025"/>
            <a:chExt cx="6944945" cy="1054178"/>
          </a:xfrm>
        </p:grpSpPr>
        <p:pic>
          <p:nvPicPr>
            <p:cNvPr id="23" name="Picture 22" descr="Screen Shot 2014-10-29 at 9.43.40 AM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7336" y="2653025"/>
              <a:ext cx="3225159" cy="1054178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97550" y="2914026"/>
              <a:ext cx="35198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Estimador de Matriz de Covarianza:
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8220835" y="4617962"/>
            <a:ext cx="449021" cy="269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F4E60-4D10-2777-73E0-ADFC5435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84FFE-8640-8E01-11F0-C8C0BCD5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6144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85411" y="547631"/>
            <a:ext cx="214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Clasificador de Bayes
</a:t>
            </a:r>
          </a:p>
        </p:txBody>
      </p:sp>
      <p:pic>
        <p:nvPicPr>
          <p:cNvPr id="16" name="Picture 15" descr="Screen Shot 2014-10-29 at 9.06.1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71" y="1792672"/>
            <a:ext cx="5320323" cy="497511"/>
          </a:xfrm>
          <a:prstGeom prst="rect">
            <a:avLst/>
          </a:prstGeom>
        </p:spPr>
      </p:pic>
      <p:pic>
        <p:nvPicPr>
          <p:cNvPr id="15" name="Picture 14" descr="Screen Shot 2014-10-29 at 9.06.0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447" y="1093717"/>
            <a:ext cx="4104054" cy="525398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460527" y="4494202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2655568" y="3214255"/>
            <a:ext cx="6352358" cy="1167976"/>
            <a:chOff x="1131568" y="3214255"/>
            <a:chExt cx="6352358" cy="1167976"/>
          </a:xfrm>
        </p:grpSpPr>
        <p:pic>
          <p:nvPicPr>
            <p:cNvPr id="27" name="Picture 26" descr="Screen Shot 2014-10-29 at 9.02.00 AM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6081" y="3515549"/>
              <a:ext cx="6017845" cy="86668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1131568" y="3214255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Para distribuciones Gaussianas: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91776" y="2432290"/>
            <a:ext cx="5736804" cy="504511"/>
            <a:chOff x="1667780" y="2419437"/>
            <a:chExt cx="5736804" cy="504511"/>
          </a:xfrm>
        </p:grpSpPr>
        <p:pic>
          <p:nvPicPr>
            <p:cNvPr id="23" name="Picture 22" descr="Screen Shot 2014-10-29 at 9.27.29 AM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4" name="Picture 23" descr="Screen Shot 2014-10-29 at 9.27.21 AM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3475152" y="246137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71A856-281C-D74A-B990-CAC93A51F991}"/>
              </a:ext>
            </a:extLst>
          </p:cNvPr>
          <p:cNvGrpSpPr/>
          <p:nvPr/>
        </p:nvGrpSpPr>
        <p:grpSpPr>
          <a:xfrm>
            <a:off x="5161381" y="4277711"/>
            <a:ext cx="3530674" cy="1497063"/>
            <a:chOff x="3637381" y="4277710"/>
            <a:chExt cx="3530674" cy="149706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42DF816-7E57-0A4B-A4E0-3A3A0A4F27DA}"/>
                </a:ext>
              </a:extLst>
            </p:cNvPr>
            <p:cNvCxnSpPr/>
            <p:nvPr/>
          </p:nvCxnSpPr>
          <p:spPr>
            <a:xfrm>
              <a:off x="4813738" y="4277710"/>
              <a:ext cx="23543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69D3776-2B03-7D4F-8AC3-5E01782A5E8E}"/>
                </a:ext>
              </a:extLst>
            </p:cNvPr>
            <p:cNvCxnSpPr>
              <a:cxnSpLocks/>
            </p:cNvCxnSpPr>
            <p:nvPr/>
          </p:nvCxnSpPr>
          <p:spPr>
            <a:xfrm>
              <a:off x="3637381" y="5774773"/>
              <a:ext cx="28656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9CA661-9F82-F044-8CF3-9CE9BF5573AB}"/>
              </a:ext>
            </a:extLst>
          </p:cNvPr>
          <p:cNvGrpSpPr/>
          <p:nvPr/>
        </p:nvGrpSpPr>
        <p:grpSpPr>
          <a:xfrm>
            <a:off x="5052489" y="4269830"/>
            <a:ext cx="4596009" cy="1497063"/>
            <a:chOff x="2165140" y="4277710"/>
            <a:chExt cx="4596009" cy="1497063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30995E6-719E-4246-A447-E74C3E0A65CE}"/>
                </a:ext>
              </a:extLst>
            </p:cNvPr>
            <p:cNvCxnSpPr/>
            <p:nvPr/>
          </p:nvCxnSpPr>
          <p:spPr>
            <a:xfrm>
              <a:off x="2165140" y="4277710"/>
              <a:ext cx="684000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28B6E2-DE7B-3D43-8D36-38048BB7FB0F}"/>
                </a:ext>
              </a:extLst>
            </p:cNvPr>
            <p:cNvCxnSpPr>
              <a:cxnSpLocks/>
            </p:cNvCxnSpPr>
            <p:nvPr/>
          </p:nvCxnSpPr>
          <p:spPr>
            <a:xfrm>
              <a:off x="5310721" y="5774773"/>
              <a:ext cx="1450428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E59C0F-DAAA-8642-A5B4-40A11E6C9B49}"/>
              </a:ext>
            </a:extLst>
          </p:cNvPr>
          <p:cNvGrpSpPr/>
          <p:nvPr/>
        </p:nvGrpSpPr>
        <p:grpSpPr>
          <a:xfrm>
            <a:off x="4132280" y="4274135"/>
            <a:ext cx="2273225" cy="2138194"/>
            <a:chOff x="4487924" y="3636579"/>
            <a:chExt cx="2273225" cy="213819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5E1F2-29A3-1842-A5A5-45D7F1EEF75D}"/>
                </a:ext>
              </a:extLst>
            </p:cNvPr>
            <p:cNvCxnSpPr/>
            <p:nvPr/>
          </p:nvCxnSpPr>
          <p:spPr>
            <a:xfrm>
              <a:off x="4487924" y="3636579"/>
              <a:ext cx="684000" cy="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6F6899-4F2D-1346-8F5F-A1BC2EBEA7D6}"/>
                </a:ext>
              </a:extLst>
            </p:cNvPr>
            <p:cNvCxnSpPr>
              <a:cxnSpLocks/>
            </p:cNvCxnSpPr>
            <p:nvPr/>
          </p:nvCxnSpPr>
          <p:spPr>
            <a:xfrm>
              <a:off x="5310721" y="5774773"/>
              <a:ext cx="1450428" cy="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57B9E4-4E06-B543-90E2-ACE70785CC5B}"/>
              </a:ext>
            </a:extLst>
          </p:cNvPr>
          <p:cNvGrpSpPr/>
          <p:nvPr/>
        </p:nvGrpSpPr>
        <p:grpSpPr>
          <a:xfrm>
            <a:off x="6675652" y="5086721"/>
            <a:ext cx="1450428" cy="1318389"/>
            <a:chOff x="5310721" y="4456384"/>
            <a:chExt cx="1450428" cy="1318389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3D8A739-0B63-D945-BF31-65F4128E2872}"/>
                </a:ext>
              </a:extLst>
            </p:cNvPr>
            <p:cNvCxnSpPr/>
            <p:nvPr/>
          </p:nvCxnSpPr>
          <p:spPr>
            <a:xfrm>
              <a:off x="5433849" y="4456384"/>
              <a:ext cx="11160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6EE8203-DC9B-A847-BF9B-06C332F1549D}"/>
                </a:ext>
              </a:extLst>
            </p:cNvPr>
            <p:cNvCxnSpPr>
              <a:cxnSpLocks/>
            </p:cNvCxnSpPr>
            <p:nvPr/>
          </p:nvCxnSpPr>
          <p:spPr>
            <a:xfrm>
              <a:off x="5310721" y="5774773"/>
              <a:ext cx="1450428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C3952-7731-C395-51A9-78EF8BCC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E4D3C-08CF-DA34-AE77-71CD1A16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9583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706376" y="4133475"/>
            <a:ext cx="6047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Este término es constante, se puede eliminar de la desigualdad.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19" name="Picture 18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0" name="Picture 19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475152" y="248239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30667-E464-FFA2-7AC3-38D785136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7FA7F-8125-96DB-4D69-F4875368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4671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F5D12-06CB-5C47-9CFA-1CE116917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47122"/>
            <a:ext cx="9144000" cy="37517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0580A-8379-8678-AF40-0BD3C221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95BD22-2203-A82A-F711-90A67120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483116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154954" y="4092032"/>
            <a:ext cx="7556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LDA (Análisis Discriminante Lineal) se supone que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 (es constante) .
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8142308" y="2153539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70871" y="4898643"/>
            <a:ext cx="8173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se calcula a partir de datos de entrenamiento. Una buena estimación es el promedio de las matrices de covarianza individuales: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= (Σ</a:t>
            </a:r>
            <a:r>
              <a:rPr lang="es-ES_tradnl" baseline="-25000" dirty="0"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+Σ</a:t>
            </a:r>
            <a:r>
              <a:rPr lang="es-ES_tradnl" baseline="-25000" dirty="0">
                <a:latin typeface="Gill Sans MT" panose="020B0502020104020203" pitchFamily="34" charset="77"/>
                <a:cs typeface="Trebuchet MS"/>
              </a:rPr>
              <a:t>2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)/2 
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19" name="Picture 18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0" name="Picture 19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475152" y="2461375"/>
              <a:ext cx="1941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5008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73983" y="204431"/>
            <a:ext cx="945900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LDA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EA0F-43A5-7C3A-6450-CE3E009D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69B48-8553-A08E-64B5-D4FB132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810210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FB88-4EA2-8E40-BAF4-05FB484D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9125" y="2070100"/>
            <a:ext cx="10257651" cy="370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01531E-95C8-A247-91F5-EF7E943A4511}"/>
              </a:ext>
            </a:extLst>
          </p:cNvPr>
          <p:cNvSpPr txBox="1"/>
          <p:nvPr/>
        </p:nvSpPr>
        <p:spPr>
          <a:xfrm>
            <a:off x="5719588" y="683342"/>
            <a:ext cx="849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LDA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568C0-0B65-0E48-6171-E10A6010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F36F7F-5658-FAAD-9B4E-BC47B172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8152337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596385" y="4092032"/>
            <a:ext cx="512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el Clasificador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Mahalanobis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se asume </a:t>
            </a:r>
            <a:r>
              <a:rPr lang="es-ES_tradnl" i="1" dirty="0">
                <a:latin typeface="LM Roman 10 Regular"/>
                <a:cs typeface="LM Roman 10 Regular"/>
              </a:rPr>
              <a:t>p(</a:t>
            </a:r>
            <a:r>
              <a:rPr lang="es-ES_tradnl" i="1" dirty="0" err="1">
                <a:latin typeface="LM Roman 10 Regular"/>
                <a:cs typeface="LM Roman 10 Regular"/>
              </a:rPr>
              <a:t>w</a:t>
            </a:r>
            <a:r>
              <a:rPr lang="es-ES_tradnl" i="1" baseline="-25000" dirty="0" err="1">
                <a:latin typeface="LM Roman 10 Regular"/>
                <a:cs typeface="LM Roman 10 Regular"/>
              </a:rPr>
              <a:t>i</a:t>
            </a:r>
            <a:r>
              <a:rPr lang="es-ES_tradnl" i="1" dirty="0">
                <a:latin typeface="LM Roman 10 Regular"/>
                <a:cs typeface="LM Roman 10 Regular"/>
              </a:rPr>
              <a:t>) = p</a:t>
            </a:r>
            <a:r>
              <a:rPr lang="es-ES_tradnl" dirty="0">
                <a:latin typeface="Gill Sans MT" panose="020B0502020104020203" pitchFamily="34" charset="77"/>
                <a:cs typeface="LM Roman 10 Regular"/>
              </a:rPr>
              <a:t> </a:t>
            </a:r>
          </a:p>
          <a:p>
            <a:r>
              <a:rPr lang="es-ES_tradnl" dirty="0">
                <a:latin typeface="Gill Sans MT" panose="020B0502020104020203" pitchFamily="34" charset="77"/>
                <a:cs typeface="LM Roman 10 Regular"/>
              </a:rPr>
              <a:t>y las matrices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son distintas.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03890" y="2754908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20" name="Picture 19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2" name="Picture 21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475152" y="247188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73982" y="204431"/>
            <a:ext cx="3009157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MAHALANOBIS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9E8F3-9556-091B-D850-CFC25ED6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8E049-629F-44B6-8D21-F1D34F49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2463403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FB88-4EA2-8E40-BAF4-05FB484D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49127" y="2070101"/>
            <a:ext cx="10257644" cy="3707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E6ED63-F1BE-AF4A-AA45-2EDDE37B8BB8}"/>
              </a:ext>
            </a:extLst>
          </p:cNvPr>
          <p:cNvSpPr txBox="1"/>
          <p:nvPr/>
        </p:nvSpPr>
        <p:spPr>
          <a:xfrm>
            <a:off x="5205380" y="683342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 err="1">
                <a:latin typeface="Gill Sans MT" panose="020B0502020104020203" pitchFamily="34" charset="77"/>
              </a:rPr>
              <a:t>Mahalanobis</a:t>
            </a: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A53549-E52E-4F4B-2216-6C6987FE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AD83E0-B2B9-5BF2-B9D2-40A36753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159944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596384" y="4092031"/>
            <a:ext cx="62492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el Clasificador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Mahalanobis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se asume </a:t>
            </a:r>
            <a:r>
              <a:rPr lang="es-ES_tradnl" i="1" dirty="0">
                <a:latin typeface="LM Roman 10 Regular"/>
                <a:cs typeface="LM Roman 10 Regular"/>
              </a:rPr>
              <a:t>p(</a:t>
            </a:r>
            <a:r>
              <a:rPr lang="es-ES_tradnl" i="1" dirty="0" err="1">
                <a:latin typeface="LM Roman 10 Regular"/>
                <a:cs typeface="LM Roman 10 Regular"/>
              </a:rPr>
              <a:t>w</a:t>
            </a:r>
            <a:r>
              <a:rPr lang="es-ES_tradnl" i="1" baseline="-25000" dirty="0" err="1">
                <a:latin typeface="LM Roman 10 Regular"/>
                <a:cs typeface="LM Roman 10 Regular"/>
              </a:rPr>
              <a:t>i</a:t>
            </a:r>
            <a:r>
              <a:rPr lang="es-ES_tradnl" i="1" dirty="0">
                <a:latin typeface="LM Roman 10 Regular"/>
                <a:cs typeface="LM Roman 10 Regular"/>
              </a:rPr>
              <a:t>) = p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.</a:t>
            </a:r>
          </a:p>
          <a:p>
            <a:endParaRPr lang="es-ES_tradnl" dirty="0">
              <a:latin typeface="Gill Sans MT" panose="020B0502020104020203" pitchFamily="34" charset="77"/>
              <a:cs typeface="Trebuchet MS"/>
            </a:endParaRPr>
          </a:p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Hay una variante de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Mahalanobis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en la que se supone que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8142308" y="2153539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03890" y="2754908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20" name="Picture 19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2" name="Picture 21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475152" y="247188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73983" y="204431"/>
            <a:ext cx="3347391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MAHALANOBIS-0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95FE9-477C-A96F-61EF-9326DE55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1328D-290E-3AD6-586B-FA8EAE76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5728655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6ED63-F1BE-AF4A-AA45-2EDDE37B8BB8}"/>
              </a:ext>
            </a:extLst>
          </p:cNvPr>
          <p:cNvSpPr txBox="1"/>
          <p:nvPr/>
        </p:nvSpPr>
        <p:spPr>
          <a:xfrm>
            <a:off x="5205379" y="683342"/>
            <a:ext cx="2254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Mahalanobis-0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0E0EC841-A946-1948-BCFE-5EFE9831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428" y="2031208"/>
            <a:ext cx="9301655" cy="381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B3CA8B-BDD7-6D43-8384-9AB47053DAAA}"/>
              </a:ext>
            </a:extLst>
          </p:cNvPr>
          <p:cNvSpPr/>
          <p:nvPr/>
        </p:nvSpPr>
        <p:spPr>
          <a:xfrm>
            <a:off x="7741447" y="683342"/>
            <a:ext cx="12458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  <a:cs typeface="Trebuchet MS"/>
              </a:rPr>
              <a:t>(</a:t>
            </a:r>
            <a:r>
              <a:rPr lang="es-ES_tradnl" sz="2800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sz="2800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sz="2800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_tradnl" sz="2800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sz="28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77B86-37F7-6B34-FD50-6FBB33B25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FF3AA-8FE3-39AA-FDEF-57FF37C1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59234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31" name="Picture 30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32" name="Picture 31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3475152" y="2471885"/>
              <a:ext cx="1941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17710" y="4092031"/>
            <a:ext cx="68259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QDA (Análisis Discriminante Cuadrático) se supone que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y </a:t>
            </a:r>
            <a:r>
              <a:rPr lang="es-ES_tradnl" i="1" dirty="0">
                <a:latin typeface="LM Roman 10 Regular"/>
                <a:cs typeface="LM Roman 10 Regular"/>
              </a:rPr>
              <a:t>p(</a:t>
            </a:r>
            <a:r>
              <a:rPr lang="es-ES_tradnl" i="1" dirty="0" err="1">
                <a:latin typeface="LM Roman 10 Regular"/>
                <a:cs typeface="LM Roman 10 Regular"/>
              </a:rPr>
              <a:t>w</a:t>
            </a:r>
            <a:r>
              <a:rPr lang="es-ES_tradnl" i="1" baseline="-25000" dirty="0" err="1">
                <a:latin typeface="LM Roman 10 Regular"/>
                <a:cs typeface="LM Roman 10 Regular"/>
              </a:rPr>
              <a:t>i</a:t>
            </a:r>
            <a:r>
              <a:rPr lang="es-ES_tradnl" i="1" dirty="0">
                <a:latin typeface="LM Roman 10 Regular"/>
                <a:cs typeface="LM Roman 10 Regular"/>
              </a:rPr>
              <a:t>) 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
son diferentes.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982" y="204431"/>
            <a:ext cx="10821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QDA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88240E-0F40-E73A-7C49-DE32B413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ED2B06-2368-C0ED-977C-E48B9201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2402080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FB88-4EA2-8E40-BAF4-05FB484D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49127" y="2070100"/>
            <a:ext cx="10257644" cy="370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3B8BB2-E0B8-7345-B022-1B88A29EA15D}"/>
              </a:ext>
            </a:extLst>
          </p:cNvPr>
          <p:cNvSpPr txBox="1"/>
          <p:nvPr/>
        </p:nvSpPr>
        <p:spPr>
          <a:xfrm>
            <a:off x="5667038" y="683342"/>
            <a:ext cx="967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QDA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523F7-4520-DF73-2390-37C35CDC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6258C-7A0A-157A-6546-991ECB30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1569951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F01A47-6661-4843-8FDB-7E017FBF1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1" y="766484"/>
            <a:ext cx="2873045" cy="56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088A3-BAA4-7C4B-B479-708A82BDF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98" y="676920"/>
            <a:ext cx="4572000" cy="650631"/>
          </a:xfrm>
          <a:prstGeom prst="rect">
            <a:avLst/>
          </a:prstGeom>
        </p:spPr>
      </p:pic>
      <p:pic>
        <p:nvPicPr>
          <p:cNvPr id="9" name="Picture 8" descr="Screen Shot 2014-10-29 at 9.35.32 AM.png">
            <a:extLst>
              <a:ext uri="{FF2B5EF4-FFF2-40B4-BE49-F238E27FC236}">
                <a16:creationId xmlns:a16="http://schemas.microsoft.com/office/drawing/2014/main" id="{F6E78745-84A5-804A-8C2A-76C08B4E1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99" y="766484"/>
            <a:ext cx="1397000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7754B4-4A87-BA48-8EDE-1A144A671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1" y="2348291"/>
            <a:ext cx="2873045" cy="5610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A0489A-702B-984C-9D14-A03116E0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98" y="2258727"/>
            <a:ext cx="4572000" cy="6506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D45873-AB61-EC4A-A548-D6779FD1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399" y="3840533"/>
            <a:ext cx="2873045" cy="561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C81A4A-16F6-CF45-9559-180495C2A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46" y="3750969"/>
            <a:ext cx="4572000" cy="650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90DF46-F4D4-0E41-8D81-388D0D37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399" y="5422340"/>
            <a:ext cx="2873045" cy="5610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90E91C-0F5F-DC41-BD61-D3BA6A6EC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46" y="5332776"/>
            <a:ext cx="4572000" cy="65063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2627A9-0CC7-FA47-814D-CBA38040B390}"/>
              </a:ext>
            </a:extLst>
          </p:cNvPr>
          <p:cNvCxnSpPr/>
          <p:nvPr/>
        </p:nvCxnSpPr>
        <p:spPr>
          <a:xfrm flipV="1">
            <a:off x="7667946" y="215431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8D049C-9689-9E41-B20B-E2A33E617322}"/>
              </a:ext>
            </a:extLst>
          </p:cNvPr>
          <p:cNvCxnSpPr/>
          <p:nvPr/>
        </p:nvCxnSpPr>
        <p:spPr>
          <a:xfrm flipV="1">
            <a:off x="7667946" y="3736121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C648EB-6ACF-274F-94F4-45757435C9C6}"/>
              </a:ext>
            </a:extLst>
          </p:cNvPr>
          <p:cNvCxnSpPr/>
          <p:nvPr/>
        </p:nvCxnSpPr>
        <p:spPr>
          <a:xfrm flipV="1">
            <a:off x="7667946" y="5157718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BCF3C0-104A-F242-8380-499F827441F7}"/>
              </a:ext>
            </a:extLst>
          </p:cNvPr>
          <p:cNvCxnSpPr/>
          <p:nvPr/>
        </p:nvCxnSpPr>
        <p:spPr>
          <a:xfrm flipV="1">
            <a:off x="6204804" y="2130546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83A4C-9E26-A04A-B2F5-5F64CE76BF12}"/>
              </a:ext>
            </a:extLst>
          </p:cNvPr>
          <p:cNvCxnSpPr/>
          <p:nvPr/>
        </p:nvCxnSpPr>
        <p:spPr>
          <a:xfrm flipV="1">
            <a:off x="9078195" y="3736120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677F46-C270-D444-B069-FE7FC644E95C}"/>
              </a:ext>
            </a:extLst>
          </p:cNvPr>
          <p:cNvCxnSpPr/>
          <p:nvPr/>
        </p:nvCxnSpPr>
        <p:spPr>
          <a:xfrm flipV="1">
            <a:off x="6231078" y="3691339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F36AF1D-7665-9C4D-97D0-C3A3F6E2E87E}"/>
              </a:ext>
            </a:extLst>
          </p:cNvPr>
          <p:cNvSpPr/>
          <p:nvPr/>
        </p:nvSpPr>
        <p:spPr>
          <a:xfrm>
            <a:off x="7272821" y="1761213"/>
            <a:ext cx="1244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7981F8-F1D6-CE47-8E2F-71157F215349}"/>
              </a:ext>
            </a:extLst>
          </p:cNvPr>
          <p:cNvSpPr/>
          <p:nvPr/>
        </p:nvSpPr>
        <p:spPr>
          <a:xfrm>
            <a:off x="7246547" y="3261379"/>
            <a:ext cx="1244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3D7042-E6D8-AE4B-B8ED-1F8E88727161}"/>
              </a:ext>
            </a:extLst>
          </p:cNvPr>
          <p:cNvSpPr/>
          <p:nvPr/>
        </p:nvSpPr>
        <p:spPr>
          <a:xfrm>
            <a:off x="8851236" y="1761519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3557A1-4263-2842-8872-40E5DF41AF52}"/>
              </a:ext>
            </a:extLst>
          </p:cNvPr>
          <p:cNvSpPr/>
          <p:nvPr/>
        </p:nvSpPr>
        <p:spPr>
          <a:xfrm>
            <a:off x="8819951" y="3261379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766D41-33F1-164D-BF89-B0D43BB87048}"/>
              </a:ext>
            </a:extLst>
          </p:cNvPr>
          <p:cNvSpPr/>
          <p:nvPr/>
        </p:nvSpPr>
        <p:spPr>
          <a:xfrm>
            <a:off x="8846570" y="4788384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9AF186-0427-E846-BB84-19DA44EFB95D}"/>
              </a:ext>
            </a:extLst>
          </p:cNvPr>
          <p:cNvSpPr/>
          <p:nvPr/>
        </p:nvSpPr>
        <p:spPr>
          <a:xfrm>
            <a:off x="9546805" y="3244334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LM Roman 10 Regular"/>
                <a:cs typeface="LM Roman 10 Regular"/>
              </a:rPr>
              <a:t>p(</a:t>
            </a:r>
            <a:r>
              <a:rPr lang="en-US" i="1" dirty="0" err="1">
                <a:latin typeface="LM Roman 10 Regular"/>
                <a:cs typeface="LM Roman 10 Regular"/>
              </a:rPr>
              <a:t>w</a:t>
            </a:r>
            <a:r>
              <a:rPr lang="en-US" i="1" baseline="-25000" dirty="0" err="1">
                <a:latin typeface="LM Roman 10 Regular"/>
                <a:cs typeface="LM Roman 10 Regular"/>
              </a:rPr>
              <a:t>i</a:t>
            </a:r>
            <a:r>
              <a:rPr lang="en-US" i="1" dirty="0">
                <a:latin typeface="LM Roman 10 Regular"/>
                <a:cs typeface="LM Roman 10 Regular"/>
              </a:rPr>
              <a:t>) = </a:t>
            </a:r>
            <a:r>
              <a:rPr lang="en-US" i="1" dirty="0" err="1">
                <a:latin typeface="LM Roman 10 Regular"/>
                <a:cs typeface="LM Roman 10 Regular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B18777-5E2B-304B-9820-D912D8978F3F}"/>
              </a:ext>
            </a:extLst>
          </p:cNvPr>
          <p:cNvSpPr txBox="1"/>
          <p:nvPr/>
        </p:nvSpPr>
        <p:spPr>
          <a:xfrm>
            <a:off x="2001445" y="2444158"/>
            <a:ext cx="61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27F450-FC19-7B45-B5F6-BC68C99E8B07}"/>
              </a:ext>
            </a:extLst>
          </p:cNvPr>
          <p:cNvSpPr txBox="1"/>
          <p:nvPr/>
        </p:nvSpPr>
        <p:spPr>
          <a:xfrm>
            <a:off x="2001444" y="5473424"/>
            <a:ext cx="68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QDA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38F7AB-5154-504C-B1F1-F400EFDFF79A}"/>
              </a:ext>
            </a:extLst>
          </p:cNvPr>
          <p:cNvSpPr txBox="1"/>
          <p:nvPr/>
        </p:nvSpPr>
        <p:spPr>
          <a:xfrm>
            <a:off x="1704892" y="3894359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Mahalanobis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7D761F-D37F-8622-CBB4-1B6477A6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5F74B-E41A-2655-0288-3C0246A9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8370658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Árboles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Decisión</a:t>
            </a:r>
            <a:endParaRPr lang="es-CL" sz="1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2739C-53C9-F725-F5DB-FDF2F4D0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A7AF67-CA97-84EC-8091-017A92AC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3056225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96E32-E096-9D61-8262-31E18E43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7A795-97AA-FFC8-E750-033DA27F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923866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00C96-087A-AB45-9C93-8E9F9CA12C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478924" y="5153497"/>
            <a:ext cx="5538951" cy="9397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DB5D59-43D3-D644-9872-4D48854DA5CA}"/>
              </a:ext>
            </a:extLst>
          </p:cNvPr>
          <p:cNvSpPr/>
          <p:nvPr/>
        </p:nvSpPr>
        <p:spPr>
          <a:xfrm>
            <a:off x="9129696" y="5013900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3499945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967BC-CB46-A4CB-3691-5F175B85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ABFAA-7460-06DC-497F-62524689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4054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231 L 0.60104 -0.00231 " pathEditMode="relative" ptsTypes="AA">
                                      <p:cBhvr>
                                        <p:cTn id="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C18A4-92B0-DE45-9EF2-9096A9337D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478924" y="5153497"/>
            <a:ext cx="5538951" cy="9397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8EEF77-159C-FB49-B46D-37D93ECD5C97}"/>
              </a:ext>
            </a:extLst>
          </p:cNvPr>
          <p:cNvSpPr/>
          <p:nvPr/>
        </p:nvSpPr>
        <p:spPr>
          <a:xfrm>
            <a:off x="9129696" y="5013900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6361126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D22459-11FE-1349-BA8A-E7E0AE27EBB1}"/>
              </a:ext>
            </a:extLst>
          </p:cNvPr>
          <p:cNvSpPr txBox="1"/>
          <p:nvPr/>
        </p:nvSpPr>
        <p:spPr>
          <a:xfrm>
            <a:off x="6243137" y="5723964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ERR = 0.025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39FF8-6FFE-FDAD-3B54-CE68A8C3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9077F-AFF1-423D-0170-F048E0D6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926344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B1A1BD-D165-084A-8D66-01BB0E1E7B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6093776" y="3225201"/>
            <a:ext cx="4326483" cy="14097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4D4910A-9C83-734D-A166-D322BC151B5C}"/>
              </a:ext>
            </a:extLst>
          </p:cNvPr>
          <p:cNvSpPr/>
          <p:nvPr/>
        </p:nvSpPr>
        <p:spPr>
          <a:xfrm rot="16200000">
            <a:off x="7427471" y="1161286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>
            <a:cxnSpLocks/>
          </p:cNvCxnSpPr>
          <p:nvPr/>
        </p:nvCxnSpPr>
        <p:spPr>
          <a:xfrm>
            <a:off x="3478924" y="6093296"/>
            <a:ext cx="55389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31C42-1DEA-0958-A14E-9A3DB65F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A0461-C494-BFA2-927B-B656DE68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8686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232 L -0.00052 -0.626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3120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D22459-11FE-1349-BA8A-E7E0AE27EBB1}"/>
              </a:ext>
            </a:extLst>
          </p:cNvPr>
          <p:cNvSpPr txBox="1"/>
          <p:nvPr/>
        </p:nvSpPr>
        <p:spPr>
          <a:xfrm>
            <a:off x="9125052" y="396723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ERR = 0.066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4B358A-1A03-6C46-989C-28E35DECAF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6093776" y="3225201"/>
            <a:ext cx="4326483" cy="1409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4DE125-1926-8A44-A24F-A28D7E2675BD}"/>
              </a:ext>
            </a:extLst>
          </p:cNvPr>
          <p:cNvSpPr/>
          <p:nvPr/>
        </p:nvSpPr>
        <p:spPr>
          <a:xfrm rot="16200000">
            <a:off x="7427471" y="1161286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>
            <a:cxnSpLocks/>
          </p:cNvCxnSpPr>
          <p:nvPr/>
        </p:nvCxnSpPr>
        <p:spPr>
          <a:xfrm>
            <a:off x="3510456" y="4096180"/>
            <a:ext cx="5517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90A2F-DE5A-5C0C-3AB5-80438486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86152-3261-C4A3-1D36-7E5CBF55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837055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6243137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D22459-11FE-1349-BA8A-E7E0AE27EBB1}"/>
              </a:ext>
            </a:extLst>
          </p:cNvPr>
          <p:cNvSpPr txBox="1"/>
          <p:nvPr/>
        </p:nvSpPr>
        <p:spPr>
          <a:xfrm>
            <a:off x="6243137" y="5723964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ERR = 0.025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42C6-467B-8003-4C7B-6A3FAE55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A9D46-BA4D-5491-9F50-6A4A31CF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3552153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1"/>
          <a:stretch/>
        </p:blipFill>
        <p:spPr>
          <a:xfrm>
            <a:off x="3041651" y="1532317"/>
            <a:ext cx="3201487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FC6C-C19D-C447-8A5F-67FF174E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67"/>
          <a:stretch/>
        </p:blipFill>
        <p:spPr>
          <a:xfrm>
            <a:off x="6250405" y="1530696"/>
            <a:ext cx="2891440" cy="5054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30AC6-53EA-2B5D-BAD6-B8577B59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BEC15-0531-E89E-346C-1718DD47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6725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717 L 0.11545 0.00717 " pathEditMode="relative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56 0.00347 L -0.14045 0.0027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1"/>
          <a:stretch/>
        </p:blipFill>
        <p:spPr>
          <a:xfrm>
            <a:off x="1817760" y="1588589"/>
            <a:ext cx="3201487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FC6C-C19D-C447-8A5F-67FF174E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67"/>
          <a:stretch/>
        </p:blipFill>
        <p:spPr>
          <a:xfrm>
            <a:off x="7263280" y="1586968"/>
            <a:ext cx="2891440" cy="50546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AB3706-01E1-3647-A20D-44624B0E5858}"/>
              </a:ext>
            </a:extLst>
          </p:cNvPr>
          <p:cNvCxnSpPr/>
          <p:nvPr/>
        </p:nvCxnSpPr>
        <p:spPr>
          <a:xfrm>
            <a:off x="2297724" y="6161649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CB6434-9F70-C048-8AEE-D4498F241CC0}"/>
              </a:ext>
            </a:extLst>
          </p:cNvPr>
          <p:cNvCxnSpPr/>
          <p:nvPr/>
        </p:nvCxnSpPr>
        <p:spPr>
          <a:xfrm>
            <a:off x="7263281" y="6145236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EB564-0A3A-193E-8679-0B1B35D5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EA895-082E-7ED0-8287-8CCB1F95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8000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0.00208 L 0.00209 -0.62963 " pathEditMode="relative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0.00209 L 0.00208 -0.6296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1"/>
          <a:stretch/>
        </p:blipFill>
        <p:spPr>
          <a:xfrm>
            <a:off x="1817760" y="1588589"/>
            <a:ext cx="3201487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FC6C-C19D-C447-8A5F-67FF174E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67"/>
          <a:stretch/>
        </p:blipFill>
        <p:spPr>
          <a:xfrm>
            <a:off x="7263280" y="1586968"/>
            <a:ext cx="2891440" cy="50546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AB3706-01E1-3647-A20D-44624B0E5858}"/>
              </a:ext>
            </a:extLst>
          </p:cNvPr>
          <p:cNvCxnSpPr/>
          <p:nvPr/>
        </p:nvCxnSpPr>
        <p:spPr>
          <a:xfrm>
            <a:off x="2297724" y="3868610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CB6434-9F70-C048-8AEE-D4498F241CC0}"/>
              </a:ext>
            </a:extLst>
          </p:cNvPr>
          <p:cNvCxnSpPr/>
          <p:nvPr/>
        </p:nvCxnSpPr>
        <p:spPr>
          <a:xfrm>
            <a:off x="7263281" y="4513390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4CD46-D4F3-CD17-B11F-96ECC8A2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2225D-2556-D88B-A0DB-9D3EE4DA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1322548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6243137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151B7B-B1D8-B743-A959-0B4DC6011C6A}"/>
              </a:ext>
            </a:extLst>
          </p:cNvPr>
          <p:cNvCxnSpPr/>
          <p:nvPr/>
        </p:nvCxnSpPr>
        <p:spPr>
          <a:xfrm>
            <a:off x="3521615" y="3784204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861197-0997-CF40-B762-020A8690A48C}"/>
              </a:ext>
            </a:extLst>
          </p:cNvPr>
          <p:cNvCxnSpPr/>
          <p:nvPr/>
        </p:nvCxnSpPr>
        <p:spPr>
          <a:xfrm>
            <a:off x="6289707" y="4513380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DC1E56-1D26-9249-9494-7E288715AC9D}"/>
              </a:ext>
            </a:extLst>
          </p:cNvPr>
          <p:cNvSpPr txBox="1"/>
          <p:nvPr/>
        </p:nvSpPr>
        <p:spPr>
          <a:xfrm>
            <a:off x="9655126" y="5655212"/>
            <a:ext cx="63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etc...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58C4E-B2A8-C941-9670-DD50E0A79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574" y="4646641"/>
            <a:ext cx="368300" cy="40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C4038-93C3-6141-99BD-BC7C0F26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613" y="3296140"/>
            <a:ext cx="368300" cy="40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EC4F4B-321F-9440-8F48-42A6C4A03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231" y="5617308"/>
            <a:ext cx="355600" cy="406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FACFC-A4A0-B93F-8BBB-403382F6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2BBFAE-D91E-EC2E-2DEF-FD605F87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3266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3A40A7-BA2A-C744-917A-ABE8600BD0DE}"/>
              </a:ext>
            </a:extLst>
          </p:cNvPr>
          <p:cNvSpPr/>
          <p:nvPr/>
        </p:nvSpPr>
        <p:spPr>
          <a:xfrm>
            <a:off x="4196864" y="1730325"/>
            <a:ext cx="2588455" cy="1209822"/>
          </a:xfrm>
          <a:prstGeom prst="roundRect">
            <a:avLst/>
          </a:prstGeom>
          <a:noFill/>
          <a:ln w="41275">
            <a:solidFill>
              <a:srgbClr val="FF9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EA875-F63E-4E4D-89A2-D396A426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741" y="2103900"/>
            <a:ext cx="1435100" cy="406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88BD0B-04D8-4C45-A6D1-4618AD7818DB}"/>
              </a:ext>
            </a:extLst>
          </p:cNvPr>
          <p:cNvSpPr/>
          <p:nvPr/>
        </p:nvSpPr>
        <p:spPr>
          <a:xfrm>
            <a:off x="2182840" y="3753728"/>
            <a:ext cx="2588455" cy="1209822"/>
          </a:xfrm>
          <a:prstGeom prst="round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1ECA59-F0A7-0043-A027-0915D1521520}"/>
              </a:ext>
            </a:extLst>
          </p:cNvPr>
          <p:cNvSpPr/>
          <p:nvPr/>
        </p:nvSpPr>
        <p:spPr>
          <a:xfrm>
            <a:off x="6208048" y="3753728"/>
            <a:ext cx="2588455" cy="1209822"/>
          </a:xfrm>
          <a:prstGeom prst="roundRect">
            <a:avLst/>
          </a:prstGeom>
          <a:noFill/>
          <a:ln w="41275">
            <a:solidFill>
              <a:srgbClr val="FF40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37422-9CF3-B54D-B087-EC04970E906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3477067" y="2940148"/>
            <a:ext cx="201402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B349D3-BB24-8D44-AE70-94FB1FB5AD6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5491091" y="2940148"/>
            <a:ext cx="201118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55287AD-5019-3947-92CC-A97DD54F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166" y="4118705"/>
            <a:ext cx="1447800" cy="406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3F5E71-E8BB-294F-B2EE-A817C080D108}"/>
              </a:ext>
            </a:extLst>
          </p:cNvPr>
          <p:cNvSpPr txBox="1"/>
          <p:nvPr/>
        </p:nvSpPr>
        <p:spPr>
          <a:xfrm>
            <a:off x="3828759" y="3087465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EA9C16-D4D5-294D-8C9A-BC7BE4DB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30" y="4102293"/>
            <a:ext cx="1447800" cy="406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560F59-AA17-8E4A-A647-C0070A885C33}"/>
              </a:ext>
            </a:extLst>
          </p:cNvPr>
          <p:cNvCxnSpPr/>
          <p:nvPr/>
        </p:nvCxnSpPr>
        <p:spPr>
          <a:xfrm flipH="1">
            <a:off x="2014522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3F6E70-5A08-3246-8C31-BF9F9DF419D4}"/>
              </a:ext>
            </a:extLst>
          </p:cNvPr>
          <p:cNvCxnSpPr>
            <a:cxnSpLocks/>
          </p:cNvCxnSpPr>
          <p:nvPr/>
        </p:nvCxnSpPr>
        <p:spPr>
          <a:xfrm>
            <a:off x="3451771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BA839E-12EB-1042-8680-C3C50A62FA91}"/>
              </a:ext>
            </a:extLst>
          </p:cNvPr>
          <p:cNvSpPr txBox="1"/>
          <p:nvPr/>
        </p:nvSpPr>
        <p:spPr>
          <a:xfrm>
            <a:off x="2014521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B59D32-F00D-564F-9EA8-6DA8FBF8B69C}"/>
              </a:ext>
            </a:extLst>
          </p:cNvPr>
          <p:cNvCxnSpPr/>
          <p:nvPr/>
        </p:nvCxnSpPr>
        <p:spPr>
          <a:xfrm flipH="1">
            <a:off x="6066016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802A7-1AE6-E949-83B1-F2A99D97E17D}"/>
              </a:ext>
            </a:extLst>
          </p:cNvPr>
          <p:cNvCxnSpPr>
            <a:cxnSpLocks/>
          </p:cNvCxnSpPr>
          <p:nvPr/>
        </p:nvCxnSpPr>
        <p:spPr>
          <a:xfrm>
            <a:off x="7503265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F7908B-3755-B54D-BF17-B94A2E2465B1}"/>
              </a:ext>
            </a:extLst>
          </p:cNvPr>
          <p:cNvSpPr txBox="1"/>
          <p:nvPr/>
        </p:nvSpPr>
        <p:spPr>
          <a:xfrm>
            <a:off x="6066015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F6156-989A-654D-A0F2-156FE2DC2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3" y="382379"/>
            <a:ext cx="3338817" cy="26631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12E751-1D9B-8546-B0C8-A02CFA6FF279}"/>
              </a:ext>
            </a:extLst>
          </p:cNvPr>
          <p:cNvSpPr txBox="1"/>
          <p:nvPr/>
        </p:nvSpPr>
        <p:spPr>
          <a:xfrm>
            <a:off x="8614118" y="60350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9187A-20E7-A04D-A7F2-1654B1E59FF1}"/>
              </a:ext>
            </a:extLst>
          </p:cNvPr>
          <p:cNvSpPr txBox="1"/>
          <p:nvPr/>
        </p:nvSpPr>
        <p:spPr>
          <a:xfrm>
            <a:off x="4584737" y="601779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57FCD-25E8-AA43-B448-99171A99BE89}"/>
              </a:ext>
            </a:extLst>
          </p:cNvPr>
          <p:cNvSpPr txBox="1"/>
          <p:nvPr/>
        </p:nvSpPr>
        <p:spPr>
          <a:xfrm>
            <a:off x="5746338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B6FE7-5879-7E47-A3CA-B94FBCBC3500}"/>
              </a:ext>
            </a:extLst>
          </p:cNvPr>
          <p:cNvSpPr txBox="1"/>
          <p:nvPr/>
        </p:nvSpPr>
        <p:spPr>
          <a:xfrm>
            <a:off x="1549332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F62DA-8280-1845-B9D5-9447A51E6146}"/>
              </a:ext>
            </a:extLst>
          </p:cNvPr>
          <p:cNvSpPr txBox="1"/>
          <p:nvPr/>
        </p:nvSpPr>
        <p:spPr>
          <a:xfrm>
            <a:off x="9082548" y="46496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197722-1AAA-974D-B6B7-DB5D4DEEF8B6}"/>
              </a:ext>
            </a:extLst>
          </p:cNvPr>
          <p:cNvSpPr txBox="1"/>
          <p:nvPr/>
        </p:nvSpPr>
        <p:spPr>
          <a:xfrm>
            <a:off x="7754918" y="50716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C08C78-09EB-D441-99AF-C53202F04F20}"/>
              </a:ext>
            </a:extLst>
          </p:cNvPr>
          <p:cNvSpPr txBox="1"/>
          <p:nvPr/>
        </p:nvSpPr>
        <p:spPr>
          <a:xfrm>
            <a:off x="9885026" y="2571651"/>
            <a:ext cx="46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90F19-ED55-604B-8C86-6FABD94C95D7}"/>
              </a:ext>
            </a:extLst>
          </p:cNvPr>
          <p:cNvSpPr txBox="1"/>
          <p:nvPr/>
        </p:nvSpPr>
        <p:spPr>
          <a:xfrm>
            <a:off x="7070135" y="2569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2869B6-B8A3-E048-8B64-9B6D7D078BF7}"/>
              </a:ext>
            </a:extLst>
          </p:cNvPr>
          <p:cNvCxnSpPr>
            <a:cxnSpLocks/>
            <a:stCxn id="25" idx="0"/>
            <a:endCxn id="25" idx="2"/>
          </p:cNvCxnSpPr>
          <p:nvPr/>
        </p:nvCxnSpPr>
        <p:spPr>
          <a:xfrm>
            <a:off x="8740771" y="382379"/>
            <a:ext cx="0" cy="2663197"/>
          </a:xfrm>
          <a:prstGeom prst="line">
            <a:avLst/>
          </a:prstGeom>
          <a:ln w="34925">
            <a:solidFill>
              <a:srgbClr val="FF9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4BEA72-C8A0-5D4B-8E56-90B5762826D6}"/>
              </a:ext>
            </a:extLst>
          </p:cNvPr>
          <p:cNvCxnSpPr>
            <a:cxnSpLocks/>
          </p:cNvCxnSpPr>
          <p:nvPr/>
        </p:nvCxnSpPr>
        <p:spPr>
          <a:xfrm>
            <a:off x="7074824" y="1624459"/>
            <a:ext cx="1692000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72A5A8-979C-164C-A94F-7303D5220B8A}"/>
              </a:ext>
            </a:extLst>
          </p:cNvPr>
          <p:cNvCxnSpPr>
            <a:cxnSpLocks/>
          </p:cNvCxnSpPr>
          <p:nvPr/>
        </p:nvCxnSpPr>
        <p:spPr>
          <a:xfrm>
            <a:off x="8748068" y="2053524"/>
            <a:ext cx="1620000" cy="0"/>
          </a:xfrm>
          <a:prstGeom prst="line">
            <a:avLst/>
          </a:prstGeom>
          <a:ln w="34925"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43BF5C5-D8AD-EB40-8705-6FDC33247113}"/>
              </a:ext>
            </a:extLst>
          </p:cNvPr>
          <p:cNvSpPr txBox="1"/>
          <p:nvPr/>
        </p:nvSpPr>
        <p:spPr>
          <a:xfrm>
            <a:off x="2135561" y="764705"/>
            <a:ext cx="1157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  <a:cs typeface="Trebuchet MS"/>
              </a:rPr>
              <a:t>Árbol</a:t>
            </a:r>
            <a:endParaRPr lang="en-US" sz="3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71614-7113-7A56-94AB-D15A53B8C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BEA8F-57C3-616B-D620-7793B4DD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6872710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3A40A7-BA2A-C744-917A-ABE8600BD0DE}"/>
              </a:ext>
            </a:extLst>
          </p:cNvPr>
          <p:cNvSpPr/>
          <p:nvPr/>
        </p:nvSpPr>
        <p:spPr>
          <a:xfrm>
            <a:off x="4196864" y="1730325"/>
            <a:ext cx="2588455" cy="1209822"/>
          </a:xfrm>
          <a:prstGeom prst="roundRect">
            <a:avLst/>
          </a:prstGeom>
          <a:noFill/>
          <a:ln w="41275">
            <a:solidFill>
              <a:srgbClr val="FF9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EA875-F63E-4E4D-89A2-D396A426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741" y="2103900"/>
            <a:ext cx="1435100" cy="406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88BD0B-04D8-4C45-A6D1-4618AD7818DB}"/>
              </a:ext>
            </a:extLst>
          </p:cNvPr>
          <p:cNvSpPr/>
          <p:nvPr/>
        </p:nvSpPr>
        <p:spPr>
          <a:xfrm>
            <a:off x="2182840" y="3753728"/>
            <a:ext cx="2588455" cy="1209822"/>
          </a:xfrm>
          <a:prstGeom prst="round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1ECA59-F0A7-0043-A027-0915D1521520}"/>
              </a:ext>
            </a:extLst>
          </p:cNvPr>
          <p:cNvSpPr/>
          <p:nvPr/>
        </p:nvSpPr>
        <p:spPr>
          <a:xfrm>
            <a:off x="6208048" y="3753728"/>
            <a:ext cx="2588455" cy="1209822"/>
          </a:xfrm>
          <a:prstGeom prst="roundRect">
            <a:avLst/>
          </a:prstGeom>
          <a:noFill/>
          <a:ln w="41275">
            <a:solidFill>
              <a:srgbClr val="FF40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37422-9CF3-B54D-B087-EC04970E906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3477067" y="2940148"/>
            <a:ext cx="201402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B349D3-BB24-8D44-AE70-94FB1FB5AD6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5491091" y="2940148"/>
            <a:ext cx="201118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55287AD-5019-3947-92CC-A97DD54F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166" y="4118705"/>
            <a:ext cx="1447800" cy="406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3F5E71-E8BB-294F-B2EE-A817C080D108}"/>
              </a:ext>
            </a:extLst>
          </p:cNvPr>
          <p:cNvSpPr txBox="1"/>
          <p:nvPr/>
        </p:nvSpPr>
        <p:spPr>
          <a:xfrm>
            <a:off x="3828759" y="3087465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EA9C16-D4D5-294D-8C9A-BC7BE4DB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30" y="4102293"/>
            <a:ext cx="1447800" cy="406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560F59-AA17-8E4A-A647-C0070A885C33}"/>
              </a:ext>
            </a:extLst>
          </p:cNvPr>
          <p:cNvCxnSpPr/>
          <p:nvPr/>
        </p:nvCxnSpPr>
        <p:spPr>
          <a:xfrm flipH="1">
            <a:off x="2014522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3F6E70-5A08-3246-8C31-BF9F9DF419D4}"/>
              </a:ext>
            </a:extLst>
          </p:cNvPr>
          <p:cNvCxnSpPr>
            <a:cxnSpLocks/>
          </p:cNvCxnSpPr>
          <p:nvPr/>
        </p:nvCxnSpPr>
        <p:spPr>
          <a:xfrm>
            <a:off x="3451771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BA839E-12EB-1042-8680-C3C50A62FA91}"/>
              </a:ext>
            </a:extLst>
          </p:cNvPr>
          <p:cNvSpPr txBox="1"/>
          <p:nvPr/>
        </p:nvSpPr>
        <p:spPr>
          <a:xfrm>
            <a:off x="2014521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B59D32-F00D-564F-9EA8-6DA8FBF8B69C}"/>
              </a:ext>
            </a:extLst>
          </p:cNvPr>
          <p:cNvCxnSpPr/>
          <p:nvPr/>
        </p:nvCxnSpPr>
        <p:spPr>
          <a:xfrm flipH="1">
            <a:off x="6066016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802A7-1AE6-E949-83B1-F2A99D97E17D}"/>
              </a:ext>
            </a:extLst>
          </p:cNvPr>
          <p:cNvCxnSpPr>
            <a:cxnSpLocks/>
          </p:cNvCxnSpPr>
          <p:nvPr/>
        </p:nvCxnSpPr>
        <p:spPr>
          <a:xfrm>
            <a:off x="7503265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F7908B-3755-B54D-BF17-B94A2E2465B1}"/>
              </a:ext>
            </a:extLst>
          </p:cNvPr>
          <p:cNvSpPr txBox="1"/>
          <p:nvPr/>
        </p:nvSpPr>
        <p:spPr>
          <a:xfrm>
            <a:off x="6066015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F6156-989A-654D-A0F2-156FE2DC2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3" y="382379"/>
            <a:ext cx="3338817" cy="26631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12E751-1D9B-8546-B0C8-A02CFA6FF279}"/>
              </a:ext>
            </a:extLst>
          </p:cNvPr>
          <p:cNvSpPr txBox="1"/>
          <p:nvPr/>
        </p:nvSpPr>
        <p:spPr>
          <a:xfrm>
            <a:off x="8614118" y="60350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9187A-20E7-A04D-A7F2-1654B1E59FF1}"/>
              </a:ext>
            </a:extLst>
          </p:cNvPr>
          <p:cNvSpPr txBox="1"/>
          <p:nvPr/>
        </p:nvSpPr>
        <p:spPr>
          <a:xfrm>
            <a:off x="4584737" y="601779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57FCD-25E8-AA43-B448-99171A99BE89}"/>
              </a:ext>
            </a:extLst>
          </p:cNvPr>
          <p:cNvSpPr txBox="1"/>
          <p:nvPr/>
        </p:nvSpPr>
        <p:spPr>
          <a:xfrm>
            <a:off x="5746338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B6FE7-5879-7E47-A3CA-B94FBCBC3500}"/>
              </a:ext>
            </a:extLst>
          </p:cNvPr>
          <p:cNvSpPr txBox="1"/>
          <p:nvPr/>
        </p:nvSpPr>
        <p:spPr>
          <a:xfrm>
            <a:off x="1549332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F62DA-8280-1845-B9D5-9447A51E6146}"/>
              </a:ext>
            </a:extLst>
          </p:cNvPr>
          <p:cNvSpPr txBox="1"/>
          <p:nvPr/>
        </p:nvSpPr>
        <p:spPr>
          <a:xfrm>
            <a:off x="9082548" y="46496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197722-1AAA-974D-B6B7-DB5D4DEEF8B6}"/>
              </a:ext>
            </a:extLst>
          </p:cNvPr>
          <p:cNvSpPr txBox="1"/>
          <p:nvPr/>
        </p:nvSpPr>
        <p:spPr>
          <a:xfrm>
            <a:off x="7754918" y="50716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C08C78-09EB-D441-99AF-C53202F04F20}"/>
              </a:ext>
            </a:extLst>
          </p:cNvPr>
          <p:cNvSpPr txBox="1"/>
          <p:nvPr/>
        </p:nvSpPr>
        <p:spPr>
          <a:xfrm>
            <a:off x="9885026" y="2571651"/>
            <a:ext cx="46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90F19-ED55-604B-8C86-6FABD94C95D7}"/>
              </a:ext>
            </a:extLst>
          </p:cNvPr>
          <p:cNvSpPr txBox="1"/>
          <p:nvPr/>
        </p:nvSpPr>
        <p:spPr>
          <a:xfrm>
            <a:off x="7070135" y="2569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2869B6-B8A3-E048-8B64-9B6D7D078BF7}"/>
              </a:ext>
            </a:extLst>
          </p:cNvPr>
          <p:cNvCxnSpPr>
            <a:cxnSpLocks/>
            <a:stCxn id="25" idx="0"/>
            <a:endCxn id="25" idx="2"/>
          </p:cNvCxnSpPr>
          <p:nvPr/>
        </p:nvCxnSpPr>
        <p:spPr>
          <a:xfrm>
            <a:off x="8740771" y="382379"/>
            <a:ext cx="0" cy="2663197"/>
          </a:xfrm>
          <a:prstGeom prst="line">
            <a:avLst/>
          </a:prstGeom>
          <a:ln w="34925">
            <a:solidFill>
              <a:srgbClr val="FF9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4BEA72-C8A0-5D4B-8E56-90B5762826D6}"/>
              </a:ext>
            </a:extLst>
          </p:cNvPr>
          <p:cNvCxnSpPr>
            <a:cxnSpLocks/>
          </p:cNvCxnSpPr>
          <p:nvPr/>
        </p:nvCxnSpPr>
        <p:spPr>
          <a:xfrm>
            <a:off x="7074824" y="1624459"/>
            <a:ext cx="1692000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72A5A8-979C-164C-A94F-7303D5220B8A}"/>
              </a:ext>
            </a:extLst>
          </p:cNvPr>
          <p:cNvCxnSpPr>
            <a:cxnSpLocks/>
          </p:cNvCxnSpPr>
          <p:nvPr/>
        </p:nvCxnSpPr>
        <p:spPr>
          <a:xfrm>
            <a:off x="8748068" y="2053524"/>
            <a:ext cx="1620000" cy="0"/>
          </a:xfrm>
          <a:prstGeom prst="line">
            <a:avLst/>
          </a:prstGeom>
          <a:ln w="34925"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>
            <a:extLst>
              <a:ext uri="{FF2B5EF4-FFF2-40B4-BE49-F238E27FC236}">
                <a16:creationId xmlns:a16="http://schemas.microsoft.com/office/drawing/2014/main" id="{6D1C995D-62E0-8047-9920-9ACB490ADD1A}"/>
              </a:ext>
            </a:extLst>
          </p:cNvPr>
          <p:cNvSpPr/>
          <p:nvPr/>
        </p:nvSpPr>
        <p:spPr>
          <a:xfrm>
            <a:off x="7097807" y="1613648"/>
            <a:ext cx="3294529" cy="443753"/>
          </a:xfrm>
          <a:custGeom>
            <a:avLst/>
            <a:gdLst>
              <a:gd name="connsiteX0" fmla="*/ 0 w 3294529"/>
              <a:gd name="connsiteY0" fmla="*/ 0 h 443753"/>
              <a:gd name="connsiteX1" fmla="*/ 1627094 w 3294529"/>
              <a:gd name="connsiteY1" fmla="*/ 26894 h 443753"/>
              <a:gd name="connsiteX2" fmla="*/ 1627094 w 3294529"/>
              <a:gd name="connsiteY2" fmla="*/ 26894 h 443753"/>
              <a:gd name="connsiteX3" fmla="*/ 1613647 w 3294529"/>
              <a:gd name="connsiteY3" fmla="*/ 443753 h 443753"/>
              <a:gd name="connsiteX4" fmla="*/ 3294529 w 3294529"/>
              <a:gd name="connsiteY4" fmla="*/ 443753 h 443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4529" h="443753">
                <a:moveTo>
                  <a:pt x="0" y="0"/>
                </a:moveTo>
                <a:lnTo>
                  <a:pt x="1627094" y="26894"/>
                </a:lnTo>
                <a:lnTo>
                  <a:pt x="1627094" y="26894"/>
                </a:lnTo>
                <a:lnTo>
                  <a:pt x="1613647" y="443753"/>
                </a:lnTo>
                <a:lnTo>
                  <a:pt x="3294529" y="443753"/>
                </a:lnTo>
              </a:path>
            </a:pathLst>
          </a:custGeom>
          <a:noFill/>
          <a:ln w="82550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B50ED8-7CB6-6C4B-8CAC-0207BFD48CC4}"/>
              </a:ext>
            </a:extLst>
          </p:cNvPr>
          <p:cNvSpPr txBox="1"/>
          <p:nvPr/>
        </p:nvSpPr>
        <p:spPr>
          <a:xfrm>
            <a:off x="2135561" y="764705"/>
            <a:ext cx="1157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  <a:cs typeface="Trebuchet MS"/>
              </a:rPr>
              <a:t>Árbol</a:t>
            </a:r>
            <a:endParaRPr lang="en-US" sz="32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C778E-C2EF-C40B-88F5-E9FB6150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BE6F1-1ECD-818B-9746-5510B9AE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7226770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2D42A1-DD5C-BC43-AD9B-D3843447DF0D}"/>
              </a:ext>
            </a:extLst>
          </p:cNvPr>
          <p:cNvSpPr txBox="1"/>
          <p:nvPr/>
        </p:nvSpPr>
        <p:spPr>
          <a:xfrm>
            <a:off x="2208342" y="520511"/>
            <a:ext cx="6641946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latin typeface="Gill Sans MT" panose="020B0502020104020203" pitchFamily="34" charset="77"/>
              </a:rPr>
              <a:t>Métricas usadas para el error:</a:t>
            </a:r>
          </a:p>
          <a:p>
            <a:endParaRPr lang="es-ES_tradnl" sz="40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_tradnl" sz="2800" dirty="0">
                <a:latin typeface="Gill Sans MT" panose="020B0502020104020203" pitchFamily="34" charset="77"/>
              </a:rPr>
              <a:t>Error de clasificación         1 - </a:t>
            </a:r>
            <a:r>
              <a:rPr lang="es-ES_tradnl" sz="2800" dirty="0" err="1">
                <a:latin typeface="Gill Sans MT" panose="020B0502020104020203" pitchFamily="34" charset="77"/>
              </a:rPr>
              <a:t>Accuracy</a:t>
            </a:r>
            <a:endParaRPr lang="es-ES_tradnl" sz="2800" dirty="0">
              <a:latin typeface="Gill Sans MT" panose="020B0502020104020203" pitchFamily="34" charset="77"/>
            </a:endParaRP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_tradnl" sz="2800" dirty="0">
                <a:latin typeface="Gill Sans MT" panose="020B0502020104020203" pitchFamily="34" charset="77"/>
              </a:rPr>
              <a:t>Entropía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_tradnl" sz="2800" dirty="0">
                <a:latin typeface="Gill Sans MT" panose="020B0502020104020203" pitchFamily="34" charset="77"/>
              </a:rPr>
              <a:t>Índice </a:t>
            </a:r>
            <a:r>
              <a:rPr lang="es-ES_tradnl" sz="2800" dirty="0" err="1">
                <a:latin typeface="Gill Sans MT" panose="020B0502020104020203" pitchFamily="34" charset="77"/>
              </a:rPr>
              <a:t>Gini</a:t>
            </a:r>
            <a:endParaRPr lang="es-ES_tradnl" sz="2800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4DEFA-835E-1E4B-BFB0-363C46B30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858" y="3050867"/>
            <a:ext cx="3225800" cy="134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7DA215-B170-D849-86ED-D4BEF713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670" y="4643692"/>
            <a:ext cx="2730500" cy="134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1720AB-52E0-B74E-A10A-6167B917A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594" y="6337489"/>
            <a:ext cx="431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AE5AEB-D9AA-6B48-8A75-30D38C92CD4E}"/>
              </a:ext>
            </a:extLst>
          </p:cNvPr>
          <p:cNvSpPr txBox="1"/>
          <p:nvPr/>
        </p:nvSpPr>
        <p:spPr>
          <a:xfrm>
            <a:off x="2811812" y="6288304"/>
            <a:ext cx="4225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>
                <a:latin typeface="Gill Sans MT" panose="020B0502020104020203" pitchFamily="34" charset="77"/>
              </a:rPr>
              <a:t>Probabilidad de clasificar bien la clase </a:t>
            </a:r>
            <a:r>
              <a:rPr lang="es-ES_tradn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640E2-8DE4-F8E1-2C0D-F1874464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30725A-7E57-24FC-81AD-351D1B28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448470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2D42A1-DD5C-BC43-AD9B-D3843447DF0D}"/>
              </a:ext>
            </a:extLst>
          </p:cNvPr>
          <p:cNvSpPr txBox="1"/>
          <p:nvPr/>
        </p:nvSpPr>
        <p:spPr>
          <a:xfrm>
            <a:off x="4979348" y="3075057"/>
            <a:ext cx="22333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D43B-1E69-F602-C0AB-FDF7351B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AFB23D-0A79-D419-27FD-80D3B36D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8972037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>
            <a:extLst>
              <a:ext uri="{FF2B5EF4-FFF2-40B4-BE49-F238E27FC236}">
                <a16:creationId xmlns:a16="http://schemas.microsoft.com/office/drawing/2014/main" id="{09F5F32B-0BCD-0F43-9832-646829A6C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796" y="1625600"/>
            <a:ext cx="4512204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7757F8A-AB60-3944-83E1-7FD5DF4071D6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9B8DC0-A945-434D-9FDD-A7B0E3371E85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6EC657-249C-684D-BE4F-2574A5C0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E5726E-994E-C34F-A3C9-D1F15D22FDC6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7D069F-C78A-1543-8C44-E99D36507CC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DDBDE5-799D-C34A-9F91-8B249E66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A25914-9153-724D-998F-CB0DBA4767E8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6D9BC-919B-B84C-BA9C-65D1BD487199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4CD38E-E42C-AD4E-BA1D-C0CDACD38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7F0ACC-A98E-E24A-8156-FB6BB3553CE0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4CA7E7-74B6-F84A-80F3-C0434CE8FDDF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6FACA18-B063-E349-9CAE-D8E9D5F07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pic>
        <p:nvPicPr>
          <p:cNvPr id="21" name="Picture 2">
            <a:extLst>
              <a:ext uri="{FF2B5EF4-FFF2-40B4-BE49-F238E27FC236}">
                <a16:creationId xmlns:a16="http://schemas.microsoft.com/office/drawing/2014/main" id="{A15BE86D-0406-BB45-B5B4-0C9176FB2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140" y="1603300"/>
            <a:ext cx="4790794" cy="37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27F64A6-918C-254F-8AC7-641906C35AA4}"/>
              </a:ext>
            </a:extLst>
          </p:cNvPr>
          <p:cNvSpPr txBox="1"/>
          <p:nvPr/>
        </p:nvSpPr>
        <p:spPr>
          <a:xfrm>
            <a:off x="3756530" y="559362"/>
            <a:ext cx="4724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Datos</a:t>
            </a:r>
            <a:r>
              <a:rPr lang="en-US" sz="4000" dirty="0">
                <a:latin typeface="Gill Sans MT" panose="020B0502020104020203" pitchFamily="34" charset="77"/>
              </a:rPr>
              <a:t> Training/Testing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3B871-4214-0E14-553E-3009EC81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5498B-D12F-3A27-8285-34F185C5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328038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567186-4C66-2847-AE59-C80A16C11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7757F8A-AB60-3944-83E1-7FD5DF4071D6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9B8DC0-A945-434D-9FDD-A7B0E3371E85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6EC657-249C-684D-BE4F-2574A5C0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E5726E-994E-C34F-A3C9-D1F15D22FDC6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7D069F-C78A-1543-8C44-E99D36507CC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DDBDE5-799D-C34A-9F91-8B249E66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A25914-9153-724D-998F-CB0DBA4767E8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6D9BC-919B-B84C-BA9C-65D1BD487199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4CD38E-E42C-AD4E-BA1D-C0CDACD38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7F0ACC-A98E-E24A-8156-FB6BB3553CE0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4CA7E7-74B6-F84A-80F3-C0434CE8FDDF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6FACA18-B063-E349-9CAE-D8E9D5F07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8D1A2-EA5A-DDB0-8A87-05DF091B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11219A-4F4D-B1BC-838E-94CA0631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6419975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C30496DD-7B8A-4D44-B513-2E2F50451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494CA0-87B8-EEC3-B999-C2B12268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EC56A0-578D-7C7D-CC2A-83D17CFF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543106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567186-4C66-2847-AE59-C80A16C11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4ECD777-3474-254F-8C06-09DCBE3838A4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82E94C-10FC-204F-8FAE-D200947E4F75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6B03C5-0BE1-584C-A48E-347780CF5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706AE9-8E86-EA48-B24D-C7F56419322D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4C8641-2552-3648-A821-F13D94750B79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0A3ED8E-2DF8-1246-A7DB-775BAEB3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31539B-F539-6C4F-97E9-4A12A3F40545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B9CA1E-2753-9745-AF06-1C15A4C3CD7E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87E0B5-A337-E542-B117-74E373514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E440F1-AD4C-314E-A947-2E47CE1137F0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89EBFC-DFA4-1447-A898-F42DE5BCF8CB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3221ED3-7145-6B40-8DB6-2FA8A5735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853ED-95EB-180E-32AA-E45BFA79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533EA6A-E988-82DD-B222-EE29FC4A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2870276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BF0B5A2-EA98-E14F-B94A-91E184882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48CE7B4-7A10-F84F-8910-1525930A5F25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CFD215-46CE-FE40-90CF-55D2F7ABCBAC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228427-ECF4-0F41-855D-93ACD66F8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0BC3F7F-4192-1B4A-AC76-3FD1B1491D36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603158-588F-D744-A6AB-DF489A9234E7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5551F2-0F87-074D-88A7-98F205654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68C1B7-38DE-AC44-AD25-BC8A012FDF8C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EDA551-8227-C14C-B163-3029F9596370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FEF2FC6-C3A6-2441-8BCF-861FE17AE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30F60D-E297-4D4D-B873-BE7D1CAC8115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EE3432-3E3E-5148-BDA2-D3940987ED4C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D96AB4-41B8-A947-AFF1-7BBB6EE99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DB380-C764-428A-06B0-B8102AF8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DE2B3E-C443-ABA2-D49B-5DF1B66F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3915690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F634E969-303B-294B-A559-2FB0E8950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B9DC3-69E4-201A-DAB0-DDB998E6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F9990B-1898-7C42-EEAE-1B030164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051991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BF0B5A2-EA98-E14F-B94A-91E184882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4F6A249-487F-D840-A0F1-7880C893E6F9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23737-F0F1-8F4A-B096-1D1B65F0EBC2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E1E100-3FF9-584B-AFB1-461D5D55F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1F0136A-E7DE-4946-AA50-7B5A3BC02D71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C18703-6132-EC45-933A-E80F8EE3DEAA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14C8B3-1E5F-CC4E-844E-B91BE4D58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24A7B65-1CED-5F46-A73E-2DDBA4067EA0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36F5E0-BF32-C647-A322-689C22930F43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F602F8-6490-9D41-879A-CBBB7EEBA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2798C4-BADC-AA47-9313-C007983ED97E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5A454-7559-B143-97DA-DC0B9A3721C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962E4B6-4D8F-B343-9B76-E48E9E979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ACF95-FEBE-388E-A0E7-4AF7730C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EA730B-E06F-386B-B20D-DF9A0B5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8588667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4C2A961-6791-A34C-827F-F04332E8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3E77886-9582-3F4A-BA17-D85E9C38DD5D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EDDCEF-CD1E-D940-AC09-4988B4017E82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1BC0B5-0AC6-8F45-BB3E-2D61034C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F1B7EF4-E8A7-D144-9E50-A11DCBD4BF77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69547A-A4DF-114E-B8B8-001BA8CEC0F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3BBA69-BCD6-9047-B030-ABFC6AF89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9DB648-BD8A-FA4D-BC5E-EAE4ED40C6E9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27F59C-996D-9542-BC65-69543AFBFA49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460916-B7E1-9B47-8F98-A66D07C59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16041D-F59E-DA4D-8260-E76EEBDAD338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1A18DA-4EF7-3C42-A119-940636156936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9187E82-6E69-BC40-A74C-8322B5471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8D95A-F721-B376-A6F9-3151D56D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960328-628B-1DBE-0265-2B933302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1414531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73FE02B-55D8-E542-89DF-58DCD730D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333BE-1B7C-1455-5565-7543EDE3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0C53FA-1603-AD57-67F9-F3C01225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3740060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67A726D-9331-E944-B4EA-31EF977D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97F2EAA-F61A-B044-B071-BCC783434F03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C895CF-5CA9-5F4C-B287-FC806DEE7F36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364032-82EB-5147-831A-C455FE527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EAB9C02-3399-0741-B05B-FEACEDF82655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E6C880-119C-664F-8EFD-2C1B0D49805C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FE7942-85B3-F74D-AC5F-24061EFC7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4F53AF-EFCD-1341-B1E1-9939295DFE10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B71215-FC82-284F-94D5-B6C62AF34ADF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024311-1330-9A40-B333-54B7BD8C8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4CDB05-7E87-E948-A1D9-E98FB66F58A9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D23F65-ABD4-454C-A715-E85C51852A8B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86EE5A6-F574-3546-958F-E46F64C97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FA6DFD-24A5-A957-6E92-5F52CF91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7DAED1-45E2-4477-1B12-99B42C66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141474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246B8461-2898-8447-BBAC-B9B489D4A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261EA-FD5B-3616-5999-7458C478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82E0A-4E01-AC68-D8A1-F582867E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422572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67A726D-9331-E944-B4EA-31EF977D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ACEA7EC-20DE-BE4D-9F35-35F095E2A60B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4CA469-9236-3A45-9006-B6BCFE73A154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D987B2-2CD4-0645-A09C-83A032F5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2F2953F-6DBE-2B4E-B386-44C57B2F188A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CC9B58-5C94-AE47-A93C-5F79554010CE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AE13EF-CA0B-EF4C-BE25-DFC7B7A88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0159F56-BF57-E947-B052-9F38359B3773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9F433D-252A-884E-B613-7C7643EA7ACE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289915-3324-9548-8727-D2EA4351F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101A39-3FAA-7B40-B210-0B43E6ABA347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48C532-8DE4-A841-9908-5CB4C3495D32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5DAD01A-153A-8A48-86E5-7C5445B69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C3519-2ACE-3F98-9013-02E773BE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A2F20E1-7888-A73D-1534-697C1BA5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0573068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>
            <a:extLst>
              <a:ext uri="{FF2B5EF4-FFF2-40B4-BE49-F238E27FC236}">
                <a16:creationId xmlns:a16="http://schemas.microsoft.com/office/drawing/2014/main" id="{9608DB65-69E7-2746-9DC9-7FB4F5EC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D528497-EA31-C740-AE9C-3866E661D848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D71733-65DA-F246-BC43-0FDE699812A2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5C5FA9-E17B-5E46-A4F2-DD3D4EABF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04CCFE-FD86-3B4B-9084-64B14B6C26E4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A7B928-6197-2F4D-8CE7-623C6277032E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8BE89B-735D-0445-860D-5A82C1C71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61E104-8F5B-9A4C-98D5-3ADBFAFA3E1C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DB03F4-B97A-1744-9924-2DF1B7957E8A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751773F-BFA7-8646-A571-C3EAF7576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F33D77-FE43-CB4D-AA56-2D69C9C8520C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DB2C80-CB4C-F642-B6DA-A04D65D8D20F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3607C0-A283-934F-89BA-F675D6DE8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3AB4C-BF0A-9385-5DD9-F2F48BCD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91B6B-9B80-400A-D370-C6B67AFA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6140972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13EBE3AE-09C6-2C4C-8F41-7979F3EF6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C9BBF2-0E84-6B42-080A-8F3CF522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34A29-205B-3334-0CE6-66FCA051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3737468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67472" y="3105834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EAEAB-900A-4EF2-9D0A-4FD9C72F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A2735-0AED-0D52-6AE5-DAC0EC0D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6678608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7585" y="640719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82D74-B106-AB42-8BD5-F606773D27C1}"/>
              </a:ext>
            </a:extLst>
          </p:cNvPr>
          <p:cNvSpPr txBox="1"/>
          <p:nvPr/>
        </p:nvSpPr>
        <p:spPr>
          <a:xfrm>
            <a:off x="2277584" y="1478732"/>
            <a:ext cx="7444667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TRAINING:</a:t>
            </a: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 err="1">
                <a:latin typeface="Gill Sans MT" panose="020B0502020104020203" pitchFamily="34" charset="77"/>
              </a:rPr>
              <a:t>for</a:t>
            </a:r>
            <a:r>
              <a:rPr lang="es-ES_tradnl" sz="2400" dirty="0">
                <a:latin typeface="Gill Sans MT" panose="020B0502020104020203" pitchFamily="34" charset="77"/>
              </a:rPr>
              <a:t> i = 1 to n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Escoger aleatoriamente un subconjunto de training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Entrenar un árbol de decisión </a:t>
            </a:r>
            <a:r>
              <a:rPr lang="es-ES_tradnl" sz="2400" dirty="0" err="1">
                <a:latin typeface="Gill Sans MT" panose="020B0502020104020203" pitchFamily="34" charset="77"/>
              </a:rPr>
              <a:t>A</a:t>
            </a:r>
            <a:r>
              <a:rPr lang="es-ES_tradnl" sz="2400" baseline="-25000" dirty="0" err="1">
                <a:latin typeface="Gill Sans MT" panose="020B0502020104020203" pitchFamily="34" charset="77"/>
              </a:rPr>
              <a:t>i</a:t>
            </a:r>
            <a:endParaRPr lang="es-ES_tradnl" sz="2400" dirty="0">
              <a:latin typeface="Gill Sans MT" panose="020B0502020104020203" pitchFamily="34" charset="77"/>
            </a:endParaRPr>
          </a:p>
          <a:p>
            <a:endParaRPr lang="es-ES_tradnl" sz="2400" baseline="-250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D3E62-7FFB-FC83-EB76-FA153E47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27475-DFB1-626D-5566-F0D18467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9931575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7585" y="640719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82D74-B106-AB42-8BD5-F606773D27C1}"/>
              </a:ext>
            </a:extLst>
          </p:cNvPr>
          <p:cNvSpPr txBox="1"/>
          <p:nvPr/>
        </p:nvSpPr>
        <p:spPr>
          <a:xfrm>
            <a:off x="2277584" y="1478732"/>
            <a:ext cx="7444667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TRAINING:</a:t>
            </a: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 err="1">
                <a:latin typeface="Gill Sans MT" panose="020B0502020104020203" pitchFamily="34" charset="77"/>
              </a:rPr>
              <a:t>for</a:t>
            </a:r>
            <a:r>
              <a:rPr lang="es-ES_tradnl" sz="2400" dirty="0">
                <a:latin typeface="Gill Sans MT" panose="020B0502020104020203" pitchFamily="34" charset="77"/>
              </a:rPr>
              <a:t> i = 1 to n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Escoger aleatoriamente un subconjunto de training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Entrenar un árbol de decisión </a:t>
            </a:r>
            <a:r>
              <a:rPr lang="es-ES_tradnl" sz="2400" dirty="0" err="1">
                <a:latin typeface="Gill Sans MT" panose="020B0502020104020203" pitchFamily="34" charset="77"/>
              </a:rPr>
              <a:t>A</a:t>
            </a:r>
            <a:r>
              <a:rPr lang="es-ES_tradnl" sz="2400" baseline="-25000" dirty="0" err="1">
                <a:latin typeface="Gill Sans MT" panose="020B0502020104020203" pitchFamily="34" charset="77"/>
              </a:rPr>
              <a:t>i</a:t>
            </a:r>
            <a:endParaRPr lang="es-ES_tradnl" sz="2400" dirty="0">
              <a:latin typeface="Gill Sans MT" panose="020B0502020104020203" pitchFamily="34" charset="77"/>
            </a:endParaRPr>
          </a:p>
          <a:p>
            <a:endParaRPr lang="es-ES_tradnl" sz="2400" baseline="-25000" dirty="0">
              <a:latin typeface="Gill Sans MT" panose="020B0502020104020203" pitchFamily="34" charset="77"/>
            </a:endParaRPr>
          </a:p>
          <a:p>
            <a:endParaRPr lang="es-ES_tradnl" sz="2400" baseline="-25000" dirty="0">
              <a:latin typeface="Gill Sans MT" panose="020B0502020104020203" pitchFamily="34" charset="77"/>
            </a:endParaRPr>
          </a:p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TESTING:</a:t>
            </a: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 err="1">
                <a:latin typeface="Gill Sans MT" panose="020B0502020104020203" pitchFamily="34" charset="77"/>
              </a:rPr>
              <a:t>for</a:t>
            </a:r>
            <a:r>
              <a:rPr lang="es-ES_tradnl" sz="2400" dirty="0">
                <a:latin typeface="Gill Sans MT" panose="020B0502020104020203" pitchFamily="34" charset="77"/>
              </a:rPr>
              <a:t> i = 1 to n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Clasificar la muestra de </a:t>
            </a:r>
            <a:r>
              <a:rPr lang="es-ES_tradnl" sz="2400" dirty="0" err="1">
                <a:latin typeface="Gill Sans MT" panose="020B0502020104020203" pitchFamily="34" charset="77"/>
              </a:rPr>
              <a:t>testing</a:t>
            </a:r>
            <a:r>
              <a:rPr lang="es-ES_tradnl" sz="2400" dirty="0">
                <a:latin typeface="Gill Sans MT" panose="020B0502020104020203" pitchFamily="34" charset="77"/>
              </a:rPr>
              <a:t> usando </a:t>
            </a:r>
            <a:r>
              <a:rPr lang="es-ES_tradnl" sz="2400" dirty="0" err="1">
                <a:latin typeface="Gill Sans MT" panose="020B0502020104020203" pitchFamily="34" charset="77"/>
              </a:rPr>
              <a:t>A</a:t>
            </a:r>
            <a:r>
              <a:rPr lang="es-ES_tradnl" sz="2400" baseline="-25000" dirty="0" err="1">
                <a:latin typeface="Gill Sans MT" panose="020B0502020104020203" pitchFamily="34" charset="77"/>
              </a:rPr>
              <a:t>i</a:t>
            </a:r>
            <a:endParaRPr lang="es-ES_tradnl" sz="2400" baseline="-25000" dirty="0">
              <a:latin typeface="Gill Sans MT" panose="020B0502020104020203" pitchFamily="34" charset="77"/>
            </a:endParaRP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>
                <a:latin typeface="Gill Sans MT" panose="020B0502020104020203" pitchFamily="34" charset="77"/>
              </a:rPr>
              <a:t>Clasificar la muestra según la mayoría de los n votos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9EB18-805F-532A-947A-A909676B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8221A-18A3-898C-D7A7-A6EDF09A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1566841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16E03C-DE2E-DE45-A4F7-571D4EF4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45" y="1490222"/>
            <a:ext cx="6769510" cy="4945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3AEABF-992B-DC41-8DF2-869DE54AADA1}"/>
              </a:ext>
            </a:extLst>
          </p:cNvPr>
          <p:cNvSpPr txBox="1"/>
          <p:nvPr/>
        </p:nvSpPr>
        <p:spPr>
          <a:xfrm>
            <a:off x="1524000" y="6550224"/>
            <a:ext cx="3499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https://en.wikipedia.org/wiki/Random_forest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25063-9425-9848-A2AB-20492D219967}"/>
              </a:ext>
            </a:extLst>
          </p:cNvPr>
          <p:cNvSpPr txBox="1"/>
          <p:nvPr/>
        </p:nvSpPr>
        <p:spPr>
          <a:xfrm>
            <a:off x="2277585" y="640719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F7A28-5DC5-A0A6-5A20-62DAC0C7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72E7D3-3864-210F-E734-27DECD73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316006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139B907-6FC8-424B-BDD7-C183E0FC6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82B6952-F7C6-4145-84C8-EFE0CE510D71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1C944B-F3DD-504A-A832-26B623F3B47E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AFA763-9D25-1C4D-86EA-79B9FC174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14797E-8DD1-8C41-8375-7C5E6A6F50C3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2846C8-3106-924F-AEEF-C291C2C4708B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72B102-A9F1-A342-9B54-DF6E4B708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ED508C-2409-A945-B6A2-10C945BD1DE8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217048-F2A1-9A45-850F-BA504DE688F6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0B4F781-B0A9-6F4B-9DC7-3D6272D55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7EBD15-1B54-8547-9DB7-0C45D45B4D28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D83A92-8B18-CF40-98AA-400DA3FAE580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83A5716-3453-D54D-A761-0DB2DFA51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5A5D5-2394-95B8-4C7B-EDA40EE8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E1622-2A4F-09BB-7684-1D51577D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2802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4565</Words>
  <Application>Microsoft Macintosh PowerPoint</Application>
  <PresentationFormat>Widescreen</PresentationFormat>
  <Paragraphs>1443</Paragraphs>
  <Slides>159</Slides>
  <Notes>22</Notes>
  <HiddenSlides>10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69" baseType="lpstr">
      <vt:lpstr>Aptos Display</vt:lpstr>
      <vt:lpstr>Arial</vt:lpstr>
      <vt:lpstr>Consolas</vt:lpstr>
      <vt:lpstr>Courier</vt:lpstr>
      <vt:lpstr>Gill Sans MT</vt:lpstr>
      <vt:lpstr>LM Roman 10 Regular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with 80 million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Definiciones</vt:lpstr>
      <vt:lpstr>PowerPoint Presentation</vt:lpstr>
      <vt:lpstr>PowerPoint Presentation</vt:lpstr>
      <vt:lpstr>Definiciones</vt:lpstr>
      <vt:lpstr>Clasificación según Bayes</vt:lpstr>
      <vt:lpstr>Clasificación según Bayes</vt:lpstr>
      <vt:lpstr>Clasificación según Bayes</vt:lpstr>
      <vt:lpstr>PowerPoint Presentation</vt:lpstr>
      <vt:lpstr>PowerPoint Presentation</vt:lpstr>
      <vt:lpstr>Clasificación según Bayes</vt:lpstr>
      <vt:lpstr>PowerPoint Presentation</vt:lpstr>
      <vt:lpstr>Clasificación según Bayes</vt:lpstr>
      <vt:lpstr>Clasificación según Bayes</vt:lpstr>
      <vt:lpstr>Clasificación según Bayes</vt:lpstr>
      <vt:lpstr>Definiciones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Clasificación según Bayes</vt:lpstr>
      <vt:lpstr>PowerPoint Presentation</vt:lpstr>
      <vt:lpstr>Cómo calcular la PDF en 1D? KDE</vt:lpstr>
      <vt:lpstr>Cómo calcular la PDF?</vt:lpstr>
      <vt:lpstr>Cómo calcular la PDF?</vt:lpstr>
      <vt:lpstr>Cómo calcular la PDF?</vt:lpstr>
      <vt:lpstr>Cómo calcular la PDF?</vt:lpstr>
      <vt:lpstr>Cómo calcular la PDF?</vt:lpstr>
      <vt:lpstr>PowerPoint Presentation</vt:lpstr>
      <vt:lpstr>Cómo calcular la PDF en 2D? KDE</vt:lpstr>
      <vt:lpstr>PowerPoint Presentation</vt:lpstr>
      <vt:lpstr>Ejemplo PDF en 2D KDE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Naïve Bayes</vt:lpstr>
      <vt:lpstr>PowerPoint Presentation</vt:lpstr>
      <vt:lpstr>PowerPoint Presentation</vt:lpstr>
      <vt:lpstr>Naïve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31</cp:revision>
  <dcterms:created xsi:type="dcterms:W3CDTF">2026-03-08T16:41:49Z</dcterms:created>
  <dcterms:modified xsi:type="dcterms:W3CDTF">2026-10-20T12:21:28Z</dcterms:modified>
</cp:coreProperties>
</file>