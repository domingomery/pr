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7"/>
  </p:notesMasterIdLst>
  <p:sldIdLst>
    <p:sldId id="257" r:id="rId2"/>
    <p:sldId id="823" r:id="rId3"/>
    <p:sldId id="447" r:id="rId4"/>
    <p:sldId id="460" r:id="rId5"/>
    <p:sldId id="461" r:id="rId6"/>
    <p:sldId id="462" r:id="rId7"/>
    <p:sldId id="463" r:id="rId8"/>
    <p:sldId id="464" r:id="rId9"/>
    <p:sldId id="465" r:id="rId10"/>
    <p:sldId id="466" r:id="rId11"/>
    <p:sldId id="467" r:id="rId12"/>
    <p:sldId id="468" r:id="rId13"/>
    <p:sldId id="469" r:id="rId14"/>
    <p:sldId id="470" r:id="rId15"/>
    <p:sldId id="479" r:id="rId16"/>
    <p:sldId id="483" r:id="rId17"/>
    <p:sldId id="482" r:id="rId18"/>
    <p:sldId id="475" r:id="rId19"/>
    <p:sldId id="477" r:id="rId20"/>
    <p:sldId id="476" r:id="rId21"/>
    <p:sldId id="474" r:id="rId22"/>
    <p:sldId id="473" r:id="rId23"/>
    <p:sldId id="472" r:id="rId24"/>
    <p:sldId id="484" r:id="rId25"/>
    <p:sldId id="478" r:id="rId26"/>
    <p:sldId id="480" r:id="rId27"/>
    <p:sldId id="783" r:id="rId28"/>
    <p:sldId id="434" r:id="rId29"/>
    <p:sldId id="436" r:id="rId30"/>
    <p:sldId id="437" r:id="rId31"/>
    <p:sldId id="438" r:id="rId32"/>
    <p:sldId id="432" r:id="rId33"/>
    <p:sldId id="784" r:id="rId34"/>
    <p:sldId id="795" r:id="rId35"/>
    <p:sldId id="796" r:id="rId36"/>
    <p:sldId id="797" r:id="rId37"/>
    <p:sldId id="798" r:id="rId38"/>
    <p:sldId id="799" r:id="rId39"/>
    <p:sldId id="824" r:id="rId40"/>
    <p:sldId id="801" r:id="rId41"/>
    <p:sldId id="802" r:id="rId42"/>
    <p:sldId id="803" r:id="rId43"/>
    <p:sldId id="804" r:id="rId44"/>
    <p:sldId id="805" r:id="rId45"/>
    <p:sldId id="806" r:id="rId46"/>
    <p:sldId id="807" r:id="rId47"/>
    <p:sldId id="808" r:id="rId48"/>
    <p:sldId id="809" r:id="rId49"/>
    <p:sldId id="810" r:id="rId50"/>
    <p:sldId id="471" r:id="rId51"/>
    <p:sldId id="811" r:id="rId52"/>
    <p:sldId id="812" r:id="rId53"/>
    <p:sldId id="813" r:id="rId54"/>
    <p:sldId id="814" r:id="rId55"/>
    <p:sldId id="815" r:id="rId56"/>
    <p:sldId id="816" r:id="rId57"/>
    <p:sldId id="817" r:id="rId58"/>
    <p:sldId id="818" r:id="rId59"/>
    <p:sldId id="819" r:id="rId60"/>
    <p:sldId id="820" r:id="rId61"/>
    <p:sldId id="821" r:id="rId62"/>
    <p:sldId id="822" r:id="rId63"/>
    <p:sldId id="485" r:id="rId64"/>
    <p:sldId id="486" r:id="rId65"/>
    <p:sldId id="487" r:id="rId66"/>
    <p:sldId id="488" r:id="rId67"/>
    <p:sldId id="489" r:id="rId68"/>
    <p:sldId id="490" r:id="rId69"/>
    <p:sldId id="492" r:id="rId70"/>
    <p:sldId id="491" r:id="rId71"/>
    <p:sldId id="497" r:id="rId72"/>
    <p:sldId id="493" r:id="rId73"/>
    <p:sldId id="494" r:id="rId74"/>
    <p:sldId id="495" r:id="rId75"/>
    <p:sldId id="496" r:id="rId76"/>
    <p:sldId id="498" r:id="rId77"/>
    <p:sldId id="501" r:id="rId78"/>
    <p:sldId id="504" r:id="rId79"/>
    <p:sldId id="502" r:id="rId80"/>
    <p:sldId id="507" r:id="rId81"/>
    <p:sldId id="500" r:id="rId82"/>
    <p:sldId id="505" r:id="rId83"/>
    <p:sldId id="503" r:id="rId84"/>
    <p:sldId id="506" r:id="rId85"/>
    <p:sldId id="499" r:id="rId86"/>
  </p:sldIdLst>
  <p:sldSz cx="12192000" cy="6858000"/>
  <p:notesSz cx="6858000" cy="9144000"/>
  <p:defaultTextStyle>
    <a:defPPr>
      <a:defRPr lang="en-C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1212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188"/>
    <p:restoredTop sz="94675"/>
  </p:normalViewPr>
  <p:slideViewPr>
    <p:cSldViewPr snapToGrid="0">
      <p:cViewPr varScale="1">
        <p:scale>
          <a:sx n="119" d="100"/>
          <a:sy n="119" d="100"/>
        </p:scale>
        <p:origin x="56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" d="1"/>
        <a:sy n="1" d="1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viewProps" Target="viewProps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90" Type="http://schemas.openxmlformats.org/officeDocument/2006/relationships/theme" Target="theme/theme1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presProps" Target="presProps.xml"/><Relationship Id="rId9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notesMaster" Target="notesMasters/notesMaster1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 b="0" i="0">
                <a:latin typeface="Gill Sans MT" panose="020B0502020104020203" pitchFamily="34" charset="77"/>
              </a:defRPr>
            </a:lvl1pPr>
          </a:lstStyle>
          <a:p>
            <a:endParaRPr lang="en-CL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b="0" i="0">
                <a:latin typeface="Gill Sans MT" panose="020B0502020104020203" pitchFamily="34" charset="77"/>
              </a:defRPr>
            </a:lvl1pPr>
          </a:lstStyle>
          <a:p>
            <a:fld id="{1249748F-0FE7-C64C-B0B9-9306A54D4824}" type="datetimeFigureOut">
              <a:rPr lang="en-CL" smtClean="0"/>
              <a:pPr/>
              <a:t>18-10-26</a:t>
            </a:fld>
            <a:endParaRPr lang="en-CL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CL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 b="0" i="0">
                <a:latin typeface="Gill Sans MT" panose="020B0502020104020203" pitchFamily="34" charset="77"/>
              </a:defRPr>
            </a:lvl1pPr>
          </a:lstStyle>
          <a:p>
            <a:endParaRPr lang="en-CL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b="0" i="0">
                <a:latin typeface="Gill Sans MT" panose="020B0502020104020203" pitchFamily="34" charset="77"/>
              </a:defRPr>
            </a:lvl1pPr>
          </a:lstStyle>
          <a:p>
            <a:fld id="{8C36E6B2-EC45-1147-8496-DFA2586CC8C4}" type="slidenum">
              <a:rPr lang="en-CL" smtClean="0"/>
              <a:pPr/>
              <a:t>‹#›</a:t>
            </a:fld>
            <a:endParaRPr lang="en-CL" dirty="0"/>
          </a:p>
        </p:txBody>
      </p:sp>
    </p:spTree>
    <p:extLst>
      <p:ext uri="{BB962C8B-B14F-4D97-AF65-F5344CB8AC3E}">
        <p14:creationId xmlns:p14="http://schemas.microsoft.com/office/powerpoint/2010/main" val="30345710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b="0" i="0" kern="1200">
        <a:solidFill>
          <a:schemeClr val="tx1"/>
        </a:solidFill>
        <a:latin typeface="Gill Sans MT" panose="020B0502020104020203" pitchFamily="34" charset="77"/>
        <a:ea typeface="+mn-ea"/>
        <a:cs typeface="+mn-cs"/>
      </a:defRPr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1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27E9996-E95A-6C4A-95EE-D7EBED57F47A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71329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27E9996-E95A-6C4A-95EE-D7EBED57F47A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57038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27E9996-E95A-6C4A-95EE-D7EBED57F47A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664544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567A511-535A-E54F-A7F4-C5B38C5C83A1}" type="slidenum">
              <a:rPr lang="en-US" smtClean="0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161763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567A511-535A-E54F-A7F4-C5B38C5C83A1}" type="slidenum">
              <a:rPr lang="en-US" smtClean="0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00628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567A511-535A-E54F-A7F4-C5B38C5C83A1}" type="slidenum">
              <a:rPr lang="en-US" smtClean="0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221977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567A511-535A-E54F-A7F4-C5B38C5C83A1}" type="slidenum">
              <a:rPr lang="en-US" smtClean="0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449138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567A511-535A-E54F-A7F4-C5B38C5C83A1}" type="slidenum">
              <a:rPr lang="en-US" smtClean="0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430922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567A511-535A-E54F-A7F4-C5B38C5C83A1}" type="slidenum">
              <a:rPr lang="en-US" smtClean="0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119396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567A511-535A-E54F-A7F4-C5B38C5C83A1}" type="slidenum">
              <a:rPr lang="en-US" smtClean="0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376753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567A511-535A-E54F-A7F4-C5B38C5C83A1}" type="slidenum">
              <a:rPr lang="en-US" smtClean="0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217166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27E9996-E95A-6C4A-95EE-D7EBED57F47A}" type="slidenum">
              <a:rPr lang="en-US" smtClean="0"/>
              <a:t>81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745782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27E9996-E95A-6C4A-95EE-D7EBED57F47A}" type="slidenum">
              <a:rPr lang="en-US" smtClean="0"/>
              <a:t>83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693421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27E9996-E95A-6C4A-95EE-D7EBED57F47A}" type="slidenum">
              <a:rPr lang="en-US" smtClean="0"/>
              <a:t>84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025039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DB8DC0-3787-B971-5D00-8727CB18CCA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L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84A3FB4-AFDF-6CFB-84FB-E0438C517C0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2F51BE-7742-8427-323B-6746C92764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PR04D</a:t>
            </a:r>
            <a:endParaRPr lang="en-C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17082A-B0F6-05B3-4148-6F125B3BEC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35BB3A-30A8-1717-EEEF-CCDD19DE17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‹#›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34018760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6E5084-85EB-0ADC-D7F0-0DA592CEDE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A50CEA-EC43-5349-1EBB-8F562F4E7D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6EC922-A7D2-9731-7041-D7AC6FB838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PR04D</a:t>
            </a:r>
            <a:endParaRPr lang="en-C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7AEC05-6729-F167-4DA1-FB23E0490B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6505FA-C70E-C130-A20D-DB301157A7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‹#›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3788506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4F4697-BA84-150B-4C2D-F847137962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B49B2F4-202A-2BB1-535C-1A428E58FC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0EE603-A515-38A5-01CB-993F9D3E6C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PR04D</a:t>
            </a:r>
            <a:endParaRPr lang="en-C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6D1643-6231-F3E2-610F-D775A2BB96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27DCF5-082A-FB09-50BE-837F0ACE12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‹#›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23267797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EC9F8F-3D31-5054-B98B-32951A3473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C103B9-D8C0-4B32-EE45-9BD12EF747C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L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652F047-75A3-523A-D879-40B2EDA8D16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L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E9FB8B8-5B4E-1775-617E-5E75D094A4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PR04D</a:t>
            </a:r>
            <a:endParaRPr lang="en-C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CB9D2B7-35C0-0726-D40B-546E245F6F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C310F33-EF19-5FAC-1C0C-CC049E95FB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‹#›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32650264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E2880C-73E3-54CD-F870-565E8A1B15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A35B4E4-4FDE-76FD-67FE-AC9066C11E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5CE05A7-4548-3D67-22C7-AE2D1FA3252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L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123D907-7359-B8EC-9C20-35EBC1A8C60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8E90DD8-E513-9D1B-B62B-8CD564AF803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L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B7A1F58-D509-1FFB-BFE0-0B0A48435D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PR04D</a:t>
            </a:r>
            <a:endParaRPr lang="en-CL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61A7296-B85D-0D25-EB6E-7FAF5D12D1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L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531504A-0C9E-5FD4-88B8-34EEA65744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‹#›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40400509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EB930F-82FE-3339-6D9E-1DCC65EE1D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L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11259F5-F978-F338-03E4-3952DD8EFF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PR04D</a:t>
            </a:r>
            <a:endParaRPr lang="en-CL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FFF779-7E7D-359E-E5CD-14EA90664F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73397C7-7E22-651A-C048-37C544FF4C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‹#›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3627500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D637C7D-F2B3-C204-E8FB-4C5FB6A767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PR04D</a:t>
            </a:r>
            <a:endParaRPr lang="en-CL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EEFEE0D-AE5F-8253-4CF5-C157DB29DA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1587494-01E2-375D-3A6E-278594CEBE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‹#›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32176604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E2A152-0160-E38E-9640-CE00E472C8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EEA249-D00C-C8BF-F952-C8F00CAC92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548AD5D-DACB-DF63-8FE5-FD4EB5F134A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CDFD239-CEB5-6239-AE07-3B04DD523B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PR04D</a:t>
            </a:r>
            <a:endParaRPr lang="en-C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D6E91D8-CA73-7BEA-3043-ED8929AA7C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FBF3F48-2CE1-5E7C-C6F3-86C5FE51C9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‹#›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17042660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8182A3-0F8B-CC16-20BE-CAA209EB50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L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553BF4D-06F1-F555-7BCE-8DDE12ECAC3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578D79A-13B1-0A13-045B-552423534D6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60F8041-19BA-61C7-2614-452EAEA622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PR04D</a:t>
            </a:r>
            <a:endParaRPr lang="en-C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92DDC1A-06C5-55BB-AD73-4558907A0B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4EA2152-78EF-2AC4-BAFC-1632F3AC7D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‹#›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40333678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CE0AD8-C101-EB20-BB37-5C26D22B6B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F2D8A52-99B4-C6B9-B1AB-C4AEFAF4B4E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B50266-8A1C-5C52-C130-674316BD03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PR04D</a:t>
            </a:r>
            <a:endParaRPr lang="en-C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48F916-6B33-A387-4535-E912E9B6DC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D0DE79-9DC5-1075-5BCE-A06034D3D1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‹#›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3111730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3487A33-D0CF-C093-B49B-3DC54A000AF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71C567E-C21C-371B-9E0F-758B9066F6B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7ED834-5694-C52C-4AFB-CC7182B183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PR04D</a:t>
            </a:r>
            <a:endParaRPr lang="en-C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784DEE-BCC0-3112-ED29-8778C02F02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B55837-C56A-6554-DF4C-C991A899FF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‹#›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32050578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3788CC3-6112-0648-6A8C-40A7C66249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  <a:endParaRPr lang="en-CL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5BAA52D-33E4-8E14-0BD4-6371720A8D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CL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0AAD87-BD69-6E51-34E6-999EF832788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="0" i="0">
                <a:solidFill>
                  <a:schemeClr val="tx1">
                    <a:tint val="82000"/>
                  </a:schemeClr>
                </a:solidFill>
                <a:latin typeface="Gill Sans MT" panose="020B0502020104020203" pitchFamily="34" charset="77"/>
              </a:defRPr>
            </a:lvl1pPr>
          </a:lstStyle>
          <a:p>
            <a:r>
              <a:rPr lang="en-US"/>
              <a:t>(c) D.Mery - PR04D</a:t>
            </a:r>
            <a:endParaRPr lang="en-CL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1F1805-E127-5436-F4BD-B493F4465B7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0" i="0">
                <a:solidFill>
                  <a:schemeClr val="tx1">
                    <a:tint val="82000"/>
                  </a:schemeClr>
                </a:solidFill>
                <a:latin typeface="Gill Sans MT" panose="020B0502020104020203" pitchFamily="34" charset="77"/>
              </a:defRPr>
            </a:lvl1pPr>
          </a:lstStyle>
          <a:p>
            <a:endParaRPr lang="en-CL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0709C2-DDB7-3E94-C59E-462FCDB3376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0" i="0">
                <a:solidFill>
                  <a:schemeClr val="tx1">
                    <a:tint val="82000"/>
                  </a:schemeClr>
                </a:solidFill>
                <a:latin typeface="Gill Sans MT" panose="020B0502020104020203" pitchFamily="34" charset="77"/>
              </a:defRPr>
            </a:lvl1pPr>
          </a:lstStyle>
          <a:p>
            <a:fld id="{006AE8E3-C79C-E14F-9140-34B0C7F543F1}" type="slidenum">
              <a:rPr lang="en-CL" smtClean="0"/>
              <a:pPr/>
              <a:t>‹#›</a:t>
            </a:fld>
            <a:endParaRPr lang="en-CL" dirty="0"/>
          </a:p>
        </p:txBody>
      </p:sp>
    </p:spTree>
    <p:extLst>
      <p:ext uri="{BB962C8B-B14F-4D97-AF65-F5344CB8AC3E}">
        <p14:creationId xmlns:p14="http://schemas.microsoft.com/office/powerpoint/2010/main" val="42480526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0" i="0" kern="1200">
          <a:solidFill>
            <a:schemeClr val="tx1"/>
          </a:solidFill>
          <a:latin typeface="Gill Sans MT" panose="020B0502020104020203" pitchFamily="34" charset="77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b="0" i="0" kern="1200">
          <a:solidFill>
            <a:schemeClr val="tx1"/>
          </a:solidFill>
          <a:latin typeface="Gill Sans MT" panose="020B0502020104020203" pitchFamily="34" charset="77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b="0" i="0" kern="1200">
          <a:solidFill>
            <a:schemeClr val="tx1"/>
          </a:solidFill>
          <a:latin typeface="Gill Sans MT" panose="020B0502020104020203" pitchFamily="34" charset="77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b="0" i="0" kern="1200">
          <a:solidFill>
            <a:schemeClr val="tx1"/>
          </a:solidFill>
          <a:latin typeface="Gill Sans MT" panose="020B0502020104020203" pitchFamily="34" charset="77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Gill Sans MT" panose="020B0502020104020203" pitchFamily="34" charset="77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Gill Sans MT" panose="020B0502020104020203" pitchFamily="34" charset="77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C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://domingomery.ing.uc.cl/" TargetMode="Externa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emf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emf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emf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emf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emf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0.emf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0.emf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4.png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5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3" Type="http://schemas.openxmlformats.org/officeDocument/2006/relationships/image" Target="../media/image28.png"/><Relationship Id="rId7" Type="http://schemas.openxmlformats.org/officeDocument/2006/relationships/image" Target="../media/image3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6.png"/><Relationship Id="rId5" Type="http://schemas.openxmlformats.org/officeDocument/2006/relationships/image" Target="../media/image30.png"/><Relationship Id="rId4" Type="http://schemas.openxmlformats.org/officeDocument/2006/relationships/image" Target="../media/image29.png"/><Relationship Id="rId9" Type="http://schemas.openxmlformats.org/officeDocument/2006/relationships/image" Target="../media/image33.png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7" Type="http://schemas.openxmlformats.org/officeDocument/2006/relationships/image" Target="../media/image39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8.png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6.png"/><Relationship Id="rId13" Type="http://schemas.openxmlformats.org/officeDocument/2006/relationships/image" Target="../media/image51.png"/><Relationship Id="rId18" Type="http://schemas.openxmlformats.org/officeDocument/2006/relationships/image" Target="../media/image56.png"/><Relationship Id="rId3" Type="http://schemas.openxmlformats.org/officeDocument/2006/relationships/image" Target="../media/image41.png"/><Relationship Id="rId7" Type="http://schemas.openxmlformats.org/officeDocument/2006/relationships/image" Target="../media/image45.png"/><Relationship Id="rId12" Type="http://schemas.openxmlformats.org/officeDocument/2006/relationships/image" Target="../media/image50.png"/><Relationship Id="rId17" Type="http://schemas.openxmlformats.org/officeDocument/2006/relationships/image" Target="../media/image55.png"/><Relationship Id="rId2" Type="http://schemas.openxmlformats.org/officeDocument/2006/relationships/image" Target="../media/image40.png"/><Relationship Id="rId16" Type="http://schemas.openxmlformats.org/officeDocument/2006/relationships/image" Target="../media/image5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4.png"/><Relationship Id="rId11" Type="http://schemas.openxmlformats.org/officeDocument/2006/relationships/image" Target="../media/image49.png"/><Relationship Id="rId5" Type="http://schemas.openxmlformats.org/officeDocument/2006/relationships/image" Target="../media/image43.png"/><Relationship Id="rId15" Type="http://schemas.openxmlformats.org/officeDocument/2006/relationships/image" Target="../media/image53.png"/><Relationship Id="rId10" Type="http://schemas.openxmlformats.org/officeDocument/2006/relationships/image" Target="../media/image48.png"/><Relationship Id="rId19" Type="http://schemas.openxmlformats.org/officeDocument/2006/relationships/image" Target="../media/image57.png"/><Relationship Id="rId4" Type="http://schemas.openxmlformats.org/officeDocument/2006/relationships/image" Target="../media/image42.png"/><Relationship Id="rId9" Type="http://schemas.openxmlformats.org/officeDocument/2006/relationships/image" Target="../media/image47.png"/><Relationship Id="rId14" Type="http://schemas.openxmlformats.org/officeDocument/2006/relationships/image" Target="../media/image52.png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6.png"/><Relationship Id="rId13" Type="http://schemas.openxmlformats.org/officeDocument/2006/relationships/image" Target="../media/image51.png"/><Relationship Id="rId18" Type="http://schemas.openxmlformats.org/officeDocument/2006/relationships/image" Target="../media/image56.png"/><Relationship Id="rId3" Type="http://schemas.openxmlformats.org/officeDocument/2006/relationships/image" Target="../media/image41.png"/><Relationship Id="rId7" Type="http://schemas.openxmlformats.org/officeDocument/2006/relationships/image" Target="../media/image45.png"/><Relationship Id="rId12" Type="http://schemas.openxmlformats.org/officeDocument/2006/relationships/image" Target="../media/image50.png"/><Relationship Id="rId17" Type="http://schemas.openxmlformats.org/officeDocument/2006/relationships/image" Target="../media/image55.png"/><Relationship Id="rId2" Type="http://schemas.openxmlformats.org/officeDocument/2006/relationships/image" Target="../media/image40.png"/><Relationship Id="rId16" Type="http://schemas.openxmlformats.org/officeDocument/2006/relationships/image" Target="../media/image54.png"/><Relationship Id="rId20" Type="http://schemas.openxmlformats.org/officeDocument/2006/relationships/image" Target="../media/image58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4.png"/><Relationship Id="rId11" Type="http://schemas.openxmlformats.org/officeDocument/2006/relationships/image" Target="../media/image49.png"/><Relationship Id="rId5" Type="http://schemas.openxmlformats.org/officeDocument/2006/relationships/image" Target="../media/image43.png"/><Relationship Id="rId15" Type="http://schemas.openxmlformats.org/officeDocument/2006/relationships/image" Target="../media/image53.png"/><Relationship Id="rId10" Type="http://schemas.openxmlformats.org/officeDocument/2006/relationships/image" Target="../media/image48.png"/><Relationship Id="rId19" Type="http://schemas.openxmlformats.org/officeDocument/2006/relationships/image" Target="../media/image57.png"/><Relationship Id="rId4" Type="http://schemas.openxmlformats.org/officeDocument/2006/relationships/image" Target="../media/image42.png"/><Relationship Id="rId9" Type="http://schemas.openxmlformats.org/officeDocument/2006/relationships/image" Target="../media/image47.png"/><Relationship Id="rId14" Type="http://schemas.openxmlformats.org/officeDocument/2006/relationships/image" Target="../media/image52.png"/></Relationships>
</file>

<file path=ppt/slides/_rels/slide8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6.png"/><Relationship Id="rId13" Type="http://schemas.openxmlformats.org/officeDocument/2006/relationships/image" Target="../media/image51.png"/><Relationship Id="rId18" Type="http://schemas.openxmlformats.org/officeDocument/2006/relationships/image" Target="../media/image56.png"/><Relationship Id="rId3" Type="http://schemas.openxmlformats.org/officeDocument/2006/relationships/image" Target="../media/image41.png"/><Relationship Id="rId7" Type="http://schemas.openxmlformats.org/officeDocument/2006/relationships/image" Target="../media/image45.png"/><Relationship Id="rId12" Type="http://schemas.openxmlformats.org/officeDocument/2006/relationships/image" Target="../media/image50.png"/><Relationship Id="rId17" Type="http://schemas.openxmlformats.org/officeDocument/2006/relationships/image" Target="../media/image55.png"/><Relationship Id="rId2" Type="http://schemas.openxmlformats.org/officeDocument/2006/relationships/image" Target="../media/image40.png"/><Relationship Id="rId16" Type="http://schemas.openxmlformats.org/officeDocument/2006/relationships/image" Target="../media/image54.png"/><Relationship Id="rId20" Type="http://schemas.openxmlformats.org/officeDocument/2006/relationships/image" Target="../media/image58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4.png"/><Relationship Id="rId11" Type="http://schemas.openxmlformats.org/officeDocument/2006/relationships/image" Target="../media/image49.png"/><Relationship Id="rId5" Type="http://schemas.openxmlformats.org/officeDocument/2006/relationships/image" Target="../media/image43.png"/><Relationship Id="rId15" Type="http://schemas.openxmlformats.org/officeDocument/2006/relationships/image" Target="../media/image53.png"/><Relationship Id="rId10" Type="http://schemas.openxmlformats.org/officeDocument/2006/relationships/image" Target="../media/image48.png"/><Relationship Id="rId19" Type="http://schemas.openxmlformats.org/officeDocument/2006/relationships/image" Target="../media/image57.png"/><Relationship Id="rId4" Type="http://schemas.openxmlformats.org/officeDocument/2006/relationships/image" Target="../media/image42.png"/><Relationship Id="rId9" Type="http://schemas.openxmlformats.org/officeDocument/2006/relationships/image" Target="../media/image47.png"/><Relationship Id="rId14" Type="http://schemas.openxmlformats.org/officeDocument/2006/relationships/image" Target="../media/image52.png"/></Relationships>
</file>

<file path=ppt/slides/_rels/slide8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5.png"/><Relationship Id="rId13" Type="http://schemas.openxmlformats.org/officeDocument/2006/relationships/image" Target="../media/image51.png"/><Relationship Id="rId18" Type="http://schemas.openxmlformats.org/officeDocument/2006/relationships/image" Target="../media/image57.png"/><Relationship Id="rId3" Type="http://schemas.openxmlformats.org/officeDocument/2006/relationships/image" Target="../media/image58.emf"/><Relationship Id="rId21" Type="http://schemas.openxmlformats.org/officeDocument/2006/relationships/image" Target="../media/image61.png"/><Relationship Id="rId7" Type="http://schemas.openxmlformats.org/officeDocument/2006/relationships/image" Target="../media/image44.png"/><Relationship Id="rId12" Type="http://schemas.openxmlformats.org/officeDocument/2006/relationships/image" Target="../media/image50.png"/><Relationship Id="rId17" Type="http://schemas.openxmlformats.org/officeDocument/2006/relationships/image" Target="../media/image56.png"/><Relationship Id="rId2" Type="http://schemas.openxmlformats.org/officeDocument/2006/relationships/notesSlide" Target="../notesSlides/notesSlide12.xml"/><Relationship Id="rId16" Type="http://schemas.openxmlformats.org/officeDocument/2006/relationships/image" Target="../media/image55.png"/><Relationship Id="rId20" Type="http://schemas.openxmlformats.org/officeDocument/2006/relationships/image" Target="../media/image6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3.png"/><Relationship Id="rId11" Type="http://schemas.openxmlformats.org/officeDocument/2006/relationships/image" Target="../media/image49.png"/><Relationship Id="rId5" Type="http://schemas.openxmlformats.org/officeDocument/2006/relationships/image" Target="../media/image41.png"/><Relationship Id="rId15" Type="http://schemas.openxmlformats.org/officeDocument/2006/relationships/image" Target="../media/image54.png"/><Relationship Id="rId23" Type="http://schemas.openxmlformats.org/officeDocument/2006/relationships/image" Target="../media/image63.emf"/><Relationship Id="rId10" Type="http://schemas.openxmlformats.org/officeDocument/2006/relationships/image" Target="../media/image48.png"/><Relationship Id="rId19" Type="http://schemas.openxmlformats.org/officeDocument/2006/relationships/image" Target="../media/image59.png"/><Relationship Id="rId4" Type="http://schemas.openxmlformats.org/officeDocument/2006/relationships/image" Target="../media/image40.png"/><Relationship Id="rId9" Type="http://schemas.openxmlformats.org/officeDocument/2006/relationships/image" Target="../media/image47.png"/><Relationship Id="rId14" Type="http://schemas.openxmlformats.org/officeDocument/2006/relationships/image" Target="../media/image53.png"/><Relationship Id="rId22" Type="http://schemas.openxmlformats.org/officeDocument/2006/relationships/image" Target="../media/image62.emf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emf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5.png"/><Relationship Id="rId4" Type="http://schemas.openxmlformats.org/officeDocument/2006/relationships/image" Target="../media/image64.png"/></Relationships>
</file>

<file path=ppt/slides/_rels/slide8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emf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5.png"/><Relationship Id="rId4" Type="http://schemas.openxmlformats.org/officeDocument/2006/relationships/image" Target="../media/image64.png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3A2C7284-77CC-FC88-ACE0-20E53773C64D}"/>
              </a:ext>
            </a:extLst>
          </p:cNvPr>
          <p:cNvSpPr/>
          <p:nvPr/>
        </p:nvSpPr>
        <p:spPr>
          <a:xfrm>
            <a:off x="925897" y="683627"/>
            <a:ext cx="10340205" cy="847417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L" dirty="0">
              <a:latin typeface="Gill Sans MT" panose="020B0502020104020203" pitchFamily="34" charset="7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876E2BE-1E76-0F44-8020-A654157CDF76}"/>
              </a:ext>
            </a:extLst>
          </p:cNvPr>
          <p:cNvSpPr txBox="1"/>
          <p:nvPr/>
        </p:nvSpPr>
        <p:spPr>
          <a:xfrm>
            <a:off x="925898" y="3991689"/>
            <a:ext cx="3783921" cy="212365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3600" noProof="1">
                <a:solidFill>
                  <a:srgbClr val="0041A1"/>
                </a:solidFill>
                <a:latin typeface="Gill Sans MT" panose="020B0502020104020203" pitchFamily="34" charset="77"/>
              </a:rPr>
              <a:t>Domingo Mery</a:t>
            </a:r>
          </a:p>
          <a:p>
            <a:endParaRPr lang="es-ES_tradnl" sz="2400" noProof="1">
              <a:solidFill>
                <a:schemeClr val="bg1">
                  <a:lumMod val="50000"/>
                </a:schemeClr>
              </a:solidFill>
              <a:latin typeface="Gill Sans MT" panose="020B0502020104020203" pitchFamily="34" charset="77"/>
            </a:endParaRPr>
          </a:p>
          <a:p>
            <a:r>
              <a:rPr lang="es-ES_tradnl" sz="2400" noProof="1">
                <a:solidFill>
                  <a:schemeClr val="bg1">
                    <a:lumMod val="50000"/>
                  </a:schemeClr>
                </a:solidFill>
                <a:latin typeface="Gill Sans MT" panose="020B0502020104020203" pitchFamily="34" charset="77"/>
              </a:rPr>
              <a:t>Ciencia de la Computación</a:t>
            </a:r>
          </a:p>
          <a:p>
            <a:r>
              <a:rPr lang="es-ES_tradnl" sz="2400" noProof="1">
                <a:solidFill>
                  <a:schemeClr val="bg1">
                    <a:lumMod val="50000"/>
                  </a:schemeClr>
                </a:solidFill>
                <a:latin typeface="Gill Sans MT" panose="020B0502020104020203" pitchFamily="34" charset="77"/>
              </a:rPr>
              <a:t>Universidad Católica – Chile</a:t>
            </a:r>
          </a:p>
          <a:p>
            <a:r>
              <a:rPr lang="es-ES_tradnl" sz="2400" noProof="1">
                <a:solidFill>
                  <a:schemeClr val="bg1">
                    <a:lumMod val="50000"/>
                  </a:schemeClr>
                </a:solidFill>
                <a:latin typeface="Gill Sans MT" panose="020B0502020104020203" pitchFamily="34" charset="77"/>
                <a:hlinkClick r:id="rId2"/>
              </a:rPr>
              <a:t>http://domingomery.ing.uc.cl</a:t>
            </a:r>
            <a:r>
              <a:rPr lang="es-ES_tradnl" sz="2400" noProof="1">
                <a:solidFill>
                  <a:schemeClr val="bg1">
                    <a:lumMod val="50000"/>
                  </a:schemeClr>
                </a:solidFill>
                <a:latin typeface="Gill Sans MT" panose="020B0502020104020203" pitchFamily="34" charset="77"/>
              </a:rPr>
              <a:t>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A0B8274-BF81-6D48-B1EC-87E4CF24BC51}"/>
              </a:ext>
            </a:extLst>
          </p:cNvPr>
          <p:cNvSpPr txBox="1"/>
          <p:nvPr/>
        </p:nvSpPr>
        <p:spPr>
          <a:xfrm>
            <a:off x="925898" y="546159"/>
            <a:ext cx="6803850" cy="98488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4400" noProof="1">
                <a:solidFill>
                  <a:schemeClr val="accent2"/>
                </a:solidFill>
                <a:latin typeface="Gill Sans MT" panose="020B0502020104020203" pitchFamily="34" charset="77"/>
              </a:rPr>
              <a:t>Reconocimiento de Patrones</a:t>
            </a:r>
          </a:p>
          <a:p>
            <a:r>
              <a:rPr lang="es-ES_tradnl" sz="1400" noProof="1">
                <a:solidFill>
                  <a:schemeClr val="accent1">
                    <a:lumMod val="60000"/>
                    <a:lumOff val="40000"/>
                  </a:schemeClr>
                </a:solidFill>
                <a:latin typeface="Gill Sans MT" panose="020B0502020104020203" pitchFamily="34" charset="77"/>
              </a:rPr>
              <a:t>Versión 2026</a:t>
            </a:r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1F84582F-25ED-D64F-A141-4702851F27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82889" y="4153426"/>
            <a:ext cx="671000" cy="39600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F09BC001-F490-B55D-4087-04CD68E211CA}"/>
              </a:ext>
            </a:extLst>
          </p:cNvPr>
          <p:cNvSpPr txBox="1"/>
          <p:nvPr/>
        </p:nvSpPr>
        <p:spPr>
          <a:xfrm>
            <a:off x="925898" y="2363235"/>
            <a:ext cx="6154313" cy="98488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4400" noProof="1">
                <a:latin typeface="Gill Sans MT" panose="020B0502020104020203" pitchFamily="34" charset="77"/>
              </a:rPr>
              <a:t>Clustering y Bag of Words</a:t>
            </a:r>
            <a:endParaRPr lang="es-ES_tradnl" sz="1400" noProof="1">
              <a:latin typeface="Gill Sans MT" panose="020B0502020104020203" pitchFamily="34" charset="77"/>
            </a:endParaRPr>
          </a:p>
          <a:p>
            <a:r>
              <a:rPr lang="es-ES_tradnl" sz="1400" noProof="1">
                <a:solidFill>
                  <a:schemeClr val="bg1">
                    <a:lumMod val="50000"/>
                  </a:schemeClr>
                </a:solidFill>
                <a:latin typeface="Gill Sans MT" panose="020B0502020104020203" pitchFamily="34" charset="77"/>
              </a:rPr>
              <a:t>(CAPÍTULO 4 – PR.04.D )</a:t>
            </a:r>
            <a:endParaRPr lang="es-ES_tradnl" sz="4400" noProof="1">
              <a:solidFill>
                <a:schemeClr val="bg1">
                  <a:lumMod val="50000"/>
                </a:schemeClr>
              </a:solidFill>
              <a:latin typeface="Gill Sans MT" panose="020B0502020104020203" pitchFamily="34" charset="77"/>
            </a:endParaRPr>
          </a:p>
        </p:txBody>
      </p:sp>
      <p:pic>
        <p:nvPicPr>
          <p:cNvPr id="4" name="Picture 3" descr="Screen Shot 2014-07-28 at 3.30.32 PM.png">
            <a:extLst>
              <a:ext uri="{FF2B5EF4-FFF2-40B4-BE49-F238E27FC236}">
                <a16:creationId xmlns:a16="http://schemas.microsoft.com/office/drawing/2014/main" id="{F713277D-8D19-F8E9-D0C7-160CDCD11B4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77883" y="683626"/>
            <a:ext cx="2688219" cy="847417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EF7C2C46-FB77-25C3-BA3D-A0231C48A0BC}"/>
              </a:ext>
            </a:extLst>
          </p:cNvPr>
          <p:cNvSpPr/>
          <p:nvPr/>
        </p:nvSpPr>
        <p:spPr>
          <a:xfrm>
            <a:off x="8532327" y="889536"/>
            <a:ext cx="94889" cy="94882"/>
          </a:xfrm>
          <a:prstGeom prst="rect">
            <a:avLst/>
          </a:prstGeom>
          <a:solidFill>
            <a:srgbClr val="FF0000">
              <a:alpha val="73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1821CF4-4421-1287-4A0F-68915CE9BDF0}"/>
              </a:ext>
            </a:extLst>
          </p:cNvPr>
          <p:cNvSpPr/>
          <p:nvPr/>
        </p:nvSpPr>
        <p:spPr>
          <a:xfrm>
            <a:off x="9457147" y="1041936"/>
            <a:ext cx="94889" cy="94882"/>
          </a:xfrm>
          <a:prstGeom prst="rect">
            <a:avLst/>
          </a:prstGeom>
          <a:solidFill>
            <a:srgbClr val="FFD300">
              <a:alpha val="73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B697AF8-DB10-A907-E9A0-11DBFF2F41AD}"/>
              </a:ext>
            </a:extLst>
          </p:cNvPr>
          <p:cNvSpPr/>
          <p:nvPr/>
        </p:nvSpPr>
        <p:spPr>
          <a:xfrm>
            <a:off x="8450280" y="1194336"/>
            <a:ext cx="94889" cy="94882"/>
          </a:xfrm>
          <a:prstGeom prst="rect">
            <a:avLst/>
          </a:prstGeom>
          <a:solidFill>
            <a:srgbClr val="3366FF">
              <a:alpha val="73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433E66E-94EA-0AAE-A7DB-7F462B910E03}"/>
              </a:ext>
            </a:extLst>
          </p:cNvPr>
          <p:cNvSpPr/>
          <p:nvPr/>
        </p:nvSpPr>
        <p:spPr>
          <a:xfrm>
            <a:off x="9200620" y="814788"/>
            <a:ext cx="94889" cy="94882"/>
          </a:xfrm>
          <a:prstGeom prst="rect">
            <a:avLst/>
          </a:prstGeom>
          <a:solidFill>
            <a:schemeClr val="bg1">
              <a:alpha val="73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7468F98-E38C-0CEE-B1A7-0C8769B40381}"/>
              </a:ext>
            </a:extLst>
          </p:cNvPr>
          <p:cNvSpPr/>
          <p:nvPr/>
        </p:nvSpPr>
        <p:spPr>
          <a:xfrm>
            <a:off x="9043304" y="1325718"/>
            <a:ext cx="94889" cy="94882"/>
          </a:xfrm>
          <a:prstGeom prst="rect">
            <a:avLst/>
          </a:prstGeom>
          <a:solidFill>
            <a:srgbClr val="00FF00">
              <a:alpha val="73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D5368E1-CE58-1317-D007-AB6025CF3AB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90704" y="2796173"/>
            <a:ext cx="3505200" cy="3378200"/>
          </a:xfrm>
          <a:prstGeom prst="rect">
            <a:avLst/>
          </a:prstGeom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DAC4F96-10E8-4A13-EF6C-C8D643699C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PR04D</a:t>
            </a:r>
            <a:endParaRPr lang="en-C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2AC8BDD-C031-4356-74EA-BDAAD0D8A4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1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24249406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500"/>
                            </p:stCondLst>
                            <p:childTnLst>
                              <p:par>
                                <p:cTn id="20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000"/>
                            </p:stCondLst>
                            <p:childTnLst>
                              <p:par>
                                <p:cTn id="2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2" grpId="0" animBg="1"/>
      <p:bldP spid="13" grpId="0" animBg="1"/>
      <p:bldP spid="14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6154FCD-8743-B576-6A9C-A99BB44122B1}"/>
              </a:ext>
            </a:extLst>
          </p:cNvPr>
          <p:cNvSpPr txBox="1"/>
          <p:nvPr/>
        </p:nvSpPr>
        <p:spPr>
          <a:xfrm>
            <a:off x="3470922" y="3105834"/>
            <a:ext cx="525015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L" sz="3600" dirty="0">
                <a:latin typeface="Gill Sans MT" panose="020B0502020104020203" pitchFamily="34" charset="77"/>
              </a:rPr>
              <a:t>Clustering usando k-Means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AC95D97-8B40-D413-BFD3-C4AC22F8049F}"/>
              </a:ext>
            </a:extLst>
          </p:cNvPr>
          <p:cNvSpPr txBox="1"/>
          <p:nvPr/>
        </p:nvSpPr>
        <p:spPr>
          <a:xfrm>
            <a:off x="7987229" y="1751682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CL" dirty="0">
              <a:latin typeface="Gill Sans MT" panose="020B0502020104020203" pitchFamily="34" charset="77"/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840201E-9920-BDA0-6998-4B24DD4CB9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PR04D</a:t>
            </a:r>
            <a:endParaRPr lang="en-CL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D28BF10-6287-2303-27E9-D1A6D2A2A3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2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199542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235748" y="14269"/>
            <a:ext cx="7484870" cy="677108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latin typeface="Gill Sans MT" panose="020B0502020104020203" pitchFamily="34" charset="77"/>
              </a:rPr>
              <a:t>Algorithm:</a:t>
            </a:r>
          </a:p>
          <a:p>
            <a:endParaRPr lang="en-US" dirty="0">
              <a:latin typeface="Gill Sans MT" panose="020B0502020104020203" pitchFamily="34" charset="77"/>
            </a:endParaRPr>
          </a:p>
          <a:p>
            <a:pPr marL="342900" indent="-342900">
              <a:buAutoNum type="arabicPeriod"/>
            </a:pPr>
            <a:r>
              <a:rPr lang="en-US" sz="2400" dirty="0">
                <a:latin typeface="Gill Sans MT" panose="020B0502020104020203" pitchFamily="34" charset="77"/>
              </a:rPr>
              <a:t>Input Data X = {x</a:t>
            </a:r>
            <a:r>
              <a:rPr lang="en-US" sz="2400" baseline="-25000" dirty="0">
                <a:latin typeface="Gill Sans MT" panose="020B0502020104020203" pitchFamily="34" charset="77"/>
              </a:rPr>
              <a:t>1</a:t>
            </a:r>
            <a:r>
              <a:rPr lang="en-US" sz="2400" dirty="0">
                <a:latin typeface="Gill Sans MT" panose="020B0502020104020203" pitchFamily="34" charset="77"/>
              </a:rPr>
              <a:t>, x</a:t>
            </a:r>
            <a:r>
              <a:rPr lang="en-US" sz="2400" baseline="-25000" dirty="0">
                <a:latin typeface="Gill Sans MT" panose="020B0502020104020203" pitchFamily="34" charset="77"/>
              </a:rPr>
              <a:t>2</a:t>
            </a:r>
            <a:r>
              <a:rPr lang="en-US" sz="2400" dirty="0">
                <a:latin typeface="Gill Sans MT" panose="020B0502020104020203" pitchFamily="34" charset="77"/>
              </a:rPr>
              <a:t>, ... </a:t>
            </a:r>
            <a:r>
              <a:rPr lang="en-US" sz="2400" dirty="0" err="1">
                <a:latin typeface="Gill Sans MT" panose="020B0502020104020203" pitchFamily="34" charset="77"/>
              </a:rPr>
              <a:t>x</a:t>
            </a:r>
            <a:r>
              <a:rPr lang="en-US" sz="2400" baseline="-25000" dirty="0" err="1">
                <a:latin typeface="Gill Sans MT" panose="020B0502020104020203" pitchFamily="34" charset="77"/>
              </a:rPr>
              <a:t>N</a:t>
            </a:r>
            <a:r>
              <a:rPr lang="en-US" sz="2400" dirty="0">
                <a:latin typeface="Gill Sans MT" panose="020B0502020104020203" pitchFamily="34" charset="77"/>
              </a:rPr>
              <a:t>} and number of clusters K</a:t>
            </a:r>
          </a:p>
          <a:p>
            <a:pPr marL="342900" indent="-342900">
              <a:buAutoNum type="arabicPeriod"/>
            </a:pPr>
            <a:endParaRPr lang="en-US" sz="2400" dirty="0">
              <a:latin typeface="Gill Sans MT" panose="020B0502020104020203" pitchFamily="34" charset="77"/>
            </a:endParaRPr>
          </a:p>
          <a:p>
            <a:pPr marL="342900" indent="-342900">
              <a:buAutoNum type="arabicPeriod"/>
            </a:pPr>
            <a:r>
              <a:rPr lang="en-US" sz="2400" dirty="0">
                <a:latin typeface="Gill Sans MT" panose="020B0502020104020203" pitchFamily="34" charset="77"/>
              </a:rPr>
              <a:t>Centroids {c</a:t>
            </a:r>
            <a:r>
              <a:rPr lang="en-US" sz="2400" baseline="-25000" dirty="0">
                <a:latin typeface="Gill Sans MT" panose="020B0502020104020203" pitchFamily="34" charset="77"/>
              </a:rPr>
              <a:t>1</a:t>
            </a:r>
            <a:r>
              <a:rPr lang="en-US" sz="2400" dirty="0">
                <a:latin typeface="Gill Sans MT" panose="020B0502020104020203" pitchFamily="34" charset="77"/>
              </a:rPr>
              <a:t>, c</a:t>
            </a:r>
            <a:r>
              <a:rPr lang="en-US" sz="2400" baseline="-25000" dirty="0">
                <a:latin typeface="Gill Sans MT" panose="020B0502020104020203" pitchFamily="34" charset="77"/>
              </a:rPr>
              <a:t>2</a:t>
            </a:r>
            <a:r>
              <a:rPr lang="en-US" sz="2400" dirty="0">
                <a:latin typeface="Gill Sans MT" panose="020B0502020104020203" pitchFamily="34" charset="77"/>
              </a:rPr>
              <a:t>, ... </a:t>
            </a:r>
            <a:r>
              <a:rPr lang="en-US" sz="2400" dirty="0" err="1">
                <a:latin typeface="Gill Sans MT" panose="020B0502020104020203" pitchFamily="34" charset="77"/>
              </a:rPr>
              <a:t>c</a:t>
            </a:r>
            <a:r>
              <a:rPr lang="en-US" sz="2400" baseline="-25000" dirty="0" err="1">
                <a:latin typeface="Gill Sans MT" panose="020B0502020104020203" pitchFamily="34" charset="77"/>
              </a:rPr>
              <a:t>K</a:t>
            </a:r>
            <a:r>
              <a:rPr lang="en-US" sz="2400" dirty="0">
                <a:latin typeface="Gill Sans MT" panose="020B0502020104020203" pitchFamily="34" charset="77"/>
              </a:rPr>
              <a:t>}  = random K points of X</a:t>
            </a:r>
          </a:p>
          <a:p>
            <a:pPr marL="342900" indent="-342900">
              <a:buAutoNum type="arabicPeriod"/>
            </a:pPr>
            <a:endParaRPr lang="en-US" sz="2400" dirty="0">
              <a:latin typeface="Gill Sans MT" panose="020B0502020104020203" pitchFamily="34" charset="77"/>
            </a:endParaRPr>
          </a:p>
          <a:p>
            <a:pPr marL="342900" indent="-342900">
              <a:buAutoNum type="arabicPeriod"/>
            </a:pPr>
            <a:r>
              <a:rPr lang="en-US" sz="2400" dirty="0">
                <a:latin typeface="Gill Sans MT" panose="020B0502020104020203" pitchFamily="34" charset="77"/>
              </a:rPr>
              <a:t>For each data point x</a:t>
            </a:r>
            <a:r>
              <a:rPr lang="en-US" sz="2400" baseline="-25000" dirty="0">
                <a:latin typeface="Gill Sans MT" panose="020B0502020104020203" pitchFamily="34" charset="77"/>
              </a:rPr>
              <a:t>i </a:t>
            </a:r>
          </a:p>
          <a:p>
            <a:pPr marL="342900" indent="-342900">
              <a:buAutoNum type="arabicPeriod"/>
            </a:pPr>
            <a:endParaRPr lang="en-US" sz="2400" dirty="0">
              <a:latin typeface="Gill Sans MT" panose="020B0502020104020203" pitchFamily="34" charset="77"/>
            </a:endParaRPr>
          </a:p>
          <a:p>
            <a:pPr marL="342900" indent="-342900">
              <a:buAutoNum type="arabicPeriod"/>
            </a:pPr>
            <a:r>
              <a:rPr lang="en-US" sz="2400" dirty="0">
                <a:latin typeface="Gill Sans MT" panose="020B0502020104020203" pitchFamily="34" charset="77"/>
              </a:rPr>
              <a:t>       Compute distance </a:t>
            </a:r>
            <a:r>
              <a:rPr lang="en-US" sz="2400" dirty="0" err="1">
                <a:latin typeface="Gill Sans MT" panose="020B0502020104020203" pitchFamily="34" charset="77"/>
              </a:rPr>
              <a:t>d</a:t>
            </a:r>
            <a:r>
              <a:rPr lang="en-US" sz="2400" baseline="-25000" dirty="0" err="1">
                <a:latin typeface="Gill Sans MT" panose="020B0502020104020203" pitchFamily="34" charset="77"/>
              </a:rPr>
              <a:t>ij</a:t>
            </a:r>
            <a:r>
              <a:rPr lang="en-US" sz="2400" dirty="0">
                <a:latin typeface="Gill Sans MT" panose="020B0502020104020203" pitchFamily="34" charset="77"/>
              </a:rPr>
              <a:t> = d(</a:t>
            </a:r>
            <a:r>
              <a:rPr lang="en-US" sz="2400" dirty="0" err="1">
                <a:latin typeface="Gill Sans MT" panose="020B0502020104020203" pitchFamily="34" charset="77"/>
              </a:rPr>
              <a:t>x</a:t>
            </a:r>
            <a:r>
              <a:rPr lang="en-US" sz="2400" baseline="-25000" dirty="0" err="1">
                <a:latin typeface="Gill Sans MT" panose="020B0502020104020203" pitchFamily="34" charset="77"/>
              </a:rPr>
              <a:t>i</a:t>
            </a:r>
            <a:r>
              <a:rPr lang="en-US" sz="2400" dirty="0" err="1">
                <a:latin typeface="Gill Sans MT" panose="020B0502020104020203" pitchFamily="34" charset="77"/>
              </a:rPr>
              <a:t>,c</a:t>
            </a:r>
            <a:r>
              <a:rPr lang="en-US" sz="2400" baseline="-25000" dirty="0" err="1">
                <a:latin typeface="Gill Sans MT" panose="020B0502020104020203" pitchFamily="34" charset="77"/>
              </a:rPr>
              <a:t>j</a:t>
            </a:r>
            <a:r>
              <a:rPr lang="en-US" sz="2400" dirty="0">
                <a:latin typeface="Gill Sans MT" panose="020B0502020104020203" pitchFamily="34" charset="77"/>
              </a:rPr>
              <a:t>)  </a:t>
            </a:r>
            <a:r>
              <a:rPr lang="en-US" sz="2400" dirty="0" err="1">
                <a:latin typeface="Gill Sans MT" panose="020B0502020104020203" pitchFamily="34" charset="77"/>
              </a:rPr>
              <a:t>i</a:t>
            </a:r>
            <a:r>
              <a:rPr lang="en-US" sz="2400" dirty="0">
                <a:latin typeface="Gill Sans MT" panose="020B0502020104020203" pitchFamily="34" charset="77"/>
              </a:rPr>
              <a:t>=1,...,N, j=1,...K</a:t>
            </a:r>
          </a:p>
          <a:p>
            <a:pPr marL="342900" indent="-342900">
              <a:buAutoNum type="arabicPeriod"/>
            </a:pPr>
            <a:endParaRPr lang="en-US" sz="2400" dirty="0">
              <a:latin typeface="Gill Sans MT" panose="020B0502020104020203" pitchFamily="34" charset="77"/>
            </a:endParaRPr>
          </a:p>
          <a:p>
            <a:pPr marL="342900" indent="-342900">
              <a:buAutoNum type="arabicPeriod"/>
            </a:pPr>
            <a:r>
              <a:rPr lang="en-US" sz="2400" dirty="0">
                <a:latin typeface="Gill Sans MT" panose="020B0502020104020203" pitchFamily="34" charset="77"/>
              </a:rPr>
              <a:t>       Assign x</a:t>
            </a:r>
            <a:r>
              <a:rPr lang="en-US" sz="2400" baseline="-25000" dirty="0">
                <a:latin typeface="Gill Sans MT" panose="020B0502020104020203" pitchFamily="34" charset="77"/>
              </a:rPr>
              <a:t>i</a:t>
            </a:r>
            <a:r>
              <a:rPr lang="en-US" sz="2400" dirty="0">
                <a:latin typeface="Gill Sans MT" panose="020B0502020104020203" pitchFamily="34" charset="77"/>
              </a:rPr>
              <a:t> to the nearest centroid: </a:t>
            </a:r>
            <a:r>
              <a:rPr lang="en-US" sz="2400" dirty="0" err="1">
                <a:latin typeface="Gill Sans MT" panose="020B0502020104020203" pitchFamily="34" charset="77"/>
              </a:rPr>
              <a:t>y</a:t>
            </a:r>
            <a:r>
              <a:rPr lang="en-US" sz="2400" baseline="-25000" dirty="0" err="1">
                <a:latin typeface="Gill Sans MT" panose="020B0502020104020203" pitchFamily="34" charset="77"/>
              </a:rPr>
              <a:t>i</a:t>
            </a:r>
            <a:r>
              <a:rPr lang="en-US" sz="2400" dirty="0">
                <a:latin typeface="Gill Sans MT" panose="020B0502020104020203" pitchFamily="34" charset="77"/>
              </a:rPr>
              <a:t> = </a:t>
            </a:r>
            <a:r>
              <a:rPr lang="en-US" sz="2400" dirty="0" err="1">
                <a:latin typeface="Gill Sans MT" panose="020B0502020104020203" pitchFamily="34" charset="77"/>
              </a:rPr>
              <a:t>argmin</a:t>
            </a:r>
            <a:r>
              <a:rPr lang="en-US" sz="2400" baseline="-25000" dirty="0" err="1">
                <a:latin typeface="Gill Sans MT" panose="020B0502020104020203" pitchFamily="34" charset="77"/>
              </a:rPr>
              <a:t>j</a:t>
            </a:r>
            <a:r>
              <a:rPr lang="en-US" sz="2400" dirty="0">
                <a:latin typeface="Gill Sans MT" panose="020B0502020104020203" pitchFamily="34" charset="77"/>
              </a:rPr>
              <a:t>{</a:t>
            </a:r>
            <a:r>
              <a:rPr lang="en-US" sz="2400" dirty="0" err="1">
                <a:latin typeface="Gill Sans MT" panose="020B0502020104020203" pitchFamily="34" charset="77"/>
              </a:rPr>
              <a:t>d</a:t>
            </a:r>
            <a:r>
              <a:rPr lang="en-US" sz="2400" baseline="-25000" dirty="0" err="1">
                <a:latin typeface="Gill Sans MT" panose="020B0502020104020203" pitchFamily="34" charset="77"/>
              </a:rPr>
              <a:t>ij</a:t>
            </a:r>
            <a:r>
              <a:rPr lang="en-US" sz="2400" dirty="0">
                <a:latin typeface="Gill Sans MT" panose="020B0502020104020203" pitchFamily="34" charset="77"/>
              </a:rPr>
              <a:t>}</a:t>
            </a:r>
          </a:p>
          <a:p>
            <a:pPr marL="342900" indent="-342900">
              <a:buAutoNum type="arabicPeriod"/>
            </a:pPr>
            <a:endParaRPr lang="en-US" sz="2400" dirty="0">
              <a:latin typeface="Gill Sans MT" panose="020B0502020104020203" pitchFamily="34" charset="77"/>
            </a:endParaRPr>
          </a:p>
          <a:p>
            <a:pPr marL="342900" indent="-342900">
              <a:buAutoNum type="arabicPeriod"/>
            </a:pPr>
            <a:r>
              <a:rPr lang="en-US" sz="2400" dirty="0">
                <a:latin typeface="Gill Sans MT" panose="020B0502020104020203" pitchFamily="34" charset="77"/>
              </a:rPr>
              <a:t>Compute the new centroids of each cluster</a:t>
            </a:r>
          </a:p>
          <a:p>
            <a:r>
              <a:rPr lang="en-US" sz="2400" dirty="0">
                <a:latin typeface="Gill Sans MT" panose="020B0502020104020203" pitchFamily="34" charset="77"/>
              </a:rPr>
              <a:t>	      c</a:t>
            </a:r>
            <a:r>
              <a:rPr lang="en-US" sz="2400" baseline="30000" dirty="0">
                <a:latin typeface="Gill Sans MT" panose="020B0502020104020203" pitchFamily="34" charset="77"/>
              </a:rPr>
              <a:t>*</a:t>
            </a:r>
            <a:r>
              <a:rPr lang="en-US" sz="2400" baseline="-25000" dirty="0">
                <a:latin typeface="Gill Sans MT" panose="020B0502020104020203" pitchFamily="34" charset="77"/>
              </a:rPr>
              <a:t>j</a:t>
            </a:r>
            <a:r>
              <a:rPr lang="en-US" sz="2400" dirty="0">
                <a:latin typeface="Gill Sans MT" panose="020B0502020104020203" pitchFamily="34" charset="77"/>
              </a:rPr>
              <a:t> = mean(x</a:t>
            </a:r>
            <a:r>
              <a:rPr lang="en-US" sz="2400" baseline="-25000" dirty="0">
                <a:latin typeface="Gill Sans MT" panose="020B0502020104020203" pitchFamily="34" charset="77"/>
              </a:rPr>
              <a:t>i</a:t>
            </a:r>
            <a:r>
              <a:rPr lang="en-US" sz="2400" dirty="0">
                <a:latin typeface="Gill Sans MT" panose="020B0502020104020203" pitchFamily="34" charset="77"/>
              </a:rPr>
              <a:t>)  for </a:t>
            </a:r>
            <a:r>
              <a:rPr lang="en-US" sz="2400" dirty="0" err="1">
                <a:latin typeface="Gill Sans MT" panose="020B0502020104020203" pitchFamily="34" charset="77"/>
              </a:rPr>
              <a:t>y</a:t>
            </a:r>
            <a:r>
              <a:rPr lang="en-US" sz="2400" baseline="-25000" dirty="0" err="1">
                <a:latin typeface="Gill Sans MT" panose="020B0502020104020203" pitchFamily="34" charset="77"/>
              </a:rPr>
              <a:t>i</a:t>
            </a:r>
            <a:r>
              <a:rPr lang="en-US" sz="2400" dirty="0">
                <a:latin typeface="Gill Sans MT" panose="020B0502020104020203" pitchFamily="34" charset="77"/>
              </a:rPr>
              <a:t> = j</a:t>
            </a:r>
          </a:p>
          <a:p>
            <a:endParaRPr lang="en-US" sz="2400" dirty="0">
              <a:latin typeface="Gill Sans MT" panose="020B0502020104020203" pitchFamily="34" charset="77"/>
            </a:endParaRPr>
          </a:p>
          <a:p>
            <a:pPr marL="457200" indent="-457200">
              <a:buAutoNum type="arabicPeriod" startAt="7"/>
            </a:pPr>
            <a:r>
              <a:rPr lang="en-US" sz="2400" dirty="0">
                <a:latin typeface="Gill Sans MT" panose="020B0502020104020203" pitchFamily="34" charset="77"/>
              </a:rPr>
              <a:t>if c</a:t>
            </a:r>
            <a:r>
              <a:rPr lang="en-US" sz="2400" baseline="30000" dirty="0">
                <a:latin typeface="Gill Sans MT" panose="020B0502020104020203" pitchFamily="34" charset="77"/>
              </a:rPr>
              <a:t>*</a:t>
            </a:r>
            <a:r>
              <a:rPr lang="en-US" sz="2400" baseline="-25000" dirty="0">
                <a:latin typeface="Gill Sans MT" panose="020B0502020104020203" pitchFamily="34" charset="77"/>
              </a:rPr>
              <a:t>j</a:t>
            </a:r>
            <a:r>
              <a:rPr lang="en-US" sz="2400" dirty="0">
                <a:latin typeface="Gill Sans MT" panose="020B0502020104020203" pitchFamily="34" charset="77"/>
              </a:rPr>
              <a:t>       </a:t>
            </a:r>
            <a:r>
              <a:rPr lang="en-US" sz="2400" dirty="0" err="1">
                <a:latin typeface="Gill Sans MT" panose="020B0502020104020203" pitchFamily="34" charset="77"/>
              </a:rPr>
              <a:t>c</a:t>
            </a:r>
            <a:r>
              <a:rPr lang="en-US" sz="2400" baseline="-25000" dirty="0" err="1">
                <a:latin typeface="Gill Sans MT" panose="020B0502020104020203" pitchFamily="34" charset="77"/>
              </a:rPr>
              <a:t>j</a:t>
            </a:r>
            <a:r>
              <a:rPr lang="en-US" sz="2400" baseline="-25000" dirty="0">
                <a:latin typeface="Gill Sans MT" panose="020B0502020104020203" pitchFamily="34" charset="77"/>
              </a:rPr>
              <a:t> </a:t>
            </a:r>
            <a:r>
              <a:rPr lang="en-US" sz="2400" dirty="0">
                <a:latin typeface="Gill Sans MT" panose="020B0502020104020203" pitchFamily="34" charset="77"/>
              </a:rPr>
              <a:t>then </a:t>
            </a:r>
            <a:r>
              <a:rPr lang="en-US" sz="2400" dirty="0" err="1">
                <a:latin typeface="Gill Sans MT" panose="020B0502020104020203" pitchFamily="34" charset="77"/>
              </a:rPr>
              <a:t>c</a:t>
            </a:r>
            <a:r>
              <a:rPr lang="en-US" sz="2400" baseline="-25000" dirty="0" err="1">
                <a:latin typeface="Gill Sans MT" panose="020B0502020104020203" pitchFamily="34" charset="77"/>
              </a:rPr>
              <a:t>j</a:t>
            </a:r>
            <a:r>
              <a:rPr lang="en-US" sz="2400" dirty="0">
                <a:latin typeface="Gill Sans MT" panose="020B0502020104020203" pitchFamily="34" charset="77"/>
              </a:rPr>
              <a:t> = c</a:t>
            </a:r>
            <a:r>
              <a:rPr lang="en-US" sz="2400" baseline="30000" dirty="0">
                <a:latin typeface="Gill Sans MT" panose="020B0502020104020203" pitchFamily="34" charset="77"/>
              </a:rPr>
              <a:t>*</a:t>
            </a:r>
            <a:r>
              <a:rPr lang="en-US" sz="2400" baseline="-25000" dirty="0">
                <a:latin typeface="Gill Sans MT" panose="020B0502020104020203" pitchFamily="34" charset="77"/>
              </a:rPr>
              <a:t>j</a:t>
            </a:r>
            <a:r>
              <a:rPr lang="en-US" sz="2400" dirty="0">
                <a:latin typeface="Gill Sans MT" panose="020B0502020104020203" pitchFamily="34" charset="77"/>
              </a:rPr>
              <a:t>   go to step 3</a:t>
            </a:r>
          </a:p>
          <a:p>
            <a:pPr marL="457200" indent="-457200">
              <a:buAutoNum type="arabicPeriod" startAt="7"/>
            </a:pPr>
            <a:endParaRPr lang="en-US" sz="2400" dirty="0">
              <a:latin typeface="Gill Sans MT" panose="020B0502020104020203" pitchFamily="34" charset="77"/>
            </a:endParaRPr>
          </a:p>
          <a:p>
            <a:pPr marL="457200" indent="-457200">
              <a:buAutoNum type="arabicPeriod" startAt="7"/>
            </a:pPr>
            <a:r>
              <a:rPr lang="en-US" sz="2400" dirty="0">
                <a:latin typeface="Gill Sans MT" panose="020B0502020104020203" pitchFamily="34" charset="77"/>
              </a:rPr>
              <a:t>Output: {c</a:t>
            </a:r>
            <a:r>
              <a:rPr lang="en-US" sz="2400" baseline="30000" dirty="0">
                <a:latin typeface="Gill Sans MT" panose="020B0502020104020203" pitchFamily="34" charset="77"/>
              </a:rPr>
              <a:t>*</a:t>
            </a:r>
            <a:r>
              <a:rPr lang="en-US" sz="2400" baseline="-25000" dirty="0">
                <a:latin typeface="Gill Sans MT" panose="020B0502020104020203" pitchFamily="34" charset="77"/>
              </a:rPr>
              <a:t>1</a:t>
            </a:r>
            <a:r>
              <a:rPr lang="en-US" sz="2400" dirty="0">
                <a:latin typeface="Gill Sans MT" panose="020B0502020104020203" pitchFamily="34" charset="77"/>
              </a:rPr>
              <a:t>, c</a:t>
            </a:r>
            <a:r>
              <a:rPr lang="en-US" sz="2400" baseline="30000" dirty="0">
                <a:latin typeface="Gill Sans MT" panose="020B0502020104020203" pitchFamily="34" charset="77"/>
              </a:rPr>
              <a:t>*</a:t>
            </a:r>
            <a:r>
              <a:rPr lang="en-US" sz="2400" baseline="-25000" dirty="0">
                <a:latin typeface="Gill Sans MT" panose="020B0502020104020203" pitchFamily="34" charset="77"/>
              </a:rPr>
              <a:t>2</a:t>
            </a:r>
            <a:r>
              <a:rPr lang="en-US" sz="2400" dirty="0">
                <a:latin typeface="Gill Sans MT" panose="020B0502020104020203" pitchFamily="34" charset="77"/>
              </a:rPr>
              <a:t>, ... c</a:t>
            </a:r>
            <a:r>
              <a:rPr lang="en-US" sz="2400" baseline="30000" dirty="0">
                <a:latin typeface="Gill Sans MT" panose="020B0502020104020203" pitchFamily="34" charset="77"/>
              </a:rPr>
              <a:t>*</a:t>
            </a:r>
            <a:r>
              <a:rPr lang="en-US" sz="2400" baseline="-25000" dirty="0">
                <a:latin typeface="Gill Sans MT" panose="020B0502020104020203" pitchFamily="34" charset="77"/>
              </a:rPr>
              <a:t>K</a:t>
            </a:r>
            <a:r>
              <a:rPr lang="en-US" sz="2400" dirty="0">
                <a:latin typeface="Gill Sans MT" panose="020B0502020104020203" pitchFamily="34" charset="77"/>
              </a:rPr>
              <a:t>} and </a:t>
            </a:r>
            <a:r>
              <a:rPr lang="en-US" sz="2400" dirty="0" err="1">
                <a:latin typeface="Gill Sans MT" panose="020B0502020104020203" pitchFamily="34" charset="77"/>
              </a:rPr>
              <a:t>y</a:t>
            </a:r>
            <a:r>
              <a:rPr lang="en-US" sz="2400" baseline="-25000" dirty="0" err="1">
                <a:latin typeface="Gill Sans MT" panose="020B0502020104020203" pitchFamily="34" charset="77"/>
              </a:rPr>
              <a:t>i</a:t>
            </a:r>
            <a:r>
              <a:rPr lang="en-US" sz="2400" dirty="0">
                <a:latin typeface="Gill Sans MT" panose="020B0502020104020203" pitchFamily="34" charset="77"/>
              </a:rPr>
              <a:t> for </a:t>
            </a:r>
            <a:r>
              <a:rPr lang="en-US" sz="2400" dirty="0" err="1">
                <a:latin typeface="Gill Sans MT" panose="020B0502020104020203" pitchFamily="34" charset="77"/>
              </a:rPr>
              <a:t>i</a:t>
            </a:r>
            <a:r>
              <a:rPr lang="en-US" sz="2400" dirty="0">
                <a:latin typeface="Gill Sans MT" panose="020B0502020104020203" pitchFamily="34" charset="77"/>
              </a:rPr>
              <a:t>=1,...,N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57909" y="5619748"/>
            <a:ext cx="257184" cy="342912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72F2BF3-7633-D246-B2E7-C78328A540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0B2870-7350-8D40-A01A-CE539DF873CB}" type="slidenum">
              <a:rPr lang="en-US" smtClean="0"/>
              <a:t>3</a:t>
            </a:fld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220AE88-FC0F-FEDA-5DAE-3BEA3C8E88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PR04D</a:t>
            </a:r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39194988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/>
          <p:cNvSpPr/>
          <p:nvPr/>
        </p:nvSpPr>
        <p:spPr>
          <a:xfrm>
            <a:off x="5555457" y="2500318"/>
            <a:ext cx="185737" cy="200025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5" name="Oval 4"/>
          <p:cNvSpPr/>
          <p:nvPr/>
        </p:nvSpPr>
        <p:spPr>
          <a:xfrm>
            <a:off x="7522369" y="3452809"/>
            <a:ext cx="185737" cy="200025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6" name="Oval 5"/>
          <p:cNvSpPr/>
          <p:nvPr/>
        </p:nvSpPr>
        <p:spPr>
          <a:xfrm>
            <a:off x="4626766" y="2233620"/>
            <a:ext cx="185737" cy="200025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7" name="Oval 6"/>
          <p:cNvSpPr/>
          <p:nvPr/>
        </p:nvSpPr>
        <p:spPr>
          <a:xfrm>
            <a:off x="5086352" y="1695453"/>
            <a:ext cx="185737" cy="200025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8" name="Oval 7"/>
          <p:cNvSpPr/>
          <p:nvPr/>
        </p:nvSpPr>
        <p:spPr>
          <a:xfrm>
            <a:off x="5076825" y="1323978"/>
            <a:ext cx="185737" cy="200025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9" name="Oval 8"/>
          <p:cNvSpPr/>
          <p:nvPr/>
        </p:nvSpPr>
        <p:spPr>
          <a:xfrm>
            <a:off x="5462589" y="2009776"/>
            <a:ext cx="185737" cy="200025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0" name="Oval 9"/>
          <p:cNvSpPr/>
          <p:nvPr/>
        </p:nvSpPr>
        <p:spPr>
          <a:xfrm>
            <a:off x="4843459" y="2786059"/>
            <a:ext cx="185737" cy="200025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1" name="Oval 10"/>
          <p:cNvSpPr/>
          <p:nvPr/>
        </p:nvSpPr>
        <p:spPr>
          <a:xfrm>
            <a:off x="8091484" y="4143376"/>
            <a:ext cx="185737" cy="200025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2" name="Oval 11"/>
          <p:cNvSpPr/>
          <p:nvPr/>
        </p:nvSpPr>
        <p:spPr>
          <a:xfrm>
            <a:off x="4657726" y="1795466"/>
            <a:ext cx="185737" cy="200025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3" name="Oval 12"/>
          <p:cNvSpPr/>
          <p:nvPr/>
        </p:nvSpPr>
        <p:spPr>
          <a:xfrm>
            <a:off x="7138991" y="3581403"/>
            <a:ext cx="185737" cy="200025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4" name="Oval 13"/>
          <p:cNvSpPr/>
          <p:nvPr/>
        </p:nvSpPr>
        <p:spPr>
          <a:xfrm>
            <a:off x="7436647" y="2986084"/>
            <a:ext cx="185737" cy="200025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5" name="Oval 14"/>
          <p:cNvSpPr/>
          <p:nvPr/>
        </p:nvSpPr>
        <p:spPr>
          <a:xfrm>
            <a:off x="7505702" y="3929063"/>
            <a:ext cx="185737" cy="200025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6" name="Oval 15"/>
          <p:cNvSpPr/>
          <p:nvPr/>
        </p:nvSpPr>
        <p:spPr>
          <a:xfrm>
            <a:off x="4145754" y="2852746"/>
            <a:ext cx="185737" cy="200025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7" name="Oval 16"/>
          <p:cNvSpPr/>
          <p:nvPr/>
        </p:nvSpPr>
        <p:spPr>
          <a:xfrm>
            <a:off x="5319710" y="2986083"/>
            <a:ext cx="185737" cy="200025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8" name="Oval 17"/>
          <p:cNvSpPr/>
          <p:nvPr/>
        </p:nvSpPr>
        <p:spPr>
          <a:xfrm>
            <a:off x="3829046" y="2066932"/>
            <a:ext cx="185737" cy="200025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9" name="Oval 18"/>
          <p:cNvSpPr/>
          <p:nvPr/>
        </p:nvSpPr>
        <p:spPr>
          <a:xfrm>
            <a:off x="6890152" y="3962402"/>
            <a:ext cx="185737" cy="200025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20" name="Oval 19"/>
          <p:cNvSpPr/>
          <p:nvPr/>
        </p:nvSpPr>
        <p:spPr>
          <a:xfrm>
            <a:off x="4410071" y="1447804"/>
            <a:ext cx="185737" cy="200025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21" name="Oval 20"/>
          <p:cNvSpPr/>
          <p:nvPr/>
        </p:nvSpPr>
        <p:spPr>
          <a:xfrm>
            <a:off x="4331491" y="2324107"/>
            <a:ext cx="185737" cy="200025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22" name="Oval 21"/>
          <p:cNvSpPr/>
          <p:nvPr/>
        </p:nvSpPr>
        <p:spPr>
          <a:xfrm>
            <a:off x="7691439" y="4681545"/>
            <a:ext cx="185737" cy="200025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23" name="Oval 22"/>
          <p:cNvSpPr/>
          <p:nvPr/>
        </p:nvSpPr>
        <p:spPr>
          <a:xfrm>
            <a:off x="8091485" y="3481391"/>
            <a:ext cx="185737" cy="200025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24" name="Oval 23"/>
          <p:cNvSpPr/>
          <p:nvPr/>
        </p:nvSpPr>
        <p:spPr>
          <a:xfrm>
            <a:off x="4243386" y="1976443"/>
            <a:ext cx="185737" cy="200025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25" name="Oval 24"/>
          <p:cNvSpPr/>
          <p:nvPr/>
        </p:nvSpPr>
        <p:spPr>
          <a:xfrm>
            <a:off x="5076825" y="2305054"/>
            <a:ext cx="185737" cy="200025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26" name="Oval 25"/>
          <p:cNvSpPr/>
          <p:nvPr/>
        </p:nvSpPr>
        <p:spPr>
          <a:xfrm>
            <a:off x="6391272" y="3929062"/>
            <a:ext cx="185737" cy="200025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27" name="Oval 26"/>
          <p:cNvSpPr/>
          <p:nvPr/>
        </p:nvSpPr>
        <p:spPr>
          <a:xfrm>
            <a:off x="7046122" y="4343401"/>
            <a:ext cx="185737" cy="200025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B69B705-88C0-C14F-BBEC-4C6CD83CB6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0B2870-7350-8D40-A01A-CE539DF873CB}" type="slidenum">
              <a:rPr lang="en-US" smtClean="0"/>
              <a:t>4</a:t>
            </a:fld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D8F49C2-2AC1-24BE-CC41-BA1DA9E866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PR04D</a:t>
            </a:r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6637567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/>
          <p:cNvSpPr/>
          <p:nvPr/>
        </p:nvSpPr>
        <p:spPr>
          <a:xfrm>
            <a:off x="5555457" y="2500318"/>
            <a:ext cx="185737" cy="200025"/>
          </a:xfrm>
          <a:prstGeom prst="ellipse">
            <a:avLst/>
          </a:prstGeom>
          <a:solidFill>
            <a:schemeClr val="bg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5" name="Oval 4"/>
          <p:cNvSpPr/>
          <p:nvPr/>
        </p:nvSpPr>
        <p:spPr>
          <a:xfrm>
            <a:off x="7522369" y="3452809"/>
            <a:ext cx="185737" cy="200025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6" name="Oval 5"/>
          <p:cNvSpPr/>
          <p:nvPr/>
        </p:nvSpPr>
        <p:spPr>
          <a:xfrm>
            <a:off x="4626766" y="2233620"/>
            <a:ext cx="185737" cy="200025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7" name="Oval 6"/>
          <p:cNvSpPr/>
          <p:nvPr/>
        </p:nvSpPr>
        <p:spPr>
          <a:xfrm>
            <a:off x="5086352" y="1695453"/>
            <a:ext cx="185737" cy="200025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8" name="Oval 7"/>
          <p:cNvSpPr/>
          <p:nvPr/>
        </p:nvSpPr>
        <p:spPr>
          <a:xfrm>
            <a:off x="5076825" y="1323978"/>
            <a:ext cx="185737" cy="200025"/>
          </a:xfrm>
          <a:prstGeom prst="ellipse">
            <a:avLst/>
          </a:prstGeom>
          <a:solidFill>
            <a:schemeClr val="bg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9" name="Oval 8"/>
          <p:cNvSpPr/>
          <p:nvPr/>
        </p:nvSpPr>
        <p:spPr>
          <a:xfrm>
            <a:off x="5462589" y="2009776"/>
            <a:ext cx="185737" cy="200025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0" name="Oval 9"/>
          <p:cNvSpPr/>
          <p:nvPr/>
        </p:nvSpPr>
        <p:spPr>
          <a:xfrm>
            <a:off x="4843459" y="2786059"/>
            <a:ext cx="185737" cy="200025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1" name="Oval 10"/>
          <p:cNvSpPr/>
          <p:nvPr/>
        </p:nvSpPr>
        <p:spPr>
          <a:xfrm>
            <a:off x="8091484" y="4143376"/>
            <a:ext cx="185737" cy="200025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2" name="Oval 11"/>
          <p:cNvSpPr/>
          <p:nvPr/>
        </p:nvSpPr>
        <p:spPr>
          <a:xfrm>
            <a:off x="4657726" y="1795466"/>
            <a:ext cx="185737" cy="200025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3" name="Oval 12"/>
          <p:cNvSpPr/>
          <p:nvPr/>
        </p:nvSpPr>
        <p:spPr>
          <a:xfrm>
            <a:off x="7138991" y="3581403"/>
            <a:ext cx="185737" cy="200025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4" name="Oval 13"/>
          <p:cNvSpPr/>
          <p:nvPr/>
        </p:nvSpPr>
        <p:spPr>
          <a:xfrm>
            <a:off x="7436647" y="2986084"/>
            <a:ext cx="185737" cy="200025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5" name="Oval 14"/>
          <p:cNvSpPr/>
          <p:nvPr/>
        </p:nvSpPr>
        <p:spPr>
          <a:xfrm>
            <a:off x="7505702" y="3929063"/>
            <a:ext cx="185737" cy="200025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6" name="Oval 15"/>
          <p:cNvSpPr/>
          <p:nvPr/>
        </p:nvSpPr>
        <p:spPr>
          <a:xfrm>
            <a:off x="4145754" y="2852746"/>
            <a:ext cx="185737" cy="200025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7" name="Oval 16"/>
          <p:cNvSpPr/>
          <p:nvPr/>
        </p:nvSpPr>
        <p:spPr>
          <a:xfrm>
            <a:off x="5319710" y="2986083"/>
            <a:ext cx="185737" cy="200025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8" name="Oval 17"/>
          <p:cNvSpPr/>
          <p:nvPr/>
        </p:nvSpPr>
        <p:spPr>
          <a:xfrm>
            <a:off x="3829046" y="2066932"/>
            <a:ext cx="185737" cy="200025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9" name="Oval 18"/>
          <p:cNvSpPr/>
          <p:nvPr/>
        </p:nvSpPr>
        <p:spPr>
          <a:xfrm>
            <a:off x="6890152" y="3962402"/>
            <a:ext cx="185737" cy="200025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20" name="Oval 19"/>
          <p:cNvSpPr/>
          <p:nvPr/>
        </p:nvSpPr>
        <p:spPr>
          <a:xfrm>
            <a:off x="4410071" y="1447804"/>
            <a:ext cx="185737" cy="200025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21" name="Oval 20"/>
          <p:cNvSpPr/>
          <p:nvPr/>
        </p:nvSpPr>
        <p:spPr>
          <a:xfrm>
            <a:off x="4331491" y="2324107"/>
            <a:ext cx="185737" cy="200025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22" name="Oval 21"/>
          <p:cNvSpPr/>
          <p:nvPr/>
        </p:nvSpPr>
        <p:spPr>
          <a:xfrm>
            <a:off x="7691439" y="4681545"/>
            <a:ext cx="185737" cy="200025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23" name="Oval 22"/>
          <p:cNvSpPr/>
          <p:nvPr/>
        </p:nvSpPr>
        <p:spPr>
          <a:xfrm>
            <a:off x="8091485" y="3481391"/>
            <a:ext cx="185737" cy="200025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24" name="Oval 23"/>
          <p:cNvSpPr/>
          <p:nvPr/>
        </p:nvSpPr>
        <p:spPr>
          <a:xfrm>
            <a:off x="4243386" y="1976443"/>
            <a:ext cx="185737" cy="200025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25" name="Oval 24"/>
          <p:cNvSpPr/>
          <p:nvPr/>
        </p:nvSpPr>
        <p:spPr>
          <a:xfrm>
            <a:off x="5076825" y="2305054"/>
            <a:ext cx="185737" cy="200025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26" name="Oval 25"/>
          <p:cNvSpPr/>
          <p:nvPr/>
        </p:nvSpPr>
        <p:spPr>
          <a:xfrm>
            <a:off x="6391272" y="3929062"/>
            <a:ext cx="185737" cy="200025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27" name="Oval 26"/>
          <p:cNvSpPr/>
          <p:nvPr/>
        </p:nvSpPr>
        <p:spPr>
          <a:xfrm>
            <a:off x="7046122" y="4343401"/>
            <a:ext cx="185737" cy="200025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6417468" y="1028700"/>
            <a:ext cx="39985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Gill Sans MT" panose="020B0502020104020203" pitchFamily="34" charset="77"/>
              </a:rPr>
              <a:t>Choose random K=2 points (centroids)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BE3C041-A957-824D-B974-E347D82F2D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0B2870-7350-8D40-A01A-CE539DF873CB}" type="slidenum">
              <a:rPr lang="en-US" smtClean="0"/>
              <a:t>5</a:t>
            </a:fld>
            <a:endParaRPr lang="en-US"/>
          </a:p>
        </p:txBody>
      </p:sp>
      <p:sp>
        <p:nvSpPr>
          <p:cNvPr id="28" name="Date Placeholder 27">
            <a:extLst>
              <a:ext uri="{FF2B5EF4-FFF2-40B4-BE49-F238E27FC236}">
                <a16:creationId xmlns:a16="http://schemas.microsoft.com/office/drawing/2014/main" id="{2A805C8F-4224-7F1D-B125-DB574844D9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PR04D</a:t>
            </a:r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2149508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/>
          <p:cNvSpPr/>
          <p:nvPr/>
        </p:nvSpPr>
        <p:spPr>
          <a:xfrm>
            <a:off x="5555457" y="2500318"/>
            <a:ext cx="185737" cy="200025"/>
          </a:xfrm>
          <a:prstGeom prst="ellipse">
            <a:avLst/>
          </a:prstGeom>
          <a:solidFill>
            <a:schemeClr val="bg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5" name="Oval 4"/>
          <p:cNvSpPr/>
          <p:nvPr/>
        </p:nvSpPr>
        <p:spPr>
          <a:xfrm>
            <a:off x="7522369" y="3452809"/>
            <a:ext cx="185737" cy="200025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6" name="Oval 5"/>
          <p:cNvSpPr/>
          <p:nvPr/>
        </p:nvSpPr>
        <p:spPr>
          <a:xfrm>
            <a:off x="4626766" y="2233620"/>
            <a:ext cx="185737" cy="200025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7" name="Oval 6"/>
          <p:cNvSpPr/>
          <p:nvPr/>
        </p:nvSpPr>
        <p:spPr>
          <a:xfrm>
            <a:off x="5086352" y="1695453"/>
            <a:ext cx="185737" cy="200025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8" name="Oval 7"/>
          <p:cNvSpPr/>
          <p:nvPr/>
        </p:nvSpPr>
        <p:spPr>
          <a:xfrm>
            <a:off x="5076825" y="1323978"/>
            <a:ext cx="185737" cy="200025"/>
          </a:xfrm>
          <a:prstGeom prst="ellipse">
            <a:avLst/>
          </a:prstGeom>
          <a:solidFill>
            <a:schemeClr val="bg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9" name="Oval 8"/>
          <p:cNvSpPr/>
          <p:nvPr/>
        </p:nvSpPr>
        <p:spPr>
          <a:xfrm>
            <a:off x="5462589" y="2009776"/>
            <a:ext cx="185737" cy="200025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0" name="Oval 9"/>
          <p:cNvSpPr/>
          <p:nvPr/>
        </p:nvSpPr>
        <p:spPr>
          <a:xfrm>
            <a:off x="4843459" y="2786059"/>
            <a:ext cx="185737" cy="200025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1" name="Oval 10"/>
          <p:cNvSpPr/>
          <p:nvPr/>
        </p:nvSpPr>
        <p:spPr>
          <a:xfrm>
            <a:off x="8091484" y="4143376"/>
            <a:ext cx="185737" cy="200025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2" name="Oval 11"/>
          <p:cNvSpPr/>
          <p:nvPr/>
        </p:nvSpPr>
        <p:spPr>
          <a:xfrm>
            <a:off x="4657726" y="1795466"/>
            <a:ext cx="185737" cy="200025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3" name="Oval 12"/>
          <p:cNvSpPr/>
          <p:nvPr/>
        </p:nvSpPr>
        <p:spPr>
          <a:xfrm>
            <a:off x="7138991" y="3581403"/>
            <a:ext cx="185737" cy="200025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4" name="Oval 13"/>
          <p:cNvSpPr/>
          <p:nvPr/>
        </p:nvSpPr>
        <p:spPr>
          <a:xfrm>
            <a:off x="7436647" y="2986084"/>
            <a:ext cx="185737" cy="200025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5" name="Oval 14"/>
          <p:cNvSpPr/>
          <p:nvPr/>
        </p:nvSpPr>
        <p:spPr>
          <a:xfrm>
            <a:off x="7505702" y="3929063"/>
            <a:ext cx="185737" cy="200025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6" name="Oval 15"/>
          <p:cNvSpPr/>
          <p:nvPr/>
        </p:nvSpPr>
        <p:spPr>
          <a:xfrm>
            <a:off x="4145754" y="2852746"/>
            <a:ext cx="185737" cy="200025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7" name="Oval 16"/>
          <p:cNvSpPr/>
          <p:nvPr/>
        </p:nvSpPr>
        <p:spPr>
          <a:xfrm>
            <a:off x="5319710" y="2986083"/>
            <a:ext cx="185737" cy="200025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8" name="Oval 17"/>
          <p:cNvSpPr/>
          <p:nvPr/>
        </p:nvSpPr>
        <p:spPr>
          <a:xfrm>
            <a:off x="3829046" y="2066932"/>
            <a:ext cx="185737" cy="200025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9" name="Oval 18"/>
          <p:cNvSpPr/>
          <p:nvPr/>
        </p:nvSpPr>
        <p:spPr>
          <a:xfrm>
            <a:off x="6890152" y="3962402"/>
            <a:ext cx="185737" cy="200025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20" name="Oval 19"/>
          <p:cNvSpPr/>
          <p:nvPr/>
        </p:nvSpPr>
        <p:spPr>
          <a:xfrm>
            <a:off x="4410071" y="1447804"/>
            <a:ext cx="185737" cy="200025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21" name="Oval 20"/>
          <p:cNvSpPr/>
          <p:nvPr/>
        </p:nvSpPr>
        <p:spPr>
          <a:xfrm>
            <a:off x="4331491" y="2324107"/>
            <a:ext cx="185737" cy="200025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22" name="Oval 21"/>
          <p:cNvSpPr/>
          <p:nvPr/>
        </p:nvSpPr>
        <p:spPr>
          <a:xfrm>
            <a:off x="7691439" y="4681545"/>
            <a:ext cx="185737" cy="200025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23" name="Oval 22"/>
          <p:cNvSpPr/>
          <p:nvPr/>
        </p:nvSpPr>
        <p:spPr>
          <a:xfrm>
            <a:off x="8091485" y="3481391"/>
            <a:ext cx="185737" cy="200025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24" name="Oval 23"/>
          <p:cNvSpPr/>
          <p:nvPr/>
        </p:nvSpPr>
        <p:spPr>
          <a:xfrm>
            <a:off x="4243386" y="1976443"/>
            <a:ext cx="185737" cy="200025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25" name="Oval 24"/>
          <p:cNvSpPr/>
          <p:nvPr/>
        </p:nvSpPr>
        <p:spPr>
          <a:xfrm>
            <a:off x="5076825" y="2305054"/>
            <a:ext cx="185737" cy="200025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26" name="Oval 25"/>
          <p:cNvSpPr/>
          <p:nvPr/>
        </p:nvSpPr>
        <p:spPr>
          <a:xfrm>
            <a:off x="6391272" y="3929062"/>
            <a:ext cx="185737" cy="200025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27" name="Oval 26"/>
          <p:cNvSpPr/>
          <p:nvPr/>
        </p:nvSpPr>
        <p:spPr>
          <a:xfrm>
            <a:off x="7046122" y="4343401"/>
            <a:ext cx="185737" cy="200025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7046121" y="1028700"/>
            <a:ext cx="30131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Gill Sans MT" panose="020B0502020104020203" pitchFamily="34" charset="77"/>
              </a:rPr>
              <a:t>Assign to the nearest centroid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07B6EF4-3B37-1A46-92D8-402136628D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0B2870-7350-8D40-A01A-CE539DF873CB}" type="slidenum">
              <a:rPr lang="en-US" smtClean="0"/>
              <a:t>6</a:t>
            </a:fld>
            <a:endParaRPr lang="en-US"/>
          </a:p>
        </p:txBody>
      </p:sp>
      <p:sp>
        <p:nvSpPr>
          <p:cNvPr id="28" name="Date Placeholder 27">
            <a:extLst>
              <a:ext uri="{FF2B5EF4-FFF2-40B4-BE49-F238E27FC236}">
                <a16:creationId xmlns:a16="http://schemas.microsoft.com/office/drawing/2014/main" id="{C4FC9D0B-D510-80D8-F8DA-C13364BAFF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PR04D</a:t>
            </a:r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19549165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/>
          <p:cNvSpPr/>
          <p:nvPr/>
        </p:nvSpPr>
        <p:spPr>
          <a:xfrm>
            <a:off x="5555457" y="2500318"/>
            <a:ext cx="185737" cy="200025"/>
          </a:xfrm>
          <a:prstGeom prst="ellipse">
            <a:avLst/>
          </a:prstGeom>
          <a:solidFill>
            <a:schemeClr val="bg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5" name="Oval 4"/>
          <p:cNvSpPr/>
          <p:nvPr/>
        </p:nvSpPr>
        <p:spPr>
          <a:xfrm>
            <a:off x="7522369" y="3452809"/>
            <a:ext cx="185737" cy="200025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6" name="Oval 5"/>
          <p:cNvSpPr/>
          <p:nvPr/>
        </p:nvSpPr>
        <p:spPr>
          <a:xfrm>
            <a:off x="4626766" y="2233620"/>
            <a:ext cx="185737" cy="200025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7" name="Oval 6"/>
          <p:cNvSpPr/>
          <p:nvPr/>
        </p:nvSpPr>
        <p:spPr>
          <a:xfrm>
            <a:off x="5086352" y="1695453"/>
            <a:ext cx="185737" cy="200025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8" name="Oval 7"/>
          <p:cNvSpPr/>
          <p:nvPr/>
        </p:nvSpPr>
        <p:spPr>
          <a:xfrm>
            <a:off x="5076825" y="1323978"/>
            <a:ext cx="185737" cy="200025"/>
          </a:xfrm>
          <a:prstGeom prst="ellipse">
            <a:avLst/>
          </a:prstGeom>
          <a:solidFill>
            <a:schemeClr val="bg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9" name="Oval 8"/>
          <p:cNvSpPr/>
          <p:nvPr/>
        </p:nvSpPr>
        <p:spPr>
          <a:xfrm>
            <a:off x="5462589" y="2009776"/>
            <a:ext cx="185737" cy="200025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0" name="Oval 9"/>
          <p:cNvSpPr/>
          <p:nvPr/>
        </p:nvSpPr>
        <p:spPr>
          <a:xfrm>
            <a:off x="4843459" y="2786059"/>
            <a:ext cx="185737" cy="200025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1" name="Oval 10"/>
          <p:cNvSpPr/>
          <p:nvPr/>
        </p:nvSpPr>
        <p:spPr>
          <a:xfrm>
            <a:off x="8091484" y="4143376"/>
            <a:ext cx="185737" cy="200025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2" name="Oval 11"/>
          <p:cNvSpPr/>
          <p:nvPr/>
        </p:nvSpPr>
        <p:spPr>
          <a:xfrm>
            <a:off x="4657726" y="1795466"/>
            <a:ext cx="185737" cy="200025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3" name="Oval 12"/>
          <p:cNvSpPr/>
          <p:nvPr/>
        </p:nvSpPr>
        <p:spPr>
          <a:xfrm>
            <a:off x="7138991" y="3581403"/>
            <a:ext cx="185737" cy="200025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4" name="Oval 13"/>
          <p:cNvSpPr/>
          <p:nvPr/>
        </p:nvSpPr>
        <p:spPr>
          <a:xfrm>
            <a:off x="7436647" y="2986084"/>
            <a:ext cx="185737" cy="200025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5" name="Oval 14"/>
          <p:cNvSpPr/>
          <p:nvPr/>
        </p:nvSpPr>
        <p:spPr>
          <a:xfrm>
            <a:off x="7505702" y="3929063"/>
            <a:ext cx="185737" cy="200025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6" name="Oval 15"/>
          <p:cNvSpPr/>
          <p:nvPr/>
        </p:nvSpPr>
        <p:spPr>
          <a:xfrm>
            <a:off x="4145754" y="2852746"/>
            <a:ext cx="185737" cy="200025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7" name="Oval 16"/>
          <p:cNvSpPr/>
          <p:nvPr/>
        </p:nvSpPr>
        <p:spPr>
          <a:xfrm>
            <a:off x="5319710" y="2986083"/>
            <a:ext cx="185737" cy="200025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8" name="Oval 17"/>
          <p:cNvSpPr/>
          <p:nvPr/>
        </p:nvSpPr>
        <p:spPr>
          <a:xfrm>
            <a:off x="3829046" y="2066932"/>
            <a:ext cx="185737" cy="200025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9" name="Oval 18"/>
          <p:cNvSpPr/>
          <p:nvPr/>
        </p:nvSpPr>
        <p:spPr>
          <a:xfrm>
            <a:off x="6890152" y="3962402"/>
            <a:ext cx="185737" cy="200025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20" name="Oval 19"/>
          <p:cNvSpPr/>
          <p:nvPr/>
        </p:nvSpPr>
        <p:spPr>
          <a:xfrm>
            <a:off x="4410071" y="1447804"/>
            <a:ext cx="185737" cy="200025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21" name="Oval 20"/>
          <p:cNvSpPr/>
          <p:nvPr/>
        </p:nvSpPr>
        <p:spPr>
          <a:xfrm>
            <a:off x="4331491" y="2324107"/>
            <a:ext cx="185737" cy="200025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22" name="Oval 21"/>
          <p:cNvSpPr/>
          <p:nvPr/>
        </p:nvSpPr>
        <p:spPr>
          <a:xfrm>
            <a:off x="7691439" y="4681545"/>
            <a:ext cx="185737" cy="200025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23" name="Oval 22"/>
          <p:cNvSpPr/>
          <p:nvPr/>
        </p:nvSpPr>
        <p:spPr>
          <a:xfrm>
            <a:off x="8091485" y="3481391"/>
            <a:ext cx="185737" cy="200025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24" name="Oval 23"/>
          <p:cNvSpPr/>
          <p:nvPr/>
        </p:nvSpPr>
        <p:spPr>
          <a:xfrm>
            <a:off x="4243386" y="1976443"/>
            <a:ext cx="185737" cy="200025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25" name="Oval 24"/>
          <p:cNvSpPr/>
          <p:nvPr/>
        </p:nvSpPr>
        <p:spPr>
          <a:xfrm>
            <a:off x="5076825" y="2305054"/>
            <a:ext cx="185737" cy="200025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26" name="Oval 25"/>
          <p:cNvSpPr/>
          <p:nvPr/>
        </p:nvSpPr>
        <p:spPr>
          <a:xfrm>
            <a:off x="6391272" y="3929062"/>
            <a:ext cx="185737" cy="200025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27" name="Oval 26"/>
          <p:cNvSpPr/>
          <p:nvPr/>
        </p:nvSpPr>
        <p:spPr>
          <a:xfrm>
            <a:off x="7046122" y="4343401"/>
            <a:ext cx="185737" cy="200025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7046121" y="1028700"/>
            <a:ext cx="30131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Gill Sans MT" panose="020B0502020104020203" pitchFamily="34" charset="77"/>
              </a:rPr>
              <a:t>Assign to the nearest centroid</a:t>
            </a:r>
          </a:p>
        </p:txBody>
      </p:sp>
      <p:cxnSp>
        <p:nvCxnSpPr>
          <p:cNvPr id="28" name="Straight Connector 27"/>
          <p:cNvCxnSpPr/>
          <p:nvPr/>
        </p:nvCxnSpPr>
        <p:spPr>
          <a:xfrm flipV="1">
            <a:off x="2667001" y="800100"/>
            <a:ext cx="5041105" cy="2652708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B4E0953-713F-0347-A52C-7EFCA13E4F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0B2870-7350-8D40-A01A-CE539DF873CB}" type="slidenum">
              <a:rPr lang="en-US" smtClean="0"/>
              <a:t>7</a:t>
            </a:fld>
            <a:endParaRPr lang="en-US"/>
          </a:p>
        </p:txBody>
      </p:sp>
      <p:sp>
        <p:nvSpPr>
          <p:cNvPr id="29" name="Date Placeholder 28">
            <a:extLst>
              <a:ext uri="{FF2B5EF4-FFF2-40B4-BE49-F238E27FC236}">
                <a16:creationId xmlns:a16="http://schemas.microsoft.com/office/drawing/2014/main" id="{7CB782A5-AD64-C0F4-232B-3BE9747CE3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PR04D</a:t>
            </a:r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143915236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/>
          <p:cNvSpPr/>
          <p:nvPr/>
        </p:nvSpPr>
        <p:spPr>
          <a:xfrm>
            <a:off x="5555457" y="2500318"/>
            <a:ext cx="185737" cy="200025"/>
          </a:xfrm>
          <a:prstGeom prst="ellipse">
            <a:avLst/>
          </a:prstGeom>
          <a:solidFill>
            <a:schemeClr val="accent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5" name="Oval 4"/>
          <p:cNvSpPr/>
          <p:nvPr/>
        </p:nvSpPr>
        <p:spPr>
          <a:xfrm>
            <a:off x="7522369" y="3452809"/>
            <a:ext cx="185737" cy="200025"/>
          </a:xfrm>
          <a:prstGeom prst="ellipse">
            <a:avLst/>
          </a:prstGeom>
          <a:solidFill>
            <a:srgbClr val="FF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6" name="Oval 5"/>
          <p:cNvSpPr/>
          <p:nvPr/>
        </p:nvSpPr>
        <p:spPr>
          <a:xfrm>
            <a:off x="4626766" y="2233620"/>
            <a:ext cx="185737" cy="200025"/>
          </a:xfrm>
          <a:prstGeom prst="ellipse">
            <a:avLst/>
          </a:prstGeom>
          <a:solidFill>
            <a:srgbClr val="00B05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7" name="Oval 6"/>
          <p:cNvSpPr/>
          <p:nvPr/>
        </p:nvSpPr>
        <p:spPr>
          <a:xfrm>
            <a:off x="5086352" y="1695453"/>
            <a:ext cx="185737" cy="200025"/>
          </a:xfrm>
          <a:prstGeom prst="ellipse">
            <a:avLst/>
          </a:prstGeom>
          <a:solidFill>
            <a:srgbClr val="00B05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8" name="Oval 7"/>
          <p:cNvSpPr/>
          <p:nvPr/>
        </p:nvSpPr>
        <p:spPr>
          <a:xfrm>
            <a:off x="5076825" y="1323978"/>
            <a:ext cx="185737" cy="200025"/>
          </a:xfrm>
          <a:prstGeom prst="ellipse">
            <a:avLst/>
          </a:prstGeom>
          <a:solidFill>
            <a:schemeClr val="accent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9" name="Oval 8"/>
          <p:cNvSpPr/>
          <p:nvPr/>
        </p:nvSpPr>
        <p:spPr>
          <a:xfrm>
            <a:off x="5462589" y="2009776"/>
            <a:ext cx="185737" cy="200025"/>
          </a:xfrm>
          <a:prstGeom prst="ellipse">
            <a:avLst/>
          </a:prstGeom>
          <a:solidFill>
            <a:srgbClr val="FF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0" name="Oval 9"/>
          <p:cNvSpPr/>
          <p:nvPr/>
        </p:nvSpPr>
        <p:spPr>
          <a:xfrm>
            <a:off x="4843459" y="2786059"/>
            <a:ext cx="185737" cy="200025"/>
          </a:xfrm>
          <a:prstGeom prst="ellipse">
            <a:avLst/>
          </a:prstGeom>
          <a:solidFill>
            <a:srgbClr val="FF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1" name="Oval 10"/>
          <p:cNvSpPr/>
          <p:nvPr/>
        </p:nvSpPr>
        <p:spPr>
          <a:xfrm>
            <a:off x="8091484" y="4143376"/>
            <a:ext cx="185737" cy="200025"/>
          </a:xfrm>
          <a:prstGeom prst="ellipse">
            <a:avLst/>
          </a:prstGeom>
          <a:solidFill>
            <a:srgbClr val="FF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2" name="Oval 11"/>
          <p:cNvSpPr/>
          <p:nvPr/>
        </p:nvSpPr>
        <p:spPr>
          <a:xfrm>
            <a:off x="4657726" y="1795466"/>
            <a:ext cx="185737" cy="200025"/>
          </a:xfrm>
          <a:prstGeom prst="ellipse">
            <a:avLst/>
          </a:prstGeom>
          <a:solidFill>
            <a:srgbClr val="00B05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3" name="Oval 12"/>
          <p:cNvSpPr/>
          <p:nvPr/>
        </p:nvSpPr>
        <p:spPr>
          <a:xfrm>
            <a:off x="7138991" y="3581403"/>
            <a:ext cx="185737" cy="200025"/>
          </a:xfrm>
          <a:prstGeom prst="ellipse">
            <a:avLst/>
          </a:prstGeom>
          <a:solidFill>
            <a:srgbClr val="FF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4" name="Oval 13"/>
          <p:cNvSpPr/>
          <p:nvPr/>
        </p:nvSpPr>
        <p:spPr>
          <a:xfrm>
            <a:off x="7436647" y="2986084"/>
            <a:ext cx="185737" cy="200025"/>
          </a:xfrm>
          <a:prstGeom prst="ellipse">
            <a:avLst/>
          </a:prstGeom>
          <a:solidFill>
            <a:srgbClr val="FF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5" name="Oval 14"/>
          <p:cNvSpPr/>
          <p:nvPr/>
        </p:nvSpPr>
        <p:spPr>
          <a:xfrm>
            <a:off x="7505702" y="3929063"/>
            <a:ext cx="185737" cy="200025"/>
          </a:xfrm>
          <a:prstGeom prst="ellipse">
            <a:avLst/>
          </a:prstGeom>
          <a:solidFill>
            <a:srgbClr val="FF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6" name="Oval 15"/>
          <p:cNvSpPr/>
          <p:nvPr/>
        </p:nvSpPr>
        <p:spPr>
          <a:xfrm>
            <a:off x="4145754" y="2852746"/>
            <a:ext cx="185737" cy="200025"/>
          </a:xfrm>
          <a:prstGeom prst="ellipse">
            <a:avLst/>
          </a:prstGeom>
          <a:solidFill>
            <a:srgbClr val="FF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7" name="Oval 16"/>
          <p:cNvSpPr/>
          <p:nvPr/>
        </p:nvSpPr>
        <p:spPr>
          <a:xfrm>
            <a:off x="5319710" y="2986083"/>
            <a:ext cx="185737" cy="200025"/>
          </a:xfrm>
          <a:prstGeom prst="ellipse">
            <a:avLst/>
          </a:prstGeom>
          <a:solidFill>
            <a:srgbClr val="FF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8" name="Oval 17"/>
          <p:cNvSpPr/>
          <p:nvPr/>
        </p:nvSpPr>
        <p:spPr>
          <a:xfrm>
            <a:off x="3829046" y="2066932"/>
            <a:ext cx="185737" cy="200025"/>
          </a:xfrm>
          <a:prstGeom prst="ellipse">
            <a:avLst/>
          </a:prstGeom>
          <a:solidFill>
            <a:srgbClr val="00B05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9" name="Oval 18"/>
          <p:cNvSpPr/>
          <p:nvPr/>
        </p:nvSpPr>
        <p:spPr>
          <a:xfrm>
            <a:off x="6890152" y="3962402"/>
            <a:ext cx="185737" cy="200025"/>
          </a:xfrm>
          <a:prstGeom prst="ellipse">
            <a:avLst/>
          </a:prstGeom>
          <a:solidFill>
            <a:srgbClr val="FF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20" name="Oval 19"/>
          <p:cNvSpPr/>
          <p:nvPr/>
        </p:nvSpPr>
        <p:spPr>
          <a:xfrm>
            <a:off x="4410071" y="1447804"/>
            <a:ext cx="185737" cy="200025"/>
          </a:xfrm>
          <a:prstGeom prst="ellipse">
            <a:avLst/>
          </a:prstGeom>
          <a:solidFill>
            <a:srgbClr val="00B05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21" name="Oval 20"/>
          <p:cNvSpPr/>
          <p:nvPr/>
        </p:nvSpPr>
        <p:spPr>
          <a:xfrm>
            <a:off x="4331491" y="2324107"/>
            <a:ext cx="185737" cy="200025"/>
          </a:xfrm>
          <a:prstGeom prst="ellipse">
            <a:avLst/>
          </a:prstGeom>
          <a:solidFill>
            <a:srgbClr val="00B05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22" name="Oval 21"/>
          <p:cNvSpPr/>
          <p:nvPr/>
        </p:nvSpPr>
        <p:spPr>
          <a:xfrm>
            <a:off x="7691439" y="4681545"/>
            <a:ext cx="185737" cy="200025"/>
          </a:xfrm>
          <a:prstGeom prst="ellipse">
            <a:avLst/>
          </a:prstGeom>
          <a:solidFill>
            <a:srgbClr val="FF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23" name="Oval 22"/>
          <p:cNvSpPr/>
          <p:nvPr/>
        </p:nvSpPr>
        <p:spPr>
          <a:xfrm>
            <a:off x="8091485" y="3481391"/>
            <a:ext cx="185737" cy="200025"/>
          </a:xfrm>
          <a:prstGeom prst="ellipse">
            <a:avLst/>
          </a:prstGeom>
          <a:solidFill>
            <a:srgbClr val="FF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24" name="Oval 23"/>
          <p:cNvSpPr/>
          <p:nvPr/>
        </p:nvSpPr>
        <p:spPr>
          <a:xfrm>
            <a:off x="4243386" y="1976443"/>
            <a:ext cx="185737" cy="200025"/>
          </a:xfrm>
          <a:prstGeom prst="ellipse">
            <a:avLst/>
          </a:prstGeom>
          <a:solidFill>
            <a:srgbClr val="00B05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25" name="Oval 24"/>
          <p:cNvSpPr/>
          <p:nvPr/>
        </p:nvSpPr>
        <p:spPr>
          <a:xfrm>
            <a:off x="5076825" y="2305054"/>
            <a:ext cx="185737" cy="200025"/>
          </a:xfrm>
          <a:prstGeom prst="ellipse">
            <a:avLst/>
          </a:prstGeom>
          <a:solidFill>
            <a:srgbClr val="FF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26" name="Oval 25"/>
          <p:cNvSpPr/>
          <p:nvPr/>
        </p:nvSpPr>
        <p:spPr>
          <a:xfrm>
            <a:off x="6391272" y="3929062"/>
            <a:ext cx="185737" cy="200025"/>
          </a:xfrm>
          <a:prstGeom prst="ellipse">
            <a:avLst/>
          </a:prstGeom>
          <a:solidFill>
            <a:srgbClr val="FF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27" name="Oval 26"/>
          <p:cNvSpPr/>
          <p:nvPr/>
        </p:nvSpPr>
        <p:spPr>
          <a:xfrm>
            <a:off x="7046122" y="4343401"/>
            <a:ext cx="185737" cy="200025"/>
          </a:xfrm>
          <a:prstGeom prst="ellipse">
            <a:avLst/>
          </a:prstGeom>
          <a:solidFill>
            <a:srgbClr val="FF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7046121" y="1028700"/>
            <a:ext cx="30131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Gill Sans MT" panose="020B0502020104020203" pitchFamily="34" charset="77"/>
              </a:rPr>
              <a:t>Assign to the nearest centroid</a:t>
            </a:r>
          </a:p>
        </p:txBody>
      </p:sp>
      <p:cxnSp>
        <p:nvCxnSpPr>
          <p:cNvPr id="28" name="Straight Connector 27"/>
          <p:cNvCxnSpPr/>
          <p:nvPr/>
        </p:nvCxnSpPr>
        <p:spPr>
          <a:xfrm flipV="1">
            <a:off x="2667001" y="800100"/>
            <a:ext cx="5041105" cy="2652708"/>
          </a:xfrm>
          <a:prstGeom prst="line">
            <a:avLst/>
          </a:prstGeom>
          <a:ln>
            <a:solidFill>
              <a:schemeClr val="tx1">
                <a:lumMod val="85000"/>
                <a:lumOff val="15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47E8198-8FE6-0746-9C02-A0E31C28B8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0B2870-7350-8D40-A01A-CE539DF873CB}" type="slidenum">
              <a:rPr lang="en-US" smtClean="0"/>
              <a:t>8</a:t>
            </a:fld>
            <a:endParaRPr lang="en-US"/>
          </a:p>
        </p:txBody>
      </p:sp>
      <p:sp>
        <p:nvSpPr>
          <p:cNvPr id="29" name="Date Placeholder 28">
            <a:extLst>
              <a:ext uri="{FF2B5EF4-FFF2-40B4-BE49-F238E27FC236}">
                <a16:creationId xmlns:a16="http://schemas.microsoft.com/office/drawing/2014/main" id="{6ED20C49-4444-A698-3DFC-F876EEF9DA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PR04D</a:t>
            </a:r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172216271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/>
          <p:cNvSpPr/>
          <p:nvPr/>
        </p:nvSpPr>
        <p:spPr>
          <a:xfrm>
            <a:off x="5555457" y="2500318"/>
            <a:ext cx="185737" cy="200025"/>
          </a:xfrm>
          <a:prstGeom prst="ellipse">
            <a:avLst/>
          </a:prstGeom>
          <a:solidFill>
            <a:srgbClr val="FF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5" name="Oval 4"/>
          <p:cNvSpPr/>
          <p:nvPr/>
        </p:nvSpPr>
        <p:spPr>
          <a:xfrm>
            <a:off x="7522369" y="3452809"/>
            <a:ext cx="185737" cy="200025"/>
          </a:xfrm>
          <a:prstGeom prst="ellipse">
            <a:avLst/>
          </a:prstGeom>
          <a:solidFill>
            <a:srgbClr val="FF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6" name="Oval 5"/>
          <p:cNvSpPr/>
          <p:nvPr/>
        </p:nvSpPr>
        <p:spPr>
          <a:xfrm>
            <a:off x="4626766" y="2233620"/>
            <a:ext cx="185737" cy="200025"/>
          </a:xfrm>
          <a:prstGeom prst="ellipse">
            <a:avLst/>
          </a:prstGeom>
          <a:solidFill>
            <a:srgbClr val="00B05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7" name="Oval 6"/>
          <p:cNvSpPr/>
          <p:nvPr/>
        </p:nvSpPr>
        <p:spPr>
          <a:xfrm>
            <a:off x="5086352" y="1695453"/>
            <a:ext cx="185737" cy="200025"/>
          </a:xfrm>
          <a:prstGeom prst="ellipse">
            <a:avLst/>
          </a:prstGeom>
          <a:solidFill>
            <a:srgbClr val="00B05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8" name="Oval 7"/>
          <p:cNvSpPr/>
          <p:nvPr/>
        </p:nvSpPr>
        <p:spPr>
          <a:xfrm>
            <a:off x="5076825" y="1323978"/>
            <a:ext cx="185737" cy="200025"/>
          </a:xfrm>
          <a:prstGeom prst="ellipse">
            <a:avLst/>
          </a:prstGeom>
          <a:solidFill>
            <a:srgbClr val="00B05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9" name="Oval 8"/>
          <p:cNvSpPr/>
          <p:nvPr/>
        </p:nvSpPr>
        <p:spPr>
          <a:xfrm>
            <a:off x="5462589" y="2009776"/>
            <a:ext cx="185737" cy="200025"/>
          </a:xfrm>
          <a:prstGeom prst="ellipse">
            <a:avLst/>
          </a:prstGeom>
          <a:solidFill>
            <a:srgbClr val="FF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0" name="Oval 9"/>
          <p:cNvSpPr/>
          <p:nvPr/>
        </p:nvSpPr>
        <p:spPr>
          <a:xfrm>
            <a:off x="4843459" y="2786059"/>
            <a:ext cx="185737" cy="200025"/>
          </a:xfrm>
          <a:prstGeom prst="ellipse">
            <a:avLst/>
          </a:prstGeom>
          <a:solidFill>
            <a:srgbClr val="FF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1" name="Oval 10"/>
          <p:cNvSpPr/>
          <p:nvPr/>
        </p:nvSpPr>
        <p:spPr>
          <a:xfrm>
            <a:off x="8091484" y="4143376"/>
            <a:ext cx="185737" cy="200025"/>
          </a:xfrm>
          <a:prstGeom prst="ellipse">
            <a:avLst/>
          </a:prstGeom>
          <a:solidFill>
            <a:srgbClr val="FF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2" name="Oval 11"/>
          <p:cNvSpPr/>
          <p:nvPr/>
        </p:nvSpPr>
        <p:spPr>
          <a:xfrm>
            <a:off x="4657726" y="1795466"/>
            <a:ext cx="185737" cy="200025"/>
          </a:xfrm>
          <a:prstGeom prst="ellipse">
            <a:avLst/>
          </a:prstGeom>
          <a:solidFill>
            <a:srgbClr val="00B05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3" name="Oval 12"/>
          <p:cNvSpPr/>
          <p:nvPr/>
        </p:nvSpPr>
        <p:spPr>
          <a:xfrm>
            <a:off x="7138991" y="3581403"/>
            <a:ext cx="185737" cy="200025"/>
          </a:xfrm>
          <a:prstGeom prst="ellipse">
            <a:avLst/>
          </a:prstGeom>
          <a:solidFill>
            <a:srgbClr val="FF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4" name="Oval 13"/>
          <p:cNvSpPr/>
          <p:nvPr/>
        </p:nvSpPr>
        <p:spPr>
          <a:xfrm>
            <a:off x="7436647" y="2986084"/>
            <a:ext cx="185737" cy="200025"/>
          </a:xfrm>
          <a:prstGeom prst="ellipse">
            <a:avLst/>
          </a:prstGeom>
          <a:solidFill>
            <a:srgbClr val="FF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5" name="Oval 14"/>
          <p:cNvSpPr/>
          <p:nvPr/>
        </p:nvSpPr>
        <p:spPr>
          <a:xfrm>
            <a:off x="7505702" y="3929063"/>
            <a:ext cx="185737" cy="200025"/>
          </a:xfrm>
          <a:prstGeom prst="ellipse">
            <a:avLst/>
          </a:prstGeom>
          <a:solidFill>
            <a:srgbClr val="FF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6" name="Oval 15"/>
          <p:cNvSpPr/>
          <p:nvPr/>
        </p:nvSpPr>
        <p:spPr>
          <a:xfrm>
            <a:off x="4145754" y="2852746"/>
            <a:ext cx="185737" cy="200025"/>
          </a:xfrm>
          <a:prstGeom prst="ellipse">
            <a:avLst/>
          </a:prstGeom>
          <a:solidFill>
            <a:srgbClr val="FF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7" name="Oval 16"/>
          <p:cNvSpPr/>
          <p:nvPr/>
        </p:nvSpPr>
        <p:spPr>
          <a:xfrm>
            <a:off x="5319710" y="2986083"/>
            <a:ext cx="185737" cy="200025"/>
          </a:xfrm>
          <a:prstGeom prst="ellipse">
            <a:avLst/>
          </a:prstGeom>
          <a:solidFill>
            <a:srgbClr val="FF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8" name="Oval 17"/>
          <p:cNvSpPr/>
          <p:nvPr/>
        </p:nvSpPr>
        <p:spPr>
          <a:xfrm>
            <a:off x="3829046" y="2066932"/>
            <a:ext cx="185737" cy="200025"/>
          </a:xfrm>
          <a:prstGeom prst="ellipse">
            <a:avLst/>
          </a:prstGeom>
          <a:solidFill>
            <a:srgbClr val="00B05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9" name="Oval 18"/>
          <p:cNvSpPr/>
          <p:nvPr/>
        </p:nvSpPr>
        <p:spPr>
          <a:xfrm>
            <a:off x="6890152" y="3962402"/>
            <a:ext cx="185737" cy="200025"/>
          </a:xfrm>
          <a:prstGeom prst="ellipse">
            <a:avLst/>
          </a:prstGeom>
          <a:solidFill>
            <a:srgbClr val="FF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20" name="Oval 19"/>
          <p:cNvSpPr/>
          <p:nvPr/>
        </p:nvSpPr>
        <p:spPr>
          <a:xfrm>
            <a:off x="4410071" y="1447804"/>
            <a:ext cx="185737" cy="200025"/>
          </a:xfrm>
          <a:prstGeom prst="ellipse">
            <a:avLst/>
          </a:prstGeom>
          <a:solidFill>
            <a:srgbClr val="00B05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21" name="Oval 20"/>
          <p:cNvSpPr/>
          <p:nvPr/>
        </p:nvSpPr>
        <p:spPr>
          <a:xfrm>
            <a:off x="4331491" y="2324107"/>
            <a:ext cx="185737" cy="200025"/>
          </a:xfrm>
          <a:prstGeom prst="ellipse">
            <a:avLst/>
          </a:prstGeom>
          <a:solidFill>
            <a:srgbClr val="00B05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22" name="Oval 21"/>
          <p:cNvSpPr/>
          <p:nvPr/>
        </p:nvSpPr>
        <p:spPr>
          <a:xfrm>
            <a:off x="7691439" y="4681545"/>
            <a:ext cx="185737" cy="200025"/>
          </a:xfrm>
          <a:prstGeom prst="ellipse">
            <a:avLst/>
          </a:prstGeom>
          <a:solidFill>
            <a:srgbClr val="FF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23" name="Oval 22"/>
          <p:cNvSpPr/>
          <p:nvPr/>
        </p:nvSpPr>
        <p:spPr>
          <a:xfrm>
            <a:off x="8091485" y="3481391"/>
            <a:ext cx="185737" cy="200025"/>
          </a:xfrm>
          <a:prstGeom prst="ellipse">
            <a:avLst/>
          </a:prstGeom>
          <a:solidFill>
            <a:srgbClr val="FF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24" name="Oval 23"/>
          <p:cNvSpPr/>
          <p:nvPr/>
        </p:nvSpPr>
        <p:spPr>
          <a:xfrm>
            <a:off x="4243386" y="1976443"/>
            <a:ext cx="185737" cy="200025"/>
          </a:xfrm>
          <a:prstGeom prst="ellipse">
            <a:avLst/>
          </a:prstGeom>
          <a:solidFill>
            <a:srgbClr val="00B05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25" name="Oval 24"/>
          <p:cNvSpPr/>
          <p:nvPr/>
        </p:nvSpPr>
        <p:spPr>
          <a:xfrm>
            <a:off x="5076825" y="2305054"/>
            <a:ext cx="185737" cy="200025"/>
          </a:xfrm>
          <a:prstGeom prst="ellipse">
            <a:avLst/>
          </a:prstGeom>
          <a:solidFill>
            <a:srgbClr val="FF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26" name="Oval 25"/>
          <p:cNvSpPr/>
          <p:nvPr/>
        </p:nvSpPr>
        <p:spPr>
          <a:xfrm>
            <a:off x="6391272" y="3929062"/>
            <a:ext cx="185737" cy="200025"/>
          </a:xfrm>
          <a:prstGeom prst="ellipse">
            <a:avLst/>
          </a:prstGeom>
          <a:solidFill>
            <a:srgbClr val="FF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27" name="Oval 26"/>
          <p:cNvSpPr/>
          <p:nvPr/>
        </p:nvSpPr>
        <p:spPr>
          <a:xfrm>
            <a:off x="7046122" y="4343401"/>
            <a:ext cx="185737" cy="200025"/>
          </a:xfrm>
          <a:prstGeom prst="ellipse">
            <a:avLst/>
          </a:prstGeom>
          <a:solidFill>
            <a:srgbClr val="FF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F2C2327-DC67-1845-A6D7-D7AF0B0C25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0B2870-7350-8D40-A01A-CE539DF873CB}" type="slidenum">
              <a:rPr lang="en-US" smtClean="0"/>
              <a:t>9</a:t>
            </a:fld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90810F3-FC52-5CA4-1656-9D8DB09D89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PR04D</a:t>
            </a:r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44394727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/>
          <p:cNvSpPr/>
          <p:nvPr/>
        </p:nvSpPr>
        <p:spPr>
          <a:xfrm>
            <a:off x="5555457" y="2500318"/>
            <a:ext cx="185737" cy="200025"/>
          </a:xfrm>
          <a:prstGeom prst="ellipse">
            <a:avLst/>
          </a:prstGeom>
          <a:solidFill>
            <a:srgbClr val="FF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5" name="Oval 4"/>
          <p:cNvSpPr/>
          <p:nvPr/>
        </p:nvSpPr>
        <p:spPr>
          <a:xfrm>
            <a:off x="7522369" y="3452809"/>
            <a:ext cx="185737" cy="200025"/>
          </a:xfrm>
          <a:prstGeom prst="ellipse">
            <a:avLst/>
          </a:prstGeom>
          <a:solidFill>
            <a:srgbClr val="FF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6" name="Oval 5"/>
          <p:cNvSpPr/>
          <p:nvPr/>
        </p:nvSpPr>
        <p:spPr>
          <a:xfrm>
            <a:off x="4626766" y="2233620"/>
            <a:ext cx="185737" cy="200025"/>
          </a:xfrm>
          <a:prstGeom prst="ellipse">
            <a:avLst/>
          </a:prstGeom>
          <a:solidFill>
            <a:srgbClr val="00B05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7" name="Oval 6"/>
          <p:cNvSpPr/>
          <p:nvPr/>
        </p:nvSpPr>
        <p:spPr>
          <a:xfrm>
            <a:off x="5086352" y="1695453"/>
            <a:ext cx="185737" cy="200025"/>
          </a:xfrm>
          <a:prstGeom prst="ellipse">
            <a:avLst/>
          </a:prstGeom>
          <a:solidFill>
            <a:srgbClr val="00B05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8" name="Oval 7"/>
          <p:cNvSpPr/>
          <p:nvPr/>
        </p:nvSpPr>
        <p:spPr>
          <a:xfrm>
            <a:off x="5076825" y="1323978"/>
            <a:ext cx="185737" cy="200025"/>
          </a:xfrm>
          <a:prstGeom prst="ellipse">
            <a:avLst/>
          </a:prstGeom>
          <a:solidFill>
            <a:srgbClr val="00B05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9" name="Oval 8"/>
          <p:cNvSpPr/>
          <p:nvPr/>
        </p:nvSpPr>
        <p:spPr>
          <a:xfrm>
            <a:off x="5462589" y="2009776"/>
            <a:ext cx="185737" cy="200025"/>
          </a:xfrm>
          <a:prstGeom prst="ellipse">
            <a:avLst/>
          </a:prstGeom>
          <a:solidFill>
            <a:srgbClr val="FF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0" name="Oval 9"/>
          <p:cNvSpPr/>
          <p:nvPr/>
        </p:nvSpPr>
        <p:spPr>
          <a:xfrm>
            <a:off x="4843459" y="2786059"/>
            <a:ext cx="185737" cy="200025"/>
          </a:xfrm>
          <a:prstGeom prst="ellipse">
            <a:avLst/>
          </a:prstGeom>
          <a:solidFill>
            <a:srgbClr val="FF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1" name="Oval 10"/>
          <p:cNvSpPr/>
          <p:nvPr/>
        </p:nvSpPr>
        <p:spPr>
          <a:xfrm>
            <a:off x="8091484" y="4143376"/>
            <a:ext cx="185737" cy="200025"/>
          </a:xfrm>
          <a:prstGeom prst="ellipse">
            <a:avLst/>
          </a:prstGeom>
          <a:solidFill>
            <a:srgbClr val="FF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2" name="Oval 11"/>
          <p:cNvSpPr/>
          <p:nvPr/>
        </p:nvSpPr>
        <p:spPr>
          <a:xfrm>
            <a:off x="4657726" y="1795466"/>
            <a:ext cx="185737" cy="200025"/>
          </a:xfrm>
          <a:prstGeom prst="ellipse">
            <a:avLst/>
          </a:prstGeom>
          <a:solidFill>
            <a:srgbClr val="00B05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3" name="Oval 12"/>
          <p:cNvSpPr/>
          <p:nvPr/>
        </p:nvSpPr>
        <p:spPr>
          <a:xfrm>
            <a:off x="7138991" y="3581403"/>
            <a:ext cx="185737" cy="200025"/>
          </a:xfrm>
          <a:prstGeom prst="ellipse">
            <a:avLst/>
          </a:prstGeom>
          <a:solidFill>
            <a:srgbClr val="FF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4" name="Oval 13"/>
          <p:cNvSpPr/>
          <p:nvPr/>
        </p:nvSpPr>
        <p:spPr>
          <a:xfrm>
            <a:off x="7436647" y="2986084"/>
            <a:ext cx="185737" cy="200025"/>
          </a:xfrm>
          <a:prstGeom prst="ellipse">
            <a:avLst/>
          </a:prstGeom>
          <a:solidFill>
            <a:srgbClr val="FF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5" name="Oval 14"/>
          <p:cNvSpPr/>
          <p:nvPr/>
        </p:nvSpPr>
        <p:spPr>
          <a:xfrm>
            <a:off x="7505702" y="3929063"/>
            <a:ext cx="185737" cy="200025"/>
          </a:xfrm>
          <a:prstGeom prst="ellipse">
            <a:avLst/>
          </a:prstGeom>
          <a:solidFill>
            <a:srgbClr val="FF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6" name="Oval 15"/>
          <p:cNvSpPr/>
          <p:nvPr/>
        </p:nvSpPr>
        <p:spPr>
          <a:xfrm>
            <a:off x="4145754" y="2852746"/>
            <a:ext cx="185737" cy="200025"/>
          </a:xfrm>
          <a:prstGeom prst="ellipse">
            <a:avLst/>
          </a:prstGeom>
          <a:solidFill>
            <a:srgbClr val="FF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7" name="Oval 16"/>
          <p:cNvSpPr/>
          <p:nvPr/>
        </p:nvSpPr>
        <p:spPr>
          <a:xfrm>
            <a:off x="5319710" y="2986083"/>
            <a:ext cx="185737" cy="200025"/>
          </a:xfrm>
          <a:prstGeom prst="ellipse">
            <a:avLst/>
          </a:prstGeom>
          <a:solidFill>
            <a:srgbClr val="FF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8" name="Oval 17"/>
          <p:cNvSpPr/>
          <p:nvPr/>
        </p:nvSpPr>
        <p:spPr>
          <a:xfrm>
            <a:off x="3829046" y="2066932"/>
            <a:ext cx="185737" cy="200025"/>
          </a:xfrm>
          <a:prstGeom prst="ellipse">
            <a:avLst/>
          </a:prstGeom>
          <a:solidFill>
            <a:srgbClr val="00B05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9" name="Oval 18"/>
          <p:cNvSpPr/>
          <p:nvPr/>
        </p:nvSpPr>
        <p:spPr>
          <a:xfrm>
            <a:off x="6890152" y="3962402"/>
            <a:ext cx="185737" cy="200025"/>
          </a:xfrm>
          <a:prstGeom prst="ellipse">
            <a:avLst/>
          </a:prstGeom>
          <a:solidFill>
            <a:srgbClr val="FF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20" name="Oval 19"/>
          <p:cNvSpPr/>
          <p:nvPr/>
        </p:nvSpPr>
        <p:spPr>
          <a:xfrm>
            <a:off x="4410071" y="1447804"/>
            <a:ext cx="185737" cy="200025"/>
          </a:xfrm>
          <a:prstGeom prst="ellipse">
            <a:avLst/>
          </a:prstGeom>
          <a:solidFill>
            <a:srgbClr val="00B05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21" name="Oval 20"/>
          <p:cNvSpPr/>
          <p:nvPr/>
        </p:nvSpPr>
        <p:spPr>
          <a:xfrm>
            <a:off x="4331491" y="2324107"/>
            <a:ext cx="185737" cy="200025"/>
          </a:xfrm>
          <a:prstGeom prst="ellipse">
            <a:avLst/>
          </a:prstGeom>
          <a:solidFill>
            <a:srgbClr val="00B05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22" name="Oval 21"/>
          <p:cNvSpPr/>
          <p:nvPr/>
        </p:nvSpPr>
        <p:spPr>
          <a:xfrm>
            <a:off x="7691439" y="4681545"/>
            <a:ext cx="185737" cy="200025"/>
          </a:xfrm>
          <a:prstGeom prst="ellipse">
            <a:avLst/>
          </a:prstGeom>
          <a:solidFill>
            <a:srgbClr val="FF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23" name="Oval 22"/>
          <p:cNvSpPr/>
          <p:nvPr/>
        </p:nvSpPr>
        <p:spPr>
          <a:xfrm>
            <a:off x="8091485" y="3481391"/>
            <a:ext cx="185737" cy="200025"/>
          </a:xfrm>
          <a:prstGeom prst="ellipse">
            <a:avLst/>
          </a:prstGeom>
          <a:solidFill>
            <a:srgbClr val="FF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24" name="Oval 23"/>
          <p:cNvSpPr/>
          <p:nvPr/>
        </p:nvSpPr>
        <p:spPr>
          <a:xfrm>
            <a:off x="4243386" y="1976443"/>
            <a:ext cx="185737" cy="200025"/>
          </a:xfrm>
          <a:prstGeom prst="ellipse">
            <a:avLst/>
          </a:prstGeom>
          <a:solidFill>
            <a:srgbClr val="00B05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25" name="Oval 24"/>
          <p:cNvSpPr/>
          <p:nvPr/>
        </p:nvSpPr>
        <p:spPr>
          <a:xfrm>
            <a:off x="5076825" y="2305054"/>
            <a:ext cx="185737" cy="200025"/>
          </a:xfrm>
          <a:prstGeom prst="ellipse">
            <a:avLst/>
          </a:prstGeom>
          <a:solidFill>
            <a:srgbClr val="FF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26" name="Oval 25"/>
          <p:cNvSpPr/>
          <p:nvPr/>
        </p:nvSpPr>
        <p:spPr>
          <a:xfrm>
            <a:off x="6391272" y="3929062"/>
            <a:ext cx="185737" cy="200025"/>
          </a:xfrm>
          <a:prstGeom prst="ellipse">
            <a:avLst/>
          </a:prstGeom>
          <a:solidFill>
            <a:srgbClr val="FF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27" name="Oval 26"/>
          <p:cNvSpPr/>
          <p:nvPr/>
        </p:nvSpPr>
        <p:spPr>
          <a:xfrm>
            <a:off x="7046122" y="4343401"/>
            <a:ext cx="185737" cy="200025"/>
          </a:xfrm>
          <a:prstGeom prst="ellipse">
            <a:avLst/>
          </a:prstGeom>
          <a:solidFill>
            <a:srgbClr val="FF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7046122" y="1028700"/>
            <a:ext cx="24613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Gill Sans MT" panose="020B0502020104020203" pitchFamily="34" charset="77"/>
              </a:rPr>
              <a:t>Compute new centroids</a:t>
            </a:r>
          </a:p>
        </p:txBody>
      </p:sp>
      <p:sp>
        <p:nvSpPr>
          <p:cNvPr id="29" name="Oval 28"/>
          <p:cNvSpPr/>
          <p:nvPr/>
        </p:nvSpPr>
        <p:spPr>
          <a:xfrm>
            <a:off x="7250918" y="3681437"/>
            <a:ext cx="185737" cy="200025"/>
          </a:xfrm>
          <a:prstGeom prst="ellipse">
            <a:avLst/>
          </a:prstGeom>
          <a:solidFill>
            <a:schemeClr val="bg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30" name="Oval 29"/>
          <p:cNvSpPr/>
          <p:nvPr/>
        </p:nvSpPr>
        <p:spPr>
          <a:xfrm>
            <a:off x="4586284" y="1847860"/>
            <a:ext cx="185737" cy="200025"/>
          </a:xfrm>
          <a:prstGeom prst="ellipse">
            <a:avLst/>
          </a:prstGeom>
          <a:solidFill>
            <a:schemeClr val="bg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A894260-B612-E44B-802B-28F28F8FA9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0B2870-7350-8D40-A01A-CE539DF873CB}" type="slidenum">
              <a:rPr lang="en-US" smtClean="0"/>
              <a:t>10</a:t>
            </a:fld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3889346-E002-CB03-B9CE-1AE095C637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PR04D</a:t>
            </a:r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66724528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/>
          <p:cNvSpPr/>
          <p:nvPr/>
        </p:nvSpPr>
        <p:spPr>
          <a:xfrm>
            <a:off x="5555457" y="2500318"/>
            <a:ext cx="185737" cy="200025"/>
          </a:xfrm>
          <a:prstGeom prst="ellipse">
            <a:avLst/>
          </a:prstGeom>
          <a:solidFill>
            <a:srgbClr val="FF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5" name="Oval 4"/>
          <p:cNvSpPr/>
          <p:nvPr/>
        </p:nvSpPr>
        <p:spPr>
          <a:xfrm>
            <a:off x="7522369" y="3452809"/>
            <a:ext cx="185737" cy="200025"/>
          </a:xfrm>
          <a:prstGeom prst="ellipse">
            <a:avLst/>
          </a:prstGeom>
          <a:solidFill>
            <a:srgbClr val="FF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6" name="Oval 5"/>
          <p:cNvSpPr/>
          <p:nvPr/>
        </p:nvSpPr>
        <p:spPr>
          <a:xfrm>
            <a:off x="4626766" y="2233620"/>
            <a:ext cx="185737" cy="200025"/>
          </a:xfrm>
          <a:prstGeom prst="ellipse">
            <a:avLst/>
          </a:prstGeom>
          <a:solidFill>
            <a:srgbClr val="00B05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7" name="Oval 6"/>
          <p:cNvSpPr/>
          <p:nvPr/>
        </p:nvSpPr>
        <p:spPr>
          <a:xfrm>
            <a:off x="5086352" y="1695453"/>
            <a:ext cx="185737" cy="200025"/>
          </a:xfrm>
          <a:prstGeom prst="ellipse">
            <a:avLst/>
          </a:prstGeom>
          <a:solidFill>
            <a:srgbClr val="00B05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8" name="Oval 7"/>
          <p:cNvSpPr/>
          <p:nvPr/>
        </p:nvSpPr>
        <p:spPr>
          <a:xfrm>
            <a:off x="5076825" y="1323978"/>
            <a:ext cx="185737" cy="200025"/>
          </a:xfrm>
          <a:prstGeom prst="ellipse">
            <a:avLst/>
          </a:prstGeom>
          <a:solidFill>
            <a:srgbClr val="00B05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9" name="Oval 8"/>
          <p:cNvSpPr/>
          <p:nvPr/>
        </p:nvSpPr>
        <p:spPr>
          <a:xfrm>
            <a:off x="5462589" y="2009776"/>
            <a:ext cx="185737" cy="200025"/>
          </a:xfrm>
          <a:prstGeom prst="ellipse">
            <a:avLst/>
          </a:prstGeom>
          <a:solidFill>
            <a:srgbClr val="FF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0" name="Oval 9"/>
          <p:cNvSpPr/>
          <p:nvPr/>
        </p:nvSpPr>
        <p:spPr>
          <a:xfrm>
            <a:off x="4843459" y="2786059"/>
            <a:ext cx="185737" cy="200025"/>
          </a:xfrm>
          <a:prstGeom prst="ellipse">
            <a:avLst/>
          </a:prstGeom>
          <a:solidFill>
            <a:srgbClr val="FF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1" name="Oval 10"/>
          <p:cNvSpPr/>
          <p:nvPr/>
        </p:nvSpPr>
        <p:spPr>
          <a:xfrm>
            <a:off x="8091484" y="4143376"/>
            <a:ext cx="185737" cy="200025"/>
          </a:xfrm>
          <a:prstGeom prst="ellipse">
            <a:avLst/>
          </a:prstGeom>
          <a:solidFill>
            <a:srgbClr val="FF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2" name="Oval 11"/>
          <p:cNvSpPr/>
          <p:nvPr/>
        </p:nvSpPr>
        <p:spPr>
          <a:xfrm>
            <a:off x="4657726" y="1795466"/>
            <a:ext cx="185737" cy="200025"/>
          </a:xfrm>
          <a:prstGeom prst="ellipse">
            <a:avLst/>
          </a:prstGeom>
          <a:solidFill>
            <a:srgbClr val="00B05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3" name="Oval 12"/>
          <p:cNvSpPr/>
          <p:nvPr/>
        </p:nvSpPr>
        <p:spPr>
          <a:xfrm>
            <a:off x="7138991" y="3581403"/>
            <a:ext cx="185737" cy="200025"/>
          </a:xfrm>
          <a:prstGeom prst="ellipse">
            <a:avLst/>
          </a:prstGeom>
          <a:solidFill>
            <a:srgbClr val="FF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4" name="Oval 13"/>
          <p:cNvSpPr/>
          <p:nvPr/>
        </p:nvSpPr>
        <p:spPr>
          <a:xfrm>
            <a:off x="7436647" y="2986084"/>
            <a:ext cx="185737" cy="200025"/>
          </a:xfrm>
          <a:prstGeom prst="ellipse">
            <a:avLst/>
          </a:prstGeom>
          <a:solidFill>
            <a:srgbClr val="FF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5" name="Oval 14"/>
          <p:cNvSpPr/>
          <p:nvPr/>
        </p:nvSpPr>
        <p:spPr>
          <a:xfrm>
            <a:off x="7505702" y="3929063"/>
            <a:ext cx="185737" cy="200025"/>
          </a:xfrm>
          <a:prstGeom prst="ellipse">
            <a:avLst/>
          </a:prstGeom>
          <a:solidFill>
            <a:srgbClr val="FF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6" name="Oval 15"/>
          <p:cNvSpPr/>
          <p:nvPr/>
        </p:nvSpPr>
        <p:spPr>
          <a:xfrm>
            <a:off x="4145754" y="2852746"/>
            <a:ext cx="185737" cy="200025"/>
          </a:xfrm>
          <a:prstGeom prst="ellipse">
            <a:avLst/>
          </a:prstGeom>
          <a:solidFill>
            <a:srgbClr val="FF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7" name="Oval 16"/>
          <p:cNvSpPr/>
          <p:nvPr/>
        </p:nvSpPr>
        <p:spPr>
          <a:xfrm>
            <a:off x="5319710" y="2986083"/>
            <a:ext cx="185737" cy="200025"/>
          </a:xfrm>
          <a:prstGeom prst="ellipse">
            <a:avLst/>
          </a:prstGeom>
          <a:solidFill>
            <a:srgbClr val="FF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8" name="Oval 17"/>
          <p:cNvSpPr/>
          <p:nvPr/>
        </p:nvSpPr>
        <p:spPr>
          <a:xfrm>
            <a:off x="3829046" y="2066932"/>
            <a:ext cx="185737" cy="200025"/>
          </a:xfrm>
          <a:prstGeom prst="ellipse">
            <a:avLst/>
          </a:prstGeom>
          <a:solidFill>
            <a:srgbClr val="00B05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9" name="Oval 18"/>
          <p:cNvSpPr/>
          <p:nvPr/>
        </p:nvSpPr>
        <p:spPr>
          <a:xfrm>
            <a:off x="6890152" y="3962402"/>
            <a:ext cx="185737" cy="200025"/>
          </a:xfrm>
          <a:prstGeom prst="ellipse">
            <a:avLst/>
          </a:prstGeom>
          <a:solidFill>
            <a:srgbClr val="FF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20" name="Oval 19"/>
          <p:cNvSpPr/>
          <p:nvPr/>
        </p:nvSpPr>
        <p:spPr>
          <a:xfrm>
            <a:off x="4410071" y="1447804"/>
            <a:ext cx="185737" cy="200025"/>
          </a:xfrm>
          <a:prstGeom prst="ellipse">
            <a:avLst/>
          </a:prstGeom>
          <a:solidFill>
            <a:srgbClr val="00B05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21" name="Oval 20"/>
          <p:cNvSpPr/>
          <p:nvPr/>
        </p:nvSpPr>
        <p:spPr>
          <a:xfrm>
            <a:off x="4331491" y="2324107"/>
            <a:ext cx="185737" cy="200025"/>
          </a:xfrm>
          <a:prstGeom prst="ellipse">
            <a:avLst/>
          </a:prstGeom>
          <a:solidFill>
            <a:srgbClr val="00B05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22" name="Oval 21"/>
          <p:cNvSpPr/>
          <p:nvPr/>
        </p:nvSpPr>
        <p:spPr>
          <a:xfrm>
            <a:off x="7691439" y="4681545"/>
            <a:ext cx="185737" cy="200025"/>
          </a:xfrm>
          <a:prstGeom prst="ellipse">
            <a:avLst/>
          </a:prstGeom>
          <a:solidFill>
            <a:srgbClr val="FF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23" name="Oval 22"/>
          <p:cNvSpPr/>
          <p:nvPr/>
        </p:nvSpPr>
        <p:spPr>
          <a:xfrm>
            <a:off x="8091485" y="3481391"/>
            <a:ext cx="185737" cy="200025"/>
          </a:xfrm>
          <a:prstGeom prst="ellipse">
            <a:avLst/>
          </a:prstGeom>
          <a:solidFill>
            <a:srgbClr val="FF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24" name="Oval 23"/>
          <p:cNvSpPr/>
          <p:nvPr/>
        </p:nvSpPr>
        <p:spPr>
          <a:xfrm>
            <a:off x="4243386" y="1976443"/>
            <a:ext cx="185737" cy="200025"/>
          </a:xfrm>
          <a:prstGeom prst="ellipse">
            <a:avLst/>
          </a:prstGeom>
          <a:solidFill>
            <a:srgbClr val="00B05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25" name="Oval 24"/>
          <p:cNvSpPr/>
          <p:nvPr/>
        </p:nvSpPr>
        <p:spPr>
          <a:xfrm>
            <a:off x="5076825" y="2305054"/>
            <a:ext cx="185737" cy="200025"/>
          </a:xfrm>
          <a:prstGeom prst="ellipse">
            <a:avLst/>
          </a:prstGeom>
          <a:solidFill>
            <a:srgbClr val="FF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26" name="Oval 25"/>
          <p:cNvSpPr/>
          <p:nvPr/>
        </p:nvSpPr>
        <p:spPr>
          <a:xfrm>
            <a:off x="6391272" y="3929062"/>
            <a:ext cx="185737" cy="200025"/>
          </a:xfrm>
          <a:prstGeom prst="ellipse">
            <a:avLst/>
          </a:prstGeom>
          <a:solidFill>
            <a:srgbClr val="FF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27" name="Oval 26"/>
          <p:cNvSpPr/>
          <p:nvPr/>
        </p:nvSpPr>
        <p:spPr>
          <a:xfrm>
            <a:off x="7046122" y="4343401"/>
            <a:ext cx="185737" cy="200025"/>
          </a:xfrm>
          <a:prstGeom prst="ellipse">
            <a:avLst/>
          </a:prstGeom>
          <a:solidFill>
            <a:srgbClr val="FF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29" name="Oval 28"/>
          <p:cNvSpPr/>
          <p:nvPr/>
        </p:nvSpPr>
        <p:spPr>
          <a:xfrm>
            <a:off x="7250918" y="3681437"/>
            <a:ext cx="185737" cy="200025"/>
          </a:xfrm>
          <a:prstGeom prst="ellipse">
            <a:avLst/>
          </a:prstGeom>
          <a:solidFill>
            <a:schemeClr val="bg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30" name="Oval 29"/>
          <p:cNvSpPr/>
          <p:nvPr/>
        </p:nvSpPr>
        <p:spPr>
          <a:xfrm>
            <a:off x="4586284" y="1847860"/>
            <a:ext cx="185737" cy="200025"/>
          </a:xfrm>
          <a:prstGeom prst="ellipse">
            <a:avLst/>
          </a:prstGeom>
          <a:solidFill>
            <a:schemeClr val="bg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7046121" y="1028700"/>
            <a:ext cx="30131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Gill Sans MT" panose="020B0502020104020203" pitchFamily="34" charset="77"/>
              </a:rPr>
              <a:t>Assign to the nearest centroid</a:t>
            </a:r>
          </a:p>
        </p:txBody>
      </p:sp>
      <p:cxnSp>
        <p:nvCxnSpPr>
          <p:cNvPr id="32" name="Straight Connector 31"/>
          <p:cNvCxnSpPr/>
          <p:nvPr/>
        </p:nvCxnSpPr>
        <p:spPr>
          <a:xfrm flipV="1">
            <a:off x="3921914" y="1119195"/>
            <a:ext cx="4223151" cy="3867151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EF13206-7E8F-3F44-8695-0233D709BD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0B2870-7350-8D40-A01A-CE539DF873CB}" type="slidenum">
              <a:rPr lang="en-US" smtClean="0"/>
              <a:t>11</a:t>
            </a:fld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BFB2D0-5F9B-E6F2-9339-B6BACA20E1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PR04D</a:t>
            </a:r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90848674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/>
          <p:cNvSpPr/>
          <p:nvPr/>
        </p:nvSpPr>
        <p:spPr>
          <a:xfrm>
            <a:off x="5555457" y="2500318"/>
            <a:ext cx="185737" cy="200025"/>
          </a:xfrm>
          <a:prstGeom prst="ellipse">
            <a:avLst/>
          </a:prstGeom>
          <a:solidFill>
            <a:srgbClr val="00B05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5" name="Oval 4"/>
          <p:cNvSpPr/>
          <p:nvPr/>
        </p:nvSpPr>
        <p:spPr>
          <a:xfrm>
            <a:off x="7522369" y="3452809"/>
            <a:ext cx="185737" cy="200025"/>
          </a:xfrm>
          <a:prstGeom prst="ellipse">
            <a:avLst/>
          </a:prstGeom>
          <a:solidFill>
            <a:srgbClr val="FF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6" name="Oval 5"/>
          <p:cNvSpPr/>
          <p:nvPr/>
        </p:nvSpPr>
        <p:spPr>
          <a:xfrm>
            <a:off x="4626766" y="2233620"/>
            <a:ext cx="185737" cy="200025"/>
          </a:xfrm>
          <a:prstGeom prst="ellipse">
            <a:avLst/>
          </a:prstGeom>
          <a:solidFill>
            <a:srgbClr val="00B05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7" name="Oval 6"/>
          <p:cNvSpPr/>
          <p:nvPr/>
        </p:nvSpPr>
        <p:spPr>
          <a:xfrm>
            <a:off x="5086352" y="1695453"/>
            <a:ext cx="185737" cy="200025"/>
          </a:xfrm>
          <a:prstGeom prst="ellipse">
            <a:avLst/>
          </a:prstGeom>
          <a:solidFill>
            <a:srgbClr val="00B05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8" name="Oval 7"/>
          <p:cNvSpPr/>
          <p:nvPr/>
        </p:nvSpPr>
        <p:spPr>
          <a:xfrm>
            <a:off x="5076825" y="1323978"/>
            <a:ext cx="185737" cy="200025"/>
          </a:xfrm>
          <a:prstGeom prst="ellipse">
            <a:avLst/>
          </a:prstGeom>
          <a:solidFill>
            <a:srgbClr val="00B05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9" name="Oval 8"/>
          <p:cNvSpPr/>
          <p:nvPr/>
        </p:nvSpPr>
        <p:spPr>
          <a:xfrm>
            <a:off x="5462589" y="2009776"/>
            <a:ext cx="185737" cy="200025"/>
          </a:xfrm>
          <a:prstGeom prst="ellipse">
            <a:avLst/>
          </a:prstGeom>
          <a:solidFill>
            <a:srgbClr val="00B05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0" name="Oval 9"/>
          <p:cNvSpPr/>
          <p:nvPr/>
        </p:nvSpPr>
        <p:spPr>
          <a:xfrm>
            <a:off x="4843459" y="2786059"/>
            <a:ext cx="185737" cy="200025"/>
          </a:xfrm>
          <a:prstGeom prst="ellipse">
            <a:avLst/>
          </a:prstGeom>
          <a:solidFill>
            <a:srgbClr val="00B05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1" name="Oval 10"/>
          <p:cNvSpPr/>
          <p:nvPr/>
        </p:nvSpPr>
        <p:spPr>
          <a:xfrm>
            <a:off x="8091484" y="4143376"/>
            <a:ext cx="185737" cy="200025"/>
          </a:xfrm>
          <a:prstGeom prst="ellipse">
            <a:avLst/>
          </a:prstGeom>
          <a:solidFill>
            <a:srgbClr val="FF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2" name="Oval 11"/>
          <p:cNvSpPr/>
          <p:nvPr/>
        </p:nvSpPr>
        <p:spPr>
          <a:xfrm>
            <a:off x="4657726" y="1795466"/>
            <a:ext cx="185737" cy="200025"/>
          </a:xfrm>
          <a:prstGeom prst="ellipse">
            <a:avLst/>
          </a:prstGeom>
          <a:solidFill>
            <a:srgbClr val="00B05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3" name="Oval 12"/>
          <p:cNvSpPr/>
          <p:nvPr/>
        </p:nvSpPr>
        <p:spPr>
          <a:xfrm>
            <a:off x="7138991" y="3581403"/>
            <a:ext cx="185737" cy="200025"/>
          </a:xfrm>
          <a:prstGeom prst="ellipse">
            <a:avLst/>
          </a:prstGeom>
          <a:solidFill>
            <a:srgbClr val="FF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4" name="Oval 13"/>
          <p:cNvSpPr/>
          <p:nvPr/>
        </p:nvSpPr>
        <p:spPr>
          <a:xfrm>
            <a:off x="7436647" y="2986084"/>
            <a:ext cx="185737" cy="200025"/>
          </a:xfrm>
          <a:prstGeom prst="ellipse">
            <a:avLst/>
          </a:prstGeom>
          <a:solidFill>
            <a:srgbClr val="FF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5" name="Oval 14"/>
          <p:cNvSpPr/>
          <p:nvPr/>
        </p:nvSpPr>
        <p:spPr>
          <a:xfrm>
            <a:off x="7505702" y="3929063"/>
            <a:ext cx="185737" cy="200025"/>
          </a:xfrm>
          <a:prstGeom prst="ellipse">
            <a:avLst/>
          </a:prstGeom>
          <a:solidFill>
            <a:srgbClr val="FF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6" name="Oval 15"/>
          <p:cNvSpPr/>
          <p:nvPr/>
        </p:nvSpPr>
        <p:spPr>
          <a:xfrm>
            <a:off x="4145754" y="2852746"/>
            <a:ext cx="185737" cy="200025"/>
          </a:xfrm>
          <a:prstGeom prst="ellipse">
            <a:avLst/>
          </a:prstGeom>
          <a:solidFill>
            <a:srgbClr val="00B05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7" name="Oval 16"/>
          <p:cNvSpPr/>
          <p:nvPr/>
        </p:nvSpPr>
        <p:spPr>
          <a:xfrm>
            <a:off x="5319710" y="2986083"/>
            <a:ext cx="185737" cy="200025"/>
          </a:xfrm>
          <a:prstGeom prst="ellipse">
            <a:avLst/>
          </a:prstGeom>
          <a:solidFill>
            <a:srgbClr val="00B05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8" name="Oval 17"/>
          <p:cNvSpPr/>
          <p:nvPr/>
        </p:nvSpPr>
        <p:spPr>
          <a:xfrm>
            <a:off x="3829046" y="2066932"/>
            <a:ext cx="185737" cy="200025"/>
          </a:xfrm>
          <a:prstGeom prst="ellipse">
            <a:avLst/>
          </a:prstGeom>
          <a:solidFill>
            <a:srgbClr val="00B05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9" name="Oval 18"/>
          <p:cNvSpPr/>
          <p:nvPr/>
        </p:nvSpPr>
        <p:spPr>
          <a:xfrm>
            <a:off x="6890152" y="3962402"/>
            <a:ext cx="185737" cy="200025"/>
          </a:xfrm>
          <a:prstGeom prst="ellipse">
            <a:avLst/>
          </a:prstGeom>
          <a:solidFill>
            <a:srgbClr val="FF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20" name="Oval 19"/>
          <p:cNvSpPr/>
          <p:nvPr/>
        </p:nvSpPr>
        <p:spPr>
          <a:xfrm>
            <a:off x="4410071" y="1447804"/>
            <a:ext cx="185737" cy="200025"/>
          </a:xfrm>
          <a:prstGeom prst="ellipse">
            <a:avLst/>
          </a:prstGeom>
          <a:solidFill>
            <a:srgbClr val="00B05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21" name="Oval 20"/>
          <p:cNvSpPr/>
          <p:nvPr/>
        </p:nvSpPr>
        <p:spPr>
          <a:xfrm>
            <a:off x="4331491" y="2324107"/>
            <a:ext cx="185737" cy="200025"/>
          </a:xfrm>
          <a:prstGeom prst="ellipse">
            <a:avLst/>
          </a:prstGeom>
          <a:solidFill>
            <a:srgbClr val="00B05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22" name="Oval 21"/>
          <p:cNvSpPr/>
          <p:nvPr/>
        </p:nvSpPr>
        <p:spPr>
          <a:xfrm>
            <a:off x="7691439" y="4681545"/>
            <a:ext cx="185737" cy="200025"/>
          </a:xfrm>
          <a:prstGeom prst="ellipse">
            <a:avLst/>
          </a:prstGeom>
          <a:solidFill>
            <a:srgbClr val="FF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23" name="Oval 22"/>
          <p:cNvSpPr/>
          <p:nvPr/>
        </p:nvSpPr>
        <p:spPr>
          <a:xfrm>
            <a:off x="8091485" y="3481391"/>
            <a:ext cx="185737" cy="200025"/>
          </a:xfrm>
          <a:prstGeom prst="ellipse">
            <a:avLst/>
          </a:prstGeom>
          <a:solidFill>
            <a:srgbClr val="FF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24" name="Oval 23"/>
          <p:cNvSpPr/>
          <p:nvPr/>
        </p:nvSpPr>
        <p:spPr>
          <a:xfrm>
            <a:off x="4243386" y="1976443"/>
            <a:ext cx="185737" cy="200025"/>
          </a:xfrm>
          <a:prstGeom prst="ellipse">
            <a:avLst/>
          </a:prstGeom>
          <a:solidFill>
            <a:srgbClr val="00B05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25" name="Oval 24"/>
          <p:cNvSpPr/>
          <p:nvPr/>
        </p:nvSpPr>
        <p:spPr>
          <a:xfrm>
            <a:off x="5076825" y="2305054"/>
            <a:ext cx="185737" cy="200025"/>
          </a:xfrm>
          <a:prstGeom prst="ellipse">
            <a:avLst/>
          </a:prstGeom>
          <a:solidFill>
            <a:srgbClr val="00B05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26" name="Oval 25"/>
          <p:cNvSpPr/>
          <p:nvPr/>
        </p:nvSpPr>
        <p:spPr>
          <a:xfrm>
            <a:off x="6391272" y="3929062"/>
            <a:ext cx="185737" cy="200025"/>
          </a:xfrm>
          <a:prstGeom prst="ellipse">
            <a:avLst/>
          </a:prstGeom>
          <a:solidFill>
            <a:srgbClr val="FF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27" name="Oval 26"/>
          <p:cNvSpPr/>
          <p:nvPr/>
        </p:nvSpPr>
        <p:spPr>
          <a:xfrm>
            <a:off x="7046122" y="4343401"/>
            <a:ext cx="185737" cy="200025"/>
          </a:xfrm>
          <a:prstGeom prst="ellipse">
            <a:avLst/>
          </a:prstGeom>
          <a:solidFill>
            <a:srgbClr val="FF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7046121" y="1028700"/>
            <a:ext cx="30131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Gill Sans MT" panose="020B0502020104020203" pitchFamily="34" charset="77"/>
              </a:rPr>
              <a:t>Assign to the nearest centroid</a:t>
            </a:r>
          </a:p>
        </p:txBody>
      </p:sp>
      <p:cxnSp>
        <p:nvCxnSpPr>
          <p:cNvPr id="32" name="Straight Connector 31"/>
          <p:cNvCxnSpPr/>
          <p:nvPr/>
        </p:nvCxnSpPr>
        <p:spPr>
          <a:xfrm flipV="1">
            <a:off x="3921914" y="1119195"/>
            <a:ext cx="4223151" cy="3867151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F25673E-E427-9C48-9AAC-4340F596C4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0B2870-7350-8D40-A01A-CE539DF873CB}" type="slidenum">
              <a:rPr lang="en-US" smtClean="0"/>
              <a:t>12</a:t>
            </a:fld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65F0F89-5FA5-6CB0-E727-9339E687AC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PR04D</a:t>
            </a:r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142510431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/>
          <p:cNvSpPr/>
          <p:nvPr/>
        </p:nvSpPr>
        <p:spPr>
          <a:xfrm>
            <a:off x="5555457" y="2500318"/>
            <a:ext cx="185737" cy="200025"/>
          </a:xfrm>
          <a:prstGeom prst="ellipse">
            <a:avLst/>
          </a:prstGeom>
          <a:solidFill>
            <a:srgbClr val="00B05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5" name="Oval 4"/>
          <p:cNvSpPr/>
          <p:nvPr/>
        </p:nvSpPr>
        <p:spPr>
          <a:xfrm>
            <a:off x="7522369" y="3452809"/>
            <a:ext cx="185737" cy="200025"/>
          </a:xfrm>
          <a:prstGeom prst="ellipse">
            <a:avLst/>
          </a:prstGeom>
          <a:solidFill>
            <a:srgbClr val="FF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6" name="Oval 5"/>
          <p:cNvSpPr/>
          <p:nvPr/>
        </p:nvSpPr>
        <p:spPr>
          <a:xfrm>
            <a:off x="4626766" y="2233620"/>
            <a:ext cx="185737" cy="200025"/>
          </a:xfrm>
          <a:prstGeom prst="ellipse">
            <a:avLst/>
          </a:prstGeom>
          <a:solidFill>
            <a:srgbClr val="00B05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7" name="Oval 6"/>
          <p:cNvSpPr/>
          <p:nvPr/>
        </p:nvSpPr>
        <p:spPr>
          <a:xfrm>
            <a:off x="5086352" y="1695453"/>
            <a:ext cx="185737" cy="200025"/>
          </a:xfrm>
          <a:prstGeom prst="ellipse">
            <a:avLst/>
          </a:prstGeom>
          <a:solidFill>
            <a:srgbClr val="00B05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8" name="Oval 7"/>
          <p:cNvSpPr/>
          <p:nvPr/>
        </p:nvSpPr>
        <p:spPr>
          <a:xfrm>
            <a:off x="5076825" y="1323978"/>
            <a:ext cx="185737" cy="200025"/>
          </a:xfrm>
          <a:prstGeom prst="ellipse">
            <a:avLst/>
          </a:prstGeom>
          <a:solidFill>
            <a:srgbClr val="00B05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9" name="Oval 8"/>
          <p:cNvSpPr/>
          <p:nvPr/>
        </p:nvSpPr>
        <p:spPr>
          <a:xfrm>
            <a:off x="5462589" y="2009776"/>
            <a:ext cx="185737" cy="200025"/>
          </a:xfrm>
          <a:prstGeom prst="ellipse">
            <a:avLst/>
          </a:prstGeom>
          <a:solidFill>
            <a:srgbClr val="00B05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0" name="Oval 9"/>
          <p:cNvSpPr/>
          <p:nvPr/>
        </p:nvSpPr>
        <p:spPr>
          <a:xfrm>
            <a:off x="4843459" y="2786059"/>
            <a:ext cx="185737" cy="200025"/>
          </a:xfrm>
          <a:prstGeom prst="ellipse">
            <a:avLst/>
          </a:prstGeom>
          <a:solidFill>
            <a:srgbClr val="00B05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1" name="Oval 10"/>
          <p:cNvSpPr/>
          <p:nvPr/>
        </p:nvSpPr>
        <p:spPr>
          <a:xfrm>
            <a:off x="8091484" y="4143376"/>
            <a:ext cx="185737" cy="200025"/>
          </a:xfrm>
          <a:prstGeom prst="ellipse">
            <a:avLst/>
          </a:prstGeom>
          <a:solidFill>
            <a:srgbClr val="FF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2" name="Oval 11"/>
          <p:cNvSpPr/>
          <p:nvPr/>
        </p:nvSpPr>
        <p:spPr>
          <a:xfrm>
            <a:off x="4657726" y="1795466"/>
            <a:ext cx="185737" cy="200025"/>
          </a:xfrm>
          <a:prstGeom prst="ellipse">
            <a:avLst/>
          </a:prstGeom>
          <a:solidFill>
            <a:srgbClr val="00B05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3" name="Oval 12"/>
          <p:cNvSpPr/>
          <p:nvPr/>
        </p:nvSpPr>
        <p:spPr>
          <a:xfrm>
            <a:off x="7138991" y="3581403"/>
            <a:ext cx="185737" cy="200025"/>
          </a:xfrm>
          <a:prstGeom prst="ellipse">
            <a:avLst/>
          </a:prstGeom>
          <a:solidFill>
            <a:srgbClr val="FF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4" name="Oval 13"/>
          <p:cNvSpPr/>
          <p:nvPr/>
        </p:nvSpPr>
        <p:spPr>
          <a:xfrm>
            <a:off x="7436647" y="2986084"/>
            <a:ext cx="185737" cy="200025"/>
          </a:xfrm>
          <a:prstGeom prst="ellipse">
            <a:avLst/>
          </a:prstGeom>
          <a:solidFill>
            <a:srgbClr val="FF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5" name="Oval 14"/>
          <p:cNvSpPr/>
          <p:nvPr/>
        </p:nvSpPr>
        <p:spPr>
          <a:xfrm>
            <a:off x="7505702" y="3929063"/>
            <a:ext cx="185737" cy="200025"/>
          </a:xfrm>
          <a:prstGeom prst="ellipse">
            <a:avLst/>
          </a:prstGeom>
          <a:solidFill>
            <a:srgbClr val="FF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6" name="Oval 15"/>
          <p:cNvSpPr/>
          <p:nvPr/>
        </p:nvSpPr>
        <p:spPr>
          <a:xfrm>
            <a:off x="4145754" y="2852746"/>
            <a:ext cx="185737" cy="200025"/>
          </a:xfrm>
          <a:prstGeom prst="ellipse">
            <a:avLst/>
          </a:prstGeom>
          <a:solidFill>
            <a:srgbClr val="00B05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7" name="Oval 16"/>
          <p:cNvSpPr/>
          <p:nvPr/>
        </p:nvSpPr>
        <p:spPr>
          <a:xfrm>
            <a:off x="5319710" y="2986083"/>
            <a:ext cx="185737" cy="200025"/>
          </a:xfrm>
          <a:prstGeom prst="ellipse">
            <a:avLst/>
          </a:prstGeom>
          <a:solidFill>
            <a:srgbClr val="00B05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8" name="Oval 17"/>
          <p:cNvSpPr/>
          <p:nvPr/>
        </p:nvSpPr>
        <p:spPr>
          <a:xfrm>
            <a:off x="3829046" y="2066932"/>
            <a:ext cx="185737" cy="200025"/>
          </a:xfrm>
          <a:prstGeom prst="ellipse">
            <a:avLst/>
          </a:prstGeom>
          <a:solidFill>
            <a:srgbClr val="00B05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9" name="Oval 18"/>
          <p:cNvSpPr/>
          <p:nvPr/>
        </p:nvSpPr>
        <p:spPr>
          <a:xfrm>
            <a:off x="6890152" y="3962402"/>
            <a:ext cx="185737" cy="200025"/>
          </a:xfrm>
          <a:prstGeom prst="ellipse">
            <a:avLst/>
          </a:prstGeom>
          <a:solidFill>
            <a:srgbClr val="FF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20" name="Oval 19"/>
          <p:cNvSpPr/>
          <p:nvPr/>
        </p:nvSpPr>
        <p:spPr>
          <a:xfrm>
            <a:off x="4410071" y="1447804"/>
            <a:ext cx="185737" cy="200025"/>
          </a:xfrm>
          <a:prstGeom prst="ellipse">
            <a:avLst/>
          </a:prstGeom>
          <a:solidFill>
            <a:srgbClr val="00B05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21" name="Oval 20"/>
          <p:cNvSpPr/>
          <p:nvPr/>
        </p:nvSpPr>
        <p:spPr>
          <a:xfrm>
            <a:off x="4331491" y="2324107"/>
            <a:ext cx="185737" cy="200025"/>
          </a:xfrm>
          <a:prstGeom prst="ellipse">
            <a:avLst/>
          </a:prstGeom>
          <a:solidFill>
            <a:srgbClr val="00B05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22" name="Oval 21"/>
          <p:cNvSpPr/>
          <p:nvPr/>
        </p:nvSpPr>
        <p:spPr>
          <a:xfrm>
            <a:off x="7691439" y="4681545"/>
            <a:ext cx="185737" cy="200025"/>
          </a:xfrm>
          <a:prstGeom prst="ellipse">
            <a:avLst/>
          </a:prstGeom>
          <a:solidFill>
            <a:srgbClr val="FF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23" name="Oval 22"/>
          <p:cNvSpPr/>
          <p:nvPr/>
        </p:nvSpPr>
        <p:spPr>
          <a:xfrm>
            <a:off x="8091485" y="3481391"/>
            <a:ext cx="185737" cy="200025"/>
          </a:xfrm>
          <a:prstGeom prst="ellipse">
            <a:avLst/>
          </a:prstGeom>
          <a:solidFill>
            <a:srgbClr val="FF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24" name="Oval 23"/>
          <p:cNvSpPr/>
          <p:nvPr/>
        </p:nvSpPr>
        <p:spPr>
          <a:xfrm>
            <a:off x="4243386" y="1976443"/>
            <a:ext cx="185737" cy="200025"/>
          </a:xfrm>
          <a:prstGeom prst="ellipse">
            <a:avLst/>
          </a:prstGeom>
          <a:solidFill>
            <a:srgbClr val="00B05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25" name="Oval 24"/>
          <p:cNvSpPr/>
          <p:nvPr/>
        </p:nvSpPr>
        <p:spPr>
          <a:xfrm>
            <a:off x="5076825" y="2305054"/>
            <a:ext cx="185737" cy="200025"/>
          </a:xfrm>
          <a:prstGeom prst="ellipse">
            <a:avLst/>
          </a:prstGeom>
          <a:solidFill>
            <a:srgbClr val="00B05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26" name="Oval 25"/>
          <p:cNvSpPr/>
          <p:nvPr/>
        </p:nvSpPr>
        <p:spPr>
          <a:xfrm>
            <a:off x="6391272" y="3929062"/>
            <a:ext cx="185737" cy="200025"/>
          </a:xfrm>
          <a:prstGeom prst="ellipse">
            <a:avLst/>
          </a:prstGeom>
          <a:solidFill>
            <a:srgbClr val="FF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27" name="Oval 26"/>
          <p:cNvSpPr/>
          <p:nvPr/>
        </p:nvSpPr>
        <p:spPr>
          <a:xfrm>
            <a:off x="7046122" y="4343401"/>
            <a:ext cx="185737" cy="200025"/>
          </a:xfrm>
          <a:prstGeom prst="ellipse">
            <a:avLst/>
          </a:prstGeom>
          <a:solidFill>
            <a:srgbClr val="FF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7046122" y="1028700"/>
            <a:ext cx="25474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Gill Sans MT" panose="020B0502020104020203" pitchFamily="34" charset="77"/>
              </a:rPr>
              <a:t>Repeat until convergence</a:t>
            </a:r>
          </a:p>
        </p:txBody>
      </p:sp>
      <p:sp>
        <p:nvSpPr>
          <p:cNvPr id="28" name="Oval 27"/>
          <p:cNvSpPr/>
          <p:nvPr/>
        </p:nvSpPr>
        <p:spPr>
          <a:xfrm>
            <a:off x="7465232" y="3910040"/>
            <a:ext cx="185737" cy="200025"/>
          </a:xfrm>
          <a:prstGeom prst="ellipse">
            <a:avLst/>
          </a:prstGeom>
          <a:solidFill>
            <a:schemeClr val="bg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29" name="Oval 28"/>
          <p:cNvSpPr/>
          <p:nvPr/>
        </p:nvSpPr>
        <p:spPr>
          <a:xfrm>
            <a:off x="4800598" y="2076463"/>
            <a:ext cx="185737" cy="200025"/>
          </a:xfrm>
          <a:prstGeom prst="ellipse">
            <a:avLst/>
          </a:prstGeom>
          <a:solidFill>
            <a:schemeClr val="bg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7E5667D-88BB-6C43-9017-099D7D6D9D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0B2870-7350-8D40-A01A-CE539DF873CB}" type="slidenum">
              <a:rPr lang="en-US" smtClean="0"/>
              <a:t>13</a:t>
            </a:fld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2D757B5-770B-60D5-6024-A2C9F35435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PR04D</a:t>
            </a:r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80875238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279812" y="14269"/>
            <a:ext cx="7484870" cy="677108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latin typeface="Gill Sans MT" panose="020B0502020104020203" pitchFamily="34" charset="77"/>
              </a:rPr>
              <a:t>Algorithm:</a:t>
            </a:r>
          </a:p>
          <a:p>
            <a:endParaRPr lang="en-US" dirty="0">
              <a:latin typeface="Gill Sans MT" panose="020B0502020104020203" pitchFamily="34" charset="77"/>
            </a:endParaRPr>
          </a:p>
          <a:p>
            <a:pPr marL="342900" indent="-342900">
              <a:buAutoNum type="arabicPeriod"/>
            </a:pPr>
            <a:r>
              <a:rPr lang="en-US" sz="2400" dirty="0">
                <a:latin typeface="Gill Sans MT" panose="020B0502020104020203" pitchFamily="34" charset="77"/>
              </a:rPr>
              <a:t>Input Data X = {x</a:t>
            </a:r>
            <a:r>
              <a:rPr lang="en-US" sz="2400" baseline="-25000" dirty="0">
                <a:latin typeface="Gill Sans MT" panose="020B0502020104020203" pitchFamily="34" charset="77"/>
              </a:rPr>
              <a:t>1</a:t>
            </a:r>
            <a:r>
              <a:rPr lang="en-US" sz="2400" dirty="0">
                <a:latin typeface="Gill Sans MT" panose="020B0502020104020203" pitchFamily="34" charset="77"/>
              </a:rPr>
              <a:t>, x</a:t>
            </a:r>
            <a:r>
              <a:rPr lang="en-US" sz="2400" baseline="-25000" dirty="0">
                <a:latin typeface="Gill Sans MT" panose="020B0502020104020203" pitchFamily="34" charset="77"/>
              </a:rPr>
              <a:t>2</a:t>
            </a:r>
            <a:r>
              <a:rPr lang="en-US" sz="2400" dirty="0">
                <a:latin typeface="Gill Sans MT" panose="020B0502020104020203" pitchFamily="34" charset="77"/>
              </a:rPr>
              <a:t>, ... </a:t>
            </a:r>
            <a:r>
              <a:rPr lang="en-US" sz="2400" dirty="0" err="1">
                <a:latin typeface="Gill Sans MT" panose="020B0502020104020203" pitchFamily="34" charset="77"/>
              </a:rPr>
              <a:t>x</a:t>
            </a:r>
            <a:r>
              <a:rPr lang="en-US" sz="2400" baseline="-25000" dirty="0" err="1">
                <a:latin typeface="Gill Sans MT" panose="020B0502020104020203" pitchFamily="34" charset="77"/>
              </a:rPr>
              <a:t>N</a:t>
            </a:r>
            <a:r>
              <a:rPr lang="en-US" sz="2400" dirty="0">
                <a:latin typeface="Gill Sans MT" panose="020B0502020104020203" pitchFamily="34" charset="77"/>
              </a:rPr>
              <a:t>} and number of clusters K</a:t>
            </a:r>
          </a:p>
          <a:p>
            <a:pPr marL="342900" indent="-342900">
              <a:buAutoNum type="arabicPeriod"/>
            </a:pPr>
            <a:endParaRPr lang="en-US" sz="2400" dirty="0">
              <a:latin typeface="Gill Sans MT" panose="020B0502020104020203" pitchFamily="34" charset="77"/>
            </a:endParaRPr>
          </a:p>
          <a:p>
            <a:pPr marL="342900" indent="-342900">
              <a:buAutoNum type="arabicPeriod"/>
            </a:pPr>
            <a:r>
              <a:rPr lang="en-US" sz="2400" dirty="0">
                <a:latin typeface="Gill Sans MT" panose="020B0502020104020203" pitchFamily="34" charset="77"/>
              </a:rPr>
              <a:t>Centroids {c</a:t>
            </a:r>
            <a:r>
              <a:rPr lang="en-US" sz="2400" baseline="-25000" dirty="0">
                <a:latin typeface="Gill Sans MT" panose="020B0502020104020203" pitchFamily="34" charset="77"/>
              </a:rPr>
              <a:t>1</a:t>
            </a:r>
            <a:r>
              <a:rPr lang="en-US" sz="2400" dirty="0">
                <a:latin typeface="Gill Sans MT" panose="020B0502020104020203" pitchFamily="34" charset="77"/>
              </a:rPr>
              <a:t>, c</a:t>
            </a:r>
            <a:r>
              <a:rPr lang="en-US" sz="2400" baseline="-25000" dirty="0">
                <a:latin typeface="Gill Sans MT" panose="020B0502020104020203" pitchFamily="34" charset="77"/>
              </a:rPr>
              <a:t>2</a:t>
            </a:r>
            <a:r>
              <a:rPr lang="en-US" sz="2400" dirty="0">
                <a:latin typeface="Gill Sans MT" panose="020B0502020104020203" pitchFamily="34" charset="77"/>
              </a:rPr>
              <a:t>, ... </a:t>
            </a:r>
            <a:r>
              <a:rPr lang="en-US" sz="2400" dirty="0" err="1">
                <a:latin typeface="Gill Sans MT" panose="020B0502020104020203" pitchFamily="34" charset="77"/>
              </a:rPr>
              <a:t>c</a:t>
            </a:r>
            <a:r>
              <a:rPr lang="en-US" sz="2400" baseline="-25000" dirty="0" err="1">
                <a:latin typeface="Gill Sans MT" panose="020B0502020104020203" pitchFamily="34" charset="77"/>
              </a:rPr>
              <a:t>K</a:t>
            </a:r>
            <a:r>
              <a:rPr lang="en-US" sz="2400" dirty="0">
                <a:latin typeface="Gill Sans MT" panose="020B0502020104020203" pitchFamily="34" charset="77"/>
              </a:rPr>
              <a:t>}  = random K points of X</a:t>
            </a:r>
          </a:p>
          <a:p>
            <a:pPr marL="342900" indent="-342900">
              <a:buAutoNum type="arabicPeriod"/>
            </a:pPr>
            <a:endParaRPr lang="en-US" sz="2400" dirty="0">
              <a:latin typeface="Gill Sans MT" panose="020B0502020104020203" pitchFamily="34" charset="77"/>
            </a:endParaRPr>
          </a:p>
          <a:p>
            <a:pPr marL="342900" indent="-342900">
              <a:buAutoNum type="arabicPeriod"/>
            </a:pPr>
            <a:r>
              <a:rPr lang="en-US" sz="2400" dirty="0">
                <a:latin typeface="Gill Sans MT" panose="020B0502020104020203" pitchFamily="34" charset="77"/>
              </a:rPr>
              <a:t>For each data point x</a:t>
            </a:r>
            <a:r>
              <a:rPr lang="en-US" sz="2400" baseline="-25000" dirty="0">
                <a:latin typeface="Gill Sans MT" panose="020B0502020104020203" pitchFamily="34" charset="77"/>
              </a:rPr>
              <a:t>i </a:t>
            </a:r>
          </a:p>
          <a:p>
            <a:pPr marL="342900" indent="-342900">
              <a:buAutoNum type="arabicPeriod"/>
            </a:pPr>
            <a:endParaRPr lang="en-US" sz="2400" dirty="0">
              <a:latin typeface="Gill Sans MT" panose="020B0502020104020203" pitchFamily="34" charset="77"/>
            </a:endParaRPr>
          </a:p>
          <a:p>
            <a:pPr marL="342900" indent="-342900">
              <a:buAutoNum type="arabicPeriod"/>
            </a:pPr>
            <a:r>
              <a:rPr lang="en-US" sz="2400" dirty="0">
                <a:latin typeface="Gill Sans MT" panose="020B0502020104020203" pitchFamily="34" charset="77"/>
              </a:rPr>
              <a:t>       Compute distance </a:t>
            </a:r>
            <a:r>
              <a:rPr lang="en-US" sz="2400" dirty="0" err="1">
                <a:latin typeface="Gill Sans MT" panose="020B0502020104020203" pitchFamily="34" charset="77"/>
              </a:rPr>
              <a:t>d</a:t>
            </a:r>
            <a:r>
              <a:rPr lang="en-US" sz="2400" baseline="-25000" dirty="0" err="1">
                <a:latin typeface="Gill Sans MT" panose="020B0502020104020203" pitchFamily="34" charset="77"/>
              </a:rPr>
              <a:t>ij</a:t>
            </a:r>
            <a:r>
              <a:rPr lang="en-US" sz="2400" dirty="0">
                <a:latin typeface="Gill Sans MT" panose="020B0502020104020203" pitchFamily="34" charset="77"/>
              </a:rPr>
              <a:t> = d(</a:t>
            </a:r>
            <a:r>
              <a:rPr lang="en-US" sz="2400" dirty="0" err="1">
                <a:latin typeface="Gill Sans MT" panose="020B0502020104020203" pitchFamily="34" charset="77"/>
              </a:rPr>
              <a:t>x</a:t>
            </a:r>
            <a:r>
              <a:rPr lang="en-US" sz="2400" baseline="-25000" dirty="0" err="1">
                <a:latin typeface="Gill Sans MT" panose="020B0502020104020203" pitchFamily="34" charset="77"/>
              </a:rPr>
              <a:t>i</a:t>
            </a:r>
            <a:r>
              <a:rPr lang="en-US" sz="2400" dirty="0" err="1">
                <a:latin typeface="Gill Sans MT" panose="020B0502020104020203" pitchFamily="34" charset="77"/>
              </a:rPr>
              <a:t>,c</a:t>
            </a:r>
            <a:r>
              <a:rPr lang="en-US" sz="2400" baseline="-25000" dirty="0" err="1">
                <a:latin typeface="Gill Sans MT" panose="020B0502020104020203" pitchFamily="34" charset="77"/>
              </a:rPr>
              <a:t>j</a:t>
            </a:r>
            <a:r>
              <a:rPr lang="en-US" sz="2400" dirty="0">
                <a:latin typeface="Gill Sans MT" panose="020B0502020104020203" pitchFamily="34" charset="77"/>
              </a:rPr>
              <a:t>)  </a:t>
            </a:r>
            <a:r>
              <a:rPr lang="en-US" sz="2400" dirty="0" err="1">
                <a:latin typeface="Gill Sans MT" panose="020B0502020104020203" pitchFamily="34" charset="77"/>
              </a:rPr>
              <a:t>i</a:t>
            </a:r>
            <a:r>
              <a:rPr lang="en-US" sz="2400" dirty="0">
                <a:latin typeface="Gill Sans MT" panose="020B0502020104020203" pitchFamily="34" charset="77"/>
              </a:rPr>
              <a:t>=1,...,N, j=1,...K</a:t>
            </a:r>
          </a:p>
          <a:p>
            <a:pPr marL="342900" indent="-342900">
              <a:buAutoNum type="arabicPeriod"/>
            </a:pPr>
            <a:endParaRPr lang="en-US" sz="2400" dirty="0">
              <a:latin typeface="Gill Sans MT" panose="020B0502020104020203" pitchFamily="34" charset="77"/>
            </a:endParaRPr>
          </a:p>
          <a:p>
            <a:pPr marL="342900" indent="-342900">
              <a:buAutoNum type="arabicPeriod"/>
            </a:pPr>
            <a:r>
              <a:rPr lang="en-US" sz="2400" dirty="0">
                <a:latin typeface="Gill Sans MT" panose="020B0502020104020203" pitchFamily="34" charset="77"/>
              </a:rPr>
              <a:t>       Assign x</a:t>
            </a:r>
            <a:r>
              <a:rPr lang="en-US" sz="2400" baseline="-25000" dirty="0">
                <a:latin typeface="Gill Sans MT" panose="020B0502020104020203" pitchFamily="34" charset="77"/>
              </a:rPr>
              <a:t>i</a:t>
            </a:r>
            <a:r>
              <a:rPr lang="en-US" sz="2400" dirty="0">
                <a:latin typeface="Gill Sans MT" panose="020B0502020104020203" pitchFamily="34" charset="77"/>
              </a:rPr>
              <a:t> to the nearest centroid: </a:t>
            </a:r>
            <a:r>
              <a:rPr lang="en-US" sz="2400" dirty="0" err="1">
                <a:latin typeface="Gill Sans MT" panose="020B0502020104020203" pitchFamily="34" charset="77"/>
              </a:rPr>
              <a:t>y</a:t>
            </a:r>
            <a:r>
              <a:rPr lang="en-US" sz="2400" baseline="-25000" dirty="0" err="1">
                <a:latin typeface="Gill Sans MT" panose="020B0502020104020203" pitchFamily="34" charset="77"/>
              </a:rPr>
              <a:t>i</a:t>
            </a:r>
            <a:r>
              <a:rPr lang="en-US" sz="2400" dirty="0">
                <a:latin typeface="Gill Sans MT" panose="020B0502020104020203" pitchFamily="34" charset="77"/>
              </a:rPr>
              <a:t> = </a:t>
            </a:r>
            <a:r>
              <a:rPr lang="en-US" sz="2400" dirty="0" err="1">
                <a:latin typeface="Gill Sans MT" panose="020B0502020104020203" pitchFamily="34" charset="77"/>
              </a:rPr>
              <a:t>argmin</a:t>
            </a:r>
            <a:r>
              <a:rPr lang="en-US" sz="2400" baseline="-25000" dirty="0" err="1">
                <a:latin typeface="Gill Sans MT" panose="020B0502020104020203" pitchFamily="34" charset="77"/>
              </a:rPr>
              <a:t>j</a:t>
            </a:r>
            <a:r>
              <a:rPr lang="en-US" sz="2400" dirty="0">
                <a:latin typeface="Gill Sans MT" panose="020B0502020104020203" pitchFamily="34" charset="77"/>
              </a:rPr>
              <a:t>{</a:t>
            </a:r>
            <a:r>
              <a:rPr lang="en-US" sz="2400" dirty="0" err="1">
                <a:latin typeface="Gill Sans MT" panose="020B0502020104020203" pitchFamily="34" charset="77"/>
              </a:rPr>
              <a:t>d</a:t>
            </a:r>
            <a:r>
              <a:rPr lang="en-US" sz="2400" baseline="-25000" dirty="0" err="1">
                <a:latin typeface="Gill Sans MT" panose="020B0502020104020203" pitchFamily="34" charset="77"/>
              </a:rPr>
              <a:t>ij</a:t>
            </a:r>
            <a:r>
              <a:rPr lang="en-US" sz="2400" dirty="0">
                <a:latin typeface="Gill Sans MT" panose="020B0502020104020203" pitchFamily="34" charset="77"/>
              </a:rPr>
              <a:t>}</a:t>
            </a:r>
          </a:p>
          <a:p>
            <a:pPr marL="342900" indent="-342900">
              <a:buAutoNum type="arabicPeriod"/>
            </a:pPr>
            <a:endParaRPr lang="en-US" sz="2400" dirty="0">
              <a:latin typeface="Gill Sans MT" panose="020B0502020104020203" pitchFamily="34" charset="77"/>
            </a:endParaRPr>
          </a:p>
          <a:p>
            <a:pPr marL="342900" indent="-342900">
              <a:buAutoNum type="arabicPeriod"/>
            </a:pPr>
            <a:r>
              <a:rPr lang="en-US" sz="2400" dirty="0">
                <a:latin typeface="Gill Sans MT" panose="020B0502020104020203" pitchFamily="34" charset="77"/>
              </a:rPr>
              <a:t>Compute the new centroids of each cluster</a:t>
            </a:r>
          </a:p>
          <a:p>
            <a:r>
              <a:rPr lang="en-US" sz="2400" dirty="0">
                <a:latin typeface="Gill Sans MT" panose="020B0502020104020203" pitchFamily="34" charset="77"/>
              </a:rPr>
              <a:t>	      c</a:t>
            </a:r>
            <a:r>
              <a:rPr lang="en-US" sz="1600" baseline="30000" dirty="0">
                <a:latin typeface="Gill Sans MT" panose="020B0502020104020203" pitchFamily="34" charset="77"/>
              </a:rPr>
              <a:t>*</a:t>
            </a:r>
            <a:r>
              <a:rPr lang="en-US" sz="2400" baseline="-25000" dirty="0">
                <a:latin typeface="Gill Sans MT" panose="020B0502020104020203" pitchFamily="34" charset="77"/>
              </a:rPr>
              <a:t>j</a:t>
            </a:r>
            <a:r>
              <a:rPr lang="en-US" sz="2400" dirty="0">
                <a:latin typeface="Gill Sans MT" panose="020B0502020104020203" pitchFamily="34" charset="77"/>
              </a:rPr>
              <a:t> = mean(x</a:t>
            </a:r>
            <a:r>
              <a:rPr lang="en-US" sz="2400" baseline="-25000" dirty="0">
                <a:latin typeface="Gill Sans MT" panose="020B0502020104020203" pitchFamily="34" charset="77"/>
              </a:rPr>
              <a:t>i</a:t>
            </a:r>
            <a:r>
              <a:rPr lang="en-US" sz="2400" dirty="0">
                <a:latin typeface="Gill Sans MT" panose="020B0502020104020203" pitchFamily="34" charset="77"/>
              </a:rPr>
              <a:t>)  for </a:t>
            </a:r>
            <a:r>
              <a:rPr lang="en-US" sz="2400" dirty="0" err="1">
                <a:latin typeface="Gill Sans MT" panose="020B0502020104020203" pitchFamily="34" charset="77"/>
              </a:rPr>
              <a:t>y</a:t>
            </a:r>
            <a:r>
              <a:rPr lang="en-US" sz="2400" baseline="-25000" dirty="0" err="1">
                <a:latin typeface="Gill Sans MT" panose="020B0502020104020203" pitchFamily="34" charset="77"/>
              </a:rPr>
              <a:t>i</a:t>
            </a:r>
            <a:r>
              <a:rPr lang="en-US" sz="2400" dirty="0">
                <a:latin typeface="Gill Sans MT" panose="020B0502020104020203" pitchFamily="34" charset="77"/>
              </a:rPr>
              <a:t> = j</a:t>
            </a:r>
          </a:p>
          <a:p>
            <a:endParaRPr lang="en-US" sz="2400" dirty="0">
              <a:latin typeface="Gill Sans MT" panose="020B0502020104020203" pitchFamily="34" charset="77"/>
            </a:endParaRPr>
          </a:p>
          <a:p>
            <a:pPr marL="457200" indent="-457200">
              <a:buAutoNum type="arabicPeriod" startAt="7"/>
            </a:pPr>
            <a:r>
              <a:rPr lang="en-US" sz="2400" dirty="0">
                <a:latin typeface="Gill Sans MT" panose="020B0502020104020203" pitchFamily="34" charset="77"/>
              </a:rPr>
              <a:t>if c</a:t>
            </a:r>
            <a:r>
              <a:rPr lang="en-US" sz="1600" baseline="30000" dirty="0">
                <a:latin typeface="Gill Sans MT" panose="020B0502020104020203" pitchFamily="34" charset="77"/>
              </a:rPr>
              <a:t>*</a:t>
            </a:r>
            <a:r>
              <a:rPr lang="en-US" sz="2400" baseline="-25000" dirty="0">
                <a:latin typeface="Gill Sans MT" panose="020B0502020104020203" pitchFamily="34" charset="77"/>
              </a:rPr>
              <a:t>j</a:t>
            </a:r>
            <a:r>
              <a:rPr lang="en-US" sz="2400" dirty="0">
                <a:latin typeface="Gill Sans MT" panose="020B0502020104020203" pitchFamily="34" charset="77"/>
              </a:rPr>
              <a:t>       </a:t>
            </a:r>
            <a:r>
              <a:rPr lang="en-US" sz="2400" dirty="0" err="1">
                <a:latin typeface="Gill Sans MT" panose="020B0502020104020203" pitchFamily="34" charset="77"/>
              </a:rPr>
              <a:t>c</a:t>
            </a:r>
            <a:r>
              <a:rPr lang="en-US" sz="2400" baseline="-25000" dirty="0" err="1">
                <a:latin typeface="Gill Sans MT" panose="020B0502020104020203" pitchFamily="34" charset="77"/>
              </a:rPr>
              <a:t>j</a:t>
            </a:r>
            <a:r>
              <a:rPr lang="en-US" sz="2400" baseline="-25000" dirty="0">
                <a:latin typeface="Gill Sans MT" panose="020B0502020104020203" pitchFamily="34" charset="77"/>
              </a:rPr>
              <a:t> </a:t>
            </a:r>
            <a:r>
              <a:rPr lang="en-US" sz="2400" dirty="0">
                <a:latin typeface="Gill Sans MT" panose="020B0502020104020203" pitchFamily="34" charset="77"/>
              </a:rPr>
              <a:t>then </a:t>
            </a:r>
            <a:r>
              <a:rPr lang="en-US" sz="2400" dirty="0" err="1">
                <a:latin typeface="Gill Sans MT" panose="020B0502020104020203" pitchFamily="34" charset="77"/>
              </a:rPr>
              <a:t>c</a:t>
            </a:r>
            <a:r>
              <a:rPr lang="en-US" sz="2400" baseline="-25000" dirty="0" err="1">
                <a:latin typeface="Gill Sans MT" panose="020B0502020104020203" pitchFamily="34" charset="77"/>
              </a:rPr>
              <a:t>j</a:t>
            </a:r>
            <a:r>
              <a:rPr lang="en-US" sz="2400" dirty="0">
                <a:latin typeface="Gill Sans MT" panose="020B0502020104020203" pitchFamily="34" charset="77"/>
              </a:rPr>
              <a:t> = c</a:t>
            </a:r>
            <a:r>
              <a:rPr lang="en-US" sz="1600" baseline="30000" dirty="0">
                <a:latin typeface="Gill Sans MT" panose="020B0502020104020203" pitchFamily="34" charset="77"/>
              </a:rPr>
              <a:t>*</a:t>
            </a:r>
            <a:r>
              <a:rPr lang="en-US" sz="2400" baseline="-25000" dirty="0">
                <a:latin typeface="Gill Sans MT" panose="020B0502020104020203" pitchFamily="34" charset="77"/>
              </a:rPr>
              <a:t>j</a:t>
            </a:r>
            <a:r>
              <a:rPr lang="en-US" sz="2400" dirty="0">
                <a:latin typeface="Gill Sans MT" panose="020B0502020104020203" pitchFamily="34" charset="77"/>
              </a:rPr>
              <a:t>   go to step 3</a:t>
            </a:r>
          </a:p>
          <a:p>
            <a:pPr marL="457200" indent="-457200">
              <a:buAutoNum type="arabicPeriod" startAt="7"/>
            </a:pPr>
            <a:endParaRPr lang="en-US" sz="2400" dirty="0">
              <a:latin typeface="Gill Sans MT" panose="020B0502020104020203" pitchFamily="34" charset="77"/>
            </a:endParaRPr>
          </a:p>
          <a:p>
            <a:pPr marL="457200" indent="-457200">
              <a:buAutoNum type="arabicPeriod" startAt="7"/>
            </a:pPr>
            <a:r>
              <a:rPr lang="en-US" sz="2400" dirty="0">
                <a:latin typeface="Gill Sans MT" panose="020B0502020104020203" pitchFamily="34" charset="77"/>
              </a:rPr>
              <a:t>Output: {c</a:t>
            </a:r>
            <a:r>
              <a:rPr lang="en-US" sz="2400" baseline="30000" dirty="0">
                <a:latin typeface="Gill Sans MT" panose="020B0502020104020203" pitchFamily="34" charset="77"/>
              </a:rPr>
              <a:t>*</a:t>
            </a:r>
            <a:r>
              <a:rPr lang="en-US" sz="2400" baseline="-25000" dirty="0">
                <a:latin typeface="Gill Sans MT" panose="020B0502020104020203" pitchFamily="34" charset="77"/>
              </a:rPr>
              <a:t>1</a:t>
            </a:r>
            <a:r>
              <a:rPr lang="en-US" sz="2400" dirty="0">
                <a:latin typeface="Gill Sans MT" panose="020B0502020104020203" pitchFamily="34" charset="77"/>
              </a:rPr>
              <a:t>, c</a:t>
            </a:r>
            <a:r>
              <a:rPr lang="en-US" sz="2400" baseline="30000" dirty="0">
                <a:latin typeface="Gill Sans MT" panose="020B0502020104020203" pitchFamily="34" charset="77"/>
              </a:rPr>
              <a:t>*</a:t>
            </a:r>
            <a:r>
              <a:rPr lang="en-US" sz="2400" baseline="-25000" dirty="0">
                <a:latin typeface="Gill Sans MT" panose="020B0502020104020203" pitchFamily="34" charset="77"/>
              </a:rPr>
              <a:t>2</a:t>
            </a:r>
            <a:r>
              <a:rPr lang="en-US" sz="2400" dirty="0">
                <a:latin typeface="Gill Sans MT" panose="020B0502020104020203" pitchFamily="34" charset="77"/>
              </a:rPr>
              <a:t>, ... c</a:t>
            </a:r>
            <a:r>
              <a:rPr lang="en-US" sz="2400" baseline="30000" dirty="0">
                <a:latin typeface="Gill Sans MT" panose="020B0502020104020203" pitchFamily="34" charset="77"/>
              </a:rPr>
              <a:t>*</a:t>
            </a:r>
            <a:r>
              <a:rPr lang="en-US" sz="2400" baseline="-25000" dirty="0">
                <a:latin typeface="Gill Sans MT" panose="020B0502020104020203" pitchFamily="34" charset="77"/>
              </a:rPr>
              <a:t>K</a:t>
            </a:r>
            <a:r>
              <a:rPr lang="en-US" sz="2400" dirty="0">
                <a:latin typeface="Gill Sans MT" panose="020B0502020104020203" pitchFamily="34" charset="77"/>
              </a:rPr>
              <a:t>} and </a:t>
            </a:r>
            <a:r>
              <a:rPr lang="en-US" sz="2400" dirty="0" err="1">
                <a:latin typeface="Gill Sans MT" panose="020B0502020104020203" pitchFamily="34" charset="77"/>
              </a:rPr>
              <a:t>y</a:t>
            </a:r>
            <a:r>
              <a:rPr lang="en-US" sz="2400" baseline="-25000" dirty="0" err="1">
                <a:latin typeface="Gill Sans MT" panose="020B0502020104020203" pitchFamily="34" charset="77"/>
              </a:rPr>
              <a:t>i</a:t>
            </a:r>
            <a:r>
              <a:rPr lang="en-US" sz="2400" dirty="0">
                <a:latin typeface="Gill Sans MT" panose="020B0502020104020203" pitchFamily="34" charset="77"/>
              </a:rPr>
              <a:t> for </a:t>
            </a:r>
            <a:r>
              <a:rPr lang="en-US" sz="2400" dirty="0" err="1">
                <a:latin typeface="Gill Sans MT" panose="020B0502020104020203" pitchFamily="34" charset="77"/>
              </a:rPr>
              <a:t>i</a:t>
            </a:r>
            <a:r>
              <a:rPr lang="en-US" sz="2400" dirty="0">
                <a:latin typeface="Gill Sans MT" panose="020B0502020104020203" pitchFamily="34" charset="77"/>
              </a:rPr>
              <a:t>=1,...,N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79944" y="5619748"/>
            <a:ext cx="257184" cy="342912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E449C4A-2E27-E542-A6BE-39377636A0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0B2870-7350-8D40-A01A-CE539DF873CB}" type="slidenum">
              <a:rPr lang="en-US" smtClean="0"/>
              <a:t>14</a:t>
            </a:fld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DDE8971-DF6C-64AE-3140-C7B819AEE5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PR04D</a:t>
            </a:r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59113209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52DEC7-F0B9-9845-9D94-99D414E65E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1200" y="2857500"/>
            <a:ext cx="8229600" cy="1143000"/>
          </a:xfrm>
        </p:spPr>
        <p:txBody>
          <a:bodyPr/>
          <a:lstStyle/>
          <a:p>
            <a:r>
              <a:rPr lang="en-US" dirty="0"/>
              <a:t>Example: Two Clouds of Points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CFB7EB1-8464-A14B-A3ED-C732E1B1CB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0B2870-7350-8D40-A01A-CE539DF873CB}" type="slidenum">
              <a:rPr lang="en-US" smtClean="0"/>
              <a:t>15</a:t>
            </a:fld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DE0A354-0BCA-DF91-ED3B-D2784A7D12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PR04D</a:t>
            </a:r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183433111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>
            <a:extLst>
              <a:ext uri="{FF2B5EF4-FFF2-40B4-BE49-F238E27FC236}">
                <a16:creationId xmlns:a16="http://schemas.microsoft.com/office/drawing/2014/main" id="{6AE23772-2C42-9B41-B235-997A2101D6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98095" y="0"/>
            <a:ext cx="7595810" cy="6858000"/>
          </a:xfrm>
          <a:prstGeom prst="rect">
            <a:avLst/>
          </a:prstGeom>
        </p:spPr>
      </p:pic>
      <p:grpSp>
        <p:nvGrpSpPr>
          <p:cNvPr id="28" name="Group 27">
            <a:extLst>
              <a:ext uri="{FF2B5EF4-FFF2-40B4-BE49-F238E27FC236}">
                <a16:creationId xmlns:a16="http://schemas.microsoft.com/office/drawing/2014/main" id="{AD5C7BEC-DF29-4549-BF67-3DD89E4D636A}"/>
              </a:ext>
            </a:extLst>
          </p:cNvPr>
          <p:cNvGrpSpPr/>
          <p:nvPr/>
        </p:nvGrpSpPr>
        <p:grpSpPr>
          <a:xfrm>
            <a:off x="520201" y="-466166"/>
            <a:ext cx="10982959" cy="8144259"/>
            <a:chOff x="-1003800" y="-466166"/>
            <a:chExt cx="10982959" cy="8144259"/>
          </a:xfrm>
        </p:grpSpPr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3DF54328-FFC2-D940-A2A6-AFF5E4EEB82D}"/>
                </a:ext>
              </a:extLst>
            </p:cNvPr>
            <p:cNvSpPr/>
            <p:nvPr/>
          </p:nvSpPr>
          <p:spPr>
            <a:xfrm>
              <a:off x="0" y="0"/>
              <a:ext cx="9144000" cy="133538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9D451FE4-D7D0-B540-97AA-B3AE1D6FBD4F}"/>
                </a:ext>
              </a:extLst>
            </p:cNvPr>
            <p:cNvSpPr/>
            <p:nvPr/>
          </p:nvSpPr>
          <p:spPr>
            <a:xfrm>
              <a:off x="0" y="6190306"/>
              <a:ext cx="9144000" cy="133538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702FD88D-AE71-8C4C-849C-68913C26B929}"/>
                </a:ext>
              </a:extLst>
            </p:cNvPr>
            <p:cNvSpPr/>
            <p:nvPr/>
          </p:nvSpPr>
          <p:spPr>
            <a:xfrm>
              <a:off x="-1003800" y="-466166"/>
              <a:ext cx="2438153" cy="799185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BA3D6EB0-264B-9A46-A688-75AA237FF1A4}"/>
                </a:ext>
              </a:extLst>
            </p:cNvPr>
            <p:cNvSpPr/>
            <p:nvPr/>
          </p:nvSpPr>
          <p:spPr>
            <a:xfrm>
              <a:off x="7541006" y="-313766"/>
              <a:ext cx="2438153" cy="799185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C419312A-2D2E-1540-94BA-344E59E4F4BD}"/>
              </a:ext>
            </a:extLst>
          </p:cNvPr>
          <p:cNvSpPr txBox="1"/>
          <p:nvPr/>
        </p:nvSpPr>
        <p:spPr>
          <a:xfrm>
            <a:off x="1683004" y="550559"/>
            <a:ext cx="172996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latin typeface="Gill Sans MT" panose="020B0502020104020203" pitchFamily="34" charset="77"/>
                <a:cs typeface="Consolas" panose="020B0609020204030204" pitchFamily="49" charset="0"/>
              </a:rPr>
              <a:t>Input Data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7718CF-BF82-3CDB-F5AD-D360E631DF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PR04D</a:t>
            </a:r>
            <a:endParaRPr lang="en-CL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504C101-D397-5AA5-6B9C-212A8A031F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16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253829206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>
            <a:extLst>
              <a:ext uri="{FF2B5EF4-FFF2-40B4-BE49-F238E27FC236}">
                <a16:creationId xmlns:a16="http://schemas.microsoft.com/office/drawing/2014/main" id="{6AE23772-2C42-9B41-B235-997A2101D623}"/>
              </a:ext>
            </a:extLst>
          </p:cNvPr>
          <p:cNvPicPr>
            <a:picLocks noChangeAspect="1"/>
          </p:cNvPicPr>
          <p:nvPr/>
        </p:nvPicPr>
        <p:blipFill>
          <a:blip r:embed="rId3">
            <a:biLevel thresh="75000"/>
          </a:blip>
          <a:stretch>
            <a:fillRect/>
          </a:stretch>
        </p:blipFill>
        <p:spPr>
          <a:xfrm>
            <a:off x="2298095" y="0"/>
            <a:ext cx="7595810" cy="6858000"/>
          </a:xfrm>
          <a:prstGeom prst="rect">
            <a:avLst/>
          </a:prstGeom>
        </p:spPr>
      </p:pic>
      <p:grpSp>
        <p:nvGrpSpPr>
          <p:cNvPr id="3" name="Group 2">
            <a:extLst>
              <a:ext uri="{FF2B5EF4-FFF2-40B4-BE49-F238E27FC236}">
                <a16:creationId xmlns:a16="http://schemas.microsoft.com/office/drawing/2014/main" id="{67641343-4E15-1B41-92EC-B0783BFC737E}"/>
              </a:ext>
            </a:extLst>
          </p:cNvPr>
          <p:cNvGrpSpPr/>
          <p:nvPr/>
        </p:nvGrpSpPr>
        <p:grpSpPr>
          <a:xfrm>
            <a:off x="520201" y="-466166"/>
            <a:ext cx="10982959" cy="8144259"/>
            <a:chOff x="-1003800" y="-466166"/>
            <a:chExt cx="10982959" cy="8144259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FBC8F045-0894-B545-A572-5696BE43E90B}"/>
                </a:ext>
              </a:extLst>
            </p:cNvPr>
            <p:cNvSpPr/>
            <p:nvPr/>
          </p:nvSpPr>
          <p:spPr>
            <a:xfrm>
              <a:off x="0" y="0"/>
              <a:ext cx="9144000" cy="133538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58F265A5-4287-F145-9AB3-5DCED9D452FD}"/>
                </a:ext>
              </a:extLst>
            </p:cNvPr>
            <p:cNvSpPr/>
            <p:nvPr/>
          </p:nvSpPr>
          <p:spPr>
            <a:xfrm>
              <a:off x="0" y="6190306"/>
              <a:ext cx="9144000" cy="133538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742430C9-C2B8-4243-9663-748A68682456}"/>
                </a:ext>
              </a:extLst>
            </p:cNvPr>
            <p:cNvSpPr/>
            <p:nvPr/>
          </p:nvSpPr>
          <p:spPr>
            <a:xfrm>
              <a:off x="-1003800" y="-466166"/>
              <a:ext cx="2438153" cy="799185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E6F22146-5D4C-3546-B90A-2BF2A330C0C2}"/>
                </a:ext>
              </a:extLst>
            </p:cNvPr>
            <p:cNvSpPr/>
            <p:nvPr/>
          </p:nvSpPr>
          <p:spPr>
            <a:xfrm>
              <a:off x="7541006" y="-313766"/>
              <a:ext cx="2438153" cy="799185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</p:grpSp>
      <p:sp>
        <p:nvSpPr>
          <p:cNvPr id="8" name="Rectangle 7">
            <a:extLst>
              <a:ext uri="{FF2B5EF4-FFF2-40B4-BE49-F238E27FC236}">
                <a16:creationId xmlns:a16="http://schemas.microsoft.com/office/drawing/2014/main" id="{523A47BF-D3C5-E84F-B18E-EF4DAA0B0D4E}"/>
              </a:ext>
            </a:extLst>
          </p:cNvPr>
          <p:cNvSpPr/>
          <p:nvPr/>
        </p:nvSpPr>
        <p:spPr>
          <a:xfrm>
            <a:off x="7620001" y="1729840"/>
            <a:ext cx="1184783" cy="385833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8008C308-0F21-294A-9BBE-FDACD8DE2B55}"/>
              </a:ext>
            </a:extLst>
          </p:cNvPr>
          <p:cNvSpPr/>
          <p:nvPr/>
        </p:nvSpPr>
        <p:spPr>
          <a:xfrm>
            <a:off x="5011784" y="2808515"/>
            <a:ext cx="80417" cy="71431"/>
          </a:xfrm>
          <a:prstGeom prst="ellipse">
            <a:avLst/>
          </a:prstGeom>
          <a:solidFill>
            <a:schemeClr val="accent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1163C4D2-116B-0548-8227-15945BE6C466}"/>
              </a:ext>
            </a:extLst>
          </p:cNvPr>
          <p:cNvSpPr/>
          <p:nvPr/>
        </p:nvSpPr>
        <p:spPr>
          <a:xfrm>
            <a:off x="5384764" y="2538661"/>
            <a:ext cx="80417" cy="71431"/>
          </a:xfrm>
          <a:prstGeom prst="ellipse">
            <a:avLst/>
          </a:prstGeom>
          <a:solidFill>
            <a:schemeClr val="accent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AD5BCE1-67C0-6245-BDF9-C56E76190E85}"/>
              </a:ext>
            </a:extLst>
          </p:cNvPr>
          <p:cNvSpPr txBox="1"/>
          <p:nvPr/>
        </p:nvSpPr>
        <p:spPr>
          <a:xfrm>
            <a:off x="1683004" y="550559"/>
            <a:ext cx="179728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latin typeface="Gill Sans MT" panose="020B0502020104020203" pitchFamily="34" charset="77"/>
                <a:cs typeface="Consolas" panose="020B0609020204030204" pitchFamily="49" charset="0"/>
              </a:rPr>
              <a:t>Iteration 0: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D5B2335-1CE5-43EB-39BF-60C555AF5D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PR04D</a:t>
            </a:r>
            <a:endParaRPr lang="en-CL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F8ABC4A-F988-7637-DD89-219CAA3E1E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17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23055349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25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0BF7C0F-3743-464C-95D7-B6106C331A58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</a:blip>
          <a:srcRect/>
          <a:stretch/>
        </p:blipFill>
        <p:spPr>
          <a:xfrm>
            <a:off x="2022953" y="-146006"/>
            <a:ext cx="8109471" cy="7373344"/>
          </a:xfrm>
          <a:prstGeom prst="rect">
            <a:avLst/>
          </a:prstGeom>
        </p:spPr>
      </p:pic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04783CC5-D016-6D45-959D-3FCEB1A0AF96}"/>
              </a:ext>
            </a:extLst>
          </p:cNvPr>
          <p:cNvCxnSpPr/>
          <p:nvPr/>
        </p:nvCxnSpPr>
        <p:spPr>
          <a:xfrm>
            <a:off x="4259924" y="1335389"/>
            <a:ext cx="3108960" cy="4336869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1" name="Oval 10">
            <a:extLst>
              <a:ext uri="{FF2B5EF4-FFF2-40B4-BE49-F238E27FC236}">
                <a16:creationId xmlns:a16="http://schemas.microsoft.com/office/drawing/2014/main" id="{5256D292-66AA-FB4B-8196-89D03BFD4092}"/>
              </a:ext>
            </a:extLst>
          </p:cNvPr>
          <p:cNvSpPr/>
          <p:nvPr/>
        </p:nvSpPr>
        <p:spPr>
          <a:xfrm>
            <a:off x="5011784" y="2808515"/>
            <a:ext cx="80417" cy="71431"/>
          </a:xfrm>
          <a:prstGeom prst="ellipse">
            <a:avLst/>
          </a:prstGeom>
          <a:solidFill>
            <a:schemeClr val="tx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6744A6E0-271A-FD40-B463-E1627BFE33E9}"/>
              </a:ext>
            </a:extLst>
          </p:cNvPr>
          <p:cNvSpPr/>
          <p:nvPr/>
        </p:nvSpPr>
        <p:spPr>
          <a:xfrm>
            <a:off x="5384764" y="2538661"/>
            <a:ext cx="80417" cy="71431"/>
          </a:xfrm>
          <a:prstGeom prst="ellipse">
            <a:avLst/>
          </a:prstGeom>
          <a:solidFill>
            <a:schemeClr val="tx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6BBA082E-FCC5-2642-8D3A-4BCEDE05E378}"/>
              </a:ext>
            </a:extLst>
          </p:cNvPr>
          <p:cNvGrpSpPr/>
          <p:nvPr/>
        </p:nvGrpSpPr>
        <p:grpSpPr>
          <a:xfrm>
            <a:off x="520201" y="-466166"/>
            <a:ext cx="10982959" cy="8144259"/>
            <a:chOff x="-1003800" y="-466166"/>
            <a:chExt cx="10982959" cy="8144259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A3C17526-2551-A14C-8D54-57A11923E174}"/>
                </a:ext>
              </a:extLst>
            </p:cNvPr>
            <p:cNvSpPr/>
            <p:nvPr/>
          </p:nvSpPr>
          <p:spPr>
            <a:xfrm>
              <a:off x="0" y="0"/>
              <a:ext cx="9144000" cy="133538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38D86972-2EDD-EF44-87C0-07A40E5B7312}"/>
                </a:ext>
              </a:extLst>
            </p:cNvPr>
            <p:cNvSpPr/>
            <p:nvPr/>
          </p:nvSpPr>
          <p:spPr>
            <a:xfrm>
              <a:off x="0" y="6190306"/>
              <a:ext cx="9144000" cy="133538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E549313C-1803-9944-9D58-D76868D3C6EF}"/>
                </a:ext>
              </a:extLst>
            </p:cNvPr>
            <p:cNvSpPr/>
            <p:nvPr/>
          </p:nvSpPr>
          <p:spPr>
            <a:xfrm>
              <a:off x="-1003800" y="-466166"/>
              <a:ext cx="2438153" cy="799185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5A87ECA5-B730-624B-8AA6-D219309B4DC7}"/>
                </a:ext>
              </a:extLst>
            </p:cNvPr>
            <p:cNvSpPr/>
            <p:nvPr/>
          </p:nvSpPr>
          <p:spPr>
            <a:xfrm>
              <a:off x="7541006" y="-313766"/>
              <a:ext cx="2438153" cy="799185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BE39D64A-1C7F-384D-A91C-C934F339A9A0}"/>
              </a:ext>
            </a:extLst>
          </p:cNvPr>
          <p:cNvGrpSpPr/>
          <p:nvPr/>
        </p:nvGrpSpPr>
        <p:grpSpPr>
          <a:xfrm>
            <a:off x="5181601" y="2408832"/>
            <a:ext cx="5094193" cy="646331"/>
            <a:chOff x="3657600" y="2408831"/>
            <a:chExt cx="5094193" cy="646331"/>
          </a:xfrm>
        </p:grpSpPr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8EAB6768-49F3-2A46-A7A1-A91DF0EB2FCC}"/>
                </a:ext>
              </a:extLst>
            </p:cNvPr>
            <p:cNvSpPr txBox="1"/>
            <p:nvPr/>
          </p:nvSpPr>
          <p:spPr>
            <a:xfrm>
              <a:off x="7792876" y="2408831"/>
              <a:ext cx="958917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Gill Sans MT" panose="020B0502020104020203" pitchFamily="34" charset="77"/>
                </a:rPr>
                <a:t>Random</a:t>
              </a:r>
            </a:p>
            <a:p>
              <a:r>
                <a:rPr lang="en-US" dirty="0">
                  <a:latin typeface="Gill Sans MT" panose="020B0502020104020203" pitchFamily="34" charset="77"/>
                </a:rPr>
                <a:t>points</a:t>
              </a:r>
            </a:p>
          </p:txBody>
        </p:sp>
        <p:cxnSp>
          <p:nvCxnSpPr>
            <p:cNvPr id="28" name="Straight Arrow Connector 27">
              <a:extLst>
                <a:ext uri="{FF2B5EF4-FFF2-40B4-BE49-F238E27FC236}">
                  <a16:creationId xmlns:a16="http://schemas.microsoft.com/office/drawing/2014/main" id="{B700EB11-BCD2-4543-A46A-F727B4E116A6}"/>
                </a:ext>
              </a:extLst>
            </p:cNvPr>
            <p:cNvCxnSpPr>
              <a:cxnSpLocks/>
            </p:cNvCxnSpPr>
            <p:nvPr/>
          </p:nvCxnSpPr>
          <p:spPr>
            <a:xfrm>
              <a:off x="4060209" y="2610091"/>
              <a:ext cx="3543508" cy="75439"/>
            </a:xfrm>
            <a:prstGeom prst="straightConnector1">
              <a:avLst/>
            </a:prstGeom>
            <a:ln>
              <a:solidFill>
                <a:srgbClr val="0070C0"/>
              </a:solidFill>
              <a:prstDash val="dash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Arrow Connector 28">
              <a:extLst>
                <a:ext uri="{FF2B5EF4-FFF2-40B4-BE49-F238E27FC236}">
                  <a16:creationId xmlns:a16="http://schemas.microsoft.com/office/drawing/2014/main" id="{8EF13542-128B-6548-95AC-905F810C1AE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657600" y="2844229"/>
              <a:ext cx="3946117" cy="35717"/>
            </a:xfrm>
            <a:prstGeom prst="straightConnector1">
              <a:avLst/>
            </a:prstGeom>
            <a:ln>
              <a:solidFill>
                <a:srgbClr val="0070C0"/>
              </a:solidFill>
              <a:prstDash val="dash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2741DBAB-4592-5747-9B49-70CD615DE4F3}"/>
              </a:ext>
            </a:extLst>
          </p:cNvPr>
          <p:cNvGrpSpPr/>
          <p:nvPr/>
        </p:nvGrpSpPr>
        <p:grpSpPr>
          <a:xfrm>
            <a:off x="7036632" y="4831042"/>
            <a:ext cx="3514310" cy="646331"/>
            <a:chOff x="3657600" y="2497543"/>
            <a:chExt cx="3514310" cy="646331"/>
          </a:xfrm>
        </p:grpSpPr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D22E17AC-8C56-8F43-89E7-AC54EB4A2FFA}"/>
                </a:ext>
              </a:extLst>
            </p:cNvPr>
            <p:cNvSpPr txBox="1"/>
            <p:nvPr/>
          </p:nvSpPr>
          <p:spPr>
            <a:xfrm>
              <a:off x="5998191" y="2497543"/>
              <a:ext cx="1173719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Gill Sans MT" panose="020B0502020104020203" pitchFamily="34" charset="77"/>
                </a:rPr>
                <a:t>Separation</a:t>
              </a:r>
            </a:p>
            <a:p>
              <a:r>
                <a:rPr lang="en-US" dirty="0">
                  <a:latin typeface="Gill Sans MT" panose="020B0502020104020203" pitchFamily="34" charset="77"/>
                </a:rPr>
                <a:t>line</a:t>
              </a:r>
            </a:p>
          </p:txBody>
        </p:sp>
        <p:cxnSp>
          <p:nvCxnSpPr>
            <p:cNvPr id="32" name="Straight Arrow Connector 31">
              <a:extLst>
                <a:ext uri="{FF2B5EF4-FFF2-40B4-BE49-F238E27FC236}">
                  <a16:creationId xmlns:a16="http://schemas.microsoft.com/office/drawing/2014/main" id="{4C6569D5-4487-6845-A0FE-0ED3ECC67D7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657600" y="2808514"/>
              <a:ext cx="2306472" cy="71431"/>
            </a:xfrm>
            <a:prstGeom prst="straightConnector1">
              <a:avLst/>
            </a:prstGeom>
            <a:ln>
              <a:solidFill>
                <a:srgbClr val="0070C0"/>
              </a:solidFill>
              <a:prstDash val="dash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3" name="TextBox 32">
            <a:extLst>
              <a:ext uri="{FF2B5EF4-FFF2-40B4-BE49-F238E27FC236}">
                <a16:creationId xmlns:a16="http://schemas.microsoft.com/office/drawing/2014/main" id="{86A328DF-88ED-E64D-9CC9-BDB6BF70F79A}"/>
              </a:ext>
            </a:extLst>
          </p:cNvPr>
          <p:cNvSpPr txBox="1"/>
          <p:nvPr/>
        </p:nvSpPr>
        <p:spPr>
          <a:xfrm>
            <a:off x="1683004" y="550559"/>
            <a:ext cx="179728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latin typeface="Gill Sans MT" panose="020B0502020104020203" pitchFamily="34" charset="77"/>
                <a:cs typeface="Consolas" panose="020B0609020204030204" pitchFamily="49" charset="0"/>
              </a:rPr>
              <a:t>Iteration 1: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7F06C31-C1C9-3E12-22C4-763C4D2F5C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PR04D</a:t>
            </a:r>
            <a:endParaRPr lang="en-C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556A61-D336-D058-E482-733694A2C5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18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12140534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0BF7C0F-3743-464C-95D7-B6106C331A58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</a:blip>
          <a:srcRect/>
          <a:stretch/>
        </p:blipFill>
        <p:spPr>
          <a:xfrm>
            <a:off x="2022953" y="-146006"/>
            <a:ext cx="8109471" cy="7373344"/>
          </a:xfrm>
          <a:prstGeom prst="rect">
            <a:avLst/>
          </a:prstGeom>
        </p:spPr>
      </p:pic>
      <p:grpSp>
        <p:nvGrpSpPr>
          <p:cNvPr id="6" name="Group 5">
            <a:extLst>
              <a:ext uri="{FF2B5EF4-FFF2-40B4-BE49-F238E27FC236}">
                <a16:creationId xmlns:a16="http://schemas.microsoft.com/office/drawing/2014/main" id="{FA6BBC70-C20D-CD43-8B72-75E9B3691C51}"/>
              </a:ext>
            </a:extLst>
          </p:cNvPr>
          <p:cNvGrpSpPr/>
          <p:nvPr/>
        </p:nvGrpSpPr>
        <p:grpSpPr>
          <a:xfrm>
            <a:off x="520201" y="-466166"/>
            <a:ext cx="10982959" cy="8144259"/>
            <a:chOff x="-1003800" y="-466166"/>
            <a:chExt cx="10982959" cy="8144259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ABFA5C2E-9042-0243-9A0D-E29294103088}"/>
                </a:ext>
              </a:extLst>
            </p:cNvPr>
            <p:cNvSpPr/>
            <p:nvPr/>
          </p:nvSpPr>
          <p:spPr>
            <a:xfrm>
              <a:off x="0" y="0"/>
              <a:ext cx="9144000" cy="133538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B089F8DD-32C8-C440-B9D1-781121DEF10C}"/>
                </a:ext>
              </a:extLst>
            </p:cNvPr>
            <p:cNvSpPr/>
            <p:nvPr/>
          </p:nvSpPr>
          <p:spPr>
            <a:xfrm>
              <a:off x="0" y="6190306"/>
              <a:ext cx="9144000" cy="133538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DEC8AC8B-8395-1D45-BD82-41ECACD286C9}"/>
                </a:ext>
              </a:extLst>
            </p:cNvPr>
            <p:cNvSpPr/>
            <p:nvPr/>
          </p:nvSpPr>
          <p:spPr>
            <a:xfrm>
              <a:off x="-1003800" y="-466166"/>
              <a:ext cx="2438153" cy="799185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59E79061-0F2C-D245-8C96-A1AE6E3F404F}"/>
                </a:ext>
              </a:extLst>
            </p:cNvPr>
            <p:cNvSpPr/>
            <p:nvPr/>
          </p:nvSpPr>
          <p:spPr>
            <a:xfrm>
              <a:off x="7541006" y="-313766"/>
              <a:ext cx="2438153" cy="799185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176B3FAA-B472-0149-A837-57E30175E9D3}"/>
              </a:ext>
            </a:extLst>
          </p:cNvPr>
          <p:cNvSpPr txBox="1"/>
          <p:nvPr/>
        </p:nvSpPr>
        <p:spPr>
          <a:xfrm>
            <a:off x="1683004" y="550559"/>
            <a:ext cx="179728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latin typeface="Gill Sans MT" panose="020B0502020104020203" pitchFamily="34" charset="77"/>
                <a:cs typeface="Consolas" panose="020B0609020204030204" pitchFamily="49" charset="0"/>
              </a:rPr>
              <a:t>Iteration 1: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4A28644-462E-4780-252E-1E32566732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PR04D</a:t>
            </a:r>
            <a:endParaRPr lang="en-C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AA1878B-D9BD-7604-4332-CE77E5A756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19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238395749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0BF7C0F-3743-464C-95D7-B6106C331A58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</a:blip>
          <a:srcRect/>
          <a:stretch/>
        </p:blipFill>
        <p:spPr>
          <a:xfrm>
            <a:off x="2022953" y="-146006"/>
            <a:ext cx="8109471" cy="7373344"/>
          </a:xfrm>
          <a:prstGeom prst="rect">
            <a:avLst/>
          </a:prstGeom>
        </p:spPr>
      </p:pic>
      <p:sp>
        <p:nvSpPr>
          <p:cNvPr id="11" name="Oval 10">
            <a:extLst>
              <a:ext uri="{FF2B5EF4-FFF2-40B4-BE49-F238E27FC236}">
                <a16:creationId xmlns:a16="http://schemas.microsoft.com/office/drawing/2014/main" id="{5256D292-66AA-FB4B-8196-89D03BFD4092}"/>
              </a:ext>
            </a:extLst>
          </p:cNvPr>
          <p:cNvSpPr/>
          <p:nvPr/>
        </p:nvSpPr>
        <p:spPr>
          <a:xfrm>
            <a:off x="5536746" y="3382879"/>
            <a:ext cx="80417" cy="71431"/>
          </a:xfrm>
          <a:prstGeom prst="ellipse">
            <a:avLst/>
          </a:prstGeom>
          <a:solidFill>
            <a:schemeClr val="tx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6744A6E0-271A-FD40-B463-E1627BFE33E9}"/>
              </a:ext>
            </a:extLst>
          </p:cNvPr>
          <p:cNvSpPr/>
          <p:nvPr/>
        </p:nvSpPr>
        <p:spPr>
          <a:xfrm>
            <a:off x="6194162" y="3913689"/>
            <a:ext cx="80417" cy="71431"/>
          </a:xfrm>
          <a:prstGeom prst="ellipse">
            <a:avLst/>
          </a:prstGeom>
          <a:solidFill>
            <a:schemeClr val="tx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2002FE42-E6F4-D645-BA5A-62C2FBA140AF}"/>
              </a:ext>
            </a:extLst>
          </p:cNvPr>
          <p:cNvCxnSpPr>
            <a:cxnSpLocks/>
          </p:cNvCxnSpPr>
          <p:nvPr/>
        </p:nvCxnSpPr>
        <p:spPr>
          <a:xfrm flipH="1">
            <a:off x="4800601" y="2533650"/>
            <a:ext cx="2152651" cy="234315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pSp>
        <p:nvGrpSpPr>
          <p:cNvPr id="16" name="Group 15">
            <a:extLst>
              <a:ext uri="{FF2B5EF4-FFF2-40B4-BE49-F238E27FC236}">
                <a16:creationId xmlns:a16="http://schemas.microsoft.com/office/drawing/2014/main" id="{CB4E5A0D-6A48-144D-8386-8DC4858843E3}"/>
              </a:ext>
            </a:extLst>
          </p:cNvPr>
          <p:cNvGrpSpPr/>
          <p:nvPr/>
        </p:nvGrpSpPr>
        <p:grpSpPr>
          <a:xfrm>
            <a:off x="520201" y="-466166"/>
            <a:ext cx="10982959" cy="8144259"/>
            <a:chOff x="-1003800" y="-466166"/>
            <a:chExt cx="10982959" cy="8144259"/>
          </a:xfrm>
        </p:grpSpPr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F81AFF2F-EFDE-C54D-9BE2-E1AFCF84BCC8}"/>
                </a:ext>
              </a:extLst>
            </p:cNvPr>
            <p:cNvSpPr/>
            <p:nvPr/>
          </p:nvSpPr>
          <p:spPr>
            <a:xfrm>
              <a:off x="0" y="0"/>
              <a:ext cx="9144000" cy="133538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5F80CF3B-18B7-F24B-A9E2-7DF9C29B2CF5}"/>
                </a:ext>
              </a:extLst>
            </p:cNvPr>
            <p:cNvSpPr/>
            <p:nvPr/>
          </p:nvSpPr>
          <p:spPr>
            <a:xfrm>
              <a:off x="0" y="6190306"/>
              <a:ext cx="9144000" cy="133538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FAE23687-97CE-E44A-9F14-7642C359440B}"/>
                </a:ext>
              </a:extLst>
            </p:cNvPr>
            <p:cNvSpPr/>
            <p:nvPr/>
          </p:nvSpPr>
          <p:spPr>
            <a:xfrm>
              <a:off x="-1003800" y="-466166"/>
              <a:ext cx="2438153" cy="799185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FFDAE2B5-FD7B-5443-950C-2B8BE9A724D3}"/>
                </a:ext>
              </a:extLst>
            </p:cNvPr>
            <p:cNvSpPr/>
            <p:nvPr/>
          </p:nvSpPr>
          <p:spPr>
            <a:xfrm>
              <a:off x="7541006" y="-313766"/>
              <a:ext cx="2438153" cy="799185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06074318-90D0-3940-9399-67B6EA2D9EA4}"/>
              </a:ext>
            </a:extLst>
          </p:cNvPr>
          <p:cNvGrpSpPr/>
          <p:nvPr/>
        </p:nvGrpSpPr>
        <p:grpSpPr>
          <a:xfrm>
            <a:off x="5686568" y="2570714"/>
            <a:ext cx="4651605" cy="1342974"/>
            <a:chOff x="4162567" y="2570714"/>
            <a:chExt cx="4651605" cy="1342974"/>
          </a:xfrm>
        </p:grpSpPr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76295768-6F51-9F48-A77B-346FCC4BF6F9}"/>
                </a:ext>
              </a:extLst>
            </p:cNvPr>
            <p:cNvSpPr txBox="1"/>
            <p:nvPr/>
          </p:nvSpPr>
          <p:spPr>
            <a:xfrm>
              <a:off x="7694314" y="2570714"/>
              <a:ext cx="111985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Gill Sans MT" panose="020B0502020104020203" pitchFamily="34" charset="77"/>
                </a:rPr>
                <a:t>Centroids</a:t>
              </a:r>
            </a:p>
          </p:txBody>
        </p:sp>
        <p:cxnSp>
          <p:nvCxnSpPr>
            <p:cNvPr id="23" name="Straight Arrow Connector 22">
              <a:extLst>
                <a:ext uri="{FF2B5EF4-FFF2-40B4-BE49-F238E27FC236}">
                  <a16:creationId xmlns:a16="http://schemas.microsoft.com/office/drawing/2014/main" id="{1B750238-2D40-0241-B3B9-1B89A452D19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162567" y="2685530"/>
              <a:ext cx="3441150" cy="743470"/>
            </a:xfrm>
            <a:prstGeom prst="straightConnector1">
              <a:avLst/>
            </a:prstGeom>
            <a:ln>
              <a:solidFill>
                <a:srgbClr val="0070C0"/>
              </a:solidFill>
              <a:prstDash val="dash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Arrow Connector 23">
              <a:extLst>
                <a:ext uri="{FF2B5EF4-FFF2-40B4-BE49-F238E27FC236}">
                  <a16:creationId xmlns:a16="http://schemas.microsoft.com/office/drawing/2014/main" id="{4199481F-61BE-594D-B803-64D163763E6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817660" y="2844230"/>
              <a:ext cx="2786057" cy="1069458"/>
            </a:xfrm>
            <a:prstGeom prst="straightConnector1">
              <a:avLst/>
            </a:prstGeom>
            <a:ln>
              <a:solidFill>
                <a:srgbClr val="0070C0"/>
              </a:solidFill>
              <a:prstDash val="dash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2B8B7CED-2D5F-4A40-A243-BF0C48730845}"/>
              </a:ext>
            </a:extLst>
          </p:cNvPr>
          <p:cNvGrpSpPr/>
          <p:nvPr/>
        </p:nvGrpSpPr>
        <p:grpSpPr>
          <a:xfrm>
            <a:off x="5236192" y="4544704"/>
            <a:ext cx="5314750" cy="932668"/>
            <a:chOff x="1857160" y="2211206"/>
            <a:chExt cx="5314750" cy="932668"/>
          </a:xfrm>
        </p:grpSpPr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30289E21-BC1D-334F-8B72-05E0FE132588}"/>
                </a:ext>
              </a:extLst>
            </p:cNvPr>
            <p:cNvSpPr txBox="1"/>
            <p:nvPr/>
          </p:nvSpPr>
          <p:spPr>
            <a:xfrm>
              <a:off x="5998191" y="2497543"/>
              <a:ext cx="1173719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Gill Sans MT" panose="020B0502020104020203" pitchFamily="34" charset="77"/>
                </a:rPr>
                <a:t>Separation</a:t>
              </a:r>
            </a:p>
            <a:p>
              <a:r>
                <a:rPr lang="en-US" dirty="0">
                  <a:latin typeface="Gill Sans MT" panose="020B0502020104020203" pitchFamily="34" charset="77"/>
                </a:rPr>
                <a:t>line</a:t>
              </a:r>
            </a:p>
          </p:txBody>
        </p:sp>
        <p:cxnSp>
          <p:nvCxnSpPr>
            <p:cNvPr id="27" name="Straight Arrow Connector 26">
              <a:extLst>
                <a:ext uri="{FF2B5EF4-FFF2-40B4-BE49-F238E27FC236}">
                  <a16:creationId xmlns:a16="http://schemas.microsoft.com/office/drawing/2014/main" id="{871C7789-5F80-4241-85E0-4BEE5439407F}"/>
                </a:ext>
              </a:extLst>
            </p:cNvPr>
            <p:cNvCxnSpPr>
              <a:cxnSpLocks/>
            </p:cNvCxnSpPr>
            <p:nvPr/>
          </p:nvCxnSpPr>
          <p:spPr>
            <a:xfrm>
              <a:off x="1857160" y="2211206"/>
              <a:ext cx="4106912" cy="597309"/>
            </a:xfrm>
            <a:prstGeom prst="straightConnector1">
              <a:avLst/>
            </a:prstGeom>
            <a:ln>
              <a:solidFill>
                <a:srgbClr val="0070C0"/>
              </a:solidFill>
              <a:prstDash val="dash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1" name="TextBox 30">
            <a:extLst>
              <a:ext uri="{FF2B5EF4-FFF2-40B4-BE49-F238E27FC236}">
                <a16:creationId xmlns:a16="http://schemas.microsoft.com/office/drawing/2014/main" id="{496CB9E8-48C6-FB4C-B408-A0428C540D10}"/>
              </a:ext>
            </a:extLst>
          </p:cNvPr>
          <p:cNvSpPr txBox="1"/>
          <p:nvPr/>
        </p:nvSpPr>
        <p:spPr>
          <a:xfrm>
            <a:off x="1683004" y="550559"/>
            <a:ext cx="179728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latin typeface="Gill Sans MT" panose="020B0502020104020203" pitchFamily="34" charset="77"/>
                <a:cs typeface="Consolas" panose="020B0609020204030204" pitchFamily="49" charset="0"/>
              </a:rPr>
              <a:t>Iteration 2: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3CA6396-1E2E-D0E5-83B2-1AE378C58C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PR04D</a:t>
            </a:r>
            <a:endParaRPr lang="en-C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BB62922-246A-93E4-74B9-84DEA08AFC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20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39327207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  <p:bldP spid="31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>
            <a:extLst>
              <a:ext uri="{FF2B5EF4-FFF2-40B4-BE49-F238E27FC236}">
                <a16:creationId xmlns:a16="http://schemas.microsoft.com/office/drawing/2014/main" id="{6AE23772-2C42-9B41-B235-997A2101D62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2298095" y="1"/>
            <a:ext cx="7595808" cy="6857999"/>
          </a:xfrm>
          <a:prstGeom prst="rect">
            <a:avLst/>
          </a:prstGeom>
        </p:spPr>
      </p:pic>
      <p:grpSp>
        <p:nvGrpSpPr>
          <p:cNvPr id="7" name="Group 6">
            <a:extLst>
              <a:ext uri="{FF2B5EF4-FFF2-40B4-BE49-F238E27FC236}">
                <a16:creationId xmlns:a16="http://schemas.microsoft.com/office/drawing/2014/main" id="{18E48551-EE61-0A4C-A5BE-E671FEE348B5}"/>
              </a:ext>
            </a:extLst>
          </p:cNvPr>
          <p:cNvGrpSpPr/>
          <p:nvPr/>
        </p:nvGrpSpPr>
        <p:grpSpPr>
          <a:xfrm>
            <a:off x="520201" y="-466166"/>
            <a:ext cx="10982959" cy="8144259"/>
            <a:chOff x="-1003800" y="-466166"/>
            <a:chExt cx="10982959" cy="8144259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9BC54F7A-B617-0A4E-98B1-2D45A3DE29FA}"/>
                </a:ext>
              </a:extLst>
            </p:cNvPr>
            <p:cNvSpPr/>
            <p:nvPr/>
          </p:nvSpPr>
          <p:spPr>
            <a:xfrm>
              <a:off x="0" y="0"/>
              <a:ext cx="9144000" cy="133538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378844B6-9560-D549-AA74-6BB4076EAF15}"/>
                </a:ext>
              </a:extLst>
            </p:cNvPr>
            <p:cNvSpPr/>
            <p:nvPr/>
          </p:nvSpPr>
          <p:spPr>
            <a:xfrm>
              <a:off x="0" y="6190306"/>
              <a:ext cx="9144000" cy="133538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0EDA4C00-547F-8E48-B6BC-2BAA5CA529B8}"/>
                </a:ext>
              </a:extLst>
            </p:cNvPr>
            <p:cNvSpPr/>
            <p:nvPr/>
          </p:nvSpPr>
          <p:spPr>
            <a:xfrm>
              <a:off x="-1003800" y="-466166"/>
              <a:ext cx="2438153" cy="799185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D6C275FF-A5F0-B54C-8559-B91D545E1AD5}"/>
                </a:ext>
              </a:extLst>
            </p:cNvPr>
            <p:cNvSpPr/>
            <p:nvPr/>
          </p:nvSpPr>
          <p:spPr>
            <a:xfrm>
              <a:off x="7541006" y="-313766"/>
              <a:ext cx="2438153" cy="799185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</p:grp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0632F895-4912-2E49-9090-E21A7A03A964}"/>
              </a:ext>
            </a:extLst>
          </p:cNvPr>
          <p:cNvCxnSpPr>
            <a:cxnSpLocks/>
          </p:cNvCxnSpPr>
          <p:nvPr/>
        </p:nvCxnSpPr>
        <p:spPr>
          <a:xfrm flipH="1">
            <a:off x="4778992" y="2504364"/>
            <a:ext cx="2224584" cy="2388358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7B0B7464-5381-3E4F-9E0D-9F44592DA5FE}"/>
              </a:ext>
            </a:extLst>
          </p:cNvPr>
          <p:cNvSpPr txBox="1"/>
          <p:nvPr/>
        </p:nvSpPr>
        <p:spPr>
          <a:xfrm>
            <a:off x="1683004" y="550559"/>
            <a:ext cx="179728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latin typeface="Gill Sans MT" panose="020B0502020104020203" pitchFamily="34" charset="77"/>
                <a:cs typeface="Consolas" panose="020B0609020204030204" pitchFamily="49" charset="0"/>
              </a:rPr>
              <a:t>Iteration 3: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0B17049-7C73-9B37-5333-7272589A78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PR04D</a:t>
            </a:r>
            <a:endParaRPr lang="en-CL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8BF7295-FFFC-F01A-AB9E-10A5359C4E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21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312623393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>
            <a:extLst>
              <a:ext uri="{FF2B5EF4-FFF2-40B4-BE49-F238E27FC236}">
                <a16:creationId xmlns:a16="http://schemas.microsoft.com/office/drawing/2014/main" id="{6AE23772-2C42-9B41-B235-997A2101D62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2298096" y="1"/>
            <a:ext cx="7595809" cy="6857999"/>
          </a:xfrm>
          <a:prstGeom prst="rect">
            <a:avLst/>
          </a:prstGeom>
        </p:spPr>
      </p:pic>
      <p:grpSp>
        <p:nvGrpSpPr>
          <p:cNvPr id="3" name="Group 2">
            <a:extLst>
              <a:ext uri="{FF2B5EF4-FFF2-40B4-BE49-F238E27FC236}">
                <a16:creationId xmlns:a16="http://schemas.microsoft.com/office/drawing/2014/main" id="{052785C0-2FE2-5746-A7FE-7C1F409891A8}"/>
              </a:ext>
            </a:extLst>
          </p:cNvPr>
          <p:cNvGrpSpPr/>
          <p:nvPr/>
        </p:nvGrpSpPr>
        <p:grpSpPr>
          <a:xfrm>
            <a:off x="520201" y="-466166"/>
            <a:ext cx="10982959" cy="8144259"/>
            <a:chOff x="-1003800" y="-466166"/>
            <a:chExt cx="10982959" cy="8144259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27B54475-BFDB-B94E-9153-3D4C571EED35}"/>
                </a:ext>
              </a:extLst>
            </p:cNvPr>
            <p:cNvSpPr/>
            <p:nvPr/>
          </p:nvSpPr>
          <p:spPr>
            <a:xfrm>
              <a:off x="0" y="0"/>
              <a:ext cx="9144000" cy="133538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0B469D48-7866-6D46-9153-C124CBD01792}"/>
                </a:ext>
              </a:extLst>
            </p:cNvPr>
            <p:cNvSpPr/>
            <p:nvPr/>
          </p:nvSpPr>
          <p:spPr>
            <a:xfrm>
              <a:off x="0" y="6190306"/>
              <a:ext cx="9144000" cy="133538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C3B7B3AA-93D8-ED4D-A539-9792633D6327}"/>
                </a:ext>
              </a:extLst>
            </p:cNvPr>
            <p:cNvSpPr/>
            <p:nvPr/>
          </p:nvSpPr>
          <p:spPr>
            <a:xfrm>
              <a:off x="-1003800" y="-466166"/>
              <a:ext cx="2438153" cy="799185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CC9BFF4D-A5C3-B54D-98E3-70A323D733E8}"/>
                </a:ext>
              </a:extLst>
            </p:cNvPr>
            <p:cNvSpPr/>
            <p:nvPr/>
          </p:nvSpPr>
          <p:spPr>
            <a:xfrm>
              <a:off x="7541006" y="-313766"/>
              <a:ext cx="2438153" cy="799185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</p:grp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CEB91187-C15D-1041-82E0-03C656B009E7}"/>
              </a:ext>
            </a:extLst>
          </p:cNvPr>
          <p:cNvCxnSpPr>
            <a:cxnSpLocks/>
          </p:cNvCxnSpPr>
          <p:nvPr/>
        </p:nvCxnSpPr>
        <p:spPr>
          <a:xfrm flipH="1">
            <a:off x="4744873" y="2586252"/>
            <a:ext cx="2333767" cy="219046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5A79CFC8-E4A2-954B-A0C7-BA8413ADEDB3}"/>
              </a:ext>
            </a:extLst>
          </p:cNvPr>
          <p:cNvSpPr txBox="1"/>
          <p:nvPr/>
        </p:nvSpPr>
        <p:spPr>
          <a:xfrm>
            <a:off x="1683004" y="550559"/>
            <a:ext cx="179728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latin typeface="Gill Sans MT" panose="020B0502020104020203" pitchFamily="34" charset="77"/>
                <a:cs typeface="Consolas" panose="020B0609020204030204" pitchFamily="49" charset="0"/>
              </a:rPr>
              <a:t>Iteration 4: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1D26C24-A670-AA76-06FC-26D360DEB3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PR04D</a:t>
            </a:r>
            <a:endParaRPr lang="en-CL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C0E32FA-79B3-9A51-4E61-9BABEF7056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22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78337636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>
            <a:extLst>
              <a:ext uri="{FF2B5EF4-FFF2-40B4-BE49-F238E27FC236}">
                <a16:creationId xmlns:a16="http://schemas.microsoft.com/office/drawing/2014/main" id="{6AE23772-2C42-9B41-B235-997A2101D62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2298096" y="0"/>
            <a:ext cx="7595809" cy="6858000"/>
          </a:xfrm>
          <a:prstGeom prst="rect">
            <a:avLst/>
          </a:prstGeom>
        </p:spPr>
      </p:pic>
      <p:grpSp>
        <p:nvGrpSpPr>
          <p:cNvPr id="3" name="Group 2">
            <a:extLst>
              <a:ext uri="{FF2B5EF4-FFF2-40B4-BE49-F238E27FC236}">
                <a16:creationId xmlns:a16="http://schemas.microsoft.com/office/drawing/2014/main" id="{C8BA6794-6CEC-E44F-83A1-63C6C1B1ECF4}"/>
              </a:ext>
            </a:extLst>
          </p:cNvPr>
          <p:cNvGrpSpPr/>
          <p:nvPr/>
        </p:nvGrpSpPr>
        <p:grpSpPr>
          <a:xfrm>
            <a:off x="520201" y="-466166"/>
            <a:ext cx="10982959" cy="8144259"/>
            <a:chOff x="-1003800" y="-466166"/>
            <a:chExt cx="10982959" cy="8144259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6D6FB236-6E8F-214F-ACC9-48756B6FD033}"/>
                </a:ext>
              </a:extLst>
            </p:cNvPr>
            <p:cNvSpPr/>
            <p:nvPr/>
          </p:nvSpPr>
          <p:spPr>
            <a:xfrm>
              <a:off x="0" y="0"/>
              <a:ext cx="9144000" cy="133538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8C6961CC-5151-464D-BDD7-13541144CAE8}"/>
                </a:ext>
              </a:extLst>
            </p:cNvPr>
            <p:cNvSpPr/>
            <p:nvPr/>
          </p:nvSpPr>
          <p:spPr>
            <a:xfrm>
              <a:off x="0" y="6190306"/>
              <a:ext cx="9144000" cy="133538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78A9DF8F-7816-6642-B207-0E18FF111840}"/>
                </a:ext>
              </a:extLst>
            </p:cNvPr>
            <p:cNvSpPr/>
            <p:nvPr/>
          </p:nvSpPr>
          <p:spPr>
            <a:xfrm>
              <a:off x="-1003800" y="-466166"/>
              <a:ext cx="2438153" cy="799185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4F75FA32-F51E-1243-BDA7-B86C87449591}"/>
                </a:ext>
              </a:extLst>
            </p:cNvPr>
            <p:cNvSpPr/>
            <p:nvPr/>
          </p:nvSpPr>
          <p:spPr>
            <a:xfrm>
              <a:off x="7541006" y="-313766"/>
              <a:ext cx="2438153" cy="799185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</p:grp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5FFA00B9-7BD3-A044-9B11-B2BF6649C27B}"/>
              </a:ext>
            </a:extLst>
          </p:cNvPr>
          <p:cNvCxnSpPr>
            <a:cxnSpLocks/>
          </p:cNvCxnSpPr>
          <p:nvPr/>
        </p:nvCxnSpPr>
        <p:spPr>
          <a:xfrm flipH="1">
            <a:off x="4772168" y="2586251"/>
            <a:ext cx="2306473" cy="214952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F2389451-BF23-8746-ABEE-4BE1121DCA0B}"/>
              </a:ext>
            </a:extLst>
          </p:cNvPr>
          <p:cNvSpPr txBox="1"/>
          <p:nvPr/>
        </p:nvSpPr>
        <p:spPr>
          <a:xfrm>
            <a:off x="1683004" y="550559"/>
            <a:ext cx="179728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latin typeface="Gill Sans MT" panose="020B0502020104020203" pitchFamily="34" charset="77"/>
                <a:cs typeface="Consolas" panose="020B0609020204030204" pitchFamily="49" charset="0"/>
              </a:rPr>
              <a:t>Iteration 5: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599405D-A9BC-4C33-1C9C-F4B9BB73B4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PR04D</a:t>
            </a:r>
            <a:endParaRPr lang="en-CL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6EC7E5A3-064D-CD5C-0AC9-0325A1E156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23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291695751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>
            <a:extLst>
              <a:ext uri="{FF2B5EF4-FFF2-40B4-BE49-F238E27FC236}">
                <a16:creationId xmlns:a16="http://schemas.microsoft.com/office/drawing/2014/main" id="{6AE23772-2C42-9B41-B235-997A2101D62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2298096" y="0"/>
            <a:ext cx="7595809" cy="6858000"/>
          </a:xfrm>
          <a:prstGeom prst="rect">
            <a:avLst/>
          </a:prstGeom>
        </p:spPr>
      </p:pic>
      <p:grpSp>
        <p:nvGrpSpPr>
          <p:cNvPr id="3" name="Group 2">
            <a:extLst>
              <a:ext uri="{FF2B5EF4-FFF2-40B4-BE49-F238E27FC236}">
                <a16:creationId xmlns:a16="http://schemas.microsoft.com/office/drawing/2014/main" id="{C8BA6794-6CEC-E44F-83A1-63C6C1B1ECF4}"/>
              </a:ext>
            </a:extLst>
          </p:cNvPr>
          <p:cNvGrpSpPr/>
          <p:nvPr/>
        </p:nvGrpSpPr>
        <p:grpSpPr>
          <a:xfrm>
            <a:off x="520201" y="-466166"/>
            <a:ext cx="10982959" cy="8144259"/>
            <a:chOff x="-1003800" y="-466166"/>
            <a:chExt cx="10982959" cy="8144259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6D6FB236-6E8F-214F-ACC9-48756B6FD033}"/>
                </a:ext>
              </a:extLst>
            </p:cNvPr>
            <p:cNvSpPr/>
            <p:nvPr/>
          </p:nvSpPr>
          <p:spPr>
            <a:xfrm>
              <a:off x="0" y="0"/>
              <a:ext cx="9144000" cy="133538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8C6961CC-5151-464D-BDD7-13541144CAE8}"/>
                </a:ext>
              </a:extLst>
            </p:cNvPr>
            <p:cNvSpPr/>
            <p:nvPr/>
          </p:nvSpPr>
          <p:spPr>
            <a:xfrm>
              <a:off x="0" y="6190306"/>
              <a:ext cx="9144000" cy="133538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78A9DF8F-7816-6642-B207-0E18FF111840}"/>
                </a:ext>
              </a:extLst>
            </p:cNvPr>
            <p:cNvSpPr/>
            <p:nvPr/>
          </p:nvSpPr>
          <p:spPr>
            <a:xfrm>
              <a:off x="-1003800" y="-466166"/>
              <a:ext cx="2438153" cy="799185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4F75FA32-F51E-1243-BDA7-B86C87449591}"/>
                </a:ext>
              </a:extLst>
            </p:cNvPr>
            <p:cNvSpPr/>
            <p:nvPr/>
          </p:nvSpPr>
          <p:spPr>
            <a:xfrm>
              <a:off x="7541006" y="-313766"/>
              <a:ext cx="2438153" cy="799185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3E1F5B3C-B2B5-CA43-8C0A-CB64BC595C9D}"/>
              </a:ext>
            </a:extLst>
          </p:cNvPr>
          <p:cNvSpPr txBox="1"/>
          <p:nvPr/>
        </p:nvSpPr>
        <p:spPr>
          <a:xfrm>
            <a:off x="1683005" y="550559"/>
            <a:ext cx="241059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latin typeface="Gill Sans MT" panose="020B0502020104020203" pitchFamily="34" charset="77"/>
                <a:cs typeface="Consolas" panose="020B0609020204030204" pitchFamily="49" charset="0"/>
              </a:rPr>
              <a:t>Found Clusters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3F2A2BB-08BE-5F5B-3222-0143DA9A9A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PR04D</a:t>
            </a:r>
            <a:endParaRPr lang="en-CL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4BEF5998-6072-CEA6-15A9-4B981E3B2F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24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388031285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>
            <a:extLst>
              <a:ext uri="{FF2B5EF4-FFF2-40B4-BE49-F238E27FC236}">
                <a16:creationId xmlns:a16="http://schemas.microsoft.com/office/drawing/2014/main" id="{6AE23772-2C42-9B41-B235-997A2101D6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98095" y="0"/>
            <a:ext cx="7595810" cy="6858000"/>
          </a:xfrm>
          <a:prstGeom prst="rect">
            <a:avLst/>
          </a:prstGeom>
        </p:spPr>
      </p:pic>
      <p:grpSp>
        <p:nvGrpSpPr>
          <p:cNvPr id="6" name="Group 5">
            <a:extLst>
              <a:ext uri="{FF2B5EF4-FFF2-40B4-BE49-F238E27FC236}">
                <a16:creationId xmlns:a16="http://schemas.microsoft.com/office/drawing/2014/main" id="{4B2314E3-EC58-DD42-98CF-5630015C9C27}"/>
              </a:ext>
            </a:extLst>
          </p:cNvPr>
          <p:cNvGrpSpPr/>
          <p:nvPr/>
        </p:nvGrpSpPr>
        <p:grpSpPr>
          <a:xfrm>
            <a:off x="520201" y="-466166"/>
            <a:ext cx="10982959" cy="8144259"/>
            <a:chOff x="-1003800" y="-466166"/>
            <a:chExt cx="10982959" cy="8144259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A1D313A2-5278-F648-97BF-27E4A791CACC}"/>
                </a:ext>
              </a:extLst>
            </p:cNvPr>
            <p:cNvSpPr/>
            <p:nvPr/>
          </p:nvSpPr>
          <p:spPr>
            <a:xfrm>
              <a:off x="0" y="0"/>
              <a:ext cx="9144000" cy="133538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63AE3943-DC26-4145-BFDE-1BCC63952135}"/>
                </a:ext>
              </a:extLst>
            </p:cNvPr>
            <p:cNvSpPr/>
            <p:nvPr/>
          </p:nvSpPr>
          <p:spPr>
            <a:xfrm>
              <a:off x="0" y="6190306"/>
              <a:ext cx="9144000" cy="133538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0EDC0FC2-D727-7342-B18D-D06B03204FA0}"/>
                </a:ext>
              </a:extLst>
            </p:cNvPr>
            <p:cNvSpPr/>
            <p:nvPr/>
          </p:nvSpPr>
          <p:spPr>
            <a:xfrm>
              <a:off x="-1003800" y="-466166"/>
              <a:ext cx="2438153" cy="799185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5CCEB7C6-DD6E-F44A-B0B7-D0B6530C58F3}"/>
                </a:ext>
              </a:extLst>
            </p:cNvPr>
            <p:cNvSpPr/>
            <p:nvPr/>
          </p:nvSpPr>
          <p:spPr>
            <a:xfrm>
              <a:off x="7541006" y="-313766"/>
              <a:ext cx="2438153" cy="799185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38B2328E-D5AE-F743-AF84-1609FBF29118}"/>
              </a:ext>
            </a:extLst>
          </p:cNvPr>
          <p:cNvSpPr txBox="1"/>
          <p:nvPr/>
        </p:nvSpPr>
        <p:spPr>
          <a:xfrm>
            <a:off x="1683004" y="550559"/>
            <a:ext cx="172996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latin typeface="Gill Sans MT" panose="020B0502020104020203" pitchFamily="34" charset="77"/>
                <a:cs typeface="Consolas" panose="020B0609020204030204" pitchFamily="49" charset="0"/>
              </a:rPr>
              <a:t>Input Data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6733B9C-106D-E175-C505-853BA843D8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PR04D</a:t>
            </a:r>
            <a:endParaRPr lang="en-CL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F08E7EF-1E93-E6C9-4FD1-A906C71354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25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204088054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E6C832-2736-7841-8F3C-8C0A2CDF5F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1200" y="2857500"/>
            <a:ext cx="8229600" cy="1143000"/>
          </a:xfrm>
        </p:spPr>
        <p:txBody>
          <a:bodyPr/>
          <a:lstStyle/>
          <a:p>
            <a:r>
              <a:rPr lang="en-US" dirty="0"/>
              <a:t>Example: Color Segmentation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356DBF9-37EC-5849-B908-27DDF02607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0B2870-7350-8D40-A01A-CE539DF873CB}" type="slidenum">
              <a:rPr lang="en-US" smtClean="0"/>
              <a:t>26</a:t>
            </a:fld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85F0FDE-53BB-9C58-C927-86E5EABE2D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PR04D</a:t>
            </a:r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161401537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E732C010-6F94-7547-B4D6-7908C805D01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1775460" y="1092082"/>
            <a:ext cx="7029450" cy="4673836"/>
          </a:xfrm>
          <a:prstGeom prst="rect">
            <a:avLst/>
          </a:prstGeom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AAA43A8-34E1-263E-09CB-6DCBD04751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PR04D</a:t>
            </a:r>
            <a:endParaRPr lang="en-CL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B0318C6-F79C-CBCD-D9A5-2B97E9A3C8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27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369451986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BB20699E-46EA-BF47-A2D8-9D3B520EB7A0}"/>
              </a:ext>
            </a:extLst>
          </p:cNvPr>
          <p:cNvSpPr txBox="1"/>
          <p:nvPr/>
        </p:nvSpPr>
        <p:spPr>
          <a:xfrm>
            <a:off x="2438819" y="1385395"/>
            <a:ext cx="267413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1600" dirty="0">
                <a:solidFill>
                  <a:srgbClr val="FF9300"/>
                </a:solidFill>
                <a:latin typeface="Gill Sans MT" panose="020B0502020104020203" pitchFamily="34" charset="77"/>
              </a:rPr>
              <a:t>Segmentación por </a:t>
            </a:r>
            <a:r>
              <a:rPr lang="es-ES_tradnl" sz="1600" dirty="0" err="1">
                <a:solidFill>
                  <a:srgbClr val="FF9300"/>
                </a:solidFill>
                <a:latin typeface="Gill Sans MT" panose="020B0502020104020203" pitchFamily="34" charset="77"/>
              </a:rPr>
              <a:t>Clustering</a:t>
            </a:r>
            <a:endParaRPr lang="es-ES_tradnl" sz="1600" dirty="0">
              <a:solidFill>
                <a:srgbClr val="FF9300"/>
              </a:solidFill>
              <a:latin typeface="Gill Sans MT" panose="020B0502020104020203" pitchFamily="34" charset="77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D3FCB5D-AB98-0147-B055-667623F14A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38818" y="2561240"/>
            <a:ext cx="3648075" cy="2476500"/>
          </a:xfrm>
          <a:prstGeom prst="rect">
            <a:avLst/>
          </a:prstGeom>
        </p:spPr>
      </p:pic>
      <p:grpSp>
        <p:nvGrpSpPr>
          <p:cNvPr id="55" name="Group 54">
            <a:extLst>
              <a:ext uri="{FF2B5EF4-FFF2-40B4-BE49-F238E27FC236}">
                <a16:creationId xmlns:a16="http://schemas.microsoft.com/office/drawing/2014/main" id="{C908484B-FCE1-1843-9622-254F132BA861}"/>
              </a:ext>
            </a:extLst>
          </p:cNvPr>
          <p:cNvGrpSpPr/>
          <p:nvPr/>
        </p:nvGrpSpPr>
        <p:grpSpPr>
          <a:xfrm>
            <a:off x="6320044" y="1521374"/>
            <a:ext cx="2468803" cy="2583263"/>
            <a:chOff x="5741581" y="885495"/>
            <a:chExt cx="3291736" cy="3444352"/>
          </a:xfrm>
        </p:grpSpPr>
        <p:cxnSp>
          <p:nvCxnSpPr>
            <p:cNvPr id="8" name="Straight Arrow Connector 7">
              <a:extLst>
                <a:ext uri="{FF2B5EF4-FFF2-40B4-BE49-F238E27FC236}">
                  <a16:creationId xmlns:a16="http://schemas.microsoft.com/office/drawing/2014/main" id="{024D57B0-ED5D-BF4D-BE39-5696827DD98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948069" y="1052623"/>
              <a:ext cx="0" cy="2929274"/>
            </a:xfrm>
            <a:prstGeom prst="straightConnector1">
              <a:avLst/>
            </a:prstGeom>
            <a:ln>
              <a:solidFill>
                <a:srgbClr val="0070C0"/>
              </a:solidFill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31" name="Straight Arrow Connector 30">
              <a:extLst>
                <a:ext uri="{FF2B5EF4-FFF2-40B4-BE49-F238E27FC236}">
                  <a16:creationId xmlns:a16="http://schemas.microsoft.com/office/drawing/2014/main" id="{ABFEB3F1-D85E-5748-AF8E-B4324554BD6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884276" y="3657598"/>
              <a:ext cx="2066371" cy="351609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36" name="Straight Arrow Connector 35">
              <a:extLst>
                <a:ext uri="{FF2B5EF4-FFF2-40B4-BE49-F238E27FC236}">
                  <a16:creationId xmlns:a16="http://schemas.microsoft.com/office/drawing/2014/main" id="{ACC2C25D-3BE2-0E45-B11A-A90515B25C2B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741581" y="3327991"/>
              <a:ext cx="1153329" cy="670584"/>
            </a:xfrm>
            <a:prstGeom prst="straightConnector1">
              <a:avLst/>
            </a:prstGeom>
            <a:ln>
              <a:solidFill>
                <a:srgbClr val="00FF00"/>
              </a:solidFill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5507CF01-C7B1-2940-8E77-EF0E4117A9B8}"/>
                </a:ext>
              </a:extLst>
            </p:cNvPr>
            <p:cNvSpPr txBox="1"/>
            <p:nvPr/>
          </p:nvSpPr>
          <p:spPr>
            <a:xfrm>
              <a:off x="8622520" y="3878441"/>
              <a:ext cx="410797" cy="45140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>
                  <a:solidFill>
                    <a:srgbClr val="FF0000"/>
                  </a:solidFill>
                  <a:latin typeface="Gill Sans MT" panose="020B0502020104020203" pitchFamily="34" charset="77"/>
                </a:rPr>
                <a:t>R</a:t>
              </a:r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FE420EBC-91BE-7845-B52B-3273DFB5F917}"/>
                </a:ext>
              </a:extLst>
            </p:cNvPr>
            <p:cNvSpPr txBox="1"/>
            <p:nvPr/>
          </p:nvSpPr>
          <p:spPr>
            <a:xfrm>
              <a:off x="5850964" y="3628085"/>
              <a:ext cx="449269" cy="45140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>
                  <a:solidFill>
                    <a:srgbClr val="00FF00"/>
                  </a:solidFill>
                  <a:latin typeface="Gill Sans MT" panose="020B0502020104020203" pitchFamily="34" charset="77"/>
                </a:rPr>
                <a:t>G</a:t>
              </a:r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5279AF68-DDF1-A84F-ACBD-AB0AAB712256}"/>
                </a:ext>
              </a:extLst>
            </p:cNvPr>
            <p:cNvSpPr txBox="1"/>
            <p:nvPr/>
          </p:nvSpPr>
          <p:spPr>
            <a:xfrm>
              <a:off x="7026773" y="885495"/>
              <a:ext cx="400109" cy="45140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>
                  <a:solidFill>
                    <a:srgbClr val="0070C0"/>
                  </a:solidFill>
                  <a:latin typeface="Gill Sans MT" panose="020B0502020104020203" pitchFamily="34" charset="77"/>
                </a:rPr>
                <a:t>B</a:t>
              </a:r>
            </a:p>
          </p:txBody>
        </p:sp>
      </p:grpSp>
      <p:grpSp>
        <p:nvGrpSpPr>
          <p:cNvPr id="46" name="Group 45">
            <a:extLst>
              <a:ext uri="{FF2B5EF4-FFF2-40B4-BE49-F238E27FC236}">
                <a16:creationId xmlns:a16="http://schemas.microsoft.com/office/drawing/2014/main" id="{59BC25A9-1078-3F4D-8B0F-E7DBA5C3671C}"/>
              </a:ext>
            </a:extLst>
          </p:cNvPr>
          <p:cNvGrpSpPr/>
          <p:nvPr/>
        </p:nvGrpSpPr>
        <p:grpSpPr>
          <a:xfrm>
            <a:off x="4993538" y="2102728"/>
            <a:ext cx="2172108" cy="859221"/>
            <a:chOff x="3972910" y="1660634"/>
            <a:chExt cx="2896144" cy="1145628"/>
          </a:xfrm>
        </p:grpSpPr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8FE5DEA9-ABD1-624F-B9DC-71CB6B42E7A1}"/>
                </a:ext>
              </a:extLst>
            </p:cNvPr>
            <p:cNvCxnSpPr/>
            <p:nvPr/>
          </p:nvCxnSpPr>
          <p:spPr>
            <a:xfrm flipV="1">
              <a:off x="4572000" y="2017986"/>
              <a:ext cx="0" cy="704193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A7DD2320-651C-9E4E-9A42-48D36D18437B}"/>
                </a:ext>
              </a:extLst>
            </p:cNvPr>
            <p:cNvSpPr txBox="1"/>
            <p:nvPr/>
          </p:nvSpPr>
          <p:spPr>
            <a:xfrm>
              <a:off x="3972910" y="1660634"/>
              <a:ext cx="1498701" cy="45140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>
                  <a:latin typeface="Gill Sans MT" panose="020B0502020104020203" pitchFamily="34" charset="77"/>
                </a:rPr>
                <a:t>(47,97,168)</a:t>
              </a:r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07C5272E-9458-3046-B80A-716054531E2A}"/>
                </a:ext>
              </a:extLst>
            </p:cNvPr>
            <p:cNvSpPr/>
            <p:nvPr/>
          </p:nvSpPr>
          <p:spPr>
            <a:xfrm>
              <a:off x="6823335" y="2521877"/>
              <a:ext cx="45719" cy="73968"/>
            </a:xfrm>
            <a:prstGeom prst="ellipse">
              <a:avLst/>
            </a:prstGeom>
            <a:solidFill>
              <a:schemeClr val="tx1"/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 dirty="0">
                <a:latin typeface="Gill Sans MT" panose="020B0502020104020203" pitchFamily="34" charset="77"/>
              </a:endParaRPr>
            </a:p>
          </p:txBody>
        </p:sp>
        <p:cxnSp>
          <p:nvCxnSpPr>
            <p:cNvPr id="40" name="Straight Arrow Connector 39">
              <a:extLst>
                <a:ext uri="{FF2B5EF4-FFF2-40B4-BE49-F238E27FC236}">
                  <a16:creationId xmlns:a16="http://schemas.microsoft.com/office/drawing/2014/main" id="{347324C9-07A0-DC44-A788-0BDCB4509BE5}"/>
                </a:ext>
              </a:extLst>
            </p:cNvPr>
            <p:cNvCxnSpPr>
              <a:cxnSpLocks/>
              <a:stCxn id="21" idx="3"/>
            </p:cNvCxnSpPr>
            <p:nvPr/>
          </p:nvCxnSpPr>
          <p:spPr>
            <a:xfrm>
              <a:off x="5471611" y="1886337"/>
              <a:ext cx="1351724" cy="635541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45" name="Rectangle 44">
              <a:extLst>
                <a:ext uri="{FF2B5EF4-FFF2-40B4-BE49-F238E27FC236}">
                  <a16:creationId xmlns:a16="http://schemas.microsoft.com/office/drawing/2014/main" id="{9E3D125A-482F-9746-92B0-561F889524A7}"/>
                </a:ext>
              </a:extLst>
            </p:cNvPr>
            <p:cNvSpPr/>
            <p:nvPr/>
          </p:nvSpPr>
          <p:spPr>
            <a:xfrm>
              <a:off x="4530438" y="2722179"/>
              <a:ext cx="89560" cy="84083"/>
            </a:xfrm>
            <a:prstGeom prst="rect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 dirty="0">
                <a:latin typeface="Gill Sans MT" panose="020B0502020104020203" pitchFamily="34" charset="77"/>
              </a:endParaRPr>
            </a:p>
          </p:txBody>
        </p:sp>
      </p:grpSp>
      <p:grpSp>
        <p:nvGrpSpPr>
          <p:cNvPr id="47" name="Group 46">
            <a:extLst>
              <a:ext uri="{FF2B5EF4-FFF2-40B4-BE49-F238E27FC236}">
                <a16:creationId xmlns:a16="http://schemas.microsoft.com/office/drawing/2014/main" id="{6947FF91-2280-A143-A6EB-D3EF9461C502}"/>
              </a:ext>
            </a:extLst>
          </p:cNvPr>
          <p:cNvGrpSpPr/>
          <p:nvPr/>
        </p:nvGrpSpPr>
        <p:grpSpPr>
          <a:xfrm>
            <a:off x="3425810" y="2181553"/>
            <a:ext cx="4293308" cy="2573722"/>
            <a:chOff x="3972910" y="-625367"/>
            <a:chExt cx="5724411" cy="3431629"/>
          </a:xfrm>
        </p:grpSpPr>
        <p:cxnSp>
          <p:nvCxnSpPr>
            <p:cNvPr id="48" name="Straight Arrow Connector 47">
              <a:extLst>
                <a:ext uri="{FF2B5EF4-FFF2-40B4-BE49-F238E27FC236}">
                  <a16:creationId xmlns:a16="http://schemas.microsoft.com/office/drawing/2014/main" id="{AC7FD0BF-3A4D-BE49-9BEE-5C676D1CBEFC}"/>
                </a:ext>
              </a:extLst>
            </p:cNvPr>
            <p:cNvCxnSpPr/>
            <p:nvPr/>
          </p:nvCxnSpPr>
          <p:spPr>
            <a:xfrm flipV="1">
              <a:off x="4572000" y="2017986"/>
              <a:ext cx="0" cy="704193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A498F642-ADB8-6D45-A8D3-B99F019D139F}"/>
                </a:ext>
              </a:extLst>
            </p:cNvPr>
            <p:cNvSpPr txBox="1"/>
            <p:nvPr/>
          </p:nvSpPr>
          <p:spPr>
            <a:xfrm>
              <a:off x="3972910" y="1660634"/>
              <a:ext cx="1772280" cy="45140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>
                  <a:latin typeface="Gill Sans MT" panose="020B0502020104020203" pitchFamily="34" charset="77"/>
                </a:rPr>
                <a:t>(192,201,216)</a:t>
              </a:r>
            </a:p>
          </p:txBody>
        </p:sp>
        <p:sp>
          <p:nvSpPr>
            <p:cNvPr id="50" name="Oval 49">
              <a:extLst>
                <a:ext uri="{FF2B5EF4-FFF2-40B4-BE49-F238E27FC236}">
                  <a16:creationId xmlns:a16="http://schemas.microsoft.com/office/drawing/2014/main" id="{A0C33AFB-AA98-9C4F-ADA5-750B1A20E600}"/>
                </a:ext>
              </a:extLst>
            </p:cNvPr>
            <p:cNvSpPr/>
            <p:nvPr/>
          </p:nvSpPr>
          <p:spPr>
            <a:xfrm>
              <a:off x="9651602" y="-625367"/>
              <a:ext cx="45719" cy="73968"/>
            </a:xfrm>
            <a:prstGeom prst="ellipse">
              <a:avLst/>
            </a:prstGeom>
            <a:solidFill>
              <a:schemeClr val="tx1"/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 dirty="0">
                <a:latin typeface="Gill Sans MT" panose="020B0502020104020203" pitchFamily="34" charset="77"/>
              </a:endParaRPr>
            </a:p>
          </p:txBody>
        </p:sp>
        <p:cxnSp>
          <p:nvCxnSpPr>
            <p:cNvPr id="51" name="Straight Arrow Connector 50">
              <a:extLst>
                <a:ext uri="{FF2B5EF4-FFF2-40B4-BE49-F238E27FC236}">
                  <a16:creationId xmlns:a16="http://schemas.microsoft.com/office/drawing/2014/main" id="{C8FAB9B3-50FB-3643-AA7B-B37B6CC73F96}"/>
                </a:ext>
              </a:extLst>
            </p:cNvPr>
            <p:cNvCxnSpPr>
              <a:cxnSpLocks/>
              <a:stCxn id="49" idx="3"/>
            </p:cNvCxnSpPr>
            <p:nvPr/>
          </p:nvCxnSpPr>
          <p:spPr>
            <a:xfrm flipV="1">
              <a:off x="5745190" y="-545803"/>
              <a:ext cx="3895779" cy="243214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52" name="Rectangle 51">
              <a:extLst>
                <a:ext uri="{FF2B5EF4-FFF2-40B4-BE49-F238E27FC236}">
                  <a16:creationId xmlns:a16="http://schemas.microsoft.com/office/drawing/2014/main" id="{D1F4AF5A-0B57-A747-B780-9AAA3614809B}"/>
                </a:ext>
              </a:extLst>
            </p:cNvPr>
            <p:cNvSpPr/>
            <p:nvPr/>
          </p:nvSpPr>
          <p:spPr>
            <a:xfrm>
              <a:off x="4530438" y="2722179"/>
              <a:ext cx="89560" cy="84083"/>
            </a:xfrm>
            <a:prstGeom prst="rect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 dirty="0">
                <a:latin typeface="Gill Sans MT" panose="020B0502020104020203" pitchFamily="34" charset="77"/>
              </a:endParaRPr>
            </a:p>
          </p:txBody>
        </p:sp>
      </p:grp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B9B6FA5-87E8-2E94-C152-14E2114D4E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PR04D</a:t>
            </a:r>
            <a:endParaRPr lang="en-C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F31B99F-566F-52AD-D654-ACBE6A548D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28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29387265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" name="Picture 55">
            <a:extLst>
              <a:ext uri="{FF2B5EF4-FFF2-40B4-BE49-F238E27FC236}">
                <a16:creationId xmlns:a16="http://schemas.microsoft.com/office/drawing/2014/main" id="{B635D461-5F58-2E49-9D2B-58ACE207ED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92961" y="1708445"/>
            <a:ext cx="2533880" cy="2326111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5D3FCB5D-AB98-0147-B055-667623F14A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38818" y="2561240"/>
            <a:ext cx="3648075" cy="2476500"/>
          </a:xfrm>
          <a:prstGeom prst="rect">
            <a:avLst/>
          </a:prstGeom>
        </p:spPr>
      </p:pic>
      <p:grpSp>
        <p:nvGrpSpPr>
          <p:cNvPr id="55" name="Group 54">
            <a:extLst>
              <a:ext uri="{FF2B5EF4-FFF2-40B4-BE49-F238E27FC236}">
                <a16:creationId xmlns:a16="http://schemas.microsoft.com/office/drawing/2014/main" id="{C908484B-FCE1-1843-9622-254F132BA861}"/>
              </a:ext>
            </a:extLst>
          </p:cNvPr>
          <p:cNvGrpSpPr/>
          <p:nvPr/>
        </p:nvGrpSpPr>
        <p:grpSpPr>
          <a:xfrm>
            <a:off x="6320044" y="1521374"/>
            <a:ext cx="2468803" cy="2583263"/>
            <a:chOff x="5741581" y="885495"/>
            <a:chExt cx="3291736" cy="3444352"/>
          </a:xfrm>
        </p:grpSpPr>
        <p:cxnSp>
          <p:nvCxnSpPr>
            <p:cNvPr id="8" name="Straight Arrow Connector 7">
              <a:extLst>
                <a:ext uri="{FF2B5EF4-FFF2-40B4-BE49-F238E27FC236}">
                  <a16:creationId xmlns:a16="http://schemas.microsoft.com/office/drawing/2014/main" id="{024D57B0-ED5D-BF4D-BE39-5696827DD98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948069" y="1052623"/>
              <a:ext cx="0" cy="2929274"/>
            </a:xfrm>
            <a:prstGeom prst="straightConnector1">
              <a:avLst/>
            </a:prstGeom>
            <a:ln>
              <a:solidFill>
                <a:srgbClr val="0070C0"/>
              </a:solidFill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31" name="Straight Arrow Connector 30">
              <a:extLst>
                <a:ext uri="{FF2B5EF4-FFF2-40B4-BE49-F238E27FC236}">
                  <a16:creationId xmlns:a16="http://schemas.microsoft.com/office/drawing/2014/main" id="{ABFEB3F1-D85E-5748-AF8E-B4324554BD6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884276" y="3657598"/>
              <a:ext cx="2066371" cy="351609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36" name="Straight Arrow Connector 35">
              <a:extLst>
                <a:ext uri="{FF2B5EF4-FFF2-40B4-BE49-F238E27FC236}">
                  <a16:creationId xmlns:a16="http://schemas.microsoft.com/office/drawing/2014/main" id="{ACC2C25D-3BE2-0E45-B11A-A90515B25C2B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741581" y="3327991"/>
              <a:ext cx="1153329" cy="670584"/>
            </a:xfrm>
            <a:prstGeom prst="straightConnector1">
              <a:avLst/>
            </a:prstGeom>
            <a:ln>
              <a:solidFill>
                <a:srgbClr val="00FF00"/>
              </a:solidFill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5507CF01-C7B1-2940-8E77-EF0E4117A9B8}"/>
                </a:ext>
              </a:extLst>
            </p:cNvPr>
            <p:cNvSpPr txBox="1"/>
            <p:nvPr/>
          </p:nvSpPr>
          <p:spPr>
            <a:xfrm>
              <a:off x="8622520" y="3878441"/>
              <a:ext cx="410797" cy="45140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>
                  <a:solidFill>
                    <a:srgbClr val="FF0000"/>
                  </a:solidFill>
                  <a:latin typeface="Gill Sans MT" panose="020B0502020104020203" pitchFamily="34" charset="77"/>
                </a:rPr>
                <a:t>R</a:t>
              </a:r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FE420EBC-91BE-7845-B52B-3273DFB5F917}"/>
                </a:ext>
              </a:extLst>
            </p:cNvPr>
            <p:cNvSpPr txBox="1"/>
            <p:nvPr/>
          </p:nvSpPr>
          <p:spPr>
            <a:xfrm>
              <a:off x="5850964" y="3628085"/>
              <a:ext cx="449269" cy="45140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>
                  <a:solidFill>
                    <a:srgbClr val="00FF00"/>
                  </a:solidFill>
                  <a:latin typeface="Gill Sans MT" panose="020B0502020104020203" pitchFamily="34" charset="77"/>
                </a:rPr>
                <a:t>G</a:t>
              </a:r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5279AF68-DDF1-A84F-ACBD-AB0AAB712256}"/>
                </a:ext>
              </a:extLst>
            </p:cNvPr>
            <p:cNvSpPr txBox="1"/>
            <p:nvPr/>
          </p:nvSpPr>
          <p:spPr>
            <a:xfrm>
              <a:off x="7026773" y="885495"/>
              <a:ext cx="400109" cy="45140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>
                  <a:solidFill>
                    <a:srgbClr val="0070C0"/>
                  </a:solidFill>
                  <a:latin typeface="Gill Sans MT" panose="020B0502020104020203" pitchFamily="34" charset="77"/>
                </a:rPr>
                <a:t>B</a:t>
              </a:r>
            </a:p>
          </p:txBody>
        </p:sp>
      </p:grpSp>
      <p:sp>
        <p:nvSpPr>
          <p:cNvPr id="12" name="TextBox 11">
            <a:extLst>
              <a:ext uri="{FF2B5EF4-FFF2-40B4-BE49-F238E27FC236}">
                <a16:creationId xmlns:a16="http://schemas.microsoft.com/office/drawing/2014/main" id="{EC0AF5DA-185D-F541-AF1A-AC09105F5E67}"/>
              </a:ext>
            </a:extLst>
          </p:cNvPr>
          <p:cNvSpPr txBox="1"/>
          <p:nvPr/>
        </p:nvSpPr>
        <p:spPr>
          <a:xfrm>
            <a:off x="2438819" y="1385395"/>
            <a:ext cx="267413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1600" dirty="0">
                <a:solidFill>
                  <a:srgbClr val="FF9300"/>
                </a:solidFill>
                <a:latin typeface="Gill Sans MT" panose="020B0502020104020203" pitchFamily="34" charset="77"/>
              </a:rPr>
              <a:t>Segmentación por </a:t>
            </a:r>
            <a:r>
              <a:rPr lang="es-ES_tradnl" sz="1600" dirty="0" err="1">
                <a:solidFill>
                  <a:srgbClr val="FF9300"/>
                </a:solidFill>
                <a:latin typeface="Gill Sans MT" panose="020B0502020104020203" pitchFamily="34" charset="77"/>
              </a:rPr>
              <a:t>Clustering</a:t>
            </a:r>
            <a:endParaRPr lang="es-ES_tradnl" sz="1600" dirty="0">
              <a:solidFill>
                <a:srgbClr val="FF9300"/>
              </a:solidFill>
              <a:latin typeface="Gill Sans MT" panose="020B0502020104020203" pitchFamily="34" charset="77"/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5439AF7-BF89-F82C-F008-3D0B2B9B89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PR04D</a:t>
            </a:r>
            <a:endParaRPr lang="en-C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B4BE534-E7BA-2CDB-419B-E5A5B6CFA8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29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252955747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" name="Picture 55">
            <a:extLst>
              <a:ext uri="{FF2B5EF4-FFF2-40B4-BE49-F238E27FC236}">
                <a16:creationId xmlns:a16="http://schemas.microsoft.com/office/drawing/2014/main" id="{B635D461-5F58-2E49-9D2B-58ACE207ED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92961" y="1708445"/>
            <a:ext cx="2533880" cy="2326111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5D3FCB5D-AB98-0147-B055-667623F14A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38818" y="2561240"/>
            <a:ext cx="3648075" cy="2476500"/>
          </a:xfrm>
          <a:prstGeom prst="rect">
            <a:avLst/>
          </a:prstGeom>
        </p:spPr>
      </p:pic>
      <p:sp>
        <p:nvSpPr>
          <p:cNvPr id="2" name="Oval 1">
            <a:extLst>
              <a:ext uri="{FF2B5EF4-FFF2-40B4-BE49-F238E27FC236}">
                <a16:creationId xmlns:a16="http://schemas.microsoft.com/office/drawing/2014/main" id="{D25E3C52-5B80-5C41-B22C-A905C0194D3C}"/>
              </a:ext>
            </a:extLst>
          </p:cNvPr>
          <p:cNvSpPr/>
          <p:nvPr/>
        </p:nvSpPr>
        <p:spPr>
          <a:xfrm rot="19052352">
            <a:off x="6875866" y="1892355"/>
            <a:ext cx="1284352" cy="760233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>
              <a:latin typeface="Gill Sans MT" panose="020B0502020104020203" pitchFamily="34" charset="77"/>
            </a:endParaRP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98C5B812-0D76-004A-8C6D-086BB0952297}"/>
              </a:ext>
            </a:extLst>
          </p:cNvPr>
          <p:cNvSpPr/>
          <p:nvPr/>
        </p:nvSpPr>
        <p:spPr>
          <a:xfrm rot="19052352">
            <a:off x="6853954" y="2443063"/>
            <a:ext cx="1430641" cy="752140"/>
          </a:xfrm>
          <a:prstGeom prst="ellipse">
            <a:avLst/>
          </a:prstGeom>
          <a:noFill/>
          <a:ln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>
              <a:latin typeface="Gill Sans MT" panose="020B0502020104020203" pitchFamily="34" charset="77"/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0E5899F7-A8A1-D244-941A-B076EEE004B6}"/>
              </a:ext>
            </a:extLst>
          </p:cNvPr>
          <p:cNvSpPr/>
          <p:nvPr/>
        </p:nvSpPr>
        <p:spPr>
          <a:xfrm rot="19052352">
            <a:off x="6860915" y="3197749"/>
            <a:ext cx="780374" cy="752140"/>
          </a:xfrm>
          <a:prstGeom prst="ellipse">
            <a:avLst/>
          </a:prstGeom>
          <a:noFill/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>
              <a:latin typeface="Gill Sans MT" panose="020B0502020104020203" pitchFamily="34" charset="7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6E61AB5-8B5D-B246-8E2F-20558669D348}"/>
              </a:ext>
            </a:extLst>
          </p:cNvPr>
          <p:cNvSpPr txBox="1"/>
          <p:nvPr/>
        </p:nvSpPr>
        <p:spPr>
          <a:xfrm>
            <a:off x="2438819" y="1385395"/>
            <a:ext cx="267413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1600" dirty="0">
                <a:solidFill>
                  <a:srgbClr val="FF9300"/>
                </a:solidFill>
                <a:latin typeface="Gill Sans MT" panose="020B0502020104020203" pitchFamily="34" charset="77"/>
              </a:rPr>
              <a:t>Segmentación por </a:t>
            </a:r>
            <a:r>
              <a:rPr lang="es-ES_tradnl" sz="1600" dirty="0" err="1">
                <a:solidFill>
                  <a:srgbClr val="FF9300"/>
                </a:solidFill>
                <a:latin typeface="Gill Sans MT" panose="020B0502020104020203" pitchFamily="34" charset="77"/>
              </a:rPr>
              <a:t>Clustering</a:t>
            </a:r>
            <a:endParaRPr lang="es-ES_tradnl" sz="1600" dirty="0">
              <a:solidFill>
                <a:srgbClr val="FF9300"/>
              </a:solidFill>
              <a:latin typeface="Gill Sans MT" panose="020B0502020104020203" pitchFamily="34" charset="77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E52CF1-6EA9-CC83-6B8B-B5ED75B347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PR04D</a:t>
            </a:r>
            <a:endParaRPr lang="en-C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114D20A-9DD5-2CE7-963B-EC7FC16007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30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26851401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" name="Picture 55">
            <a:extLst>
              <a:ext uri="{FF2B5EF4-FFF2-40B4-BE49-F238E27FC236}">
                <a16:creationId xmlns:a16="http://schemas.microsoft.com/office/drawing/2014/main" id="{B635D461-5F58-2E49-9D2B-58ACE207ED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92961" y="1708445"/>
            <a:ext cx="2533880" cy="2326111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5D3FCB5D-AB98-0147-B055-667623F14A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38818" y="2561240"/>
            <a:ext cx="3648075" cy="2476500"/>
          </a:xfrm>
          <a:prstGeom prst="rect">
            <a:avLst/>
          </a:prstGeom>
        </p:spPr>
      </p:pic>
      <p:sp>
        <p:nvSpPr>
          <p:cNvPr id="2" name="Oval 1">
            <a:extLst>
              <a:ext uri="{FF2B5EF4-FFF2-40B4-BE49-F238E27FC236}">
                <a16:creationId xmlns:a16="http://schemas.microsoft.com/office/drawing/2014/main" id="{D25E3C52-5B80-5C41-B22C-A905C0194D3C}"/>
              </a:ext>
            </a:extLst>
          </p:cNvPr>
          <p:cNvSpPr/>
          <p:nvPr/>
        </p:nvSpPr>
        <p:spPr>
          <a:xfrm rot="19052352">
            <a:off x="6875866" y="1892355"/>
            <a:ext cx="1284352" cy="760233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>
              <a:latin typeface="Gill Sans MT" panose="020B0502020104020203" pitchFamily="34" charset="77"/>
            </a:endParaRP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98C5B812-0D76-004A-8C6D-086BB0952297}"/>
              </a:ext>
            </a:extLst>
          </p:cNvPr>
          <p:cNvSpPr/>
          <p:nvPr/>
        </p:nvSpPr>
        <p:spPr>
          <a:xfrm rot="19052352">
            <a:off x="6853954" y="2443063"/>
            <a:ext cx="1430641" cy="752140"/>
          </a:xfrm>
          <a:prstGeom prst="ellipse">
            <a:avLst/>
          </a:prstGeom>
          <a:noFill/>
          <a:ln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>
              <a:latin typeface="Gill Sans MT" panose="020B0502020104020203" pitchFamily="34" charset="77"/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0E5899F7-A8A1-D244-941A-B076EEE004B6}"/>
              </a:ext>
            </a:extLst>
          </p:cNvPr>
          <p:cNvSpPr/>
          <p:nvPr/>
        </p:nvSpPr>
        <p:spPr>
          <a:xfrm rot="19052352">
            <a:off x="6860915" y="3197749"/>
            <a:ext cx="780374" cy="752140"/>
          </a:xfrm>
          <a:prstGeom prst="ellipse">
            <a:avLst/>
          </a:prstGeom>
          <a:noFill/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>
              <a:latin typeface="Gill Sans MT" panose="020B0502020104020203" pitchFamily="34" charset="7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D793C2D-83D7-3A43-97F8-79C14C256BA8}"/>
              </a:ext>
            </a:extLst>
          </p:cNvPr>
          <p:cNvSpPr txBox="1"/>
          <p:nvPr/>
        </p:nvSpPr>
        <p:spPr>
          <a:xfrm>
            <a:off x="7327016" y="1511972"/>
            <a:ext cx="57579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err="1">
                <a:latin typeface="Gill Sans MT" panose="020B0502020104020203" pitchFamily="34" charset="77"/>
              </a:rPr>
              <a:t>cielo</a:t>
            </a:r>
            <a:endParaRPr lang="en-US" sz="1600" dirty="0">
              <a:latin typeface="Gill Sans MT" panose="020B0502020104020203" pitchFamily="34" charset="7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7738A6E-5954-8140-B3D3-EA1D5774ACF0}"/>
              </a:ext>
            </a:extLst>
          </p:cNvPr>
          <p:cNvSpPr txBox="1"/>
          <p:nvPr/>
        </p:nvSpPr>
        <p:spPr>
          <a:xfrm>
            <a:off x="7882908" y="2847921"/>
            <a:ext cx="66678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err="1">
                <a:latin typeface="Gill Sans MT" panose="020B0502020104020203" pitchFamily="34" charset="77"/>
              </a:rPr>
              <a:t>nubes</a:t>
            </a:r>
            <a:endParaRPr lang="en-US" sz="1600" dirty="0">
              <a:latin typeface="Gill Sans MT" panose="020B0502020104020203" pitchFamily="34" charset="7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86D73D8-BF54-D144-8592-2142C06234C6}"/>
              </a:ext>
            </a:extLst>
          </p:cNvPr>
          <p:cNvSpPr txBox="1"/>
          <p:nvPr/>
        </p:nvSpPr>
        <p:spPr>
          <a:xfrm>
            <a:off x="7589709" y="3391257"/>
            <a:ext cx="84670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err="1">
                <a:latin typeface="Gill Sans MT" panose="020B0502020104020203" pitchFamily="34" charset="77"/>
              </a:rPr>
              <a:t>palmera</a:t>
            </a:r>
            <a:endParaRPr lang="en-US" sz="1600" dirty="0">
              <a:latin typeface="Gill Sans MT" panose="020B0502020104020203" pitchFamily="34" charset="7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18603C9-7B66-6C4F-B507-75DA13C580A0}"/>
              </a:ext>
            </a:extLst>
          </p:cNvPr>
          <p:cNvSpPr txBox="1"/>
          <p:nvPr/>
        </p:nvSpPr>
        <p:spPr>
          <a:xfrm>
            <a:off x="2438819" y="1385395"/>
            <a:ext cx="267413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1600" dirty="0">
                <a:solidFill>
                  <a:srgbClr val="FF9300"/>
                </a:solidFill>
                <a:latin typeface="Gill Sans MT" panose="020B0502020104020203" pitchFamily="34" charset="77"/>
              </a:rPr>
              <a:t>Segmentación por </a:t>
            </a:r>
            <a:r>
              <a:rPr lang="es-ES_tradnl" sz="1600" dirty="0" err="1">
                <a:solidFill>
                  <a:srgbClr val="FF9300"/>
                </a:solidFill>
                <a:latin typeface="Gill Sans MT" panose="020B0502020104020203" pitchFamily="34" charset="77"/>
              </a:rPr>
              <a:t>Clustering</a:t>
            </a:r>
            <a:endParaRPr lang="es-ES_tradnl" sz="1600" dirty="0">
              <a:solidFill>
                <a:srgbClr val="FF9300"/>
              </a:solidFill>
              <a:latin typeface="Gill Sans MT" panose="020B0502020104020203" pitchFamily="34" charset="77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8AEA88-7D97-DD30-8D5D-BBADD8D0BB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PR04D</a:t>
            </a:r>
            <a:endParaRPr lang="en-C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DA20DC-44A4-5647-1DE9-966F50D887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31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197741897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" name="Group 33">
            <a:extLst>
              <a:ext uri="{FF2B5EF4-FFF2-40B4-BE49-F238E27FC236}">
                <a16:creationId xmlns:a16="http://schemas.microsoft.com/office/drawing/2014/main" id="{64922BCA-666A-1742-AF00-D1391E90B07D}"/>
              </a:ext>
            </a:extLst>
          </p:cNvPr>
          <p:cNvGrpSpPr/>
          <p:nvPr/>
        </p:nvGrpSpPr>
        <p:grpSpPr>
          <a:xfrm>
            <a:off x="6204016" y="2351340"/>
            <a:ext cx="1363389" cy="605366"/>
            <a:chOff x="3221002" y="4414897"/>
            <a:chExt cx="1817852" cy="363018"/>
          </a:xfrm>
        </p:grpSpPr>
        <p:cxnSp>
          <p:nvCxnSpPr>
            <p:cNvPr id="28" name="Straight Arrow Connector 27">
              <a:extLst>
                <a:ext uri="{FF2B5EF4-FFF2-40B4-BE49-F238E27FC236}">
                  <a16:creationId xmlns:a16="http://schemas.microsoft.com/office/drawing/2014/main" id="{67588BCC-5324-BE4F-8018-ABCD39A8233D}"/>
                </a:ext>
              </a:extLst>
            </p:cNvPr>
            <p:cNvCxnSpPr>
              <a:cxnSpLocks/>
            </p:cNvCxnSpPr>
            <p:nvPr/>
          </p:nvCxnSpPr>
          <p:spPr>
            <a:xfrm>
              <a:off x="3221002" y="4414897"/>
              <a:ext cx="0" cy="363018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9" name="Straight Arrow Connector 28">
              <a:extLst>
                <a:ext uri="{FF2B5EF4-FFF2-40B4-BE49-F238E27FC236}">
                  <a16:creationId xmlns:a16="http://schemas.microsoft.com/office/drawing/2014/main" id="{EDFF2B5C-8E08-6A48-834A-C8C133E88685}"/>
                </a:ext>
              </a:extLst>
            </p:cNvPr>
            <p:cNvCxnSpPr>
              <a:cxnSpLocks/>
            </p:cNvCxnSpPr>
            <p:nvPr/>
          </p:nvCxnSpPr>
          <p:spPr>
            <a:xfrm>
              <a:off x="4109126" y="4414897"/>
              <a:ext cx="0" cy="363018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30" name="Straight Arrow Connector 29">
              <a:extLst>
                <a:ext uri="{FF2B5EF4-FFF2-40B4-BE49-F238E27FC236}">
                  <a16:creationId xmlns:a16="http://schemas.microsoft.com/office/drawing/2014/main" id="{FE9EDB02-2C66-BB43-BBB1-6EB777A8C694}"/>
                </a:ext>
              </a:extLst>
            </p:cNvPr>
            <p:cNvCxnSpPr>
              <a:cxnSpLocks/>
            </p:cNvCxnSpPr>
            <p:nvPr/>
          </p:nvCxnSpPr>
          <p:spPr>
            <a:xfrm>
              <a:off x="5038854" y="4414897"/>
              <a:ext cx="0" cy="363018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7987AD19-0345-DC4B-A5C8-9117AE79ECCD}"/>
              </a:ext>
            </a:extLst>
          </p:cNvPr>
          <p:cNvSpPr/>
          <p:nvPr/>
        </p:nvSpPr>
        <p:spPr>
          <a:xfrm>
            <a:off x="5908399" y="2956706"/>
            <a:ext cx="1978897" cy="792758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600" dirty="0" err="1">
                <a:solidFill>
                  <a:schemeClr val="tx1"/>
                </a:solidFill>
                <a:latin typeface="Gill Sans MT" panose="020B0502020104020203" pitchFamily="34" charset="77"/>
              </a:rPr>
              <a:t>Clustering</a:t>
            </a:r>
            <a:endParaRPr lang="es-ES_tradnl" sz="1600" dirty="0">
              <a:solidFill>
                <a:srgbClr val="FF9300"/>
              </a:solidFill>
              <a:latin typeface="Gill Sans MT" panose="020B0502020104020203" pitchFamily="34" charset="77"/>
            </a:endParaRP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FBC270B4-5B11-0846-9EFB-0C14CF6DBCA1}"/>
              </a:ext>
            </a:extLst>
          </p:cNvPr>
          <p:cNvSpPr/>
          <p:nvPr/>
        </p:nvSpPr>
        <p:spPr>
          <a:xfrm>
            <a:off x="5908399" y="1558582"/>
            <a:ext cx="1921425" cy="792758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600" dirty="0">
                <a:solidFill>
                  <a:schemeClr val="tx1"/>
                </a:solidFill>
                <a:latin typeface="Gill Sans MT" panose="020B0502020104020203" pitchFamily="34" charset="77"/>
              </a:rPr>
              <a:t>Descomposición de Colores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898184FC-0594-074E-A547-75E3E05ABC35}"/>
              </a:ext>
            </a:extLst>
          </p:cNvPr>
          <p:cNvCxnSpPr>
            <a:cxnSpLocks/>
            <a:endCxn id="7" idx="1"/>
          </p:cNvCxnSpPr>
          <p:nvPr/>
        </p:nvCxnSpPr>
        <p:spPr>
          <a:xfrm>
            <a:off x="5674220" y="1954961"/>
            <a:ext cx="23417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7" name="TextBox 36">
            <a:extLst>
              <a:ext uri="{FF2B5EF4-FFF2-40B4-BE49-F238E27FC236}">
                <a16:creationId xmlns:a16="http://schemas.microsoft.com/office/drawing/2014/main" id="{6A8FB765-5D1F-1446-8BA2-BAB209F7B99A}"/>
              </a:ext>
            </a:extLst>
          </p:cNvPr>
          <p:cNvSpPr txBox="1"/>
          <p:nvPr/>
        </p:nvSpPr>
        <p:spPr>
          <a:xfrm>
            <a:off x="5932456" y="2419963"/>
            <a:ext cx="1845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rgbClr val="FF0000"/>
                </a:solidFill>
                <a:latin typeface="Gill Sans MT" panose="020B0502020104020203" pitchFamily="34" charset="77"/>
              </a:rPr>
              <a:t>R</a:t>
            </a:r>
            <a:r>
              <a:rPr lang="en-US" sz="1600" dirty="0">
                <a:latin typeface="Gill Sans MT" panose="020B0502020104020203" pitchFamily="34" charset="77"/>
              </a:rPr>
              <a:t>             </a:t>
            </a:r>
            <a:r>
              <a:rPr lang="en-US" sz="1600" dirty="0">
                <a:solidFill>
                  <a:srgbClr val="00FF00"/>
                </a:solidFill>
                <a:latin typeface="Gill Sans MT" panose="020B0502020104020203" pitchFamily="34" charset="77"/>
              </a:rPr>
              <a:t>G</a:t>
            </a:r>
            <a:r>
              <a:rPr lang="en-US" sz="1600" dirty="0">
                <a:latin typeface="Gill Sans MT" panose="020B0502020104020203" pitchFamily="34" charset="77"/>
              </a:rPr>
              <a:t>         </a:t>
            </a:r>
            <a:r>
              <a:rPr lang="en-US" sz="1600" dirty="0">
                <a:solidFill>
                  <a:srgbClr val="0070C0"/>
                </a:solidFill>
                <a:latin typeface="Gill Sans MT" panose="020B0502020104020203" pitchFamily="34" charset="77"/>
              </a:rPr>
              <a:t>B</a:t>
            </a:r>
          </a:p>
        </p:txBody>
      </p:sp>
      <p:sp>
        <p:nvSpPr>
          <p:cNvPr id="25" name="Rounded Rectangle 24">
            <a:extLst>
              <a:ext uri="{FF2B5EF4-FFF2-40B4-BE49-F238E27FC236}">
                <a16:creationId xmlns:a16="http://schemas.microsoft.com/office/drawing/2014/main" id="{8AC36D25-B9B3-A047-A5D6-D15F9304EE39}"/>
              </a:ext>
            </a:extLst>
          </p:cNvPr>
          <p:cNvSpPr/>
          <p:nvPr/>
        </p:nvSpPr>
        <p:spPr>
          <a:xfrm>
            <a:off x="5943886" y="4404655"/>
            <a:ext cx="1978897" cy="792758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600" dirty="0" err="1">
                <a:solidFill>
                  <a:schemeClr val="tx1"/>
                </a:solidFill>
                <a:latin typeface="Gill Sans MT" panose="020B0502020104020203" pitchFamily="34" charset="77"/>
              </a:rPr>
              <a:t>Clusters</a:t>
            </a:r>
            <a:endParaRPr lang="es-ES_tradnl" sz="1600" dirty="0">
              <a:solidFill>
                <a:schemeClr val="tx1"/>
              </a:solidFill>
              <a:latin typeface="Gill Sans MT" panose="020B0502020104020203" pitchFamily="34" charset="77"/>
            </a:endParaRPr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19AEB37B-2D7A-C24E-95F7-7AF19B384642}"/>
              </a:ext>
            </a:extLst>
          </p:cNvPr>
          <p:cNvCxnSpPr>
            <a:cxnSpLocks/>
            <a:stCxn id="25" idx="1"/>
          </p:cNvCxnSpPr>
          <p:nvPr/>
        </p:nvCxnSpPr>
        <p:spPr>
          <a:xfrm flipH="1">
            <a:off x="5713695" y="4801034"/>
            <a:ext cx="230191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8DB377DE-D754-5D4F-92F4-53653DEE2D15}"/>
              </a:ext>
            </a:extLst>
          </p:cNvPr>
          <p:cNvCxnSpPr>
            <a:cxnSpLocks/>
          </p:cNvCxnSpPr>
          <p:nvPr/>
        </p:nvCxnSpPr>
        <p:spPr>
          <a:xfrm>
            <a:off x="6873734" y="3715174"/>
            <a:ext cx="0" cy="6840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F5D4885C-07CA-6244-8633-108BFBE60729}"/>
              </a:ext>
            </a:extLst>
          </p:cNvPr>
          <p:cNvSpPr txBox="1"/>
          <p:nvPr/>
        </p:nvSpPr>
        <p:spPr>
          <a:xfrm>
            <a:off x="4700904" y="1851086"/>
            <a:ext cx="76976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latin typeface="Gill Sans MT" panose="020B0502020104020203" pitchFamily="34" charset="77"/>
              </a:rPr>
              <a:t>INPUT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C444EACD-150D-8C44-9E88-435FD874358C}"/>
              </a:ext>
            </a:extLst>
          </p:cNvPr>
          <p:cNvSpPr txBox="1"/>
          <p:nvPr/>
        </p:nvSpPr>
        <p:spPr>
          <a:xfrm>
            <a:off x="4647763" y="4706296"/>
            <a:ext cx="99578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latin typeface="Gill Sans MT" panose="020B0502020104020203" pitchFamily="34" charset="77"/>
              </a:rPr>
              <a:t>OUTPUT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1BC4673-93D1-F44F-92C2-79BAA91E3E42}"/>
              </a:ext>
            </a:extLst>
          </p:cNvPr>
          <p:cNvSpPr txBox="1"/>
          <p:nvPr/>
        </p:nvSpPr>
        <p:spPr>
          <a:xfrm>
            <a:off x="2335946" y="1724131"/>
            <a:ext cx="14544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2400" dirty="0">
                <a:solidFill>
                  <a:srgbClr val="FF9300"/>
                </a:solidFill>
                <a:latin typeface="Gill Sans MT" panose="020B0502020104020203" pitchFamily="34" charset="77"/>
              </a:rPr>
              <a:t>Algoritmo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18B25F6-E18B-EC76-20FA-4A697FD73C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PR04D</a:t>
            </a:r>
            <a:endParaRPr lang="en-CL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C739293-4437-45D9-8951-2414A1FC54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32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193790519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000A346-6DDD-0949-B2E9-8AD8126C13CD}"/>
              </a:ext>
            </a:extLst>
          </p:cNvPr>
          <p:cNvSpPr txBox="1"/>
          <p:nvPr/>
        </p:nvSpPr>
        <p:spPr>
          <a:xfrm>
            <a:off x="2723490" y="3072995"/>
            <a:ext cx="422423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2800" dirty="0" err="1">
                <a:solidFill>
                  <a:srgbClr val="FF9300"/>
                </a:solidFill>
                <a:latin typeface="Gill Sans MT" panose="020B0502020104020203" pitchFamily="34" charset="77"/>
              </a:rPr>
              <a:t>Clustering</a:t>
            </a:r>
            <a:r>
              <a:rPr lang="es-ES_tradnl" sz="2800" dirty="0">
                <a:solidFill>
                  <a:srgbClr val="FF9300"/>
                </a:solidFill>
                <a:latin typeface="Gill Sans MT" panose="020B0502020104020203" pitchFamily="34" charset="77"/>
              </a:rPr>
              <a:t> usando k-</a:t>
            </a:r>
            <a:r>
              <a:rPr lang="es-ES_tradnl" sz="2800" dirty="0" err="1">
                <a:solidFill>
                  <a:srgbClr val="FF9300"/>
                </a:solidFill>
                <a:latin typeface="Gill Sans MT" panose="020B0502020104020203" pitchFamily="34" charset="77"/>
              </a:rPr>
              <a:t>means</a:t>
            </a:r>
            <a:endParaRPr lang="es-ES_tradnl" sz="2800" dirty="0">
              <a:solidFill>
                <a:srgbClr val="FF9300"/>
              </a:solidFill>
              <a:latin typeface="Gill Sans MT" panose="020B0502020104020203" pitchFamily="34" charset="77"/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B4A3AE8-0CF3-E51C-479D-37A69606E0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PR04D</a:t>
            </a:r>
            <a:endParaRPr lang="en-C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2BDDE85-EDA7-E74C-2656-354CF01F4E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33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399427277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5FFE5DB-BB08-5E47-B1CE-FFBDF1153E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66355" y="1481140"/>
            <a:ext cx="4953000" cy="3895725"/>
          </a:xfrm>
          <a:prstGeom prst="rect">
            <a:avLst/>
          </a:prstGeom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9F2B8D6-0F46-359F-648E-D51B12BFB9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PR04D</a:t>
            </a:r>
            <a:endParaRPr lang="en-CL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DD7EFB6-8765-961D-8977-7A2D5DB5E8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34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11129522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A0BF38D-1184-2B4C-80FA-B410BE2156E4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</a:blip>
          <a:srcRect/>
          <a:stretch/>
        </p:blipFill>
        <p:spPr>
          <a:xfrm>
            <a:off x="2926483" y="1469176"/>
            <a:ext cx="5889551" cy="3820870"/>
          </a:xfrm>
          <a:prstGeom prst="rect">
            <a:avLst/>
          </a:prstGeom>
        </p:spPr>
      </p:pic>
      <p:grpSp>
        <p:nvGrpSpPr>
          <p:cNvPr id="13" name="Group 12">
            <a:extLst>
              <a:ext uri="{FF2B5EF4-FFF2-40B4-BE49-F238E27FC236}">
                <a16:creationId xmlns:a16="http://schemas.microsoft.com/office/drawing/2014/main" id="{F913D6D3-D721-5543-B9D9-0E995C1B1ABF}"/>
              </a:ext>
            </a:extLst>
          </p:cNvPr>
          <p:cNvGrpSpPr/>
          <p:nvPr/>
        </p:nvGrpSpPr>
        <p:grpSpPr>
          <a:xfrm>
            <a:off x="2243092" y="3928148"/>
            <a:ext cx="2482066" cy="1233288"/>
            <a:chOff x="305649" y="4094531"/>
            <a:chExt cx="3309421" cy="1644384"/>
          </a:xfrm>
        </p:grpSpPr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970B0D78-9C89-0640-AE45-F9282EF8DCA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05649" y="4094531"/>
              <a:ext cx="2489877" cy="1644384"/>
            </a:xfrm>
            <a:prstGeom prst="rect">
              <a:avLst/>
            </a:prstGeom>
          </p:spPr>
        </p:pic>
        <p:sp>
          <p:nvSpPr>
            <p:cNvPr id="10" name="Left Arrow 9">
              <a:extLst>
                <a:ext uri="{FF2B5EF4-FFF2-40B4-BE49-F238E27FC236}">
                  <a16:creationId xmlns:a16="http://schemas.microsoft.com/office/drawing/2014/main" id="{7A74051A-B28A-B344-A12A-06D875E828C7}"/>
                </a:ext>
              </a:extLst>
            </p:cNvPr>
            <p:cNvSpPr/>
            <p:nvPr/>
          </p:nvSpPr>
          <p:spPr>
            <a:xfrm>
              <a:off x="3211033" y="4727577"/>
              <a:ext cx="404037" cy="378291"/>
            </a:xfrm>
            <a:prstGeom prst="leftArrow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50" dirty="0">
                <a:latin typeface="Gill Sans MT" panose="020B0502020104020203" pitchFamily="34" charset="77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06F6C15E-535F-294B-9722-A783BE55183B}"/>
              </a:ext>
            </a:extLst>
          </p:cNvPr>
          <p:cNvGrpSpPr/>
          <p:nvPr/>
        </p:nvGrpSpPr>
        <p:grpSpPr>
          <a:xfrm>
            <a:off x="5996080" y="2482363"/>
            <a:ext cx="2339675" cy="1213316"/>
            <a:chOff x="5309630" y="2166816"/>
            <a:chExt cx="3119567" cy="1617755"/>
          </a:xfrm>
        </p:grpSpPr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8A4C97DC-5F32-B649-9AFE-2E77E8FEA10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945977" y="2166816"/>
              <a:ext cx="2483220" cy="1617755"/>
            </a:xfrm>
            <a:prstGeom prst="rect">
              <a:avLst/>
            </a:prstGeom>
          </p:spPr>
        </p:pic>
        <p:sp>
          <p:nvSpPr>
            <p:cNvPr id="11" name="Left Arrow 10">
              <a:extLst>
                <a:ext uri="{FF2B5EF4-FFF2-40B4-BE49-F238E27FC236}">
                  <a16:creationId xmlns:a16="http://schemas.microsoft.com/office/drawing/2014/main" id="{83DCA690-11D7-DC49-B946-BDF1FC8F6D15}"/>
                </a:ext>
              </a:extLst>
            </p:cNvPr>
            <p:cNvSpPr/>
            <p:nvPr/>
          </p:nvSpPr>
          <p:spPr>
            <a:xfrm rot="9969828">
              <a:off x="5309630" y="3018518"/>
              <a:ext cx="404037" cy="378291"/>
            </a:xfrm>
            <a:prstGeom prst="leftArrow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50" dirty="0">
                <a:latin typeface="Gill Sans MT" panose="020B0502020104020203" pitchFamily="34" charset="77"/>
              </a:endParaRPr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14AFEE08-55DA-8547-B4E5-23B53AF16709}"/>
              </a:ext>
            </a:extLst>
          </p:cNvPr>
          <p:cNvGrpSpPr/>
          <p:nvPr/>
        </p:nvGrpSpPr>
        <p:grpSpPr>
          <a:xfrm>
            <a:off x="2781266" y="1254069"/>
            <a:ext cx="2349032" cy="1228295"/>
            <a:chOff x="1023214" y="529089"/>
            <a:chExt cx="3132043" cy="1637727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9007DD6A-EF25-D940-819A-14A457E14AB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023214" y="529089"/>
              <a:ext cx="2496535" cy="1637727"/>
            </a:xfrm>
            <a:prstGeom prst="rect">
              <a:avLst/>
            </a:prstGeom>
          </p:spPr>
        </p:pic>
        <p:sp>
          <p:nvSpPr>
            <p:cNvPr id="12" name="Left Arrow 11">
              <a:extLst>
                <a:ext uri="{FF2B5EF4-FFF2-40B4-BE49-F238E27FC236}">
                  <a16:creationId xmlns:a16="http://schemas.microsoft.com/office/drawing/2014/main" id="{25DA2312-C01E-D444-AB2D-BB271050524A}"/>
                </a:ext>
              </a:extLst>
            </p:cNvPr>
            <p:cNvSpPr/>
            <p:nvPr/>
          </p:nvSpPr>
          <p:spPr>
            <a:xfrm rot="791890">
              <a:off x="3751220" y="1271633"/>
              <a:ext cx="404037" cy="378291"/>
            </a:xfrm>
            <a:prstGeom prst="leftArrow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50" dirty="0">
                <a:latin typeface="Gill Sans MT" panose="020B0502020104020203" pitchFamily="34" charset="77"/>
              </a:endParaRPr>
            </a:p>
          </p:txBody>
        </p:sp>
      </p:grp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9F3C08A-C019-C55D-6958-AB499D42BE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PR04D</a:t>
            </a:r>
            <a:endParaRPr lang="en-C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EEB9F61-FE8C-452D-0E6E-E6D4F24A7A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35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36600398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B1FC394-85EB-C74F-B351-7A74788295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19004" y="3429002"/>
            <a:ext cx="3667125" cy="246697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428EE9A-8110-1F44-B83C-A0ADD2AD87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99586" y="957263"/>
            <a:ext cx="3648075" cy="247650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5DB0A140-A1AF-E24D-A4E2-DAB2EB8312A5}"/>
              </a:ext>
            </a:extLst>
          </p:cNvPr>
          <p:cNvSpPr txBox="1"/>
          <p:nvPr/>
        </p:nvSpPr>
        <p:spPr>
          <a:xfrm>
            <a:off x="5937272" y="1056611"/>
            <a:ext cx="76976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latin typeface="Gill Sans MT" panose="020B0502020104020203" pitchFamily="34" charset="77"/>
              </a:rPr>
              <a:t>INPUT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629EAC2-D099-2148-BC37-508DCC064D87}"/>
              </a:ext>
            </a:extLst>
          </p:cNvPr>
          <p:cNvSpPr txBox="1"/>
          <p:nvPr/>
        </p:nvSpPr>
        <p:spPr>
          <a:xfrm>
            <a:off x="4242107" y="5529153"/>
            <a:ext cx="716863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dirty="0">
                <a:latin typeface="Gill Sans MT" panose="020B0502020104020203" pitchFamily="34" charset="77"/>
              </a:rPr>
              <a:t>OUTPUT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A591716-0468-71BD-24A6-9A80057D6E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PR04D</a:t>
            </a:r>
            <a:endParaRPr lang="en-C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417E47F-D83C-D9A9-BC65-B31108C58A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36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156572467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E732C010-6F94-7547-B4D6-7908C805D01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1775460" y="1092082"/>
            <a:ext cx="7029450" cy="4673836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60C9801-8315-714A-A7F2-7C3ED96E49FA}"/>
              </a:ext>
            </a:extLst>
          </p:cNvPr>
          <p:cNvSpPr txBox="1"/>
          <p:nvPr/>
        </p:nvSpPr>
        <p:spPr>
          <a:xfrm>
            <a:off x="1913912" y="1250921"/>
            <a:ext cx="76976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latin typeface="Gill Sans MT" panose="020B0502020104020203" pitchFamily="34" charset="77"/>
              </a:rPr>
              <a:t>INPUT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B3B8DD1-A283-7D0B-F6E4-F201A6E9E3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PR04D</a:t>
            </a:r>
            <a:endParaRPr lang="en-C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DB9EAC3-9DDD-DC5A-C6E5-B7397A5872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37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28866910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EB6B4FD5-9F76-6F4F-98EC-0D7D6C8564FB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703070" y="1000642"/>
            <a:ext cx="7211716" cy="485151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5F6ED807-72E0-A846-8620-D1D3C7186552}"/>
              </a:ext>
            </a:extLst>
          </p:cNvPr>
          <p:cNvSpPr txBox="1"/>
          <p:nvPr/>
        </p:nvSpPr>
        <p:spPr>
          <a:xfrm>
            <a:off x="1913912" y="1250921"/>
            <a:ext cx="99578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latin typeface="Gill Sans MT" panose="020B0502020104020203" pitchFamily="34" charset="77"/>
              </a:rPr>
              <a:t>OUTPUT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1618C93-81B6-7DD5-D5D6-C33AD852BA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PR04D</a:t>
            </a:r>
            <a:endParaRPr lang="en-CL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A13448A-0D25-BC3E-8ECB-65BEEF5B92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38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404976118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F64F06-EB1E-8472-A4E8-504547CFD6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5318" y="2766218"/>
            <a:ext cx="10515600" cy="1325563"/>
          </a:xfrm>
        </p:spPr>
        <p:txBody>
          <a:bodyPr/>
          <a:lstStyle/>
          <a:p>
            <a:pPr algn="ctr"/>
            <a:r>
              <a:rPr lang="en-CL" dirty="0"/>
              <a:t>Bag of  Visual Words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09E0D64-94C7-E226-F868-01F8213CC6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PR04D</a:t>
            </a:r>
            <a:endParaRPr lang="en-C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17FF07B-7F6D-F1CC-DCBA-62C0C5D828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39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3439173579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60612" y="2243138"/>
            <a:ext cx="1635125" cy="2034822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9F732EE-0FFE-C04A-8BFC-2B188B12DB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0B2870-7350-8D40-A01A-CE539DF873CB}" type="slidenum">
              <a:rPr lang="en-US" smtClean="0"/>
              <a:t>40</a:t>
            </a:fld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D7A8B73-EAF2-0817-EF4F-9B58547A6D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PR04D</a:t>
            </a:r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1245959154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60612" y="2243138"/>
            <a:ext cx="1635125" cy="2034822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2667000" y="2628900"/>
            <a:ext cx="471488" cy="514350"/>
          </a:xfrm>
          <a:prstGeom prst="rect">
            <a:avLst/>
          </a:prstGeom>
          <a:noFill/>
          <a:ln w="19050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FB088A7-5C9D-CE47-835F-F980F7C424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0B2870-7350-8D40-A01A-CE539DF873CB}" type="slidenum">
              <a:rPr lang="en-US" smtClean="0"/>
              <a:t>41</a:t>
            </a:fld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C583D3-F5DC-2319-7A53-0F7E278F96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PR04D</a:t>
            </a:r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407994198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60612" y="2243138"/>
            <a:ext cx="1635125" cy="2034822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2667000" y="2628900"/>
            <a:ext cx="471488" cy="514350"/>
          </a:xfrm>
          <a:prstGeom prst="rect">
            <a:avLst/>
          </a:prstGeom>
          <a:noFill/>
          <a:ln w="19050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4581525" y="2701409"/>
            <a:ext cx="1154483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>
                <a:latin typeface="Gill Sans MT" panose="020B0502020104020203" pitchFamily="34" charset="77"/>
              </a:rPr>
              <a:t>descriptor</a:t>
            </a:r>
          </a:p>
        </p:txBody>
      </p:sp>
      <p:cxnSp>
        <p:nvCxnSpPr>
          <p:cNvPr id="6" name="Straight Arrow Connector 5"/>
          <p:cNvCxnSpPr>
            <a:endCxn id="3" idx="1"/>
          </p:cNvCxnSpPr>
          <p:nvPr/>
        </p:nvCxnSpPr>
        <p:spPr>
          <a:xfrm>
            <a:off x="3138489" y="2886075"/>
            <a:ext cx="1443036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/>
          <p:cNvCxnSpPr/>
          <p:nvPr/>
        </p:nvCxnSpPr>
        <p:spPr>
          <a:xfrm>
            <a:off x="6562724" y="3013589"/>
            <a:ext cx="172878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/>
          <p:cNvCxnSpPr/>
          <p:nvPr/>
        </p:nvCxnSpPr>
        <p:spPr>
          <a:xfrm flipH="1" flipV="1">
            <a:off x="6670626" y="2361906"/>
            <a:ext cx="1635" cy="76122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>
          <a:xfrm flipV="1">
            <a:off x="6805609" y="2764339"/>
            <a:ext cx="0" cy="254176"/>
          </a:xfrm>
          <a:prstGeom prst="line">
            <a:avLst/>
          </a:prstGeom>
          <a:ln w="60325">
            <a:solidFill>
              <a:srgbClr val="FFC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 flipV="1">
            <a:off x="7682920" y="2604183"/>
            <a:ext cx="953" cy="409566"/>
          </a:xfrm>
          <a:prstGeom prst="line">
            <a:avLst/>
          </a:prstGeom>
          <a:ln w="60325">
            <a:solidFill>
              <a:srgbClr val="FFC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/>
          <p:cNvCxnSpPr/>
          <p:nvPr/>
        </p:nvCxnSpPr>
        <p:spPr>
          <a:xfrm flipV="1">
            <a:off x="6947417" y="2482982"/>
            <a:ext cx="0" cy="538155"/>
          </a:xfrm>
          <a:prstGeom prst="line">
            <a:avLst/>
          </a:prstGeom>
          <a:ln w="60325">
            <a:solidFill>
              <a:srgbClr val="FFC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 flipV="1">
            <a:off x="7103675" y="2761867"/>
            <a:ext cx="0" cy="254176"/>
          </a:xfrm>
          <a:prstGeom prst="line">
            <a:avLst/>
          </a:prstGeom>
          <a:ln w="60325">
            <a:solidFill>
              <a:srgbClr val="FFC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 flipV="1">
            <a:off x="7259606" y="2760795"/>
            <a:ext cx="0" cy="254176"/>
          </a:xfrm>
          <a:prstGeom prst="line">
            <a:avLst/>
          </a:prstGeom>
          <a:ln w="60325">
            <a:solidFill>
              <a:srgbClr val="FFC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 flipV="1">
            <a:off x="7412006" y="2755706"/>
            <a:ext cx="0" cy="254176"/>
          </a:xfrm>
          <a:prstGeom prst="line">
            <a:avLst/>
          </a:prstGeom>
          <a:ln w="60325">
            <a:solidFill>
              <a:srgbClr val="FFC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 flipV="1">
            <a:off x="7550282" y="2497105"/>
            <a:ext cx="0" cy="519094"/>
          </a:xfrm>
          <a:prstGeom prst="line">
            <a:avLst/>
          </a:prstGeom>
          <a:ln w="60325">
            <a:solidFill>
              <a:srgbClr val="FFC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/>
          <p:cNvCxnSpPr/>
          <p:nvPr/>
        </p:nvCxnSpPr>
        <p:spPr>
          <a:xfrm flipV="1">
            <a:off x="7832143" y="2761379"/>
            <a:ext cx="0" cy="254176"/>
          </a:xfrm>
          <a:prstGeom prst="line">
            <a:avLst/>
          </a:prstGeom>
          <a:ln w="60325">
            <a:solidFill>
              <a:srgbClr val="FFC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/>
          <p:cNvCxnSpPr/>
          <p:nvPr/>
        </p:nvCxnSpPr>
        <p:spPr>
          <a:xfrm flipV="1">
            <a:off x="7984543" y="2756290"/>
            <a:ext cx="0" cy="254176"/>
          </a:xfrm>
          <a:prstGeom prst="line">
            <a:avLst/>
          </a:prstGeom>
          <a:ln w="60325">
            <a:solidFill>
              <a:srgbClr val="FFC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/>
          <p:cNvCxnSpPr/>
          <p:nvPr/>
        </p:nvCxnSpPr>
        <p:spPr>
          <a:xfrm flipV="1">
            <a:off x="8122819" y="2497689"/>
            <a:ext cx="0" cy="519094"/>
          </a:xfrm>
          <a:prstGeom prst="line">
            <a:avLst/>
          </a:prstGeom>
          <a:ln w="60325">
            <a:solidFill>
              <a:srgbClr val="FFC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/>
          <p:cNvCxnSpPr/>
          <p:nvPr/>
        </p:nvCxnSpPr>
        <p:spPr>
          <a:xfrm flipV="1">
            <a:off x="5712212" y="2891427"/>
            <a:ext cx="850512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AFE3D60-6ABF-334E-8B2B-0DD7F9374D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0B2870-7350-8D40-A01A-CE539DF873CB}" type="slidenum">
              <a:rPr lang="en-US" smtClean="0"/>
              <a:t>42</a:t>
            </a:fld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601C800-85D8-F6CC-5D39-7CACEF7A12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PR04D</a:t>
            </a:r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651956930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60612" y="2243138"/>
            <a:ext cx="1635125" cy="2034822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2667000" y="2628900"/>
            <a:ext cx="471488" cy="514350"/>
          </a:xfrm>
          <a:prstGeom prst="rect">
            <a:avLst/>
          </a:prstGeom>
          <a:noFill/>
          <a:ln w="19050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4581525" y="2701409"/>
            <a:ext cx="1154483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>
                <a:latin typeface="Gill Sans MT" panose="020B0502020104020203" pitchFamily="34" charset="77"/>
              </a:rPr>
              <a:t>descriptor</a:t>
            </a:r>
          </a:p>
        </p:txBody>
      </p:sp>
      <p:cxnSp>
        <p:nvCxnSpPr>
          <p:cNvPr id="6" name="Straight Arrow Connector 5"/>
          <p:cNvCxnSpPr>
            <a:endCxn id="3" idx="1"/>
          </p:cNvCxnSpPr>
          <p:nvPr/>
        </p:nvCxnSpPr>
        <p:spPr>
          <a:xfrm>
            <a:off x="3138489" y="2886075"/>
            <a:ext cx="1443036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6" name="Group 15"/>
          <p:cNvGrpSpPr/>
          <p:nvPr/>
        </p:nvGrpSpPr>
        <p:grpSpPr>
          <a:xfrm>
            <a:off x="6562724" y="2361906"/>
            <a:ext cx="1728788" cy="761220"/>
            <a:chOff x="5038724" y="2361906"/>
            <a:chExt cx="1728788" cy="761220"/>
          </a:xfrm>
        </p:grpSpPr>
        <p:cxnSp>
          <p:nvCxnSpPr>
            <p:cNvPr id="8" name="Straight Arrow Connector 7"/>
            <p:cNvCxnSpPr/>
            <p:nvPr/>
          </p:nvCxnSpPr>
          <p:spPr>
            <a:xfrm>
              <a:off x="5038724" y="3013589"/>
              <a:ext cx="1728788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Arrow Connector 8"/>
            <p:cNvCxnSpPr/>
            <p:nvPr/>
          </p:nvCxnSpPr>
          <p:spPr>
            <a:xfrm flipH="1" flipV="1">
              <a:off x="5146625" y="2361906"/>
              <a:ext cx="1635" cy="76122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 flipV="1">
              <a:off x="5281609" y="2764339"/>
              <a:ext cx="0" cy="254176"/>
            </a:xfrm>
            <a:prstGeom prst="line">
              <a:avLst/>
            </a:prstGeom>
            <a:ln w="60325">
              <a:solidFill>
                <a:srgbClr val="FFC00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/>
            <p:cNvCxnSpPr/>
            <p:nvPr/>
          </p:nvCxnSpPr>
          <p:spPr>
            <a:xfrm flipV="1">
              <a:off x="6158919" y="2604183"/>
              <a:ext cx="953" cy="409566"/>
            </a:xfrm>
            <a:prstGeom prst="line">
              <a:avLst/>
            </a:prstGeom>
            <a:ln w="60325">
              <a:solidFill>
                <a:srgbClr val="FFC00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/>
            <p:cNvCxnSpPr/>
            <p:nvPr/>
          </p:nvCxnSpPr>
          <p:spPr>
            <a:xfrm flipV="1">
              <a:off x="5423417" y="2482981"/>
              <a:ext cx="0" cy="538155"/>
            </a:xfrm>
            <a:prstGeom prst="line">
              <a:avLst/>
            </a:prstGeom>
            <a:ln w="60325">
              <a:solidFill>
                <a:srgbClr val="FFC00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/>
            <p:cNvCxnSpPr/>
            <p:nvPr/>
          </p:nvCxnSpPr>
          <p:spPr>
            <a:xfrm flipV="1">
              <a:off x="5579675" y="2761867"/>
              <a:ext cx="0" cy="254176"/>
            </a:xfrm>
            <a:prstGeom prst="line">
              <a:avLst/>
            </a:prstGeom>
            <a:ln w="60325">
              <a:solidFill>
                <a:srgbClr val="FFC00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 flipV="1">
              <a:off x="5735606" y="2760795"/>
              <a:ext cx="0" cy="254176"/>
            </a:xfrm>
            <a:prstGeom prst="line">
              <a:avLst/>
            </a:prstGeom>
            <a:ln w="60325">
              <a:solidFill>
                <a:srgbClr val="FFC00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>
            <a:xfrm flipV="1">
              <a:off x="5888006" y="2755706"/>
              <a:ext cx="0" cy="254176"/>
            </a:xfrm>
            <a:prstGeom prst="line">
              <a:avLst/>
            </a:prstGeom>
            <a:ln w="60325">
              <a:solidFill>
                <a:srgbClr val="FFC00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V="1">
              <a:off x="6026282" y="2497105"/>
              <a:ext cx="0" cy="519094"/>
            </a:xfrm>
            <a:prstGeom prst="line">
              <a:avLst/>
            </a:prstGeom>
            <a:ln w="60325">
              <a:solidFill>
                <a:srgbClr val="FFC00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/>
            <p:cNvCxnSpPr/>
            <p:nvPr/>
          </p:nvCxnSpPr>
          <p:spPr>
            <a:xfrm flipV="1">
              <a:off x="6308143" y="2761379"/>
              <a:ext cx="0" cy="254176"/>
            </a:xfrm>
            <a:prstGeom prst="line">
              <a:avLst/>
            </a:prstGeom>
            <a:ln w="60325">
              <a:solidFill>
                <a:srgbClr val="FFC00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/>
            <p:cNvCxnSpPr/>
            <p:nvPr/>
          </p:nvCxnSpPr>
          <p:spPr>
            <a:xfrm flipV="1">
              <a:off x="6460543" y="2756290"/>
              <a:ext cx="0" cy="254176"/>
            </a:xfrm>
            <a:prstGeom prst="line">
              <a:avLst/>
            </a:prstGeom>
            <a:ln w="60325">
              <a:solidFill>
                <a:srgbClr val="FFC00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/>
            <p:cNvCxnSpPr/>
            <p:nvPr/>
          </p:nvCxnSpPr>
          <p:spPr>
            <a:xfrm flipV="1">
              <a:off x="6598819" y="2497689"/>
              <a:ext cx="0" cy="519094"/>
            </a:xfrm>
            <a:prstGeom prst="line">
              <a:avLst/>
            </a:prstGeom>
            <a:ln w="60325">
              <a:solidFill>
                <a:srgbClr val="FFC00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7" name="Straight Arrow Connector 26"/>
          <p:cNvCxnSpPr/>
          <p:nvPr/>
        </p:nvCxnSpPr>
        <p:spPr>
          <a:xfrm flipV="1">
            <a:off x="5712212" y="2891427"/>
            <a:ext cx="850512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/>
          <p:cNvCxnSpPr/>
          <p:nvPr/>
        </p:nvCxnSpPr>
        <p:spPr>
          <a:xfrm flipV="1">
            <a:off x="8285215" y="1729048"/>
            <a:ext cx="821374" cy="514091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22" name="Table 21"/>
          <p:cNvGraphicFramePr>
            <a:graphicFrameLocks noGrp="1"/>
          </p:cNvGraphicFramePr>
          <p:nvPr/>
        </p:nvGraphicFramePr>
        <p:xfrm>
          <a:off x="7619994" y="1280622"/>
          <a:ext cx="2973190" cy="21336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29731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731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731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9731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9731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9731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9731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297319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297319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297319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139916"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29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30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FF7DAF6-1A99-744D-915F-BDD4E986CC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0B2870-7350-8D40-A01A-CE539DF873CB}" type="slidenum">
              <a:rPr lang="en-US" smtClean="0"/>
              <a:t>43</a:t>
            </a:fld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8EA711E-8071-9ED0-9EA0-E2D3C8327E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PR04D</a:t>
            </a:r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1854895074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60612" y="2243138"/>
            <a:ext cx="1635125" cy="2034822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2667000" y="2628900"/>
            <a:ext cx="471488" cy="514350"/>
          </a:xfrm>
          <a:prstGeom prst="rect">
            <a:avLst/>
          </a:prstGeom>
          <a:noFill/>
          <a:ln w="19050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2819400" y="2781300"/>
            <a:ext cx="471488" cy="514350"/>
          </a:xfrm>
          <a:prstGeom prst="rect">
            <a:avLst/>
          </a:prstGeom>
          <a:noFill/>
          <a:ln w="19050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2971800" y="2933700"/>
            <a:ext cx="471488" cy="514350"/>
          </a:xfrm>
          <a:prstGeom prst="rect">
            <a:avLst/>
          </a:prstGeom>
          <a:noFill/>
          <a:ln w="19050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28" name="Rectangle 27"/>
          <p:cNvSpPr/>
          <p:nvPr/>
        </p:nvSpPr>
        <p:spPr>
          <a:xfrm>
            <a:off x="3124200" y="3086100"/>
            <a:ext cx="471488" cy="514350"/>
          </a:xfrm>
          <a:prstGeom prst="rect">
            <a:avLst/>
          </a:prstGeom>
          <a:noFill/>
          <a:ln w="19050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29" name="Rectangle 28"/>
          <p:cNvSpPr/>
          <p:nvPr/>
        </p:nvSpPr>
        <p:spPr>
          <a:xfrm>
            <a:off x="2607127" y="2862945"/>
            <a:ext cx="471488" cy="514350"/>
          </a:xfrm>
          <a:prstGeom prst="rect">
            <a:avLst/>
          </a:prstGeom>
          <a:noFill/>
          <a:ln w="19050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30" name="Rectangle 29"/>
          <p:cNvSpPr/>
          <p:nvPr/>
        </p:nvSpPr>
        <p:spPr>
          <a:xfrm>
            <a:off x="2759527" y="3015345"/>
            <a:ext cx="471488" cy="514350"/>
          </a:xfrm>
          <a:prstGeom prst="rect">
            <a:avLst/>
          </a:prstGeom>
          <a:noFill/>
          <a:ln w="19050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31" name="Rectangle 30"/>
          <p:cNvSpPr/>
          <p:nvPr/>
        </p:nvSpPr>
        <p:spPr>
          <a:xfrm>
            <a:off x="2911927" y="3167745"/>
            <a:ext cx="471488" cy="514350"/>
          </a:xfrm>
          <a:prstGeom prst="rect">
            <a:avLst/>
          </a:prstGeom>
          <a:noFill/>
          <a:ln w="19050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32" name="Rectangle 31"/>
          <p:cNvSpPr/>
          <p:nvPr/>
        </p:nvSpPr>
        <p:spPr>
          <a:xfrm>
            <a:off x="3064327" y="3320145"/>
            <a:ext cx="471488" cy="514350"/>
          </a:xfrm>
          <a:prstGeom prst="rect">
            <a:avLst/>
          </a:prstGeom>
          <a:noFill/>
          <a:ln w="19050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33" name="Rectangle 32"/>
          <p:cNvSpPr/>
          <p:nvPr/>
        </p:nvSpPr>
        <p:spPr>
          <a:xfrm>
            <a:off x="2901045" y="2471055"/>
            <a:ext cx="471488" cy="514350"/>
          </a:xfrm>
          <a:prstGeom prst="rect">
            <a:avLst/>
          </a:prstGeom>
          <a:noFill/>
          <a:ln w="19050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34" name="Rectangle 33"/>
          <p:cNvSpPr/>
          <p:nvPr/>
        </p:nvSpPr>
        <p:spPr>
          <a:xfrm>
            <a:off x="3053445" y="2623455"/>
            <a:ext cx="471488" cy="514350"/>
          </a:xfrm>
          <a:prstGeom prst="rect">
            <a:avLst/>
          </a:prstGeom>
          <a:noFill/>
          <a:ln w="19050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35" name="Rectangle 34"/>
          <p:cNvSpPr/>
          <p:nvPr/>
        </p:nvSpPr>
        <p:spPr>
          <a:xfrm>
            <a:off x="3205845" y="2775855"/>
            <a:ext cx="471488" cy="514350"/>
          </a:xfrm>
          <a:prstGeom prst="rect">
            <a:avLst/>
          </a:prstGeom>
          <a:noFill/>
          <a:ln w="19050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36" name="Rectangle 35"/>
          <p:cNvSpPr/>
          <p:nvPr/>
        </p:nvSpPr>
        <p:spPr>
          <a:xfrm>
            <a:off x="3358245" y="2928255"/>
            <a:ext cx="471488" cy="514350"/>
          </a:xfrm>
          <a:prstGeom prst="rect">
            <a:avLst/>
          </a:prstGeom>
          <a:noFill/>
          <a:ln w="19050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37" name="Rectangle 36"/>
          <p:cNvSpPr/>
          <p:nvPr/>
        </p:nvSpPr>
        <p:spPr>
          <a:xfrm>
            <a:off x="2476497" y="3189515"/>
            <a:ext cx="471488" cy="514350"/>
          </a:xfrm>
          <a:prstGeom prst="rect">
            <a:avLst/>
          </a:prstGeom>
          <a:noFill/>
          <a:ln w="19050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38" name="Rectangle 37"/>
          <p:cNvSpPr/>
          <p:nvPr/>
        </p:nvSpPr>
        <p:spPr>
          <a:xfrm>
            <a:off x="2628897" y="3341915"/>
            <a:ext cx="471488" cy="514350"/>
          </a:xfrm>
          <a:prstGeom prst="rect">
            <a:avLst/>
          </a:prstGeom>
          <a:noFill/>
          <a:ln w="19050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39" name="Rectangle 38"/>
          <p:cNvSpPr/>
          <p:nvPr/>
        </p:nvSpPr>
        <p:spPr>
          <a:xfrm>
            <a:off x="2781297" y="3494315"/>
            <a:ext cx="471488" cy="514350"/>
          </a:xfrm>
          <a:prstGeom prst="rect">
            <a:avLst/>
          </a:prstGeom>
          <a:noFill/>
          <a:ln w="19050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40" name="Rectangle 39"/>
          <p:cNvSpPr/>
          <p:nvPr/>
        </p:nvSpPr>
        <p:spPr>
          <a:xfrm>
            <a:off x="2933697" y="3646715"/>
            <a:ext cx="471488" cy="514350"/>
          </a:xfrm>
          <a:prstGeom prst="rect">
            <a:avLst/>
          </a:prstGeom>
          <a:noFill/>
          <a:ln w="19050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41" name="Rectangle 40"/>
          <p:cNvSpPr/>
          <p:nvPr/>
        </p:nvSpPr>
        <p:spPr>
          <a:xfrm>
            <a:off x="2454727" y="2694209"/>
            <a:ext cx="471488" cy="514350"/>
          </a:xfrm>
          <a:prstGeom prst="rect">
            <a:avLst/>
          </a:prstGeom>
          <a:noFill/>
          <a:ln w="19050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42" name="Rectangle 41"/>
          <p:cNvSpPr/>
          <p:nvPr/>
        </p:nvSpPr>
        <p:spPr>
          <a:xfrm>
            <a:off x="2607127" y="2846609"/>
            <a:ext cx="471488" cy="514350"/>
          </a:xfrm>
          <a:prstGeom prst="rect">
            <a:avLst/>
          </a:prstGeom>
          <a:noFill/>
          <a:ln w="19050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43" name="Rectangle 42"/>
          <p:cNvSpPr/>
          <p:nvPr/>
        </p:nvSpPr>
        <p:spPr>
          <a:xfrm>
            <a:off x="2394854" y="2928254"/>
            <a:ext cx="471488" cy="514350"/>
          </a:xfrm>
          <a:prstGeom prst="rect">
            <a:avLst/>
          </a:prstGeom>
          <a:noFill/>
          <a:ln w="19050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44" name="Rectangle 43"/>
          <p:cNvSpPr/>
          <p:nvPr/>
        </p:nvSpPr>
        <p:spPr>
          <a:xfrm>
            <a:off x="2688772" y="2536364"/>
            <a:ext cx="471488" cy="514350"/>
          </a:xfrm>
          <a:prstGeom prst="rect">
            <a:avLst/>
          </a:prstGeom>
          <a:noFill/>
          <a:ln w="19050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45" name="Rectangle 44"/>
          <p:cNvSpPr/>
          <p:nvPr/>
        </p:nvSpPr>
        <p:spPr>
          <a:xfrm>
            <a:off x="2841172" y="2688764"/>
            <a:ext cx="471488" cy="514350"/>
          </a:xfrm>
          <a:prstGeom prst="rect">
            <a:avLst/>
          </a:prstGeom>
          <a:noFill/>
          <a:ln w="19050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46" name="Rectangle 45"/>
          <p:cNvSpPr/>
          <p:nvPr/>
        </p:nvSpPr>
        <p:spPr>
          <a:xfrm>
            <a:off x="3086097" y="3505199"/>
            <a:ext cx="471488" cy="514350"/>
          </a:xfrm>
          <a:prstGeom prst="rect">
            <a:avLst/>
          </a:prstGeom>
          <a:noFill/>
          <a:ln w="19050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47" name="Rectangle 46"/>
          <p:cNvSpPr/>
          <p:nvPr/>
        </p:nvSpPr>
        <p:spPr>
          <a:xfrm>
            <a:off x="3396342" y="3537857"/>
            <a:ext cx="471488" cy="514350"/>
          </a:xfrm>
          <a:prstGeom prst="rect">
            <a:avLst/>
          </a:prstGeom>
          <a:noFill/>
          <a:ln w="19050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48" name="Rectangle 47"/>
          <p:cNvSpPr/>
          <p:nvPr/>
        </p:nvSpPr>
        <p:spPr>
          <a:xfrm>
            <a:off x="3184071" y="2476498"/>
            <a:ext cx="471488" cy="514350"/>
          </a:xfrm>
          <a:prstGeom prst="rect">
            <a:avLst/>
          </a:prstGeom>
          <a:noFill/>
          <a:ln w="19050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7" name="Right Arrow 6"/>
          <p:cNvSpPr/>
          <p:nvPr/>
        </p:nvSpPr>
        <p:spPr>
          <a:xfrm>
            <a:off x="4789714" y="3086101"/>
            <a:ext cx="2065559" cy="560615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graphicFrame>
        <p:nvGraphicFramePr>
          <p:cNvPr id="49" name="Table 48"/>
          <p:cNvGraphicFramePr>
            <a:graphicFrameLocks noGrp="1"/>
          </p:cNvGraphicFramePr>
          <p:nvPr/>
        </p:nvGraphicFramePr>
        <p:xfrm>
          <a:off x="7619994" y="1280622"/>
          <a:ext cx="2973190" cy="469392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29731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731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731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9731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9731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9731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9731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297319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297319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297319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139916"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29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30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9916"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34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34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9916"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29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34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39916"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34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34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39916"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39916"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34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34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39916"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34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34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39916"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29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34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39916"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34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39916"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39916"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34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34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39916"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34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34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39916"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29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34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139916"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34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34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139916"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139916"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34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34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139916"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34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34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139916"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29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34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139916"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34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139916"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  <a:tr h="139916"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34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34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  <a:tr h="139916"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21"/>
                  </a:ext>
                </a:extLst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5164975" y="2623455"/>
            <a:ext cx="12298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Gill Sans MT" panose="020B0502020104020203" pitchFamily="34" charset="77"/>
              </a:rPr>
              <a:t>description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529313D-7D2B-244D-9BEE-AB63480703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0B2870-7350-8D40-A01A-CE539DF873CB}" type="slidenum">
              <a:rPr lang="en-US" smtClean="0"/>
              <a:t>44</a:t>
            </a:fld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EAFC9A-B054-3CE0-14D6-B02EC1B137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PR04D</a:t>
            </a:r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1337447121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60612" y="2243138"/>
            <a:ext cx="1635125" cy="2034822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2667000" y="2628900"/>
            <a:ext cx="471488" cy="514350"/>
          </a:xfrm>
          <a:prstGeom prst="rect">
            <a:avLst/>
          </a:prstGeom>
          <a:noFill/>
          <a:ln w="19050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2819400" y="2781300"/>
            <a:ext cx="471488" cy="514350"/>
          </a:xfrm>
          <a:prstGeom prst="rect">
            <a:avLst/>
          </a:prstGeom>
          <a:noFill/>
          <a:ln w="19050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2971800" y="2933700"/>
            <a:ext cx="471488" cy="514350"/>
          </a:xfrm>
          <a:prstGeom prst="rect">
            <a:avLst/>
          </a:prstGeom>
          <a:noFill/>
          <a:ln w="19050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28" name="Rectangle 27"/>
          <p:cNvSpPr/>
          <p:nvPr/>
        </p:nvSpPr>
        <p:spPr>
          <a:xfrm>
            <a:off x="3124200" y="3086100"/>
            <a:ext cx="471488" cy="514350"/>
          </a:xfrm>
          <a:prstGeom prst="rect">
            <a:avLst/>
          </a:prstGeom>
          <a:noFill/>
          <a:ln w="19050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29" name="Rectangle 28"/>
          <p:cNvSpPr/>
          <p:nvPr/>
        </p:nvSpPr>
        <p:spPr>
          <a:xfrm>
            <a:off x="2607127" y="2862945"/>
            <a:ext cx="471488" cy="514350"/>
          </a:xfrm>
          <a:prstGeom prst="rect">
            <a:avLst/>
          </a:prstGeom>
          <a:noFill/>
          <a:ln w="19050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30" name="Rectangle 29"/>
          <p:cNvSpPr/>
          <p:nvPr/>
        </p:nvSpPr>
        <p:spPr>
          <a:xfrm>
            <a:off x="2759527" y="3015345"/>
            <a:ext cx="471488" cy="514350"/>
          </a:xfrm>
          <a:prstGeom prst="rect">
            <a:avLst/>
          </a:prstGeom>
          <a:noFill/>
          <a:ln w="19050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31" name="Rectangle 30"/>
          <p:cNvSpPr/>
          <p:nvPr/>
        </p:nvSpPr>
        <p:spPr>
          <a:xfrm>
            <a:off x="2911927" y="3167745"/>
            <a:ext cx="471488" cy="514350"/>
          </a:xfrm>
          <a:prstGeom prst="rect">
            <a:avLst/>
          </a:prstGeom>
          <a:noFill/>
          <a:ln w="19050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32" name="Rectangle 31"/>
          <p:cNvSpPr/>
          <p:nvPr/>
        </p:nvSpPr>
        <p:spPr>
          <a:xfrm>
            <a:off x="3064327" y="3320145"/>
            <a:ext cx="471488" cy="514350"/>
          </a:xfrm>
          <a:prstGeom prst="rect">
            <a:avLst/>
          </a:prstGeom>
          <a:noFill/>
          <a:ln w="19050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33" name="Rectangle 32"/>
          <p:cNvSpPr/>
          <p:nvPr/>
        </p:nvSpPr>
        <p:spPr>
          <a:xfrm>
            <a:off x="2901045" y="2471055"/>
            <a:ext cx="471488" cy="514350"/>
          </a:xfrm>
          <a:prstGeom prst="rect">
            <a:avLst/>
          </a:prstGeom>
          <a:noFill/>
          <a:ln w="19050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34" name="Rectangle 33"/>
          <p:cNvSpPr/>
          <p:nvPr/>
        </p:nvSpPr>
        <p:spPr>
          <a:xfrm>
            <a:off x="3053445" y="2623455"/>
            <a:ext cx="471488" cy="514350"/>
          </a:xfrm>
          <a:prstGeom prst="rect">
            <a:avLst/>
          </a:prstGeom>
          <a:noFill/>
          <a:ln w="19050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35" name="Rectangle 34"/>
          <p:cNvSpPr/>
          <p:nvPr/>
        </p:nvSpPr>
        <p:spPr>
          <a:xfrm>
            <a:off x="3205845" y="2775855"/>
            <a:ext cx="471488" cy="514350"/>
          </a:xfrm>
          <a:prstGeom prst="rect">
            <a:avLst/>
          </a:prstGeom>
          <a:noFill/>
          <a:ln w="19050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36" name="Rectangle 35"/>
          <p:cNvSpPr/>
          <p:nvPr/>
        </p:nvSpPr>
        <p:spPr>
          <a:xfrm>
            <a:off x="3358245" y="2928255"/>
            <a:ext cx="471488" cy="514350"/>
          </a:xfrm>
          <a:prstGeom prst="rect">
            <a:avLst/>
          </a:prstGeom>
          <a:noFill/>
          <a:ln w="19050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37" name="Rectangle 36"/>
          <p:cNvSpPr/>
          <p:nvPr/>
        </p:nvSpPr>
        <p:spPr>
          <a:xfrm>
            <a:off x="2476497" y="3189515"/>
            <a:ext cx="471488" cy="514350"/>
          </a:xfrm>
          <a:prstGeom prst="rect">
            <a:avLst/>
          </a:prstGeom>
          <a:noFill/>
          <a:ln w="19050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38" name="Rectangle 37"/>
          <p:cNvSpPr/>
          <p:nvPr/>
        </p:nvSpPr>
        <p:spPr>
          <a:xfrm>
            <a:off x="2628897" y="3341915"/>
            <a:ext cx="471488" cy="514350"/>
          </a:xfrm>
          <a:prstGeom prst="rect">
            <a:avLst/>
          </a:prstGeom>
          <a:noFill/>
          <a:ln w="19050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39" name="Rectangle 38"/>
          <p:cNvSpPr/>
          <p:nvPr/>
        </p:nvSpPr>
        <p:spPr>
          <a:xfrm>
            <a:off x="2781297" y="3494315"/>
            <a:ext cx="471488" cy="514350"/>
          </a:xfrm>
          <a:prstGeom prst="rect">
            <a:avLst/>
          </a:prstGeom>
          <a:noFill/>
          <a:ln w="19050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40" name="Rectangle 39"/>
          <p:cNvSpPr/>
          <p:nvPr/>
        </p:nvSpPr>
        <p:spPr>
          <a:xfrm>
            <a:off x="2933697" y="3646715"/>
            <a:ext cx="471488" cy="514350"/>
          </a:xfrm>
          <a:prstGeom prst="rect">
            <a:avLst/>
          </a:prstGeom>
          <a:noFill/>
          <a:ln w="19050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41" name="Rectangle 40"/>
          <p:cNvSpPr/>
          <p:nvPr/>
        </p:nvSpPr>
        <p:spPr>
          <a:xfrm>
            <a:off x="2454727" y="2694209"/>
            <a:ext cx="471488" cy="514350"/>
          </a:xfrm>
          <a:prstGeom prst="rect">
            <a:avLst/>
          </a:prstGeom>
          <a:noFill/>
          <a:ln w="19050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42" name="Rectangle 41"/>
          <p:cNvSpPr/>
          <p:nvPr/>
        </p:nvSpPr>
        <p:spPr>
          <a:xfrm>
            <a:off x="2607127" y="2846609"/>
            <a:ext cx="471488" cy="514350"/>
          </a:xfrm>
          <a:prstGeom prst="rect">
            <a:avLst/>
          </a:prstGeom>
          <a:noFill/>
          <a:ln w="19050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43" name="Rectangle 42"/>
          <p:cNvSpPr/>
          <p:nvPr/>
        </p:nvSpPr>
        <p:spPr>
          <a:xfrm>
            <a:off x="2394854" y="2928254"/>
            <a:ext cx="471488" cy="514350"/>
          </a:xfrm>
          <a:prstGeom prst="rect">
            <a:avLst/>
          </a:prstGeom>
          <a:noFill/>
          <a:ln w="19050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44" name="Rectangle 43"/>
          <p:cNvSpPr/>
          <p:nvPr/>
        </p:nvSpPr>
        <p:spPr>
          <a:xfrm>
            <a:off x="2688772" y="2536364"/>
            <a:ext cx="471488" cy="514350"/>
          </a:xfrm>
          <a:prstGeom prst="rect">
            <a:avLst/>
          </a:prstGeom>
          <a:noFill/>
          <a:ln w="19050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45" name="Rectangle 44"/>
          <p:cNvSpPr/>
          <p:nvPr/>
        </p:nvSpPr>
        <p:spPr>
          <a:xfrm>
            <a:off x="2841172" y="2688764"/>
            <a:ext cx="471488" cy="514350"/>
          </a:xfrm>
          <a:prstGeom prst="rect">
            <a:avLst/>
          </a:prstGeom>
          <a:noFill/>
          <a:ln w="19050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46" name="Rectangle 45"/>
          <p:cNvSpPr/>
          <p:nvPr/>
        </p:nvSpPr>
        <p:spPr>
          <a:xfrm>
            <a:off x="3086097" y="3505199"/>
            <a:ext cx="471488" cy="514350"/>
          </a:xfrm>
          <a:prstGeom prst="rect">
            <a:avLst/>
          </a:prstGeom>
          <a:noFill/>
          <a:ln w="19050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47" name="Rectangle 46"/>
          <p:cNvSpPr/>
          <p:nvPr/>
        </p:nvSpPr>
        <p:spPr>
          <a:xfrm>
            <a:off x="3396342" y="3537857"/>
            <a:ext cx="471488" cy="514350"/>
          </a:xfrm>
          <a:prstGeom prst="rect">
            <a:avLst/>
          </a:prstGeom>
          <a:noFill/>
          <a:ln w="19050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48" name="Rectangle 47"/>
          <p:cNvSpPr/>
          <p:nvPr/>
        </p:nvSpPr>
        <p:spPr>
          <a:xfrm>
            <a:off x="3184071" y="2476498"/>
            <a:ext cx="471488" cy="514350"/>
          </a:xfrm>
          <a:prstGeom prst="rect">
            <a:avLst/>
          </a:prstGeom>
          <a:noFill/>
          <a:ln w="19050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7" name="Right Arrow 6"/>
          <p:cNvSpPr/>
          <p:nvPr/>
        </p:nvSpPr>
        <p:spPr>
          <a:xfrm>
            <a:off x="4789714" y="3086101"/>
            <a:ext cx="2065559" cy="560615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graphicFrame>
        <p:nvGraphicFramePr>
          <p:cNvPr id="49" name="Table 48"/>
          <p:cNvGraphicFramePr>
            <a:graphicFrameLocks noGrp="1"/>
          </p:cNvGraphicFramePr>
          <p:nvPr/>
        </p:nvGraphicFramePr>
        <p:xfrm>
          <a:off x="7619994" y="1280622"/>
          <a:ext cx="2973190" cy="469392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29731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731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731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9731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9731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9731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9731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297319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297319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297319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139916"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29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30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9916"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34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34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9916"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29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34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39916"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34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34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39916"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39916"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34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34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39916"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34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34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39916"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29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34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39916"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34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39916"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39916"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34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34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39916"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34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34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39916"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29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34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139916"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34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34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139916"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139916"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34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34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139916"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34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34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139916"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29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34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139916"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34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139916"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  <a:tr h="139916"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34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34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  <a:tr h="139916"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21"/>
                  </a:ext>
                </a:extLst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5164975" y="2623455"/>
            <a:ext cx="12298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Gill Sans MT" panose="020B0502020104020203" pitchFamily="34" charset="77"/>
              </a:rPr>
              <a:t>description</a:t>
            </a:r>
          </a:p>
        </p:txBody>
      </p:sp>
      <p:cxnSp>
        <p:nvCxnSpPr>
          <p:cNvPr id="4" name="Straight Arrow Connector 3"/>
          <p:cNvCxnSpPr/>
          <p:nvPr/>
        </p:nvCxnSpPr>
        <p:spPr>
          <a:xfrm flipH="1">
            <a:off x="5173730" y="4396099"/>
            <a:ext cx="648762" cy="56697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49"/>
          <p:cNvCxnSpPr/>
          <p:nvPr/>
        </p:nvCxnSpPr>
        <p:spPr>
          <a:xfrm>
            <a:off x="3595688" y="6366389"/>
            <a:ext cx="1728788" cy="0"/>
          </a:xfrm>
          <a:prstGeom prst="straightConnector1">
            <a:avLst/>
          </a:prstGeom>
          <a:ln>
            <a:solidFill>
              <a:schemeClr val="tx1">
                <a:lumMod val="75000"/>
                <a:lumOff val="25000"/>
              </a:schemeClr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Straight Arrow Connector 50"/>
          <p:cNvCxnSpPr/>
          <p:nvPr/>
        </p:nvCxnSpPr>
        <p:spPr>
          <a:xfrm flipH="1" flipV="1">
            <a:off x="3677333" y="4963078"/>
            <a:ext cx="0" cy="1512849"/>
          </a:xfrm>
          <a:prstGeom prst="straightConnector1">
            <a:avLst/>
          </a:prstGeom>
          <a:ln>
            <a:solidFill>
              <a:schemeClr val="tx1">
                <a:lumMod val="75000"/>
                <a:lumOff val="25000"/>
              </a:schemeClr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Straight Arrow Connector 52"/>
          <p:cNvCxnSpPr/>
          <p:nvPr/>
        </p:nvCxnSpPr>
        <p:spPr>
          <a:xfrm>
            <a:off x="7619994" y="933601"/>
            <a:ext cx="2973190" cy="0"/>
          </a:xfrm>
          <a:prstGeom prst="straightConnector1">
            <a:avLst/>
          </a:prstGeom>
          <a:ln>
            <a:solidFill>
              <a:schemeClr val="tx1">
                <a:lumMod val="75000"/>
                <a:lumOff val="25000"/>
              </a:schemeClr>
            </a:solidFill>
            <a:headEnd type="triangle"/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TextBox 51"/>
          <p:cNvSpPr txBox="1"/>
          <p:nvPr/>
        </p:nvSpPr>
        <p:spPr>
          <a:xfrm>
            <a:off x="8898775" y="733695"/>
            <a:ext cx="364202" cy="369332"/>
          </a:xfrm>
          <a:prstGeom prst="rect">
            <a:avLst/>
          </a:prstGeom>
          <a:solidFill>
            <a:schemeClr val="bg1"/>
          </a:solidFill>
          <a:effectLst/>
        </p:spPr>
        <p:txBody>
          <a:bodyPr wrap="none" rtlCol="0">
            <a:spAutoFit/>
          </a:bodyPr>
          <a:lstStyle/>
          <a:p>
            <a:r>
              <a:rPr lang="en-US" dirty="0">
                <a:latin typeface="Gill Sans MT" panose="020B0502020104020203" pitchFamily="34" charset="77"/>
                <a:ea typeface="Times" charset="0"/>
                <a:cs typeface="Times" charset="0"/>
              </a:rPr>
              <a:t>N</a:t>
            </a: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1585" y="5282295"/>
            <a:ext cx="711200" cy="4572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3995736" y="5061855"/>
            <a:ext cx="29687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>
                <a:solidFill>
                  <a:srgbClr val="FF0000"/>
                </a:solidFill>
                <a:latin typeface="Gill Sans MT" panose="020B0502020104020203" pitchFamily="34" charset="77"/>
              </a:rPr>
              <a:t>.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148136" y="5229495"/>
            <a:ext cx="29687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>
                <a:solidFill>
                  <a:srgbClr val="FF0000"/>
                </a:solidFill>
                <a:latin typeface="Gill Sans MT" panose="020B0502020104020203" pitchFamily="34" charset="77"/>
              </a:rPr>
              <a:t>.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148136" y="5122815"/>
            <a:ext cx="29687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>
                <a:solidFill>
                  <a:srgbClr val="FF0000"/>
                </a:solidFill>
                <a:latin typeface="Gill Sans MT" panose="020B0502020104020203" pitchFamily="34" charset="77"/>
              </a:rPr>
              <a:t>.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102416" y="5214255"/>
            <a:ext cx="29687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>
                <a:solidFill>
                  <a:srgbClr val="FF0000"/>
                </a:solidFill>
                <a:latin typeface="Gill Sans MT" panose="020B0502020104020203" pitchFamily="34" charset="77"/>
              </a:rPr>
              <a:t>.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254816" y="5381895"/>
            <a:ext cx="29687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>
                <a:solidFill>
                  <a:srgbClr val="FF0000"/>
                </a:solidFill>
                <a:latin typeface="Gill Sans MT" panose="020B0502020104020203" pitchFamily="34" charset="77"/>
              </a:rPr>
              <a:t>.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254816" y="5275215"/>
            <a:ext cx="29687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>
                <a:solidFill>
                  <a:srgbClr val="FF0000"/>
                </a:solidFill>
                <a:latin typeface="Gill Sans MT" panose="020B0502020104020203" pitchFamily="34" charset="77"/>
              </a:rPr>
              <a:t>.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437696" y="5153295"/>
            <a:ext cx="29687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>
                <a:solidFill>
                  <a:srgbClr val="FF0000"/>
                </a:solidFill>
                <a:latin typeface="Gill Sans MT" panose="020B0502020104020203" pitchFamily="34" charset="77"/>
              </a:rPr>
              <a:t>.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590096" y="5320935"/>
            <a:ext cx="29687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>
                <a:solidFill>
                  <a:srgbClr val="FF0000"/>
                </a:solidFill>
                <a:latin typeface="Gill Sans MT" panose="020B0502020104020203" pitchFamily="34" charset="77"/>
              </a:rPr>
              <a:t>.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4590096" y="5214255"/>
            <a:ext cx="29687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>
                <a:solidFill>
                  <a:srgbClr val="FF0000"/>
                </a:solidFill>
                <a:latin typeface="Gill Sans MT" panose="020B0502020104020203" pitchFamily="34" charset="77"/>
              </a:rPr>
              <a:t>.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4544376" y="5305695"/>
            <a:ext cx="29687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>
                <a:solidFill>
                  <a:srgbClr val="FF0000"/>
                </a:solidFill>
                <a:latin typeface="Gill Sans MT" panose="020B0502020104020203" pitchFamily="34" charset="77"/>
              </a:rPr>
              <a:t>.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4696776" y="5473335"/>
            <a:ext cx="29687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>
                <a:solidFill>
                  <a:srgbClr val="FF0000"/>
                </a:solidFill>
                <a:latin typeface="Gill Sans MT" panose="020B0502020104020203" pitchFamily="34" charset="77"/>
              </a:rPr>
              <a:t>.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4696776" y="5366655"/>
            <a:ext cx="29687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>
                <a:solidFill>
                  <a:srgbClr val="FF0000"/>
                </a:solidFill>
                <a:latin typeface="Gill Sans MT" panose="020B0502020104020203" pitchFamily="34" charset="77"/>
              </a:rPr>
              <a:t>.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4224336" y="5305695"/>
            <a:ext cx="29687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>
                <a:solidFill>
                  <a:srgbClr val="FF0000"/>
                </a:solidFill>
                <a:latin typeface="Gill Sans MT" panose="020B0502020104020203" pitchFamily="34" charset="77"/>
              </a:rPr>
              <a:t>.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376736" y="5473335"/>
            <a:ext cx="29687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>
                <a:solidFill>
                  <a:srgbClr val="FF0000"/>
                </a:solidFill>
                <a:latin typeface="Gill Sans MT" panose="020B0502020104020203" pitchFamily="34" charset="77"/>
              </a:rPr>
              <a:t>.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4376736" y="5366655"/>
            <a:ext cx="29687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>
                <a:solidFill>
                  <a:srgbClr val="FF0000"/>
                </a:solidFill>
                <a:latin typeface="Gill Sans MT" panose="020B0502020104020203" pitchFamily="34" charset="77"/>
              </a:rPr>
              <a:t>.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4331016" y="5458095"/>
            <a:ext cx="29687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>
                <a:solidFill>
                  <a:srgbClr val="FF0000"/>
                </a:solidFill>
                <a:latin typeface="Gill Sans MT" panose="020B0502020104020203" pitchFamily="34" charset="77"/>
              </a:rPr>
              <a:t>.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4483416" y="5625735"/>
            <a:ext cx="29687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>
                <a:solidFill>
                  <a:srgbClr val="FF0000"/>
                </a:solidFill>
                <a:latin typeface="Gill Sans MT" panose="020B0502020104020203" pitchFamily="34" charset="77"/>
              </a:rPr>
              <a:t>.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4483416" y="5519055"/>
            <a:ext cx="29687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>
                <a:solidFill>
                  <a:srgbClr val="FF0000"/>
                </a:solidFill>
                <a:latin typeface="Gill Sans MT" panose="020B0502020104020203" pitchFamily="34" charset="77"/>
              </a:rPr>
              <a:t>.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3904296" y="5290455"/>
            <a:ext cx="29687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>
                <a:solidFill>
                  <a:srgbClr val="FF0000"/>
                </a:solidFill>
                <a:latin typeface="Gill Sans MT" panose="020B0502020104020203" pitchFamily="34" charset="77"/>
              </a:rPr>
              <a:t>.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4056696" y="5458095"/>
            <a:ext cx="29687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>
                <a:solidFill>
                  <a:srgbClr val="FF0000"/>
                </a:solidFill>
                <a:latin typeface="Gill Sans MT" panose="020B0502020104020203" pitchFamily="34" charset="77"/>
              </a:rPr>
              <a:t>.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4056696" y="5351415"/>
            <a:ext cx="29687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>
                <a:solidFill>
                  <a:srgbClr val="FF0000"/>
                </a:solidFill>
                <a:latin typeface="Gill Sans MT" panose="020B0502020104020203" pitchFamily="34" charset="77"/>
              </a:rPr>
              <a:t>.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4010976" y="5442855"/>
            <a:ext cx="29687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>
                <a:solidFill>
                  <a:srgbClr val="FF0000"/>
                </a:solidFill>
                <a:latin typeface="Gill Sans MT" panose="020B0502020104020203" pitchFamily="34" charset="77"/>
              </a:rPr>
              <a:t>.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4163376" y="5610495"/>
            <a:ext cx="29687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>
                <a:solidFill>
                  <a:srgbClr val="FF0000"/>
                </a:solidFill>
                <a:latin typeface="Gill Sans MT" panose="020B0502020104020203" pitchFamily="34" charset="77"/>
              </a:rPr>
              <a:t>.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4163376" y="5503815"/>
            <a:ext cx="29687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>
                <a:solidFill>
                  <a:srgbClr val="FF0000"/>
                </a:solidFill>
                <a:latin typeface="Gill Sans MT" panose="020B0502020104020203" pitchFamily="34" charset="77"/>
              </a:rPr>
              <a:t>.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A6FF270-31B9-E941-82CE-85911BC23B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0B2870-7350-8D40-A01A-CE539DF873CB}" type="slidenum">
              <a:rPr lang="en-US" smtClean="0"/>
              <a:t>45</a:t>
            </a:fld>
            <a:endParaRPr lang="en-US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8BD38762-CA3A-234A-384C-EC108AA546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PR04D</a:t>
            </a:r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573047399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60612" y="2243138"/>
            <a:ext cx="1635125" cy="2034822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2667000" y="2628900"/>
            <a:ext cx="471488" cy="514350"/>
          </a:xfrm>
          <a:prstGeom prst="rect">
            <a:avLst/>
          </a:prstGeom>
          <a:noFill/>
          <a:ln w="19050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2819400" y="2781300"/>
            <a:ext cx="471488" cy="514350"/>
          </a:xfrm>
          <a:prstGeom prst="rect">
            <a:avLst/>
          </a:prstGeom>
          <a:noFill/>
          <a:ln w="19050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2971800" y="2933700"/>
            <a:ext cx="471488" cy="514350"/>
          </a:xfrm>
          <a:prstGeom prst="rect">
            <a:avLst/>
          </a:prstGeom>
          <a:noFill/>
          <a:ln w="19050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28" name="Rectangle 27"/>
          <p:cNvSpPr/>
          <p:nvPr/>
        </p:nvSpPr>
        <p:spPr>
          <a:xfrm>
            <a:off x="3124200" y="3086100"/>
            <a:ext cx="471488" cy="514350"/>
          </a:xfrm>
          <a:prstGeom prst="rect">
            <a:avLst/>
          </a:prstGeom>
          <a:noFill/>
          <a:ln w="19050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29" name="Rectangle 28"/>
          <p:cNvSpPr/>
          <p:nvPr/>
        </p:nvSpPr>
        <p:spPr>
          <a:xfrm>
            <a:off x="2607127" y="2862945"/>
            <a:ext cx="471488" cy="514350"/>
          </a:xfrm>
          <a:prstGeom prst="rect">
            <a:avLst/>
          </a:prstGeom>
          <a:noFill/>
          <a:ln w="19050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30" name="Rectangle 29"/>
          <p:cNvSpPr/>
          <p:nvPr/>
        </p:nvSpPr>
        <p:spPr>
          <a:xfrm>
            <a:off x="2759527" y="3015345"/>
            <a:ext cx="471488" cy="514350"/>
          </a:xfrm>
          <a:prstGeom prst="rect">
            <a:avLst/>
          </a:prstGeom>
          <a:noFill/>
          <a:ln w="19050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31" name="Rectangle 30"/>
          <p:cNvSpPr/>
          <p:nvPr/>
        </p:nvSpPr>
        <p:spPr>
          <a:xfrm>
            <a:off x="2911927" y="3167745"/>
            <a:ext cx="471488" cy="514350"/>
          </a:xfrm>
          <a:prstGeom prst="rect">
            <a:avLst/>
          </a:prstGeom>
          <a:noFill/>
          <a:ln w="19050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32" name="Rectangle 31"/>
          <p:cNvSpPr/>
          <p:nvPr/>
        </p:nvSpPr>
        <p:spPr>
          <a:xfrm>
            <a:off x="3064327" y="3320145"/>
            <a:ext cx="471488" cy="514350"/>
          </a:xfrm>
          <a:prstGeom prst="rect">
            <a:avLst/>
          </a:prstGeom>
          <a:noFill/>
          <a:ln w="19050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33" name="Rectangle 32"/>
          <p:cNvSpPr/>
          <p:nvPr/>
        </p:nvSpPr>
        <p:spPr>
          <a:xfrm>
            <a:off x="2901045" y="2471055"/>
            <a:ext cx="471488" cy="514350"/>
          </a:xfrm>
          <a:prstGeom prst="rect">
            <a:avLst/>
          </a:prstGeom>
          <a:noFill/>
          <a:ln w="19050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34" name="Rectangle 33"/>
          <p:cNvSpPr/>
          <p:nvPr/>
        </p:nvSpPr>
        <p:spPr>
          <a:xfrm>
            <a:off x="3053445" y="2623455"/>
            <a:ext cx="471488" cy="514350"/>
          </a:xfrm>
          <a:prstGeom prst="rect">
            <a:avLst/>
          </a:prstGeom>
          <a:noFill/>
          <a:ln w="19050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35" name="Rectangle 34"/>
          <p:cNvSpPr/>
          <p:nvPr/>
        </p:nvSpPr>
        <p:spPr>
          <a:xfrm>
            <a:off x="3205845" y="2775855"/>
            <a:ext cx="471488" cy="514350"/>
          </a:xfrm>
          <a:prstGeom prst="rect">
            <a:avLst/>
          </a:prstGeom>
          <a:noFill/>
          <a:ln w="19050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36" name="Rectangle 35"/>
          <p:cNvSpPr/>
          <p:nvPr/>
        </p:nvSpPr>
        <p:spPr>
          <a:xfrm>
            <a:off x="3358245" y="2928255"/>
            <a:ext cx="471488" cy="514350"/>
          </a:xfrm>
          <a:prstGeom prst="rect">
            <a:avLst/>
          </a:prstGeom>
          <a:noFill/>
          <a:ln w="19050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37" name="Rectangle 36"/>
          <p:cNvSpPr/>
          <p:nvPr/>
        </p:nvSpPr>
        <p:spPr>
          <a:xfrm>
            <a:off x="2476497" y="3189515"/>
            <a:ext cx="471488" cy="514350"/>
          </a:xfrm>
          <a:prstGeom prst="rect">
            <a:avLst/>
          </a:prstGeom>
          <a:noFill/>
          <a:ln w="19050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38" name="Rectangle 37"/>
          <p:cNvSpPr/>
          <p:nvPr/>
        </p:nvSpPr>
        <p:spPr>
          <a:xfrm>
            <a:off x="2628897" y="3341915"/>
            <a:ext cx="471488" cy="514350"/>
          </a:xfrm>
          <a:prstGeom prst="rect">
            <a:avLst/>
          </a:prstGeom>
          <a:noFill/>
          <a:ln w="19050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39" name="Rectangle 38"/>
          <p:cNvSpPr/>
          <p:nvPr/>
        </p:nvSpPr>
        <p:spPr>
          <a:xfrm>
            <a:off x="2781297" y="3494315"/>
            <a:ext cx="471488" cy="514350"/>
          </a:xfrm>
          <a:prstGeom prst="rect">
            <a:avLst/>
          </a:prstGeom>
          <a:noFill/>
          <a:ln w="19050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40" name="Rectangle 39"/>
          <p:cNvSpPr/>
          <p:nvPr/>
        </p:nvSpPr>
        <p:spPr>
          <a:xfrm>
            <a:off x="2933697" y="3646715"/>
            <a:ext cx="471488" cy="514350"/>
          </a:xfrm>
          <a:prstGeom prst="rect">
            <a:avLst/>
          </a:prstGeom>
          <a:noFill/>
          <a:ln w="19050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41" name="Rectangle 40"/>
          <p:cNvSpPr/>
          <p:nvPr/>
        </p:nvSpPr>
        <p:spPr>
          <a:xfrm>
            <a:off x="2454727" y="2694209"/>
            <a:ext cx="471488" cy="514350"/>
          </a:xfrm>
          <a:prstGeom prst="rect">
            <a:avLst/>
          </a:prstGeom>
          <a:noFill/>
          <a:ln w="19050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42" name="Rectangle 41"/>
          <p:cNvSpPr/>
          <p:nvPr/>
        </p:nvSpPr>
        <p:spPr>
          <a:xfrm>
            <a:off x="2607127" y="2846609"/>
            <a:ext cx="471488" cy="514350"/>
          </a:xfrm>
          <a:prstGeom prst="rect">
            <a:avLst/>
          </a:prstGeom>
          <a:noFill/>
          <a:ln w="19050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43" name="Rectangle 42"/>
          <p:cNvSpPr/>
          <p:nvPr/>
        </p:nvSpPr>
        <p:spPr>
          <a:xfrm>
            <a:off x="2394854" y="2928254"/>
            <a:ext cx="471488" cy="514350"/>
          </a:xfrm>
          <a:prstGeom prst="rect">
            <a:avLst/>
          </a:prstGeom>
          <a:noFill/>
          <a:ln w="19050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44" name="Rectangle 43"/>
          <p:cNvSpPr/>
          <p:nvPr/>
        </p:nvSpPr>
        <p:spPr>
          <a:xfrm>
            <a:off x="2688772" y="2536364"/>
            <a:ext cx="471488" cy="514350"/>
          </a:xfrm>
          <a:prstGeom prst="rect">
            <a:avLst/>
          </a:prstGeom>
          <a:noFill/>
          <a:ln w="19050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45" name="Rectangle 44"/>
          <p:cNvSpPr/>
          <p:nvPr/>
        </p:nvSpPr>
        <p:spPr>
          <a:xfrm>
            <a:off x="2841172" y="2688764"/>
            <a:ext cx="471488" cy="514350"/>
          </a:xfrm>
          <a:prstGeom prst="rect">
            <a:avLst/>
          </a:prstGeom>
          <a:noFill/>
          <a:ln w="19050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46" name="Rectangle 45"/>
          <p:cNvSpPr/>
          <p:nvPr/>
        </p:nvSpPr>
        <p:spPr>
          <a:xfrm>
            <a:off x="3086097" y="3505199"/>
            <a:ext cx="471488" cy="514350"/>
          </a:xfrm>
          <a:prstGeom prst="rect">
            <a:avLst/>
          </a:prstGeom>
          <a:noFill/>
          <a:ln w="19050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47" name="Rectangle 46"/>
          <p:cNvSpPr/>
          <p:nvPr/>
        </p:nvSpPr>
        <p:spPr>
          <a:xfrm>
            <a:off x="3396342" y="3537857"/>
            <a:ext cx="471488" cy="514350"/>
          </a:xfrm>
          <a:prstGeom prst="rect">
            <a:avLst/>
          </a:prstGeom>
          <a:noFill/>
          <a:ln w="19050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48" name="Rectangle 47"/>
          <p:cNvSpPr/>
          <p:nvPr/>
        </p:nvSpPr>
        <p:spPr>
          <a:xfrm>
            <a:off x="3184071" y="2476498"/>
            <a:ext cx="471488" cy="514350"/>
          </a:xfrm>
          <a:prstGeom prst="rect">
            <a:avLst/>
          </a:prstGeom>
          <a:noFill/>
          <a:ln w="19050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cxnSp>
        <p:nvCxnSpPr>
          <p:cNvPr id="50" name="Straight Arrow Connector 49"/>
          <p:cNvCxnSpPr/>
          <p:nvPr/>
        </p:nvCxnSpPr>
        <p:spPr>
          <a:xfrm>
            <a:off x="3595688" y="6366389"/>
            <a:ext cx="1728788" cy="0"/>
          </a:xfrm>
          <a:prstGeom prst="straightConnector1">
            <a:avLst/>
          </a:prstGeom>
          <a:ln>
            <a:solidFill>
              <a:schemeClr val="tx1">
                <a:lumMod val="75000"/>
                <a:lumOff val="25000"/>
              </a:schemeClr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Straight Arrow Connector 50"/>
          <p:cNvCxnSpPr/>
          <p:nvPr/>
        </p:nvCxnSpPr>
        <p:spPr>
          <a:xfrm flipH="1" flipV="1">
            <a:off x="3677333" y="4963078"/>
            <a:ext cx="0" cy="1512849"/>
          </a:xfrm>
          <a:prstGeom prst="straightConnector1">
            <a:avLst/>
          </a:prstGeom>
          <a:ln>
            <a:solidFill>
              <a:schemeClr val="tx1">
                <a:lumMod val="75000"/>
                <a:lumOff val="25000"/>
              </a:schemeClr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" name="Picture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1585" y="5282295"/>
            <a:ext cx="711200" cy="4572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3995736" y="5061855"/>
            <a:ext cx="29687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>
                <a:solidFill>
                  <a:srgbClr val="FF0000"/>
                </a:solidFill>
                <a:latin typeface="Gill Sans MT" panose="020B0502020104020203" pitchFamily="34" charset="77"/>
              </a:rPr>
              <a:t>.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148136" y="5229495"/>
            <a:ext cx="29687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>
                <a:solidFill>
                  <a:srgbClr val="FF0000"/>
                </a:solidFill>
                <a:latin typeface="Gill Sans MT" panose="020B0502020104020203" pitchFamily="34" charset="77"/>
              </a:rPr>
              <a:t>.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148136" y="5122815"/>
            <a:ext cx="29687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>
                <a:solidFill>
                  <a:srgbClr val="FF0000"/>
                </a:solidFill>
                <a:latin typeface="Gill Sans MT" panose="020B0502020104020203" pitchFamily="34" charset="77"/>
              </a:rPr>
              <a:t>.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102416" y="5214255"/>
            <a:ext cx="29687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>
                <a:solidFill>
                  <a:srgbClr val="FF0000"/>
                </a:solidFill>
                <a:latin typeface="Gill Sans MT" panose="020B0502020104020203" pitchFamily="34" charset="77"/>
              </a:rPr>
              <a:t>.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254816" y="5381895"/>
            <a:ext cx="29687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>
                <a:solidFill>
                  <a:srgbClr val="FF0000"/>
                </a:solidFill>
                <a:latin typeface="Gill Sans MT" panose="020B0502020104020203" pitchFamily="34" charset="77"/>
              </a:rPr>
              <a:t>.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254816" y="5275215"/>
            <a:ext cx="29687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>
                <a:solidFill>
                  <a:srgbClr val="FF0000"/>
                </a:solidFill>
                <a:latin typeface="Gill Sans MT" panose="020B0502020104020203" pitchFamily="34" charset="77"/>
              </a:rPr>
              <a:t>.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437696" y="5153295"/>
            <a:ext cx="29687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>
                <a:solidFill>
                  <a:srgbClr val="FF0000"/>
                </a:solidFill>
                <a:latin typeface="Gill Sans MT" panose="020B0502020104020203" pitchFamily="34" charset="77"/>
              </a:rPr>
              <a:t>.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590096" y="5320935"/>
            <a:ext cx="29687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>
                <a:solidFill>
                  <a:srgbClr val="FF0000"/>
                </a:solidFill>
                <a:latin typeface="Gill Sans MT" panose="020B0502020104020203" pitchFamily="34" charset="77"/>
              </a:rPr>
              <a:t>.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4590096" y="5214255"/>
            <a:ext cx="29687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>
                <a:solidFill>
                  <a:srgbClr val="FF0000"/>
                </a:solidFill>
                <a:latin typeface="Gill Sans MT" panose="020B0502020104020203" pitchFamily="34" charset="77"/>
              </a:rPr>
              <a:t>.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4544376" y="5305695"/>
            <a:ext cx="29687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>
                <a:solidFill>
                  <a:srgbClr val="FF0000"/>
                </a:solidFill>
                <a:latin typeface="Gill Sans MT" panose="020B0502020104020203" pitchFamily="34" charset="77"/>
              </a:rPr>
              <a:t>.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4696776" y="5473335"/>
            <a:ext cx="29687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>
                <a:solidFill>
                  <a:srgbClr val="FF0000"/>
                </a:solidFill>
                <a:latin typeface="Gill Sans MT" panose="020B0502020104020203" pitchFamily="34" charset="77"/>
              </a:rPr>
              <a:t>.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4696776" y="5366655"/>
            <a:ext cx="29687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>
                <a:solidFill>
                  <a:srgbClr val="FF0000"/>
                </a:solidFill>
                <a:latin typeface="Gill Sans MT" panose="020B0502020104020203" pitchFamily="34" charset="77"/>
              </a:rPr>
              <a:t>.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4224336" y="5305695"/>
            <a:ext cx="29687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>
                <a:solidFill>
                  <a:srgbClr val="FF0000"/>
                </a:solidFill>
                <a:latin typeface="Gill Sans MT" panose="020B0502020104020203" pitchFamily="34" charset="77"/>
              </a:rPr>
              <a:t>.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376736" y="5473335"/>
            <a:ext cx="29687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>
                <a:solidFill>
                  <a:srgbClr val="FF0000"/>
                </a:solidFill>
                <a:latin typeface="Gill Sans MT" panose="020B0502020104020203" pitchFamily="34" charset="77"/>
              </a:rPr>
              <a:t>.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4376736" y="5366655"/>
            <a:ext cx="29687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>
                <a:solidFill>
                  <a:srgbClr val="FF0000"/>
                </a:solidFill>
                <a:latin typeface="Gill Sans MT" panose="020B0502020104020203" pitchFamily="34" charset="77"/>
              </a:rPr>
              <a:t>.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4331016" y="5458095"/>
            <a:ext cx="29687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>
                <a:solidFill>
                  <a:srgbClr val="FF0000"/>
                </a:solidFill>
                <a:latin typeface="Gill Sans MT" panose="020B0502020104020203" pitchFamily="34" charset="77"/>
              </a:rPr>
              <a:t>.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4483416" y="5625735"/>
            <a:ext cx="29687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>
                <a:solidFill>
                  <a:srgbClr val="FF0000"/>
                </a:solidFill>
                <a:latin typeface="Gill Sans MT" panose="020B0502020104020203" pitchFamily="34" charset="77"/>
              </a:rPr>
              <a:t>.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4483416" y="5519055"/>
            <a:ext cx="29687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>
                <a:solidFill>
                  <a:srgbClr val="FF0000"/>
                </a:solidFill>
                <a:latin typeface="Gill Sans MT" panose="020B0502020104020203" pitchFamily="34" charset="77"/>
              </a:rPr>
              <a:t>.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3904296" y="5290455"/>
            <a:ext cx="29687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>
                <a:solidFill>
                  <a:srgbClr val="FF0000"/>
                </a:solidFill>
                <a:latin typeface="Gill Sans MT" panose="020B0502020104020203" pitchFamily="34" charset="77"/>
              </a:rPr>
              <a:t>.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4056696" y="5458095"/>
            <a:ext cx="29687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>
                <a:solidFill>
                  <a:srgbClr val="FF0000"/>
                </a:solidFill>
                <a:latin typeface="Gill Sans MT" panose="020B0502020104020203" pitchFamily="34" charset="77"/>
              </a:rPr>
              <a:t>.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4056696" y="5351415"/>
            <a:ext cx="29687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>
                <a:solidFill>
                  <a:srgbClr val="FF0000"/>
                </a:solidFill>
                <a:latin typeface="Gill Sans MT" panose="020B0502020104020203" pitchFamily="34" charset="77"/>
              </a:rPr>
              <a:t>.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4010976" y="5442855"/>
            <a:ext cx="29687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>
                <a:solidFill>
                  <a:srgbClr val="FF0000"/>
                </a:solidFill>
                <a:latin typeface="Gill Sans MT" panose="020B0502020104020203" pitchFamily="34" charset="77"/>
              </a:rPr>
              <a:t>.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4163376" y="5610495"/>
            <a:ext cx="29687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>
                <a:solidFill>
                  <a:srgbClr val="FF0000"/>
                </a:solidFill>
                <a:latin typeface="Gill Sans MT" panose="020B0502020104020203" pitchFamily="34" charset="77"/>
              </a:rPr>
              <a:t>.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4163376" y="5503815"/>
            <a:ext cx="29687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>
                <a:solidFill>
                  <a:srgbClr val="FF0000"/>
                </a:solidFill>
                <a:latin typeface="Gill Sans MT" panose="020B0502020104020203" pitchFamily="34" charset="77"/>
              </a:rPr>
              <a:t>.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32A8A3D-7C6A-3647-B7BD-CB1F217BA5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0B2870-7350-8D40-A01A-CE539DF873CB}" type="slidenum">
              <a:rPr lang="en-US" smtClean="0"/>
              <a:t>46</a:t>
            </a:fld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664D40-5FC6-FF6A-7C98-D4F0BB13A3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PR04D</a:t>
            </a:r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962409582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60612" y="2243138"/>
            <a:ext cx="1635125" cy="2034822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2667000" y="2628900"/>
            <a:ext cx="471488" cy="514350"/>
          </a:xfrm>
          <a:prstGeom prst="rect">
            <a:avLst/>
          </a:prstGeom>
          <a:noFill/>
          <a:ln w="19050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2819400" y="2781300"/>
            <a:ext cx="471488" cy="514350"/>
          </a:xfrm>
          <a:prstGeom prst="rect">
            <a:avLst/>
          </a:prstGeom>
          <a:noFill/>
          <a:ln w="19050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2971800" y="2933700"/>
            <a:ext cx="471488" cy="514350"/>
          </a:xfrm>
          <a:prstGeom prst="rect">
            <a:avLst/>
          </a:prstGeom>
          <a:noFill/>
          <a:ln w="19050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28" name="Rectangle 27"/>
          <p:cNvSpPr/>
          <p:nvPr/>
        </p:nvSpPr>
        <p:spPr>
          <a:xfrm>
            <a:off x="3124200" y="3086100"/>
            <a:ext cx="471488" cy="514350"/>
          </a:xfrm>
          <a:prstGeom prst="rect">
            <a:avLst/>
          </a:prstGeom>
          <a:noFill/>
          <a:ln w="19050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29" name="Rectangle 28"/>
          <p:cNvSpPr/>
          <p:nvPr/>
        </p:nvSpPr>
        <p:spPr>
          <a:xfrm>
            <a:off x="2607127" y="2862945"/>
            <a:ext cx="471488" cy="514350"/>
          </a:xfrm>
          <a:prstGeom prst="rect">
            <a:avLst/>
          </a:prstGeom>
          <a:noFill/>
          <a:ln w="19050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30" name="Rectangle 29"/>
          <p:cNvSpPr/>
          <p:nvPr/>
        </p:nvSpPr>
        <p:spPr>
          <a:xfrm>
            <a:off x="2759527" y="3015345"/>
            <a:ext cx="471488" cy="514350"/>
          </a:xfrm>
          <a:prstGeom prst="rect">
            <a:avLst/>
          </a:prstGeom>
          <a:noFill/>
          <a:ln w="19050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31" name="Rectangle 30"/>
          <p:cNvSpPr/>
          <p:nvPr/>
        </p:nvSpPr>
        <p:spPr>
          <a:xfrm>
            <a:off x="2911927" y="3167745"/>
            <a:ext cx="471488" cy="514350"/>
          </a:xfrm>
          <a:prstGeom prst="rect">
            <a:avLst/>
          </a:prstGeom>
          <a:noFill/>
          <a:ln w="19050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32" name="Rectangle 31"/>
          <p:cNvSpPr/>
          <p:nvPr/>
        </p:nvSpPr>
        <p:spPr>
          <a:xfrm>
            <a:off x="3064327" y="3320145"/>
            <a:ext cx="471488" cy="514350"/>
          </a:xfrm>
          <a:prstGeom prst="rect">
            <a:avLst/>
          </a:prstGeom>
          <a:noFill/>
          <a:ln w="19050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33" name="Rectangle 32"/>
          <p:cNvSpPr/>
          <p:nvPr/>
        </p:nvSpPr>
        <p:spPr>
          <a:xfrm>
            <a:off x="2901045" y="2471055"/>
            <a:ext cx="471488" cy="514350"/>
          </a:xfrm>
          <a:prstGeom prst="rect">
            <a:avLst/>
          </a:prstGeom>
          <a:noFill/>
          <a:ln w="19050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34" name="Rectangle 33"/>
          <p:cNvSpPr/>
          <p:nvPr/>
        </p:nvSpPr>
        <p:spPr>
          <a:xfrm>
            <a:off x="3053445" y="2623455"/>
            <a:ext cx="471488" cy="514350"/>
          </a:xfrm>
          <a:prstGeom prst="rect">
            <a:avLst/>
          </a:prstGeom>
          <a:noFill/>
          <a:ln w="19050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35" name="Rectangle 34"/>
          <p:cNvSpPr/>
          <p:nvPr/>
        </p:nvSpPr>
        <p:spPr>
          <a:xfrm>
            <a:off x="3205845" y="2775855"/>
            <a:ext cx="471488" cy="514350"/>
          </a:xfrm>
          <a:prstGeom prst="rect">
            <a:avLst/>
          </a:prstGeom>
          <a:noFill/>
          <a:ln w="19050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36" name="Rectangle 35"/>
          <p:cNvSpPr/>
          <p:nvPr/>
        </p:nvSpPr>
        <p:spPr>
          <a:xfrm>
            <a:off x="3358245" y="2928255"/>
            <a:ext cx="471488" cy="514350"/>
          </a:xfrm>
          <a:prstGeom prst="rect">
            <a:avLst/>
          </a:prstGeom>
          <a:noFill/>
          <a:ln w="19050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37" name="Rectangle 36"/>
          <p:cNvSpPr/>
          <p:nvPr/>
        </p:nvSpPr>
        <p:spPr>
          <a:xfrm>
            <a:off x="2476497" y="3189515"/>
            <a:ext cx="471488" cy="514350"/>
          </a:xfrm>
          <a:prstGeom prst="rect">
            <a:avLst/>
          </a:prstGeom>
          <a:noFill/>
          <a:ln w="19050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38" name="Rectangle 37"/>
          <p:cNvSpPr/>
          <p:nvPr/>
        </p:nvSpPr>
        <p:spPr>
          <a:xfrm>
            <a:off x="2628897" y="3341915"/>
            <a:ext cx="471488" cy="514350"/>
          </a:xfrm>
          <a:prstGeom prst="rect">
            <a:avLst/>
          </a:prstGeom>
          <a:noFill/>
          <a:ln w="19050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39" name="Rectangle 38"/>
          <p:cNvSpPr/>
          <p:nvPr/>
        </p:nvSpPr>
        <p:spPr>
          <a:xfrm>
            <a:off x="2781297" y="3494315"/>
            <a:ext cx="471488" cy="514350"/>
          </a:xfrm>
          <a:prstGeom prst="rect">
            <a:avLst/>
          </a:prstGeom>
          <a:noFill/>
          <a:ln w="19050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40" name="Rectangle 39"/>
          <p:cNvSpPr/>
          <p:nvPr/>
        </p:nvSpPr>
        <p:spPr>
          <a:xfrm>
            <a:off x="2933697" y="3646715"/>
            <a:ext cx="471488" cy="514350"/>
          </a:xfrm>
          <a:prstGeom prst="rect">
            <a:avLst/>
          </a:prstGeom>
          <a:noFill/>
          <a:ln w="19050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41" name="Rectangle 40"/>
          <p:cNvSpPr/>
          <p:nvPr/>
        </p:nvSpPr>
        <p:spPr>
          <a:xfrm>
            <a:off x="2454727" y="2694209"/>
            <a:ext cx="471488" cy="514350"/>
          </a:xfrm>
          <a:prstGeom prst="rect">
            <a:avLst/>
          </a:prstGeom>
          <a:noFill/>
          <a:ln w="19050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42" name="Rectangle 41"/>
          <p:cNvSpPr/>
          <p:nvPr/>
        </p:nvSpPr>
        <p:spPr>
          <a:xfrm>
            <a:off x="2607127" y="2846609"/>
            <a:ext cx="471488" cy="514350"/>
          </a:xfrm>
          <a:prstGeom prst="rect">
            <a:avLst/>
          </a:prstGeom>
          <a:noFill/>
          <a:ln w="19050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43" name="Rectangle 42"/>
          <p:cNvSpPr/>
          <p:nvPr/>
        </p:nvSpPr>
        <p:spPr>
          <a:xfrm>
            <a:off x="2394854" y="2928254"/>
            <a:ext cx="471488" cy="514350"/>
          </a:xfrm>
          <a:prstGeom prst="rect">
            <a:avLst/>
          </a:prstGeom>
          <a:noFill/>
          <a:ln w="19050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44" name="Rectangle 43"/>
          <p:cNvSpPr/>
          <p:nvPr/>
        </p:nvSpPr>
        <p:spPr>
          <a:xfrm>
            <a:off x="2688772" y="2536364"/>
            <a:ext cx="471488" cy="514350"/>
          </a:xfrm>
          <a:prstGeom prst="rect">
            <a:avLst/>
          </a:prstGeom>
          <a:noFill/>
          <a:ln w="19050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45" name="Rectangle 44"/>
          <p:cNvSpPr/>
          <p:nvPr/>
        </p:nvSpPr>
        <p:spPr>
          <a:xfrm>
            <a:off x="2841172" y="2688764"/>
            <a:ext cx="471488" cy="514350"/>
          </a:xfrm>
          <a:prstGeom prst="rect">
            <a:avLst/>
          </a:prstGeom>
          <a:noFill/>
          <a:ln w="19050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46" name="Rectangle 45"/>
          <p:cNvSpPr/>
          <p:nvPr/>
        </p:nvSpPr>
        <p:spPr>
          <a:xfrm>
            <a:off x="3086097" y="3505199"/>
            <a:ext cx="471488" cy="514350"/>
          </a:xfrm>
          <a:prstGeom prst="rect">
            <a:avLst/>
          </a:prstGeom>
          <a:noFill/>
          <a:ln w="19050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47" name="Rectangle 46"/>
          <p:cNvSpPr/>
          <p:nvPr/>
        </p:nvSpPr>
        <p:spPr>
          <a:xfrm>
            <a:off x="3396342" y="3537857"/>
            <a:ext cx="471488" cy="514350"/>
          </a:xfrm>
          <a:prstGeom prst="rect">
            <a:avLst/>
          </a:prstGeom>
          <a:noFill/>
          <a:ln w="19050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48" name="Rectangle 47"/>
          <p:cNvSpPr/>
          <p:nvPr/>
        </p:nvSpPr>
        <p:spPr>
          <a:xfrm>
            <a:off x="3184071" y="2476498"/>
            <a:ext cx="471488" cy="514350"/>
          </a:xfrm>
          <a:prstGeom prst="rect">
            <a:avLst/>
          </a:prstGeom>
          <a:noFill/>
          <a:ln w="19050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cxnSp>
        <p:nvCxnSpPr>
          <p:cNvPr id="50" name="Straight Arrow Connector 49"/>
          <p:cNvCxnSpPr/>
          <p:nvPr/>
        </p:nvCxnSpPr>
        <p:spPr>
          <a:xfrm>
            <a:off x="3595688" y="6366389"/>
            <a:ext cx="1728788" cy="0"/>
          </a:xfrm>
          <a:prstGeom prst="straightConnector1">
            <a:avLst/>
          </a:prstGeom>
          <a:ln>
            <a:solidFill>
              <a:schemeClr val="tx1">
                <a:lumMod val="75000"/>
                <a:lumOff val="25000"/>
              </a:schemeClr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Straight Arrow Connector 50"/>
          <p:cNvCxnSpPr/>
          <p:nvPr/>
        </p:nvCxnSpPr>
        <p:spPr>
          <a:xfrm flipH="1" flipV="1">
            <a:off x="3677333" y="4963078"/>
            <a:ext cx="0" cy="1512849"/>
          </a:xfrm>
          <a:prstGeom prst="straightConnector1">
            <a:avLst/>
          </a:prstGeom>
          <a:ln>
            <a:solidFill>
              <a:schemeClr val="tx1">
                <a:lumMod val="75000"/>
                <a:lumOff val="25000"/>
              </a:schemeClr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" name="Picture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1585" y="5282295"/>
            <a:ext cx="711200" cy="4572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3995736" y="5061855"/>
            <a:ext cx="29687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>
                <a:solidFill>
                  <a:srgbClr val="FF0000"/>
                </a:solidFill>
                <a:latin typeface="Gill Sans MT" panose="020B0502020104020203" pitchFamily="34" charset="77"/>
              </a:rPr>
              <a:t>.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148136" y="5229495"/>
            <a:ext cx="29687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>
                <a:solidFill>
                  <a:srgbClr val="FF0000"/>
                </a:solidFill>
                <a:latin typeface="Gill Sans MT" panose="020B0502020104020203" pitchFamily="34" charset="77"/>
              </a:rPr>
              <a:t>.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148136" y="5122815"/>
            <a:ext cx="29687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>
                <a:solidFill>
                  <a:srgbClr val="FF0000"/>
                </a:solidFill>
                <a:latin typeface="Gill Sans MT" panose="020B0502020104020203" pitchFamily="34" charset="77"/>
              </a:rPr>
              <a:t>.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102416" y="5214255"/>
            <a:ext cx="29687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>
                <a:solidFill>
                  <a:srgbClr val="FF0000"/>
                </a:solidFill>
                <a:latin typeface="Gill Sans MT" panose="020B0502020104020203" pitchFamily="34" charset="77"/>
              </a:rPr>
              <a:t>.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254816" y="5381895"/>
            <a:ext cx="29687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>
                <a:solidFill>
                  <a:srgbClr val="FF0000"/>
                </a:solidFill>
                <a:latin typeface="Gill Sans MT" panose="020B0502020104020203" pitchFamily="34" charset="77"/>
              </a:rPr>
              <a:t>.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254816" y="5275215"/>
            <a:ext cx="29687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>
                <a:solidFill>
                  <a:srgbClr val="FF0000"/>
                </a:solidFill>
                <a:latin typeface="Gill Sans MT" panose="020B0502020104020203" pitchFamily="34" charset="77"/>
              </a:rPr>
              <a:t>.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437696" y="5153295"/>
            <a:ext cx="29687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>
                <a:solidFill>
                  <a:srgbClr val="FF0000"/>
                </a:solidFill>
                <a:latin typeface="Gill Sans MT" panose="020B0502020104020203" pitchFamily="34" charset="77"/>
              </a:rPr>
              <a:t>.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590096" y="5320935"/>
            <a:ext cx="29687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>
                <a:solidFill>
                  <a:srgbClr val="FF0000"/>
                </a:solidFill>
                <a:latin typeface="Gill Sans MT" panose="020B0502020104020203" pitchFamily="34" charset="77"/>
              </a:rPr>
              <a:t>.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4590096" y="5214255"/>
            <a:ext cx="29687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>
                <a:solidFill>
                  <a:srgbClr val="FF0000"/>
                </a:solidFill>
                <a:latin typeface="Gill Sans MT" panose="020B0502020104020203" pitchFamily="34" charset="77"/>
              </a:rPr>
              <a:t>.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4544376" y="5305695"/>
            <a:ext cx="29687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>
                <a:solidFill>
                  <a:srgbClr val="FF0000"/>
                </a:solidFill>
                <a:latin typeface="Gill Sans MT" panose="020B0502020104020203" pitchFamily="34" charset="77"/>
              </a:rPr>
              <a:t>.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4696776" y="5473335"/>
            <a:ext cx="29687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>
                <a:solidFill>
                  <a:srgbClr val="FF0000"/>
                </a:solidFill>
                <a:latin typeface="Gill Sans MT" panose="020B0502020104020203" pitchFamily="34" charset="77"/>
              </a:rPr>
              <a:t>.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4696776" y="5366655"/>
            <a:ext cx="29687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>
                <a:solidFill>
                  <a:srgbClr val="FF0000"/>
                </a:solidFill>
                <a:latin typeface="Gill Sans MT" panose="020B0502020104020203" pitchFamily="34" charset="77"/>
              </a:rPr>
              <a:t>.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4224336" y="5305695"/>
            <a:ext cx="29687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>
                <a:solidFill>
                  <a:srgbClr val="FF0000"/>
                </a:solidFill>
                <a:latin typeface="Gill Sans MT" panose="020B0502020104020203" pitchFamily="34" charset="77"/>
              </a:rPr>
              <a:t>.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376736" y="5473335"/>
            <a:ext cx="29687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>
                <a:solidFill>
                  <a:srgbClr val="FF0000"/>
                </a:solidFill>
                <a:latin typeface="Gill Sans MT" panose="020B0502020104020203" pitchFamily="34" charset="77"/>
              </a:rPr>
              <a:t>.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4376736" y="5366655"/>
            <a:ext cx="29687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>
                <a:solidFill>
                  <a:srgbClr val="FF0000"/>
                </a:solidFill>
                <a:latin typeface="Gill Sans MT" panose="020B0502020104020203" pitchFamily="34" charset="77"/>
              </a:rPr>
              <a:t>.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4331016" y="5458095"/>
            <a:ext cx="29687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>
                <a:solidFill>
                  <a:srgbClr val="FF0000"/>
                </a:solidFill>
                <a:latin typeface="Gill Sans MT" panose="020B0502020104020203" pitchFamily="34" charset="77"/>
              </a:rPr>
              <a:t>.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4483416" y="5625735"/>
            <a:ext cx="29687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>
                <a:solidFill>
                  <a:srgbClr val="FF0000"/>
                </a:solidFill>
                <a:latin typeface="Gill Sans MT" panose="020B0502020104020203" pitchFamily="34" charset="77"/>
              </a:rPr>
              <a:t>.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4483416" y="5519055"/>
            <a:ext cx="29687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>
                <a:solidFill>
                  <a:srgbClr val="FF0000"/>
                </a:solidFill>
                <a:latin typeface="Gill Sans MT" panose="020B0502020104020203" pitchFamily="34" charset="77"/>
              </a:rPr>
              <a:t>.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3904296" y="5290455"/>
            <a:ext cx="29687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>
                <a:solidFill>
                  <a:srgbClr val="FF0000"/>
                </a:solidFill>
                <a:latin typeface="Gill Sans MT" panose="020B0502020104020203" pitchFamily="34" charset="77"/>
              </a:rPr>
              <a:t>.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4056696" y="5458095"/>
            <a:ext cx="29687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>
                <a:solidFill>
                  <a:srgbClr val="FF0000"/>
                </a:solidFill>
                <a:latin typeface="Gill Sans MT" panose="020B0502020104020203" pitchFamily="34" charset="77"/>
              </a:rPr>
              <a:t>.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4056696" y="5351415"/>
            <a:ext cx="29687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>
                <a:solidFill>
                  <a:srgbClr val="FF0000"/>
                </a:solidFill>
                <a:latin typeface="Gill Sans MT" panose="020B0502020104020203" pitchFamily="34" charset="77"/>
              </a:rPr>
              <a:t>.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4010976" y="5442855"/>
            <a:ext cx="29687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>
                <a:solidFill>
                  <a:srgbClr val="FF0000"/>
                </a:solidFill>
                <a:latin typeface="Gill Sans MT" panose="020B0502020104020203" pitchFamily="34" charset="77"/>
              </a:rPr>
              <a:t>.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4163376" y="5610495"/>
            <a:ext cx="29687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>
                <a:solidFill>
                  <a:srgbClr val="FF0000"/>
                </a:solidFill>
                <a:latin typeface="Gill Sans MT" panose="020B0502020104020203" pitchFamily="34" charset="77"/>
              </a:rPr>
              <a:t>.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4163376" y="5503815"/>
            <a:ext cx="29687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>
                <a:solidFill>
                  <a:srgbClr val="FF0000"/>
                </a:solidFill>
                <a:latin typeface="Gill Sans MT" panose="020B0502020104020203" pitchFamily="34" charset="77"/>
              </a:rPr>
              <a:t>.</a:t>
            </a:r>
          </a:p>
        </p:txBody>
      </p:sp>
      <p:pic>
        <p:nvPicPr>
          <p:cNvPr id="77" name="Picture 7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87531" y="307658"/>
            <a:ext cx="1635124" cy="2034822"/>
          </a:xfrm>
          <a:prstGeom prst="rect">
            <a:avLst/>
          </a:prstGeom>
        </p:spPr>
      </p:pic>
      <p:sp>
        <p:nvSpPr>
          <p:cNvPr id="78" name="Rectangle 77"/>
          <p:cNvSpPr/>
          <p:nvPr/>
        </p:nvSpPr>
        <p:spPr>
          <a:xfrm>
            <a:off x="4754880" y="708660"/>
            <a:ext cx="471488" cy="514350"/>
          </a:xfrm>
          <a:prstGeom prst="rect">
            <a:avLst/>
          </a:prstGeom>
          <a:noFill/>
          <a:ln w="1905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79" name="Rectangle 78"/>
          <p:cNvSpPr/>
          <p:nvPr/>
        </p:nvSpPr>
        <p:spPr>
          <a:xfrm>
            <a:off x="4907280" y="861060"/>
            <a:ext cx="471488" cy="514350"/>
          </a:xfrm>
          <a:prstGeom prst="rect">
            <a:avLst/>
          </a:prstGeom>
          <a:noFill/>
          <a:ln w="1905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80" name="Rectangle 79"/>
          <p:cNvSpPr/>
          <p:nvPr/>
        </p:nvSpPr>
        <p:spPr>
          <a:xfrm>
            <a:off x="5059680" y="1013460"/>
            <a:ext cx="471488" cy="514350"/>
          </a:xfrm>
          <a:prstGeom prst="rect">
            <a:avLst/>
          </a:prstGeom>
          <a:noFill/>
          <a:ln w="1905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81" name="Rectangle 80"/>
          <p:cNvSpPr/>
          <p:nvPr/>
        </p:nvSpPr>
        <p:spPr>
          <a:xfrm>
            <a:off x="5212080" y="1165860"/>
            <a:ext cx="471488" cy="514350"/>
          </a:xfrm>
          <a:prstGeom prst="rect">
            <a:avLst/>
          </a:prstGeom>
          <a:noFill/>
          <a:ln w="1905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82" name="Rectangle 81"/>
          <p:cNvSpPr/>
          <p:nvPr/>
        </p:nvSpPr>
        <p:spPr>
          <a:xfrm>
            <a:off x="4695007" y="942705"/>
            <a:ext cx="471488" cy="514350"/>
          </a:xfrm>
          <a:prstGeom prst="rect">
            <a:avLst/>
          </a:prstGeom>
          <a:noFill/>
          <a:ln w="1905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83" name="Rectangle 82"/>
          <p:cNvSpPr/>
          <p:nvPr/>
        </p:nvSpPr>
        <p:spPr>
          <a:xfrm>
            <a:off x="4847407" y="1095105"/>
            <a:ext cx="471488" cy="514350"/>
          </a:xfrm>
          <a:prstGeom prst="rect">
            <a:avLst/>
          </a:prstGeom>
          <a:noFill/>
          <a:ln w="1905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84" name="Rectangle 83"/>
          <p:cNvSpPr/>
          <p:nvPr/>
        </p:nvSpPr>
        <p:spPr>
          <a:xfrm>
            <a:off x="4999807" y="1247505"/>
            <a:ext cx="471488" cy="514350"/>
          </a:xfrm>
          <a:prstGeom prst="rect">
            <a:avLst/>
          </a:prstGeom>
          <a:noFill/>
          <a:ln w="1905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85" name="Rectangle 84"/>
          <p:cNvSpPr/>
          <p:nvPr/>
        </p:nvSpPr>
        <p:spPr>
          <a:xfrm>
            <a:off x="5152207" y="1399905"/>
            <a:ext cx="471488" cy="514350"/>
          </a:xfrm>
          <a:prstGeom prst="rect">
            <a:avLst/>
          </a:prstGeom>
          <a:noFill/>
          <a:ln w="1905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86" name="Rectangle 85"/>
          <p:cNvSpPr/>
          <p:nvPr/>
        </p:nvSpPr>
        <p:spPr>
          <a:xfrm>
            <a:off x="4988925" y="550815"/>
            <a:ext cx="471488" cy="514350"/>
          </a:xfrm>
          <a:prstGeom prst="rect">
            <a:avLst/>
          </a:prstGeom>
          <a:noFill/>
          <a:ln w="1905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87" name="Rectangle 86"/>
          <p:cNvSpPr/>
          <p:nvPr/>
        </p:nvSpPr>
        <p:spPr>
          <a:xfrm>
            <a:off x="5141325" y="703215"/>
            <a:ext cx="471488" cy="514350"/>
          </a:xfrm>
          <a:prstGeom prst="rect">
            <a:avLst/>
          </a:prstGeom>
          <a:noFill/>
          <a:ln w="1905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88" name="Rectangle 87"/>
          <p:cNvSpPr/>
          <p:nvPr/>
        </p:nvSpPr>
        <p:spPr>
          <a:xfrm>
            <a:off x="5293725" y="855615"/>
            <a:ext cx="471488" cy="514350"/>
          </a:xfrm>
          <a:prstGeom prst="rect">
            <a:avLst/>
          </a:prstGeom>
          <a:noFill/>
          <a:ln w="1905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89" name="Rectangle 88"/>
          <p:cNvSpPr/>
          <p:nvPr/>
        </p:nvSpPr>
        <p:spPr>
          <a:xfrm>
            <a:off x="5446125" y="1008015"/>
            <a:ext cx="471488" cy="514350"/>
          </a:xfrm>
          <a:prstGeom prst="rect">
            <a:avLst/>
          </a:prstGeom>
          <a:noFill/>
          <a:ln w="1905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90" name="Rectangle 89"/>
          <p:cNvSpPr/>
          <p:nvPr/>
        </p:nvSpPr>
        <p:spPr>
          <a:xfrm>
            <a:off x="4564377" y="1269275"/>
            <a:ext cx="471488" cy="514350"/>
          </a:xfrm>
          <a:prstGeom prst="rect">
            <a:avLst/>
          </a:prstGeom>
          <a:noFill/>
          <a:ln w="1905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91" name="Rectangle 90"/>
          <p:cNvSpPr/>
          <p:nvPr/>
        </p:nvSpPr>
        <p:spPr>
          <a:xfrm>
            <a:off x="4716777" y="1421675"/>
            <a:ext cx="471488" cy="514350"/>
          </a:xfrm>
          <a:prstGeom prst="rect">
            <a:avLst/>
          </a:prstGeom>
          <a:noFill/>
          <a:ln w="1905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92" name="Rectangle 91"/>
          <p:cNvSpPr/>
          <p:nvPr/>
        </p:nvSpPr>
        <p:spPr>
          <a:xfrm>
            <a:off x="4869177" y="1574075"/>
            <a:ext cx="471488" cy="514350"/>
          </a:xfrm>
          <a:prstGeom prst="rect">
            <a:avLst/>
          </a:prstGeom>
          <a:noFill/>
          <a:ln w="1905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93" name="Rectangle 92"/>
          <p:cNvSpPr/>
          <p:nvPr/>
        </p:nvSpPr>
        <p:spPr>
          <a:xfrm>
            <a:off x="5021577" y="1726475"/>
            <a:ext cx="471488" cy="514350"/>
          </a:xfrm>
          <a:prstGeom prst="rect">
            <a:avLst/>
          </a:prstGeom>
          <a:noFill/>
          <a:ln w="1905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94" name="Rectangle 93"/>
          <p:cNvSpPr/>
          <p:nvPr/>
        </p:nvSpPr>
        <p:spPr>
          <a:xfrm>
            <a:off x="4542607" y="773969"/>
            <a:ext cx="471488" cy="514350"/>
          </a:xfrm>
          <a:prstGeom prst="rect">
            <a:avLst/>
          </a:prstGeom>
          <a:noFill/>
          <a:ln w="1905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95" name="Rectangle 94"/>
          <p:cNvSpPr/>
          <p:nvPr/>
        </p:nvSpPr>
        <p:spPr>
          <a:xfrm>
            <a:off x="4695007" y="926369"/>
            <a:ext cx="471488" cy="514350"/>
          </a:xfrm>
          <a:prstGeom prst="rect">
            <a:avLst/>
          </a:prstGeom>
          <a:noFill/>
          <a:ln w="1905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96" name="Rectangle 95"/>
          <p:cNvSpPr/>
          <p:nvPr/>
        </p:nvSpPr>
        <p:spPr>
          <a:xfrm>
            <a:off x="4482734" y="1008014"/>
            <a:ext cx="471488" cy="514350"/>
          </a:xfrm>
          <a:prstGeom prst="rect">
            <a:avLst/>
          </a:prstGeom>
          <a:noFill/>
          <a:ln w="1905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97" name="Rectangle 96"/>
          <p:cNvSpPr/>
          <p:nvPr/>
        </p:nvSpPr>
        <p:spPr>
          <a:xfrm>
            <a:off x="4776652" y="616124"/>
            <a:ext cx="471488" cy="514350"/>
          </a:xfrm>
          <a:prstGeom prst="rect">
            <a:avLst/>
          </a:prstGeom>
          <a:noFill/>
          <a:ln w="1905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98" name="Rectangle 97"/>
          <p:cNvSpPr/>
          <p:nvPr/>
        </p:nvSpPr>
        <p:spPr>
          <a:xfrm>
            <a:off x="4929052" y="768524"/>
            <a:ext cx="471488" cy="514350"/>
          </a:xfrm>
          <a:prstGeom prst="rect">
            <a:avLst/>
          </a:prstGeom>
          <a:noFill/>
          <a:ln w="1905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99" name="Rectangle 98"/>
          <p:cNvSpPr/>
          <p:nvPr/>
        </p:nvSpPr>
        <p:spPr>
          <a:xfrm>
            <a:off x="5173977" y="1584959"/>
            <a:ext cx="471488" cy="514350"/>
          </a:xfrm>
          <a:prstGeom prst="rect">
            <a:avLst/>
          </a:prstGeom>
          <a:noFill/>
          <a:ln w="1905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00" name="Rectangle 99"/>
          <p:cNvSpPr/>
          <p:nvPr/>
        </p:nvSpPr>
        <p:spPr>
          <a:xfrm>
            <a:off x="5484222" y="1617617"/>
            <a:ext cx="471488" cy="514350"/>
          </a:xfrm>
          <a:prstGeom prst="rect">
            <a:avLst/>
          </a:prstGeom>
          <a:noFill/>
          <a:ln w="1905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01" name="Rectangle 100"/>
          <p:cNvSpPr/>
          <p:nvPr/>
        </p:nvSpPr>
        <p:spPr>
          <a:xfrm>
            <a:off x="5271951" y="556258"/>
            <a:ext cx="471488" cy="514350"/>
          </a:xfrm>
          <a:prstGeom prst="rect">
            <a:avLst/>
          </a:prstGeom>
          <a:noFill/>
          <a:ln w="1905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grpSp>
        <p:nvGrpSpPr>
          <p:cNvPr id="3" name="Group 2"/>
          <p:cNvGrpSpPr/>
          <p:nvPr/>
        </p:nvGrpSpPr>
        <p:grpSpPr>
          <a:xfrm rot="2012316">
            <a:off x="4068718" y="5031374"/>
            <a:ext cx="1089357" cy="1119366"/>
            <a:chOff x="2300878" y="5107575"/>
            <a:chExt cx="1089357" cy="1119366"/>
          </a:xfrm>
        </p:grpSpPr>
        <p:sp>
          <p:nvSpPr>
            <p:cNvPr id="102" name="TextBox 101"/>
            <p:cNvSpPr txBox="1"/>
            <p:nvPr/>
          </p:nvSpPr>
          <p:spPr>
            <a:xfrm>
              <a:off x="2544719" y="5122815"/>
              <a:ext cx="296876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4000" dirty="0">
                  <a:solidFill>
                    <a:srgbClr val="0070C0"/>
                  </a:solidFill>
                  <a:latin typeface="Gill Sans MT" panose="020B0502020104020203" pitchFamily="34" charset="77"/>
                </a:rPr>
                <a:t>.</a:t>
              </a:r>
            </a:p>
          </p:txBody>
        </p:sp>
        <p:sp>
          <p:nvSpPr>
            <p:cNvPr id="103" name="TextBox 102"/>
            <p:cNvSpPr txBox="1"/>
            <p:nvPr/>
          </p:nvSpPr>
          <p:spPr>
            <a:xfrm>
              <a:off x="2498999" y="5107575"/>
              <a:ext cx="296876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4000" dirty="0">
                  <a:solidFill>
                    <a:srgbClr val="0070C0"/>
                  </a:solidFill>
                  <a:latin typeface="Gill Sans MT" panose="020B0502020104020203" pitchFamily="34" charset="77"/>
                </a:rPr>
                <a:t>.</a:t>
              </a:r>
            </a:p>
          </p:txBody>
        </p:sp>
        <p:sp>
          <p:nvSpPr>
            <p:cNvPr id="104" name="TextBox 103"/>
            <p:cNvSpPr txBox="1"/>
            <p:nvPr/>
          </p:nvSpPr>
          <p:spPr>
            <a:xfrm>
              <a:off x="2651399" y="5275215"/>
              <a:ext cx="296876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4000" dirty="0">
                  <a:solidFill>
                    <a:srgbClr val="0070C0"/>
                  </a:solidFill>
                  <a:latin typeface="Gill Sans MT" panose="020B0502020104020203" pitchFamily="34" charset="77"/>
                </a:rPr>
                <a:t>.</a:t>
              </a:r>
            </a:p>
          </p:txBody>
        </p:sp>
        <p:sp>
          <p:nvSpPr>
            <p:cNvPr id="105" name="TextBox 104"/>
            <p:cNvSpPr txBox="1"/>
            <p:nvPr/>
          </p:nvSpPr>
          <p:spPr>
            <a:xfrm>
              <a:off x="2651400" y="5168535"/>
              <a:ext cx="296876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4000" dirty="0">
                  <a:solidFill>
                    <a:srgbClr val="0070C0"/>
                  </a:solidFill>
                  <a:latin typeface="Gill Sans MT" panose="020B0502020104020203" pitchFamily="34" charset="77"/>
                </a:rPr>
                <a:t>.</a:t>
              </a:r>
            </a:p>
          </p:txBody>
        </p:sp>
        <p:sp>
          <p:nvSpPr>
            <p:cNvPr id="106" name="TextBox 105"/>
            <p:cNvSpPr txBox="1"/>
            <p:nvPr/>
          </p:nvSpPr>
          <p:spPr>
            <a:xfrm>
              <a:off x="2986679" y="5214255"/>
              <a:ext cx="296876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4000" dirty="0">
                  <a:solidFill>
                    <a:srgbClr val="0070C0"/>
                  </a:solidFill>
                  <a:latin typeface="Gill Sans MT" panose="020B0502020104020203" pitchFamily="34" charset="77"/>
                </a:rPr>
                <a:t>.</a:t>
              </a:r>
            </a:p>
          </p:txBody>
        </p:sp>
        <p:sp>
          <p:nvSpPr>
            <p:cNvPr id="107" name="TextBox 106"/>
            <p:cNvSpPr txBox="1"/>
            <p:nvPr/>
          </p:nvSpPr>
          <p:spPr>
            <a:xfrm>
              <a:off x="2986679" y="5107575"/>
              <a:ext cx="296876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4000" dirty="0">
                  <a:solidFill>
                    <a:srgbClr val="0070C0"/>
                  </a:solidFill>
                  <a:latin typeface="Gill Sans MT" panose="020B0502020104020203" pitchFamily="34" charset="77"/>
                </a:rPr>
                <a:t>.</a:t>
              </a:r>
            </a:p>
          </p:txBody>
        </p:sp>
        <p:sp>
          <p:nvSpPr>
            <p:cNvPr id="108" name="TextBox 107"/>
            <p:cNvSpPr txBox="1"/>
            <p:nvPr/>
          </p:nvSpPr>
          <p:spPr>
            <a:xfrm>
              <a:off x="2940960" y="5199015"/>
              <a:ext cx="296876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4000" dirty="0">
                  <a:solidFill>
                    <a:srgbClr val="0070C0"/>
                  </a:solidFill>
                  <a:latin typeface="Gill Sans MT" panose="020B0502020104020203" pitchFamily="34" charset="77"/>
                </a:rPr>
                <a:t>.</a:t>
              </a:r>
            </a:p>
          </p:txBody>
        </p:sp>
        <p:sp>
          <p:nvSpPr>
            <p:cNvPr id="109" name="TextBox 108"/>
            <p:cNvSpPr txBox="1"/>
            <p:nvPr/>
          </p:nvSpPr>
          <p:spPr>
            <a:xfrm>
              <a:off x="3093359" y="5366655"/>
              <a:ext cx="296876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4000" dirty="0">
                  <a:solidFill>
                    <a:srgbClr val="0070C0"/>
                  </a:solidFill>
                  <a:latin typeface="Gill Sans MT" panose="020B0502020104020203" pitchFamily="34" charset="77"/>
                </a:rPr>
                <a:t>.</a:t>
              </a:r>
            </a:p>
          </p:txBody>
        </p:sp>
        <p:sp>
          <p:nvSpPr>
            <p:cNvPr id="110" name="TextBox 109"/>
            <p:cNvSpPr txBox="1"/>
            <p:nvPr/>
          </p:nvSpPr>
          <p:spPr>
            <a:xfrm>
              <a:off x="3093359" y="5259975"/>
              <a:ext cx="296876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4000" dirty="0">
                  <a:solidFill>
                    <a:srgbClr val="0070C0"/>
                  </a:solidFill>
                  <a:latin typeface="Gill Sans MT" panose="020B0502020104020203" pitchFamily="34" charset="77"/>
                </a:rPr>
                <a:t>.</a:t>
              </a:r>
            </a:p>
          </p:txBody>
        </p:sp>
        <p:sp>
          <p:nvSpPr>
            <p:cNvPr id="111" name="TextBox 110"/>
            <p:cNvSpPr txBox="1"/>
            <p:nvPr/>
          </p:nvSpPr>
          <p:spPr>
            <a:xfrm>
              <a:off x="2620919" y="5199015"/>
              <a:ext cx="296876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4000" dirty="0">
                  <a:solidFill>
                    <a:srgbClr val="0070C0"/>
                  </a:solidFill>
                  <a:latin typeface="Gill Sans MT" panose="020B0502020104020203" pitchFamily="34" charset="77"/>
                </a:rPr>
                <a:t>.</a:t>
              </a:r>
            </a:p>
          </p:txBody>
        </p:sp>
        <p:sp>
          <p:nvSpPr>
            <p:cNvPr id="112" name="TextBox 111"/>
            <p:cNvSpPr txBox="1"/>
            <p:nvPr/>
          </p:nvSpPr>
          <p:spPr>
            <a:xfrm>
              <a:off x="2773319" y="5366656"/>
              <a:ext cx="296876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4000" dirty="0">
                  <a:solidFill>
                    <a:srgbClr val="0070C0"/>
                  </a:solidFill>
                  <a:latin typeface="Gill Sans MT" panose="020B0502020104020203" pitchFamily="34" charset="77"/>
                </a:rPr>
                <a:t>.</a:t>
              </a:r>
            </a:p>
          </p:txBody>
        </p:sp>
        <p:sp>
          <p:nvSpPr>
            <p:cNvPr id="113" name="TextBox 112"/>
            <p:cNvSpPr txBox="1"/>
            <p:nvPr/>
          </p:nvSpPr>
          <p:spPr>
            <a:xfrm>
              <a:off x="2773319" y="5259976"/>
              <a:ext cx="296876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4000" dirty="0">
                  <a:solidFill>
                    <a:srgbClr val="0070C0"/>
                  </a:solidFill>
                  <a:latin typeface="Gill Sans MT" panose="020B0502020104020203" pitchFamily="34" charset="77"/>
                </a:rPr>
                <a:t>.</a:t>
              </a:r>
            </a:p>
          </p:txBody>
        </p:sp>
        <p:sp>
          <p:nvSpPr>
            <p:cNvPr id="114" name="TextBox 113"/>
            <p:cNvSpPr txBox="1"/>
            <p:nvPr/>
          </p:nvSpPr>
          <p:spPr>
            <a:xfrm>
              <a:off x="2727599" y="5351415"/>
              <a:ext cx="296876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4000" dirty="0">
                  <a:solidFill>
                    <a:srgbClr val="0070C0"/>
                  </a:solidFill>
                  <a:latin typeface="Gill Sans MT" panose="020B0502020104020203" pitchFamily="34" charset="77"/>
                </a:rPr>
                <a:t>.</a:t>
              </a:r>
            </a:p>
          </p:txBody>
        </p:sp>
        <p:sp>
          <p:nvSpPr>
            <p:cNvPr id="115" name="TextBox 114"/>
            <p:cNvSpPr txBox="1"/>
            <p:nvPr/>
          </p:nvSpPr>
          <p:spPr>
            <a:xfrm>
              <a:off x="2879999" y="5519055"/>
              <a:ext cx="296876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4000" dirty="0">
                  <a:solidFill>
                    <a:srgbClr val="0070C0"/>
                  </a:solidFill>
                  <a:latin typeface="Gill Sans MT" panose="020B0502020104020203" pitchFamily="34" charset="77"/>
                </a:rPr>
                <a:t>.</a:t>
              </a:r>
            </a:p>
          </p:txBody>
        </p:sp>
        <p:sp>
          <p:nvSpPr>
            <p:cNvPr id="116" name="TextBox 115"/>
            <p:cNvSpPr txBox="1"/>
            <p:nvPr/>
          </p:nvSpPr>
          <p:spPr>
            <a:xfrm>
              <a:off x="2879998" y="5412375"/>
              <a:ext cx="296876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4000" dirty="0">
                  <a:solidFill>
                    <a:srgbClr val="0070C0"/>
                  </a:solidFill>
                  <a:latin typeface="Gill Sans MT" panose="020B0502020104020203" pitchFamily="34" charset="77"/>
                </a:rPr>
                <a:t>.</a:t>
              </a:r>
            </a:p>
          </p:txBody>
        </p:sp>
        <p:sp>
          <p:nvSpPr>
            <p:cNvPr id="117" name="TextBox 116"/>
            <p:cNvSpPr txBox="1"/>
            <p:nvPr/>
          </p:nvSpPr>
          <p:spPr>
            <a:xfrm>
              <a:off x="2300878" y="5183775"/>
              <a:ext cx="296876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4000" dirty="0">
                  <a:solidFill>
                    <a:srgbClr val="0070C0"/>
                  </a:solidFill>
                  <a:latin typeface="Gill Sans MT" panose="020B0502020104020203" pitchFamily="34" charset="77"/>
                </a:rPr>
                <a:t>.</a:t>
              </a:r>
            </a:p>
          </p:txBody>
        </p:sp>
        <p:sp>
          <p:nvSpPr>
            <p:cNvPr id="118" name="TextBox 117"/>
            <p:cNvSpPr txBox="1"/>
            <p:nvPr/>
          </p:nvSpPr>
          <p:spPr>
            <a:xfrm>
              <a:off x="2453279" y="5351415"/>
              <a:ext cx="296876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4000" dirty="0">
                  <a:solidFill>
                    <a:srgbClr val="0070C0"/>
                  </a:solidFill>
                  <a:latin typeface="Gill Sans MT" panose="020B0502020104020203" pitchFamily="34" charset="77"/>
                </a:rPr>
                <a:t>.</a:t>
              </a:r>
            </a:p>
          </p:txBody>
        </p:sp>
        <p:sp>
          <p:nvSpPr>
            <p:cNvPr id="119" name="TextBox 118"/>
            <p:cNvSpPr txBox="1"/>
            <p:nvPr/>
          </p:nvSpPr>
          <p:spPr>
            <a:xfrm>
              <a:off x="2453279" y="5244735"/>
              <a:ext cx="296876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4000" dirty="0">
                  <a:solidFill>
                    <a:srgbClr val="0070C0"/>
                  </a:solidFill>
                  <a:latin typeface="Gill Sans MT" panose="020B0502020104020203" pitchFamily="34" charset="77"/>
                </a:rPr>
                <a:t>.</a:t>
              </a:r>
            </a:p>
          </p:txBody>
        </p:sp>
        <p:sp>
          <p:nvSpPr>
            <p:cNvPr id="120" name="TextBox 119"/>
            <p:cNvSpPr txBox="1"/>
            <p:nvPr/>
          </p:nvSpPr>
          <p:spPr>
            <a:xfrm>
              <a:off x="2407559" y="5336175"/>
              <a:ext cx="296876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4000" dirty="0">
                  <a:solidFill>
                    <a:srgbClr val="0070C0"/>
                  </a:solidFill>
                  <a:latin typeface="Gill Sans MT" panose="020B0502020104020203" pitchFamily="34" charset="77"/>
                </a:rPr>
                <a:t>.</a:t>
              </a:r>
            </a:p>
          </p:txBody>
        </p:sp>
        <p:sp>
          <p:nvSpPr>
            <p:cNvPr id="121" name="TextBox 120"/>
            <p:cNvSpPr txBox="1"/>
            <p:nvPr/>
          </p:nvSpPr>
          <p:spPr>
            <a:xfrm>
              <a:off x="2559959" y="5503815"/>
              <a:ext cx="296876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4000" dirty="0">
                  <a:solidFill>
                    <a:srgbClr val="0070C0"/>
                  </a:solidFill>
                  <a:latin typeface="Gill Sans MT" panose="020B0502020104020203" pitchFamily="34" charset="77"/>
                </a:rPr>
                <a:t>.</a:t>
              </a:r>
            </a:p>
          </p:txBody>
        </p:sp>
        <p:sp>
          <p:nvSpPr>
            <p:cNvPr id="122" name="TextBox 121"/>
            <p:cNvSpPr txBox="1"/>
            <p:nvPr/>
          </p:nvSpPr>
          <p:spPr>
            <a:xfrm>
              <a:off x="2559959" y="5397135"/>
              <a:ext cx="296876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4000" dirty="0">
                  <a:solidFill>
                    <a:srgbClr val="0070C0"/>
                  </a:solidFill>
                  <a:latin typeface="Gill Sans MT" panose="020B0502020104020203" pitchFamily="34" charset="77"/>
                </a:rPr>
                <a:t>.</a:t>
              </a:r>
            </a:p>
          </p:txBody>
        </p:sp>
      </p:grp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59A177-DA51-0744-8EBE-B1DCF2A508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0B2870-7350-8D40-A01A-CE539DF873CB}" type="slidenum">
              <a:rPr lang="en-US" smtClean="0"/>
              <a:t>47</a:t>
            </a:fld>
            <a:endParaRPr lang="en-US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21CA5289-7B1D-FAB3-D6B5-571884F989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PR04D</a:t>
            </a:r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747615443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60612" y="2243138"/>
            <a:ext cx="1635125" cy="2034822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2667000" y="2628900"/>
            <a:ext cx="471488" cy="514350"/>
          </a:xfrm>
          <a:prstGeom prst="rect">
            <a:avLst/>
          </a:prstGeom>
          <a:noFill/>
          <a:ln w="19050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2819400" y="2781300"/>
            <a:ext cx="471488" cy="514350"/>
          </a:xfrm>
          <a:prstGeom prst="rect">
            <a:avLst/>
          </a:prstGeom>
          <a:noFill/>
          <a:ln w="19050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2971800" y="2933700"/>
            <a:ext cx="471488" cy="514350"/>
          </a:xfrm>
          <a:prstGeom prst="rect">
            <a:avLst/>
          </a:prstGeom>
          <a:noFill/>
          <a:ln w="19050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28" name="Rectangle 27"/>
          <p:cNvSpPr/>
          <p:nvPr/>
        </p:nvSpPr>
        <p:spPr>
          <a:xfrm>
            <a:off x="3124200" y="3086100"/>
            <a:ext cx="471488" cy="514350"/>
          </a:xfrm>
          <a:prstGeom prst="rect">
            <a:avLst/>
          </a:prstGeom>
          <a:noFill/>
          <a:ln w="19050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29" name="Rectangle 28"/>
          <p:cNvSpPr/>
          <p:nvPr/>
        </p:nvSpPr>
        <p:spPr>
          <a:xfrm>
            <a:off x="2607127" y="2862945"/>
            <a:ext cx="471488" cy="514350"/>
          </a:xfrm>
          <a:prstGeom prst="rect">
            <a:avLst/>
          </a:prstGeom>
          <a:noFill/>
          <a:ln w="19050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30" name="Rectangle 29"/>
          <p:cNvSpPr/>
          <p:nvPr/>
        </p:nvSpPr>
        <p:spPr>
          <a:xfrm>
            <a:off x="2759527" y="3015345"/>
            <a:ext cx="471488" cy="514350"/>
          </a:xfrm>
          <a:prstGeom prst="rect">
            <a:avLst/>
          </a:prstGeom>
          <a:noFill/>
          <a:ln w="19050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31" name="Rectangle 30"/>
          <p:cNvSpPr/>
          <p:nvPr/>
        </p:nvSpPr>
        <p:spPr>
          <a:xfrm>
            <a:off x="2911927" y="3167745"/>
            <a:ext cx="471488" cy="514350"/>
          </a:xfrm>
          <a:prstGeom prst="rect">
            <a:avLst/>
          </a:prstGeom>
          <a:noFill/>
          <a:ln w="19050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32" name="Rectangle 31"/>
          <p:cNvSpPr/>
          <p:nvPr/>
        </p:nvSpPr>
        <p:spPr>
          <a:xfrm>
            <a:off x="3064327" y="3320145"/>
            <a:ext cx="471488" cy="514350"/>
          </a:xfrm>
          <a:prstGeom prst="rect">
            <a:avLst/>
          </a:prstGeom>
          <a:noFill/>
          <a:ln w="19050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33" name="Rectangle 32"/>
          <p:cNvSpPr/>
          <p:nvPr/>
        </p:nvSpPr>
        <p:spPr>
          <a:xfrm>
            <a:off x="2901045" y="2471055"/>
            <a:ext cx="471488" cy="514350"/>
          </a:xfrm>
          <a:prstGeom prst="rect">
            <a:avLst/>
          </a:prstGeom>
          <a:noFill/>
          <a:ln w="19050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34" name="Rectangle 33"/>
          <p:cNvSpPr/>
          <p:nvPr/>
        </p:nvSpPr>
        <p:spPr>
          <a:xfrm>
            <a:off x="3053445" y="2623455"/>
            <a:ext cx="471488" cy="514350"/>
          </a:xfrm>
          <a:prstGeom prst="rect">
            <a:avLst/>
          </a:prstGeom>
          <a:noFill/>
          <a:ln w="19050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35" name="Rectangle 34"/>
          <p:cNvSpPr/>
          <p:nvPr/>
        </p:nvSpPr>
        <p:spPr>
          <a:xfrm>
            <a:off x="3205845" y="2775855"/>
            <a:ext cx="471488" cy="514350"/>
          </a:xfrm>
          <a:prstGeom prst="rect">
            <a:avLst/>
          </a:prstGeom>
          <a:noFill/>
          <a:ln w="19050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36" name="Rectangle 35"/>
          <p:cNvSpPr/>
          <p:nvPr/>
        </p:nvSpPr>
        <p:spPr>
          <a:xfrm>
            <a:off x="3358245" y="2928255"/>
            <a:ext cx="471488" cy="514350"/>
          </a:xfrm>
          <a:prstGeom prst="rect">
            <a:avLst/>
          </a:prstGeom>
          <a:noFill/>
          <a:ln w="19050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37" name="Rectangle 36"/>
          <p:cNvSpPr/>
          <p:nvPr/>
        </p:nvSpPr>
        <p:spPr>
          <a:xfrm>
            <a:off x="2476497" y="3189515"/>
            <a:ext cx="471488" cy="514350"/>
          </a:xfrm>
          <a:prstGeom prst="rect">
            <a:avLst/>
          </a:prstGeom>
          <a:noFill/>
          <a:ln w="19050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38" name="Rectangle 37"/>
          <p:cNvSpPr/>
          <p:nvPr/>
        </p:nvSpPr>
        <p:spPr>
          <a:xfrm>
            <a:off x="2628897" y="3341915"/>
            <a:ext cx="471488" cy="514350"/>
          </a:xfrm>
          <a:prstGeom prst="rect">
            <a:avLst/>
          </a:prstGeom>
          <a:noFill/>
          <a:ln w="19050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39" name="Rectangle 38"/>
          <p:cNvSpPr/>
          <p:nvPr/>
        </p:nvSpPr>
        <p:spPr>
          <a:xfrm>
            <a:off x="2781297" y="3494315"/>
            <a:ext cx="471488" cy="514350"/>
          </a:xfrm>
          <a:prstGeom prst="rect">
            <a:avLst/>
          </a:prstGeom>
          <a:noFill/>
          <a:ln w="19050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40" name="Rectangle 39"/>
          <p:cNvSpPr/>
          <p:nvPr/>
        </p:nvSpPr>
        <p:spPr>
          <a:xfrm>
            <a:off x="2933697" y="3646715"/>
            <a:ext cx="471488" cy="514350"/>
          </a:xfrm>
          <a:prstGeom prst="rect">
            <a:avLst/>
          </a:prstGeom>
          <a:noFill/>
          <a:ln w="19050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41" name="Rectangle 40"/>
          <p:cNvSpPr/>
          <p:nvPr/>
        </p:nvSpPr>
        <p:spPr>
          <a:xfrm>
            <a:off x="2454727" y="2694209"/>
            <a:ext cx="471488" cy="514350"/>
          </a:xfrm>
          <a:prstGeom prst="rect">
            <a:avLst/>
          </a:prstGeom>
          <a:noFill/>
          <a:ln w="19050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42" name="Rectangle 41"/>
          <p:cNvSpPr/>
          <p:nvPr/>
        </p:nvSpPr>
        <p:spPr>
          <a:xfrm>
            <a:off x="2607127" y="2846609"/>
            <a:ext cx="471488" cy="514350"/>
          </a:xfrm>
          <a:prstGeom prst="rect">
            <a:avLst/>
          </a:prstGeom>
          <a:noFill/>
          <a:ln w="19050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43" name="Rectangle 42"/>
          <p:cNvSpPr/>
          <p:nvPr/>
        </p:nvSpPr>
        <p:spPr>
          <a:xfrm>
            <a:off x="2394854" y="2928254"/>
            <a:ext cx="471488" cy="514350"/>
          </a:xfrm>
          <a:prstGeom prst="rect">
            <a:avLst/>
          </a:prstGeom>
          <a:noFill/>
          <a:ln w="19050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44" name="Rectangle 43"/>
          <p:cNvSpPr/>
          <p:nvPr/>
        </p:nvSpPr>
        <p:spPr>
          <a:xfrm>
            <a:off x="2688772" y="2536364"/>
            <a:ext cx="471488" cy="514350"/>
          </a:xfrm>
          <a:prstGeom prst="rect">
            <a:avLst/>
          </a:prstGeom>
          <a:noFill/>
          <a:ln w="19050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45" name="Rectangle 44"/>
          <p:cNvSpPr/>
          <p:nvPr/>
        </p:nvSpPr>
        <p:spPr>
          <a:xfrm>
            <a:off x="2841172" y="2688764"/>
            <a:ext cx="471488" cy="514350"/>
          </a:xfrm>
          <a:prstGeom prst="rect">
            <a:avLst/>
          </a:prstGeom>
          <a:noFill/>
          <a:ln w="19050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46" name="Rectangle 45"/>
          <p:cNvSpPr/>
          <p:nvPr/>
        </p:nvSpPr>
        <p:spPr>
          <a:xfrm>
            <a:off x="3086097" y="3505199"/>
            <a:ext cx="471488" cy="514350"/>
          </a:xfrm>
          <a:prstGeom prst="rect">
            <a:avLst/>
          </a:prstGeom>
          <a:noFill/>
          <a:ln w="19050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47" name="Rectangle 46"/>
          <p:cNvSpPr/>
          <p:nvPr/>
        </p:nvSpPr>
        <p:spPr>
          <a:xfrm>
            <a:off x="3396342" y="3537857"/>
            <a:ext cx="471488" cy="514350"/>
          </a:xfrm>
          <a:prstGeom prst="rect">
            <a:avLst/>
          </a:prstGeom>
          <a:noFill/>
          <a:ln w="19050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48" name="Rectangle 47"/>
          <p:cNvSpPr/>
          <p:nvPr/>
        </p:nvSpPr>
        <p:spPr>
          <a:xfrm>
            <a:off x="3184071" y="2476498"/>
            <a:ext cx="471488" cy="514350"/>
          </a:xfrm>
          <a:prstGeom prst="rect">
            <a:avLst/>
          </a:prstGeom>
          <a:noFill/>
          <a:ln w="19050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cxnSp>
        <p:nvCxnSpPr>
          <p:cNvPr id="50" name="Straight Arrow Connector 49"/>
          <p:cNvCxnSpPr/>
          <p:nvPr/>
        </p:nvCxnSpPr>
        <p:spPr>
          <a:xfrm>
            <a:off x="3595688" y="6366389"/>
            <a:ext cx="1728788" cy="0"/>
          </a:xfrm>
          <a:prstGeom prst="straightConnector1">
            <a:avLst/>
          </a:prstGeom>
          <a:ln>
            <a:solidFill>
              <a:schemeClr val="tx1">
                <a:lumMod val="75000"/>
                <a:lumOff val="25000"/>
              </a:schemeClr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Straight Arrow Connector 50"/>
          <p:cNvCxnSpPr/>
          <p:nvPr/>
        </p:nvCxnSpPr>
        <p:spPr>
          <a:xfrm flipH="1" flipV="1">
            <a:off x="3677333" y="4963078"/>
            <a:ext cx="0" cy="1512849"/>
          </a:xfrm>
          <a:prstGeom prst="straightConnector1">
            <a:avLst/>
          </a:prstGeom>
          <a:ln>
            <a:solidFill>
              <a:schemeClr val="tx1">
                <a:lumMod val="75000"/>
                <a:lumOff val="25000"/>
              </a:schemeClr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" name="Picture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1585" y="5282295"/>
            <a:ext cx="711200" cy="4572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3995736" y="5061855"/>
            <a:ext cx="29687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>
                <a:solidFill>
                  <a:srgbClr val="FF0000"/>
                </a:solidFill>
                <a:latin typeface="Gill Sans MT" panose="020B0502020104020203" pitchFamily="34" charset="77"/>
              </a:rPr>
              <a:t>.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148136" y="5229495"/>
            <a:ext cx="29687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>
                <a:solidFill>
                  <a:srgbClr val="FF0000"/>
                </a:solidFill>
                <a:latin typeface="Gill Sans MT" panose="020B0502020104020203" pitchFamily="34" charset="77"/>
              </a:rPr>
              <a:t>.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148136" y="5122815"/>
            <a:ext cx="29687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>
                <a:solidFill>
                  <a:srgbClr val="FF0000"/>
                </a:solidFill>
                <a:latin typeface="Gill Sans MT" panose="020B0502020104020203" pitchFamily="34" charset="77"/>
              </a:rPr>
              <a:t>.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102416" y="5214255"/>
            <a:ext cx="29687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>
                <a:solidFill>
                  <a:srgbClr val="FF0000"/>
                </a:solidFill>
                <a:latin typeface="Gill Sans MT" panose="020B0502020104020203" pitchFamily="34" charset="77"/>
              </a:rPr>
              <a:t>.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254816" y="5381895"/>
            <a:ext cx="29687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>
                <a:solidFill>
                  <a:srgbClr val="FF0000"/>
                </a:solidFill>
                <a:latin typeface="Gill Sans MT" panose="020B0502020104020203" pitchFamily="34" charset="77"/>
              </a:rPr>
              <a:t>.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254816" y="5275215"/>
            <a:ext cx="29687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>
                <a:solidFill>
                  <a:srgbClr val="FF0000"/>
                </a:solidFill>
                <a:latin typeface="Gill Sans MT" panose="020B0502020104020203" pitchFamily="34" charset="77"/>
              </a:rPr>
              <a:t>.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437696" y="5153295"/>
            <a:ext cx="29687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>
                <a:solidFill>
                  <a:srgbClr val="FF0000"/>
                </a:solidFill>
                <a:latin typeface="Gill Sans MT" panose="020B0502020104020203" pitchFamily="34" charset="77"/>
              </a:rPr>
              <a:t>.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590096" y="5320935"/>
            <a:ext cx="29687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>
                <a:solidFill>
                  <a:srgbClr val="FF0000"/>
                </a:solidFill>
                <a:latin typeface="Gill Sans MT" panose="020B0502020104020203" pitchFamily="34" charset="77"/>
              </a:rPr>
              <a:t>.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4590096" y="5214255"/>
            <a:ext cx="29687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>
                <a:solidFill>
                  <a:srgbClr val="FF0000"/>
                </a:solidFill>
                <a:latin typeface="Gill Sans MT" panose="020B0502020104020203" pitchFamily="34" charset="77"/>
              </a:rPr>
              <a:t>.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4544376" y="5305695"/>
            <a:ext cx="29687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>
                <a:solidFill>
                  <a:srgbClr val="FF0000"/>
                </a:solidFill>
                <a:latin typeface="Gill Sans MT" panose="020B0502020104020203" pitchFamily="34" charset="77"/>
              </a:rPr>
              <a:t>.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4696776" y="5473335"/>
            <a:ext cx="29687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>
                <a:solidFill>
                  <a:srgbClr val="FF0000"/>
                </a:solidFill>
                <a:latin typeface="Gill Sans MT" panose="020B0502020104020203" pitchFamily="34" charset="77"/>
              </a:rPr>
              <a:t>.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4696776" y="5366655"/>
            <a:ext cx="29687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>
                <a:solidFill>
                  <a:srgbClr val="FF0000"/>
                </a:solidFill>
                <a:latin typeface="Gill Sans MT" panose="020B0502020104020203" pitchFamily="34" charset="77"/>
              </a:rPr>
              <a:t>.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4224336" y="5305695"/>
            <a:ext cx="29687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>
                <a:solidFill>
                  <a:srgbClr val="FF0000"/>
                </a:solidFill>
                <a:latin typeface="Gill Sans MT" panose="020B0502020104020203" pitchFamily="34" charset="77"/>
              </a:rPr>
              <a:t>.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376736" y="5473335"/>
            <a:ext cx="29687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>
                <a:solidFill>
                  <a:srgbClr val="FF0000"/>
                </a:solidFill>
                <a:latin typeface="Gill Sans MT" panose="020B0502020104020203" pitchFamily="34" charset="77"/>
              </a:rPr>
              <a:t>.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4376736" y="5366655"/>
            <a:ext cx="29687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>
                <a:solidFill>
                  <a:srgbClr val="FF0000"/>
                </a:solidFill>
                <a:latin typeface="Gill Sans MT" panose="020B0502020104020203" pitchFamily="34" charset="77"/>
              </a:rPr>
              <a:t>.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4331016" y="5458095"/>
            <a:ext cx="29687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>
                <a:solidFill>
                  <a:srgbClr val="FF0000"/>
                </a:solidFill>
                <a:latin typeface="Gill Sans MT" panose="020B0502020104020203" pitchFamily="34" charset="77"/>
              </a:rPr>
              <a:t>.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4483416" y="5625735"/>
            <a:ext cx="29687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>
                <a:solidFill>
                  <a:srgbClr val="FF0000"/>
                </a:solidFill>
                <a:latin typeface="Gill Sans MT" panose="020B0502020104020203" pitchFamily="34" charset="77"/>
              </a:rPr>
              <a:t>.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4483416" y="5519055"/>
            <a:ext cx="29687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>
                <a:solidFill>
                  <a:srgbClr val="FF0000"/>
                </a:solidFill>
                <a:latin typeface="Gill Sans MT" panose="020B0502020104020203" pitchFamily="34" charset="77"/>
              </a:rPr>
              <a:t>.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3904296" y="5290455"/>
            <a:ext cx="29687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>
                <a:solidFill>
                  <a:srgbClr val="FF0000"/>
                </a:solidFill>
                <a:latin typeface="Gill Sans MT" panose="020B0502020104020203" pitchFamily="34" charset="77"/>
              </a:rPr>
              <a:t>.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4056696" y="5458095"/>
            <a:ext cx="29687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>
                <a:solidFill>
                  <a:srgbClr val="FF0000"/>
                </a:solidFill>
                <a:latin typeface="Gill Sans MT" panose="020B0502020104020203" pitchFamily="34" charset="77"/>
              </a:rPr>
              <a:t>.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4056696" y="5351415"/>
            <a:ext cx="29687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>
                <a:solidFill>
                  <a:srgbClr val="FF0000"/>
                </a:solidFill>
                <a:latin typeface="Gill Sans MT" panose="020B0502020104020203" pitchFamily="34" charset="77"/>
              </a:rPr>
              <a:t>.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4010976" y="5442855"/>
            <a:ext cx="29687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>
                <a:solidFill>
                  <a:srgbClr val="FF0000"/>
                </a:solidFill>
                <a:latin typeface="Gill Sans MT" panose="020B0502020104020203" pitchFamily="34" charset="77"/>
              </a:rPr>
              <a:t>.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4163376" y="5610495"/>
            <a:ext cx="29687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>
                <a:solidFill>
                  <a:srgbClr val="FF0000"/>
                </a:solidFill>
                <a:latin typeface="Gill Sans MT" panose="020B0502020104020203" pitchFamily="34" charset="77"/>
              </a:rPr>
              <a:t>.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4163376" y="5503815"/>
            <a:ext cx="29687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>
                <a:solidFill>
                  <a:srgbClr val="FF0000"/>
                </a:solidFill>
                <a:latin typeface="Gill Sans MT" panose="020B0502020104020203" pitchFamily="34" charset="77"/>
              </a:rPr>
              <a:t>.</a:t>
            </a:r>
          </a:p>
        </p:txBody>
      </p:sp>
      <p:pic>
        <p:nvPicPr>
          <p:cNvPr id="77" name="Picture 7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87531" y="307658"/>
            <a:ext cx="1635124" cy="2034822"/>
          </a:xfrm>
          <a:prstGeom prst="rect">
            <a:avLst/>
          </a:prstGeom>
        </p:spPr>
      </p:pic>
      <p:sp>
        <p:nvSpPr>
          <p:cNvPr id="78" name="Rectangle 77"/>
          <p:cNvSpPr/>
          <p:nvPr/>
        </p:nvSpPr>
        <p:spPr>
          <a:xfrm>
            <a:off x="4754880" y="708660"/>
            <a:ext cx="471488" cy="514350"/>
          </a:xfrm>
          <a:prstGeom prst="rect">
            <a:avLst/>
          </a:prstGeom>
          <a:noFill/>
          <a:ln w="1905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79" name="Rectangle 78"/>
          <p:cNvSpPr/>
          <p:nvPr/>
        </p:nvSpPr>
        <p:spPr>
          <a:xfrm>
            <a:off x="4907280" y="861060"/>
            <a:ext cx="471488" cy="514350"/>
          </a:xfrm>
          <a:prstGeom prst="rect">
            <a:avLst/>
          </a:prstGeom>
          <a:noFill/>
          <a:ln w="1905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80" name="Rectangle 79"/>
          <p:cNvSpPr/>
          <p:nvPr/>
        </p:nvSpPr>
        <p:spPr>
          <a:xfrm>
            <a:off x="5059680" y="1013460"/>
            <a:ext cx="471488" cy="514350"/>
          </a:xfrm>
          <a:prstGeom prst="rect">
            <a:avLst/>
          </a:prstGeom>
          <a:noFill/>
          <a:ln w="1905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81" name="Rectangle 80"/>
          <p:cNvSpPr/>
          <p:nvPr/>
        </p:nvSpPr>
        <p:spPr>
          <a:xfrm>
            <a:off x="5212080" y="1165860"/>
            <a:ext cx="471488" cy="514350"/>
          </a:xfrm>
          <a:prstGeom prst="rect">
            <a:avLst/>
          </a:prstGeom>
          <a:noFill/>
          <a:ln w="1905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82" name="Rectangle 81"/>
          <p:cNvSpPr/>
          <p:nvPr/>
        </p:nvSpPr>
        <p:spPr>
          <a:xfrm>
            <a:off x="4695007" y="942705"/>
            <a:ext cx="471488" cy="514350"/>
          </a:xfrm>
          <a:prstGeom prst="rect">
            <a:avLst/>
          </a:prstGeom>
          <a:noFill/>
          <a:ln w="1905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83" name="Rectangle 82"/>
          <p:cNvSpPr/>
          <p:nvPr/>
        </p:nvSpPr>
        <p:spPr>
          <a:xfrm>
            <a:off x="4847407" y="1095105"/>
            <a:ext cx="471488" cy="514350"/>
          </a:xfrm>
          <a:prstGeom prst="rect">
            <a:avLst/>
          </a:prstGeom>
          <a:noFill/>
          <a:ln w="1905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84" name="Rectangle 83"/>
          <p:cNvSpPr/>
          <p:nvPr/>
        </p:nvSpPr>
        <p:spPr>
          <a:xfrm>
            <a:off x="4999807" y="1247505"/>
            <a:ext cx="471488" cy="514350"/>
          </a:xfrm>
          <a:prstGeom prst="rect">
            <a:avLst/>
          </a:prstGeom>
          <a:noFill/>
          <a:ln w="1905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85" name="Rectangle 84"/>
          <p:cNvSpPr/>
          <p:nvPr/>
        </p:nvSpPr>
        <p:spPr>
          <a:xfrm>
            <a:off x="5152207" y="1399905"/>
            <a:ext cx="471488" cy="514350"/>
          </a:xfrm>
          <a:prstGeom prst="rect">
            <a:avLst/>
          </a:prstGeom>
          <a:noFill/>
          <a:ln w="1905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86" name="Rectangle 85"/>
          <p:cNvSpPr/>
          <p:nvPr/>
        </p:nvSpPr>
        <p:spPr>
          <a:xfrm>
            <a:off x="4988925" y="550815"/>
            <a:ext cx="471488" cy="514350"/>
          </a:xfrm>
          <a:prstGeom prst="rect">
            <a:avLst/>
          </a:prstGeom>
          <a:noFill/>
          <a:ln w="1905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87" name="Rectangle 86"/>
          <p:cNvSpPr/>
          <p:nvPr/>
        </p:nvSpPr>
        <p:spPr>
          <a:xfrm>
            <a:off x="5141325" y="703215"/>
            <a:ext cx="471488" cy="514350"/>
          </a:xfrm>
          <a:prstGeom prst="rect">
            <a:avLst/>
          </a:prstGeom>
          <a:noFill/>
          <a:ln w="1905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88" name="Rectangle 87"/>
          <p:cNvSpPr/>
          <p:nvPr/>
        </p:nvSpPr>
        <p:spPr>
          <a:xfrm>
            <a:off x="5293725" y="855615"/>
            <a:ext cx="471488" cy="514350"/>
          </a:xfrm>
          <a:prstGeom prst="rect">
            <a:avLst/>
          </a:prstGeom>
          <a:noFill/>
          <a:ln w="1905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89" name="Rectangle 88"/>
          <p:cNvSpPr/>
          <p:nvPr/>
        </p:nvSpPr>
        <p:spPr>
          <a:xfrm>
            <a:off x="5446125" y="1008015"/>
            <a:ext cx="471488" cy="514350"/>
          </a:xfrm>
          <a:prstGeom prst="rect">
            <a:avLst/>
          </a:prstGeom>
          <a:noFill/>
          <a:ln w="1905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90" name="Rectangle 89"/>
          <p:cNvSpPr/>
          <p:nvPr/>
        </p:nvSpPr>
        <p:spPr>
          <a:xfrm>
            <a:off x="4564377" y="1269275"/>
            <a:ext cx="471488" cy="514350"/>
          </a:xfrm>
          <a:prstGeom prst="rect">
            <a:avLst/>
          </a:prstGeom>
          <a:noFill/>
          <a:ln w="1905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91" name="Rectangle 90"/>
          <p:cNvSpPr/>
          <p:nvPr/>
        </p:nvSpPr>
        <p:spPr>
          <a:xfrm>
            <a:off x="4716777" y="1421675"/>
            <a:ext cx="471488" cy="514350"/>
          </a:xfrm>
          <a:prstGeom prst="rect">
            <a:avLst/>
          </a:prstGeom>
          <a:noFill/>
          <a:ln w="1905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92" name="Rectangle 91"/>
          <p:cNvSpPr/>
          <p:nvPr/>
        </p:nvSpPr>
        <p:spPr>
          <a:xfrm>
            <a:off x="4869177" y="1574075"/>
            <a:ext cx="471488" cy="514350"/>
          </a:xfrm>
          <a:prstGeom prst="rect">
            <a:avLst/>
          </a:prstGeom>
          <a:noFill/>
          <a:ln w="1905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93" name="Rectangle 92"/>
          <p:cNvSpPr/>
          <p:nvPr/>
        </p:nvSpPr>
        <p:spPr>
          <a:xfrm>
            <a:off x="5021577" y="1726475"/>
            <a:ext cx="471488" cy="514350"/>
          </a:xfrm>
          <a:prstGeom prst="rect">
            <a:avLst/>
          </a:prstGeom>
          <a:noFill/>
          <a:ln w="1905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94" name="Rectangle 93"/>
          <p:cNvSpPr/>
          <p:nvPr/>
        </p:nvSpPr>
        <p:spPr>
          <a:xfrm>
            <a:off x="4542607" y="773969"/>
            <a:ext cx="471488" cy="514350"/>
          </a:xfrm>
          <a:prstGeom prst="rect">
            <a:avLst/>
          </a:prstGeom>
          <a:noFill/>
          <a:ln w="1905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95" name="Rectangle 94"/>
          <p:cNvSpPr/>
          <p:nvPr/>
        </p:nvSpPr>
        <p:spPr>
          <a:xfrm>
            <a:off x="4695007" y="926369"/>
            <a:ext cx="471488" cy="514350"/>
          </a:xfrm>
          <a:prstGeom prst="rect">
            <a:avLst/>
          </a:prstGeom>
          <a:noFill/>
          <a:ln w="1905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96" name="Rectangle 95"/>
          <p:cNvSpPr/>
          <p:nvPr/>
        </p:nvSpPr>
        <p:spPr>
          <a:xfrm>
            <a:off x="4482734" y="1008014"/>
            <a:ext cx="471488" cy="514350"/>
          </a:xfrm>
          <a:prstGeom prst="rect">
            <a:avLst/>
          </a:prstGeom>
          <a:noFill/>
          <a:ln w="1905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97" name="Rectangle 96"/>
          <p:cNvSpPr/>
          <p:nvPr/>
        </p:nvSpPr>
        <p:spPr>
          <a:xfrm>
            <a:off x="4776652" y="616124"/>
            <a:ext cx="471488" cy="514350"/>
          </a:xfrm>
          <a:prstGeom prst="rect">
            <a:avLst/>
          </a:prstGeom>
          <a:noFill/>
          <a:ln w="1905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98" name="Rectangle 97"/>
          <p:cNvSpPr/>
          <p:nvPr/>
        </p:nvSpPr>
        <p:spPr>
          <a:xfrm>
            <a:off x="4929052" y="768524"/>
            <a:ext cx="471488" cy="514350"/>
          </a:xfrm>
          <a:prstGeom prst="rect">
            <a:avLst/>
          </a:prstGeom>
          <a:noFill/>
          <a:ln w="1905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99" name="Rectangle 98"/>
          <p:cNvSpPr/>
          <p:nvPr/>
        </p:nvSpPr>
        <p:spPr>
          <a:xfrm>
            <a:off x="5173977" y="1584959"/>
            <a:ext cx="471488" cy="514350"/>
          </a:xfrm>
          <a:prstGeom prst="rect">
            <a:avLst/>
          </a:prstGeom>
          <a:noFill/>
          <a:ln w="1905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00" name="Rectangle 99"/>
          <p:cNvSpPr/>
          <p:nvPr/>
        </p:nvSpPr>
        <p:spPr>
          <a:xfrm>
            <a:off x="5484222" y="1617617"/>
            <a:ext cx="471488" cy="514350"/>
          </a:xfrm>
          <a:prstGeom prst="rect">
            <a:avLst/>
          </a:prstGeom>
          <a:noFill/>
          <a:ln w="1905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01" name="Rectangle 100"/>
          <p:cNvSpPr/>
          <p:nvPr/>
        </p:nvSpPr>
        <p:spPr>
          <a:xfrm>
            <a:off x="5271951" y="556258"/>
            <a:ext cx="471488" cy="514350"/>
          </a:xfrm>
          <a:prstGeom prst="rect">
            <a:avLst/>
          </a:prstGeom>
          <a:noFill/>
          <a:ln w="1905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grpSp>
        <p:nvGrpSpPr>
          <p:cNvPr id="3" name="Group 2"/>
          <p:cNvGrpSpPr/>
          <p:nvPr/>
        </p:nvGrpSpPr>
        <p:grpSpPr>
          <a:xfrm rot="2012316">
            <a:off x="4068718" y="5031374"/>
            <a:ext cx="1089357" cy="1119366"/>
            <a:chOff x="2300878" y="5107575"/>
            <a:chExt cx="1089357" cy="1119366"/>
          </a:xfrm>
        </p:grpSpPr>
        <p:sp>
          <p:nvSpPr>
            <p:cNvPr id="102" name="TextBox 101"/>
            <p:cNvSpPr txBox="1"/>
            <p:nvPr/>
          </p:nvSpPr>
          <p:spPr>
            <a:xfrm>
              <a:off x="2544719" y="5122815"/>
              <a:ext cx="296876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4000" dirty="0">
                  <a:solidFill>
                    <a:srgbClr val="0070C0"/>
                  </a:solidFill>
                  <a:latin typeface="Gill Sans MT" panose="020B0502020104020203" pitchFamily="34" charset="77"/>
                </a:rPr>
                <a:t>.</a:t>
              </a:r>
            </a:p>
          </p:txBody>
        </p:sp>
        <p:sp>
          <p:nvSpPr>
            <p:cNvPr id="103" name="TextBox 102"/>
            <p:cNvSpPr txBox="1"/>
            <p:nvPr/>
          </p:nvSpPr>
          <p:spPr>
            <a:xfrm>
              <a:off x="2498999" y="5107575"/>
              <a:ext cx="296876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4000" dirty="0">
                  <a:solidFill>
                    <a:srgbClr val="0070C0"/>
                  </a:solidFill>
                  <a:latin typeface="Gill Sans MT" panose="020B0502020104020203" pitchFamily="34" charset="77"/>
                </a:rPr>
                <a:t>.</a:t>
              </a:r>
            </a:p>
          </p:txBody>
        </p:sp>
        <p:sp>
          <p:nvSpPr>
            <p:cNvPr id="104" name="TextBox 103"/>
            <p:cNvSpPr txBox="1"/>
            <p:nvPr/>
          </p:nvSpPr>
          <p:spPr>
            <a:xfrm>
              <a:off x="2651399" y="5275215"/>
              <a:ext cx="296876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4000" dirty="0">
                  <a:solidFill>
                    <a:srgbClr val="0070C0"/>
                  </a:solidFill>
                  <a:latin typeface="Gill Sans MT" panose="020B0502020104020203" pitchFamily="34" charset="77"/>
                </a:rPr>
                <a:t>.</a:t>
              </a:r>
            </a:p>
          </p:txBody>
        </p:sp>
        <p:sp>
          <p:nvSpPr>
            <p:cNvPr id="105" name="TextBox 104"/>
            <p:cNvSpPr txBox="1"/>
            <p:nvPr/>
          </p:nvSpPr>
          <p:spPr>
            <a:xfrm>
              <a:off x="2651400" y="5168535"/>
              <a:ext cx="296876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4000" dirty="0">
                  <a:solidFill>
                    <a:srgbClr val="0070C0"/>
                  </a:solidFill>
                  <a:latin typeface="Gill Sans MT" panose="020B0502020104020203" pitchFamily="34" charset="77"/>
                </a:rPr>
                <a:t>.</a:t>
              </a:r>
            </a:p>
          </p:txBody>
        </p:sp>
        <p:sp>
          <p:nvSpPr>
            <p:cNvPr id="106" name="TextBox 105"/>
            <p:cNvSpPr txBox="1"/>
            <p:nvPr/>
          </p:nvSpPr>
          <p:spPr>
            <a:xfrm>
              <a:off x="2986679" y="5214255"/>
              <a:ext cx="296876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4000" dirty="0">
                  <a:solidFill>
                    <a:srgbClr val="0070C0"/>
                  </a:solidFill>
                  <a:latin typeface="Gill Sans MT" panose="020B0502020104020203" pitchFamily="34" charset="77"/>
                </a:rPr>
                <a:t>.</a:t>
              </a:r>
            </a:p>
          </p:txBody>
        </p:sp>
        <p:sp>
          <p:nvSpPr>
            <p:cNvPr id="107" name="TextBox 106"/>
            <p:cNvSpPr txBox="1"/>
            <p:nvPr/>
          </p:nvSpPr>
          <p:spPr>
            <a:xfrm>
              <a:off x="2986679" y="5107575"/>
              <a:ext cx="296876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4000" dirty="0">
                  <a:solidFill>
                    <a:srgbClr val="0070C0"/>
                  </a:solidFill>
                  <a:latin typeface="Gill Sans MT" panose="020B0502020104020203" pitchFamily="34" charset="77"/>
                </a:rPr>
                <a:t>.</a:t>
              </a:r>
            </a:p>
          </p:txBody>
        </p:sp>
        <p:sp>
          <p:nvSpPr>
            <p:cNvPr id="108" name="TextBox 107"/>
            <p:cNvSpPr txBox="1"/>
            <p:nvPr/>
          </p:nvSpPr>
          <p:spPr>
            <a:xfrm>
              <a:off x="2940960" y="5199015"/>
              <a:ext cx="296876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4000" dirty="0">
                  <a:solidFill>
                    <a:srgbClr val="0070C0"/>
                  </a:solidFill>
                  <a:latin typeface="Gill Sans MT" panose="020B0502020104020203" pitchFamily="34" charset="77"/>
                </a:rPr>
                <a:t>.</a:t>
              </a:r>
            </a:p>
          </p:txBody>
        </p:sp>
        <p:sp>
          <p:nvSpPr>
            <p:cNvPr id="109" name="TextBox 108"/>
            <p:cNvSpPr txBox="1"/>
            <p:nvPr/>
          </p:nvSpPr>
          <p:spPr>
            <a:xfrm>
              <a:off x="3093359" y="5366655"/>
              <a:ext cx="296876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4000" dirty="0">
                  <a:solidFill>
                    <a:srgbClr val="0070C0"/>
                  </a:solidFill>
                  <a:latin typeface="Gill Sans MT" panose="020B0502020104020203" pitchFamily="34" charset="77"/>
                </a:rPr>
                <a:t>.</a:t>
              </a:r>
            </a:p>
          </p:txBody>
        </p:sp>
        <p:sp>
          <p:nvSpPr>
            <p:cNvPr id="110" name="TextBox 109"/>
            <p:cNvSpPr txBox="1"/>
            <p:nvPr/>
          </p:nvSpPr>
          <p:spPr>
            <a:xfrm>
              <a:off x="3093359" y="5259975"/>
              <a:ext cx="296876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4000" dirty="0">
                  <a:solidFill>
                    <a:srgbClr val="0070C0"/>
                  </a:solidFill>
                  <a:latin typeface="Gill Sans MT" panose="020B0502020104020203" pitchFamily="34" charset="77"/>
                </a:rPr>
                <a:t>.</a:t>
              </a:r>
            </a:p>
          </p:txBody>
        </p:sp>
        <p:sp>
          <p:nvSpPr>
            <p:cNvPr id="111" name="TextBox 110"/>
            <p:cNvSpPr txBox="1"/>
            <p:nvPr/>
          </p:nvSpPr>
          <p:spPr>
            <a:xfrm>
              <a:off x="2620919" y="5199015"/>
              <a:ext cx="296876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4000" dirty="0">
                  <a:solidFill>
                    <a:srgbClr val="0070C0"/>
                  </a:solidFill>
                  <a:latin typeface="Gill Sans MT" panose="020B0502020104020203" pitchFamily="34" charset="77"/>
                </a:rPr>
                <a:t>.</a:t>
              </a:r>
            </a:p>
          </p:txBody>
        </p:sp>
        <p:sp>
          <p:nvSpPr>
            <p:cNvPr id="112" name="TextBox 111"/>
            <p:cNvSpPr txBox="1"/>
            <p:nvPr/>
          </p:nvSpPr>
          <p:spPr>
            <a:xfrm>
              <a:off x="2773319" y="5366656"/>
              <a:ext cx="296876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4000" dirty="0">
                  <a:solidFill>
                    <a:srgbClr val="0070C0"/>
                  </a:solidFill>
                  <a:latin typeface="Gill Sans MT" panose="020B0502020104020203" pitchFamily="34" charset="77"/>
                </a:rPr>
                <a:t>.</a:t>
              </a:r>
            </a:p>
          </p:txBody>
        </p:sp>
        <p:sp>
          <p:nvSpPr>
            <p:cNvPr id="113" name="TextBox 112"/>
            <p:cNvSpPr txBox="1"/>
            <p:nvPr/>
          </p:nvSpPr>
          <p:spPr>
            <a:xfrm>
              <a:off x="2773319" y="5259976"/>
              <a:ext cx="296876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4000" dirty="0">
                  <a:solidFill>
                    <a:srgbClr val="0070C0"/>
                  </a:solidFill>
                  <a:latin typeface="Gill Sans MT" panose="020B0502020104020203" pitchFamily="34" charset="77"/>
                </a:rPr>
                <a:t>.</a:t>
              </a:r>
            </a:p>
          </p:txBody>
        </p:sp>
        <p:sp>
          <p:nvSpPr>
            <p:cNvPr id="114" name="TextBox 113"/>
            <p:cNvSpPr txBox="1"/>
            <p:nvPr/>
          </p:nvSpPr>
          <p:spPr>
            <a:xfrm>
              <a:off x="2727599" y="5351415"/>
              <a:ext cx="296876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4000" dirty="0">
                  <a:solidFill>
                    <a:srgbClr val="0070C0"/>
                  </a:solidFill>
                  <a:latin typeface="Gill Sans MT" panose="020B0502020104020203" pitchFamily="34" charset="77"/>
                </a:rPr>
                <a:t>.</a:t>
              </a:r>
            </a:p>
          </p:txBody>
        </p:sp>
        <p:sp>
          <p:nvSpPr>
            <p:cNvPr id="115" name="TextBox 114"/>
            <p:cNvSpPr txBox="1"/>
            <p:nvPr/>
          </p:nvSpPr>
          <p:spPr>
            <a:xfrm>
              <a:off x="2879999" y="5519055"/>
              <a:ext cx="296876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4000" dirty="0">
                  <a:solidFill>
                    <a:srgbClr val="0070C0"/>
                  </a:solidFill>
                  <a:latin typeface="Gill Sans MT" panose="020B0502020104020203" pitchFamily="34" charset="77"/>
                </a:rPr>
                <a:t>.</a:t>
              </a:r>
            </a:p>
          </p:txBody>
        </p:sp>
        <p:sp>
          <p:nvSpPr>
            <p:cNvPr id="116" name="TextBox 115"/>
            <p:cNvSpPr txBox="1"/>
            <p:nvPr/>
          </p:nvSpPr>
          <p:spPr>
            <a:xfrm>
              <a:off x="2879998" y="5412375"/>
              <a:ext cx="296876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4000" dirty="0">
                  <a:solidFill>
                    <a:srgbClr val="0070C0"/>
                  </a:solidFill>
                  <a:latin typeface="Gill Sans MT" panose="020B0502020104020203" pitchFamily="34" charset="77"/>
                </a:rPr>
                <a:t>.</a:t>
              </a:r>
            </a:p>
          </p:txBody>
        </p:sp>
        <p:sp>
          <p:nvSpPr>
            <p:cNvPr id="117" name="TextBox 116"/>
            <p:cNvSpPr txBox="1"/>
            <p:nvPr/>
          </p:nvSpPr>
          <p:spPr>
            <a:xfrm>
              <a:off x="2300878" y="5183775"/>
              <a:ext cx="296876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4000" dirty="0">
                  <a:solidFill>
                    <a:srgbClr val="0070C0"/>
                  </a:solidFill>
                  <a:latin typeface="Gill Sans MT" panose="020B0502020104020203" pitchFamily="34" charset="77"/>
                </a:rPr>
                <a:t>.</a:t>
              </a:r>
            </a:p>
          </p:txBody>
        </p:sp>
        <p:sp>
          <p:nvSpPr>
            <p:cNvPr id="118" name="TextBox 117"/>
            <p:cNvSpPr txBox="1"/>
            <p:nvPr/>
          </p:nvSpPr>
          <p:spPr>
            <a:xfrm>
              <a:off x="2453279" y="5351415"/>
              <a:ext cx="296876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4000" dirty="0">
                  <a:solidFill>
                    <a:srgbClr val="0070C0"/>
                  </a:solidFill>
                  <a:latin typeface="Gill Sans MT" panose="020B0502020104020203" pitchFamily="34" charset="77"/>
                </a:rPr>
                <a:t>.</a:t>
              </a:r>
            </a:p>
          </p:txBody>
        </p:sp>
        <p:sp>
          <p:nvSpPr>
            <p:cNvPr id="119" name="TextBox 118"/>
            <p:cNvSpPr txBox="1"/>
            <p:nvPr/>
          </p:nvSpPr>
          <p:spPr>
            <a:xfrm>
              <a:off x="2453279" y="5244735"/>
              <a:ext cx="296876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4000" dirty="0">
                  <a:solidFill>
                    <a:srgbClr val="0070C0"/>
                  </a:solidFill>
                  <a:latin typeface="Gill Sans MT" panose="020B0502020104020203" pitchFamily="34" charset="77"/>
                </a:rPr>
                <a:t>.</a:t>
              </a:r>
            </a:p>
          </p:txBody>
        </p:sp>
        <p:sp>
          <p:nvSpPr>
            <p:cNvPr id="120" name="TextBox 119"/>
            <p:cNvSpPr txBox="1"/>
            <p:nvPr/>
          </p:nvSpPr>
          <p:spPr>
            <a:xfrm>
              <a:off x="2407559" y="5336175"/>
              <a:ext cx="296876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4000" dirty="0">
                  <a:solidFill>
                    <a:srgbClr val="0070C0"/>
                  </a:solidFill>
                  <a:latin typeface="Gill Sans MT" panose="020B0502020104020203" pitchFamily="34" charset="77"/>
                </a:rPr>
                <a:t>.</a:t>
              </a:r>
            </a:p>
          </p:txBody>
        </p:sp>
        <p:sp>
          <p:nvSpPr>
            <p:cNvPr id="121" name="TextBox 120"/>
            <p:cNvSpPr txBox="1"/>
            <p:nvPr/>
          </p:nvSpPr>
          <p:spPr>
            <a:xfrm>
              <a:off x="2559959" y="5503815"/>
              <a:ext cx="296876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4000" dirty="0">
                  <a:solidFill>
                    <a:srgbClr val="0070C0"/>
                  </a:solidFill>
                  <a:latin typeface="Gill Sans MT" panose="020B0502020104020203" pitchFamily="34" charset="77"/>
                </a:rPr>
                <a:t>.</a:t>
              </a:r>
            </a:p>
          </p:txBody>
        </p:sp>
        <p:sp>
          <p:nvSpPr>
            <p:cNvPr id="122" name="TextBox 121"/>
            <p:cNvSpPr txBox="1"/>
            <p:nvPr/>
          </p:nvSpPr>
          <p:spPr>
            <a:xfrm>
              <a:off x="2559959" y="5397135"/>
              <a:ext cx="296876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4000" dirty="0">
                  <a:solidFill>
                    <a:srgbClr val="0070C0"/>
                  </a:solidFill>
                  <a:latin typeface="Gill Sans MT" panose="020B0502020104020203" pitchFamily="34" charset="77"/>
                </a:rPr>
                <a:t>.</a:t>
              </a:r>
            </a:p>
          </p:txBody>
        </p:sp>
      </p:grpSp>
      <p:pic>
        <p:nvPicPr>
          <p:cNvPr id="123" name="Picture 122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6931" y="1154694"/>
            <a:ext cx="1635124" cy="2034820"/>
          </a:xfrm>
          <a:prstGeom prst="rect">
            <a:avLst/>
          </a:prstGeom>
        </p:spPr>
      </p:pic>
      <p:sp>
        <p:nvSpPr>
          <p:cNvPr id="124" name="Rectangle 123"/>
          <p:cNvSpPr/>
          <p:nvPr/>
        </p:nvSpPr>
        <p:spPr>
          <a:xfrm>
            <a:off x="7574280" y="1555695"/>
            <a:ext cx="471488" cy="514350"/>
          </a:xfrm>
          <a:prstGeom prst="rect">
            <a:avLst/>
          </a:prstGeom>
          <a:noFill/>
          <a:ln w="19050">
            <a:solidFill>
              <a:srgbClr val="00FF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25" name="Rectangle 124"/>
          <p:cNvSpPr/>
          <p:nvPr/>
        </p:nvSpPr>
        <p:spPr>
          <a:xfrm>
            <a:off x="7726680" y="1708095"/>
            <a:ext cx="471488" cy="514350"/>
          </a:xfrm>
          <a:prstGeom prst="rect">
            <a:avLst/>
          </a:prstGeom>
          <a:noFill/>
          <a:ln w="19050">
            <a:solidFill>
              <a:srgbClr val="00FF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26" name="Rectangle 125"/>
          <p:cNvSpPr/>
          <p:nvPr/>
        </p:nvSpPr>
        <p:spPr>
          <a:xfrm>
            <a:off x="7879080" y="1860495"/>
            <a:ext cx="471488" cy="514350"/>
          </a:xfrm>
          <a:prstGeom prst="rect">
            <a:avLst/>
          </a:prstGeom>
          <a:noFill/>
          <a:ln w="19050">
            <a:solidFill>
              <a:srgbClr val="00FF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27" name="Rectangle 126"/>
          <p:cNvSpPr/>
          <p:nvPr/>
        </p:nvSpPr>
        <p:spPr>
          <a:xfrm>
            <a:off x="8031480" y="2012895"/>
            <a:ext cx="471488" cy="514350"/>
          </a:xfrm>
          <a:prstGeom prst="rect">
            <a:avLst/>
          </a:prstGeom>
          <a:noFill/>
          <a:ln w="19050">
            <a:solidFill>
              <a:srgbClr val="00FF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28" name="Rectangle 127"/>
          <p:cNvSpPr/>
          <p:nvPr/>
        </p:nvSpPr>
        <p:spPr>
          <a:xfrm>
            <a:off x="7514407" y="1789740"/>
            <a:ext cx="471488" cy="514350"/>
          </a:xfrm>
          <a:prstGeom prst="rect">
            <a:avLst/>
          </a:prstGeom>
          <a:noFill/>
          <a:ln w="19050">
            <a:solidFill>
              <a:srgbClr val="00FF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29" name="Rectangle 128"/>
          <p:cNvSpPr/>
          <p:nvPr/>
        </p:nvSpPr>
        <p:spPr>
          <a:xfrm>
            <a:off x="7666807" y="1942140"/>
            <a:ext cx="471488" cy="514350"/>
          </a:xfrm>
          <a:prstGeom prst="rect">
            <a:avLst/>
          </a:prstGeom>
          <a:noFill/>
          <a:ln w="19050">
            <a:solidFill>
              <a:srgbClr val="00FF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30" name="Rectangle 129"/>
          <p:cNvSpPr/>
          <p:nvPr/>
        </p:nvSpPr>
        <p:spPr>
          <a:xfrm>
            <a:off x="7819207" y="2094540"/>
            <a:ext cx="471488" cy="514350"/>
          </a:xfrm>
          <a:prstGeom prst="rect">
            <a:avLst/>
          </a:prstGeom>
          <a:noFill/>
          <a:ln w="19050">
            <a:solidFill>
              <a:srgbClr val="00FF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31" name="Rectangle 130"/>
          <p:cNvSpPr/>
          <p:nvPr/>
        </p:nvSpPr>
        <p:spPr>
          <a:xfrm>
            <a:off x="7971607" y="2246940"/>
            <a:ext cx="471488" cy="514350"/>
          </a:xfrm>
          <a:prstGeom prst="rect">
            <a:avLst/>
          </a:prstGeom>
          <a:noFill/>
          <a:ln w="19050">
            <a:solidFill>
              <a:srgbClr val="00FF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32" name="Rectangle 131"/>
          <p:cNvSpPr/>
          <p:nvPr/>
        </p:nvSpPr>
        <p:spPr>
          <a:xfrm>
            <a:off x="7808325" y="1397850"/>
            <a:ext cx="471488" cy="514350"/>
          </a:xfrm>
          <a:prstGeom prst="rect">
            <a:avLst/>
          </a:prstGeom>
          <a:noFill/>
          <a:ln w="19050">
            <a:solidFill>
              <a:srgbClr val="00FF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33" name="Rectangle 132"/>
          <p:cNvSpPr/>
          <p:nvPr/>
        </p:nvSpPr>
        <p:spPr>
          <a:xfrm>
            <a:off x="7960725" y="1550250"/>
            <a:ext cx="471488" cy="514350"/>
          </a:xfrm>
          <a:prstGeom prst="rect">
            <a:avLst/>
          </a:prstGeom>
          <a:noFill/>
          <a:ln w="19050">
            <a:solidFill>
              <a:srgbClr val="00FF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34" name="Rectangle 133"/>
          <p:cNvSpPr/>
          <p:nvPr/>
        </p:nvSpPr>
        <p:spPr>
          <a:xfrm>
            <a:off x="8113125" y="1702650"/>
            <a:ext cx="471488" cy="514350"/>
          </a:xfrm>
          <a:prstGeom prst="rect">
            <a:avLst/>
          </a:prstGeom>
          <a:noFill/>
          <a:ln w="19050">
            <a:solidFill>
              <a:srgbClr val="00FF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35" name="Rectangle 134"/>
          <p:cNvSpPr/>
          <p:nvPr/>
        </p:nvSpPr>
        <p:spPr>
          <a:xfrm>
            <a:off x="8265525" y="1855050"/>
            <a:ext cx="471488" cy="514350"/>
          </a:xfrm>
          <a:prstGeom prst="rect">
            <a:avLst/>
          </a:prstGeom>
          <a:noFill/>
          <a:ln w="19050">
            <a:solidFill>
              <a:srgbClr val="00FF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36" name="Rectangle 135"/>
          <p:cNvSpPr/>
          <p:nvPr/>
        </p:nvSpPr>
        <p:spPr>
          <a:xfrm>
            <a:off x="7383777" y="2116310"/>
            <a:ext cx="471488" cy="514350"/>
          </a:xfrm>
          <a:prstGeom prst="rect">
            <a:avLst/>
          </a:prstGeom>
          <a:noFill/>
          <a:ln w="19050">
            <a:solidFill>
              <a:srgbClr val="00FF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37" name="Rectangle 136"/>
          <p:cNvSpPr/>
          <p:nvPr/>
        </p:nvSpPr>
        <p:spPr>
          <a:xfrm>
            <a:off x="7536177" y="2268710"/>
            <a:ext cx="471488" cy="514350"/>
          </a:xfrm>
          <a:prstGeom prst="rect">
            <a:avLst/>
          </a:prstGeom>
          <a:noFill/>
          <a:ln w="19050">
            <a:solidFill>
              <a:srgbClr val="00FF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38" name="Rectangle 137"/>
          <p:cNvSpPr/>
          <p:nvPr/>
        </p:nvSpPr>
        <p:spPr>
          <a:xfrm>
            <a:off x="7688577" y="2421110"/>
            <a:ext cx="471488" cy="514350"/>
          </a:xfrm>
          <a:prstGeom prst="rect">
            <a:avLst/>
          </a:prstGeom>
          <a:noFill/>
          <a:ln w="19050">
            <a:solidFill>
              <a:srgbClr val="00FF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39" name="Rectangle 138"/>
          <p:cNvSpPr/>
          <p:nvPr/>
        </p:nvSpPr>
        <p:spPr>
          <a:xfrm>
            <a:off x="7840977" y="2573510"/>
            <a:ext cx="471488" cy="514350"/>
          </a:xfrm>
          <a:prstGeom prst="rect">
            <a:avLst/>
          </a:prstGeom>
          <a:noFill/>
          <a:ln w="19050">
            <a:solidFill>
              <a:srgbClr val="00FF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40" name="Rectangle 139"/>
          <p:cNvSpPr/>
          <p:nvPr/>
        </p:nvSpPr>
        <p:spPr>
          <a:xfrm>
            <a:off x="7362007" y="1621004"/>
            <a:ext cx="471488" cy="514350"/>
          </a:xfrm>
          <a:prstGeom prst="rect">
            <a:avLst/>
          </a:prstGeom>
          <a:noFill/>
          <a:ln w="19050">
            <a:solidFill>
              <a:srgbClr val="00FF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41" name="Rectangle 140"/>
          <p:cNvSpPr/>
          <p:nvPr/>
        </p:nvSpPr>
        <p:spPr>
          <a:xfrm>
            <a:off x="7514407" y="1773404"/>
            <a:ext cx="471488" cy="514350"/>
          </a:xfrm>
          <a:prstGeom prst="rect">
            <a:avLst/>
          </a:prstGeom>
          <a:noFill/>
          <a:ln w="19050">
            <a:solidFill>
              <a:srgbClr val="00FF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42" name="Rectangle 141"/>
          <p:cNvSpPr/>
          <p:nvPr/>
        </p:nvSpPr>
        <p:spPr>
          <a:xfrm>
            <a:off x="7302134" y="1855049"/>
            <a:ext cx="471488" cy="514350"/>
          </a:xfrm>
          <a:prstGeom prst="rect">
            <a:avLst/>
          </a:prstGeom>
          <a:noFill/>
          <a:ln w="19050">
            <a:solidFill>
              <a:srgbClr val="00FF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43" name="Rectangle 142"/>
          <p:cNvSpPr/>
          <p:nvPr/>
        </p:nvSpPr>
        <p:spPr>
          <a:xfrm>
            <a:off x="7596052" y="1463159"/>
            <a:ext cx="471488" cy="514350"/>
          </a:xfrm>
          <a:prstGeom prst="rect">
            <a:avLst/>
          </a:prstGeom>
          <a:noFill/>
          <a:ln w="19050">
            <a:solidFill>
              <a:srgbClr val="00FF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44" name="Rectangle 143"/>
          <p:cNvSpPr/>
          <p:nvPr/>
        </p:nvSpPr>
        <p:spPr>
          <a:xfrm>
            <a:off x="7748452" y="1615559"/>
            <a:ext cx="471488" cy="514350"/>
          </a:xfrm>
          <a:prstGeom prst="rect">
            <a:avLst/>
          </a:prstGeom>
          <a:noFill/>
          <a:ln w="19050">
            <a:solidFill>
              <a:srgbClr val="00FF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45" name="Rectangle 144"/>
          <p:cNvSpPr/>
          <p:nvPr/>
        </p:nvSpPr>
        <p:spPr>
          <a:xfrm>
            <a:off x="7993377" y="2431994"/>
            <a:ext cx="471488" cy="514350"/>
          </a:xfrm>
          <a:prstGeom prst="rect">
            <a:avLst/>
          </a:prstGeom>
          <a:noFill/>
          <a:ln w="19050">
            <a:solidFill>
              <a:srgbClr val="00FF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46" name="Rectangle 145"/>
          <p:cNvSpPr/>
          <p:nvPr/>
        </p:nvSpPr>
        <p:spPr>
          <a:xfrm>
            <a:off x="8303622" y="2464652"/>
            <a:ext cx="471488" cy="514350"/>
          </a:xfrm>
          <a:prstGeom prst="rect">
            <a:avLst/>
          </a:prstGeom>
          <a:noFill/>
          <a:ln w="19050">
            <a:solidFill>
              <a:srgbClr val="00FF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47" name="Rectangle 146"/>
          <p:cNvSpPr/>
          <p:nvPr/>
        </p:nvSpPr>
        <p:spPr>
          <a:xfrm>
            <a:off x="8091351" y="1403293"/>
            <a:ext cx="471488" cy="514350"/>
          </a:xfrm>
          <a:prstGeom prst="rect">
            <a:avLst/>
          </a:prstGeom>
          <a:noFill/>
          <a:ln w="19050">
            <a:solidFill>
              <a:srgbClr val="00FF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grpSp>
        <p:nvGrpSpPr>
          <p:cNvPr id="148" name="Group 147"/>
          <p:cNvGrpSpPr/>
          <p:nvPr/>
        </p:nvGrpSpPr>
        <p:grpSpPr>
          <a:xfrm rot="2552380">
            <a:off x="4221119" y="4985656"/>
            <a:ext cx="1089357" cy="1119366"/>
            <a:chOff x="2300879" y="5107575"/>
            <a:chExt cx="1089357" cy="1119366"/>
          </a:xfrm>
        </p:grpSpPr>
        <p:sp>
          <p:nvSpPr>
            <p:cNvPr id="149" name="TextBox 148"/>
            <p:cNvSpPr txBox="1"/>
            <p:nvPr/>
          </p:nvSpPr>
          <p:spPr>
            <a:xfrm>
              <a:off x="2544719" y="5122815"/>
              <a:ext cx="296876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4000" dirty="0">
                  <a:solidFill>
                    <a:srgbClr val="92D050"/>
                  </a:solidFill>
                  <a:latin typeface="Gill Sans MT" panose="020B0502020104020203" pitchFamily="34" charset="77"/>
                </a:rPr>
                <a:t>.</a:t>
              </a:r>
            </a:p>
          </p:txBody>
        </p:sp>
        <p:sp>
          <p:nvSpPr>
            <p:cNvPr id="150" name="TextBox 149"/>
            <p:cNvSpPr txBox="1"/>
            <p:nvPr/>
          </p:nvSpPr>
          <p:spPr>
            <a:xfrm>
              <a:off x="2498999" y="5107575"/>
              <a:ext cx="296876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4000" dirty="0">
                  <a:solidFill>
                    <a:srgbClr val="92D050"/>
                  </a:solidFill>
                  <a:latin typeface="Gill Sans MT" panose="020B0502020104020203" pitchFamily="34" charset="77"/>
                </a:rPr>
                <a:t>.</a:t>
              </a:r>
            </a:p>
          </p:txBody>
        </p:sp>
        <p:sp>
          <p:nvSpPr>
            <p:cNvPr id="151" name="TextBox 150"/>
            <p:cNvSpPr txBox="1"/>
            <p:nvPr/>
          </p:nvSpPr>
          <p:spPr>
            <a:xfrm>
              <a:off x="2651399" y="5275214"/>
              <a:ext cx="296876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4000" dirty="0">
                  <a:solidFill>
                    <a:srgbClr val="92D050"/>
                  </a:solidFill>
                  <a:latin typeface="Gill Sans MT" panose="020B0502020104020203" pitchFamily="34" charset="77"/>
                </a:rPr>
                <a:t>.</a:t>
              </a:r>
            </a:p>
          </p:txBody>
        </p:sp>
        <p:sp>
          <p:nvSpPr>
            <p:cNvPr id="152" name="TextBox 151"/>
            <p:cNvSpPr txBox="1"/>
            <p:nvPr/>
          </p:nvSpPr>
          <p:spPr>
            <a:xfrm>
              <a:off x="2651399" y="5168535"/>
              <a:ext cx="296876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4000" dirty="0">
                  <a:solidFill>
                    <a:srgbClr val="92D050"/>
                  </a:solidFill>
                  <a:latin typeface="Gill Sans MT" panose="020B0502020104020203" pitchFamily="34" charset="77"/>
                </a:rPr>
                <a:t>.</a:t>
              </a:r>
            </a:p>
          </p:txBody>
        </p:sp>
        <p:sp>
          <p:nvSpPr>
            <p:cNvPr id="153" name="TextBox 152"/>
            <p:cNvSpPr txBox="1"/>
            <p:nvPr/>
          </p:nvSpPr>
          <p:spPr>
            <a:xfrm>
              <a:off x="2986679" y="5214255"/>
              <a:ext cx="296876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4000" dirty="0">
                  <a:solidFill>
                    <a:srgbClr val="92D050"/>
                  </a:solidFill>
                  <a:latin typeface="Gill Sans MT" panose="020B0502020104020203" pitchFamily="34" charset="77"/>
                </a:rPr>
                <a:t>.</a:t>
              </a:r>
            </a:p>
          </p:txBody>
        </p:sp>
        <p:sp>
          <p:nvSpPr>
            <p:cNvPr id="154" name="TextBox 153"/>
            <p:cNvSpPr txBox="1"/>
            <p:nvPr/>
          </p:nvSpPr>
          <p:spPr>
            <a:xfrm>
              <a:off x="2986678" y="5107575"/>
              <a:ext cx="296876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4000" dirty="0">
                  <a:solidFill>
                    <a:srgbClr val="92D050"/>
                  </a:solidFill>
                  <a:latin typeface="Gill Sans MT" panose="020B0502020104020203" pitchFamily="34" charset="77"/>
                </a:rPr>
                <a:t>.</a:t>
              </a:r>
            </a:p>
          </p:txBody>
        </p:sp>
        <p:sp>
          <p:nvSpPr>
            <p:cNvPr id="155" name="TextBox 154"/>
            <p:cNvSpPr txBox="1"/>
            <p:nvPr/>
          </p:nvSpPr>
          <p:spPr>
            <a:xfrm>
              <a:off x="2940959" y="5199015"/>
              <a:ext cx="296876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4000" dirty="0">
                  <a:solidFill>
                    <a:srgbClr val="92D050"/>
                  </a:solidFill>
                  <a:latin typeface="Gill Sans MT" panose="020B0502020104020203" pitchFamily="34" charset="77"/>
                </a:rPr>
                <a:t>.</a:t>
              </a:r>
            </a:p>
          </p:txBody>
        </p:sp>
        <p:sp>
          <p:nvSpPr>
            <p:cNvPr id="156" name="TextBox 155"/>
            <p:cNvSpPr txBox="1"/>
            <p:nvPr/>
          </p:nvSpPr>
          <p:spPr>
            <a:xfrm>
              <a:off x="3093359" y="5366655"/>
              <a:ext cx="296876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4000" dirty="0">
                  <a:solidFill>
                    <a:srgbClr val="92D050"/>
                  </a:solidFill>
                  <a:latin typeface="Gill Sans MT" panose="020B0502020104020203" pitchFamily="34" charset="77"/>
                </a:rPr>
                <a:t>.</a:t>
              </a:r>
            </a:p>
          </p:txBody>
        </p:sp>
        <p:sp>
          <p:nvSpPr>
            <p:cNvPr id="157" name="TextBox 156"/>
            <p:cNvSpPr txBox="1"/>
            <p:nvPr/>
          </p:nvSpPr>
          <p:spPr>
            <a:xfrm>
              <a:off x="3093360" y="5259975"/>
              <a:ext cx="296876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4000" dirty="0">
                  <a:solidFill>
                    <a:srgbClr val="92D050"/>
                  </a:solidFill>
                  <a:latin typeface="Gill Sans MT" panose="020B0502020104020203" pitchFamily="34" charset="77"/>
                </a:rPr>
                <a:t>.</a:t>
              </a:r>
            </a:p>
          </p:txBody>
        </p:sp>
        <p:sp>
          <p:nvSpPr>
            <p:cNvPr id="158" name="TextBox 157"/>
            <p:cNvSpPr txBox="1"/>
            <p:nvPr/>
          </p:nvSpPr>
          <p:spPr>
            <a:xfrm>
              <a:off x="2620920" y="5199015"/>
              <a:ext cx="296876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4000" dirty="0">
                  <a:solidFill>
                    <a:srgbClr val="92D050"/>
                  </a:solidFill>
                  <a:latin typeface="Gill Sans MT" panose="020B0502020104020203" pitchFamily="34" charset="77"/>
                </a:rPr>
                <a:t>.</a:t>
              </a:r>
            </a:p>
          </p:txBody>
        </p:sp>
        <p:sp>
          <p:nvSpPr>
            <p:cNvPr id="159" name="TextBox 158"/>
            <p:cNvSpPr txBox="1"/>
            <p:nvPr/>
          </p:nvSpPr>
          <p:spPr>
            <a:xfrm>
              <a:off x="2773319" y="5366656"/>
              <a:ext cx="296876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4000" dirty="0">
                  <a:solidFill>
                    <a:srgbClr val="92D050"/>
                  </a:solidFill>
                  <a:latin typeface="Gill Sans MT" panose="020B0502020104020203" pitchFamily="34" charset="77"/>
                </a:rPr>
                <a:t>.</a:t>
              </a:r>
            </a:p>
          </p:txBody>
        </p:sp>
        <p:sp>
          <p:nvSpPr>
            <p:cNvPr id="160" name="TextBox 159"/>
            <p:cNvSpPr txBox="1"/>
            <p:nvPr/>
          </p:nvSpPr>
          <p:spPr>
            <a:xfrm>
              <a:off x="2773319" y="5259975"/>
              <a:ext cx="296876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4000" dirty="0">
                  <a:solidFill>
                    <a:srgbClr val="92D050"/>
                  </a:solidFill>
                  <a:latin typeface="Gill Sans MT" panose="020B0502020104020203" pitchFamily="34" charset="77"/>
                </a:rPr>
                <a:t>.</a:t>
              </a:r>
            </a:p>
          </p:txBody>
        </p:sp>
        <p:sp>
          <p:nvSpPr>
            <p:cNvPr id="161" name="TextBox 160"/>
            <p:cNvSpPr txBox="1"/>
            <p:nvPr/>
          </p:nvSpPr>
          <p:spPr>
            <a:xfrm>
              <a:off x="2727599" y="5351415"/>
              <a:ext cx="296876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4000" dirty="0">
                  <a:solidFill>
                    <a:srgbClr val="92D050"/>
                  </a:solidFill>
                  <a:latin typeface="Gill Sans MT" panose="020B0502020104020203" pitchFamily="34" charset="77"/>
                </a:rPr>
                <a:t>.</a:t>
              </a:r>
            </a:p>
          </p:txBody>
        </p:sp>
        <p:sp>
          <p:nvSpPr>
            <p:cNvPr id="162" name="TextBox 161"/>
            <p:cNvSpPr txBox="1"/>
            <p:nvPr/>
          </p:nvSpPr>
          <p:spPr>
            <a:xfrm>
              <a:off x="2879999" y="5519055"/>
              <a:ext cx="296876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4000" dirty="0">
                  <a:solidFill>
                    <a:srgbClr val="92D050"/>
                  </a:solidFill>
                  <a:latin typeface="Gill Sans MT" panose="020B0502020104020203" pitchFamily="34" charset="77"/>
                </a:rPr>
                <a:t>.</a:t>
              </a:r>
            </a:p>
          </p:txBody>
        </p:sp>
        <p:sp>
          <p:nvSpPr>
            <p:cNvPr id="163" name="TextBox 162"/>
            <p:cNvSpPr txBox="1"/>
            <p:nvPr/>
          </p:nvSpPr>
          <p:spPr>
            <a:xfrm>
              <a:off x="2879999" y="5412375"/>
              <a:ext cx="296876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4000" dirty="0">
                  <a:solidFill>
                    <a:srgbClr val="92D050"/>
                  </a:solidFill>
                  <a:latin typeface="Gill Sans MT" panose="020B0502020104020203" pitchFamily="34" charset="77"/>
                </a:rPr>
                <a:t>.</a:t>
              </a:r>
            </a:p>
          </p:txBody>
        </p:sp>
        <p:sp>
          <p:nvSpPr>
            <p:cNvPr id="164" name="TextBox 163"/>
            <p:cNvSpPr txBox="1"/>
            <p:nvPr/>
          </p:nvSpPr>
          <p:spPr>
            <a:xfrm>
              <a:off x="2300879" y="5183775"/>
              <a:ext cx="296876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4000" dirty="0">
                  <a:solidFill>
                    <a:srgbClr val="92D050"/>
                  </a:solidFill>
                  <a:latin typeface="Gill Sans MT" panose="020B0502020104020203" pitchFamily="34" charset="77"/>
                </a:rPr>
                <a:t>.</a:t>
              </a:r>
            </a:p>
          </p:txBody>
        </p:sp>
        <p:sp>
          <p:nvSpPr>
            <p:cNvPr id="165" name="TextBox 164"/>
            <p:cNvSpPr txBox="1"/>
            <p:nvPr/>
          </p:nvSpPr>
          <p:spPr>
            <a:xfrm>
              <a:off x="2453279" y="5351415"/>
              <a:ext cx="296876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4000" dirty="0">
                  <a:solidFill>
                    <a:srgbClr val="92D050"/>
                  </a:solidFill>
                  <a:latin typeface="Gill Sans MT" panose="020B0502020104020203" pitchFamily="34" charset="77"/>
                </a:rPr>
                <a:t>.</a:t>
              </a:r>
            </a:p>
          </p:txBody>
        </p:sp>
        <p:sp>
          <p:nvSpPr>
            <p:cNvPr id="166" name="TextBox 165"/>
            <p:cNvSpPr txBox="1"/>
            <p:nvPr/>
          </p:nvSpPr>
          <p:spPr>
            <a:xfrm>
              <a:off x="2453279" y="5244735"/>
              <a:ext cx="296876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4000" dirty="0">
                  <a:solidFill>
                    <a:srgbClr val="92D050"/>
                  </a:solidFill>
                  <a:latin typeface="Gill Sans MT" panose="020B0502020104020203" pitchFamily="34" charset="77"/>
                </a:rPr>
                <a:t>.</a:t>
              </a:r>
            </a:p>
          </p:txBody>
        </p:sp>
        <p:sp>
          <p:nvSpPr>
            <p:cNvPr id="167" name="TextBox 166"/>
            <p:cNvSpPr txBox="1"/>
            <p:nvPr/>
          </p:nvSpPr>
          <p:spPr>
            <a:xfrm>
              <a:off x="2407559" y="5336175"/>
              <a:ext cx="296876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4000" dirty="0">
                  <a:solidFill>
                    <a:srgbClr val="92D050"/>
                  </a:solidFill>
                  <a:latin typeface="Gill Sans MT" panose="020B0502020104020203" pitchFamily="34" charset="77"/>
                </a:rPr>
                <a:t>.</a:t>
              </a:r>
            </a:p>
          </p:txBody>
        </p:sp>
        <p:sp>
          <p:nvSpPr>
            <p:cNvPr id="168" name="TextBox 167"/>
            <p:cNvSpPr txBox="1"/>
            <p:nvPr/>
          </p:nvSpPr>
          <p:spPr>
            <a:xfrm>
              <a:off x="2559959" y="5503815"/>
              <a:ext cx="296876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4000" dirty="0">
                  <a:solidFill>
                    <a:srgbClr val="92D050"/>
                  </a:solidFill>
                  <a:latin typeface="Gill Sans MT" panose="020B0502020104020203" pitchFamily="34" charset="77"/>
                </a:rPr>
                <a:t>.</a:t>
              </a:r>
            </a:p>
          </p:txBody>
        </p:sp>
        <p:sp>
          <p:nvSpPr>
            <p:cNvPr id="169" name="TextBox 168"/>
            <p:cNvSpPr txBox="1"/>
            <p:nvPr/>
          </p:nvSpPr>
          <p:spPr>
            <a:xfrm>
              <a:off x="2559958" y="5397135"/>
              <a:ext cx="296876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4000" dirty="0">
                  <a:solidFill>
                    <a:srgbClr val="92D050"/>
                  </a:solidFill>
                  <a:latin typeface="Gill Sans MT" panose="020B0502020104020203" pitchFamily="34" charset="77"/>
                </a:rPr>
                <a:t>.</a:t>
              </a:r>
            </a:p>
          </p:txBody>
        </p:sp>
      </p:grp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D9A0F16-5AF4-5D45-AC94-D2CBFEC3F5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0B2870-7350-8D40-A01A-CE539DF873CB}" type="slidenum">
              <a:rPr lang="en-US" smtClean="0"/>
              <a:t>48</a:t>
            </a:fld>
            <a:endParaRPr lang="en-US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30C93D4B-C75C-147F-F1B3-C7A4097FDA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PR04D</a:t>
            </a:r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82845292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0" name="Picture 169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77979" y="5068454"/>
            <a:ext cx="2000024" cy="1290921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60612" y="2243138"/>
            <a:ext cx="1635125" cy="2034822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2667000" y="2628900"/>
            <a:ext cx="471488" cy="514350"/>
          </a:xfrm>
          <a:prstGeom prst="rect">
            <a:avLst/>
          </a:prstGeom>
          <a:noFill/>
          <a:ln w="19050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2819400" y="2781300"/>
            <a:ext cx="471488" cy="514350"/>
          </a:xfrm>
          <a:prstGeom prst="rect">
            <a:avLst/>
          </a:prstGeom>
          <a:noFill/>
          <a:ln w="19050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2971800" y="2933700"/>
            <a:ext cx="471488" cy="514350"/>
          </a:xfrm>
          <a:prstGeom prst="rect">
            <a:avLst/>
          </a:prstGeom>
          <a:noFill/>
          <a:ln w="19050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28" name="Rectangle 27"/>
          <p:cNvSpPr/>
          <p:nvPr/>
        </p:nvSpPr>
        <p:spPr>
          <a:xfrm>
            <a:off x="3124200" y="3086100"/>
            <a:ext cx="471488" cy="514350"/>
          </a:xfrm>
          <a:prstGeom prst="rect">
            <a:avLst/>
          </a:prstGeom>
          <a:noFill/>
          <a:ln w="19050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29" name="Rectangle 28"/>
          <p:cNvSpPr/>
          <p:nvPr/>
        </p:nvSpPr>
        <p:spPr>
          <a:xfrm>
            <a:off x="2607127" y="2862945"/>
            <a:ext cx="471488" cy="514350"/>
          </a:xfrm>
          <a:prstGeom prst="rect">
            <a:avLst/>
          </a:prstGeom>
          <a:noFill/>
          <a:ln w="19050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30" name="Rectangle 29"/>
          <p:cNvSpPr/>
          <p:nvPr/>
        </p:nvSpPr>
        <p:spPr>
          <a:xfrm>
            <a:off x="2759527" y="3015345"/>
            <a:ext cx="471488" cy="514350"/>
          </a:xfrm>
          <a:prstGeom prst="rect">
            <a:avLst/>
          </a:prstGeom>
          <a:noFill/>
          <a:ln w="19050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31" name="Rectangle 30"/>
          <p:cNvSpPr/>
          <p:nvPr/>
        </p:nvSpPr>
        <p:spPr>
          <a:xfrm>
            <a:off x="2911927" y="3167745"/>
            <a:ext cx="471488" cy="514350"/>
          </a:xfrm>
          <a:prstGeom prst="rect">
            <a:avLst/>
          </a:prstGeom>
          <a:noFill/>
          <a:ln w="19050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32" name="Rectangle 31"/>
          <p:cNvSpPr/>
          <p:nvPr/>
        </p:nvSpPr>
        <p:spPr>
          <a:xfrm>
            <a:off x="3064327" y="3320145"/>
            <a:ext cx="471488" cy="514350"/>
          </a:xfrm>
          <a:prstGeom prst="rect">
            <a:avLst/>
          </a:prstGeom>
          <a:noFill/>
          <a:ln w="19050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33" name="Rectangle 32"/>
          <p:cNvSpPr/>
          <p:nvPr/>
        </p:nvSpPr>
        <p:spPr>
          <a:xfrm>
            <a:off x="2901045" y="2471055"/>
            <a:ext cx="471488" cy="514350"/>
          </a:xfrm>
          <a:prstGeom prst="rect">
            <a:avLst/>
          </a:prstGeom>
          <a:noFill/>
          <a:ln w="19050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34" name="Rectangle 33"/>
          <p:cNvSpPr/>
          <p:nvPr/>
        </p:nvSpPr>
        <p:spPr>
          <a:xfrm>
            <a:off x="3053445" y="2623455"/>
            <a:ext cx="471488" cy="514350"/>
          </a:xfrm>
          <a:prstGeom prst="rect">
            <a:avLst/>
          </a:prstGeom>
          <a:noFill/>
          <a:ln w="19050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35" name="Rectangle 34"/>
          <p:cNvSpPr/>
          <p:nvPr/>
        </p:nvSpPr>
        <p:spPr>
          <a:xfrm>
            <a:off x="3205845" y="2775855"/>
            <a:ext cx="471488" cy="514350"/>
          </a:xfrm>
          <a:prstGeom prst="rect">
            <a:avLst/>
          </a:prstGeom>
          <a:noFill/>
          <a:ln w="19050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36" name="Rectangle 35"/>
          <p:cNvSpPr/>
          <p:nvPr/>
        </p:nvSpPr>
        <p:spPr>
          <a:xfrm>
            <a:off x="3358245" y="2928255"/>
            <a:ext cx="471488" cy="514350"/>
          </a:xfrm>
          <a:prstGeom prst="rect">
            <a:avLst/>
          </a:prstGeom>
          <a:noFill/>
          <a:ln w="19050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37" name="Rectangle 36"/>
          <p:cNvSpPr/>
          <p:nvPr/>
        </p:nvSpPr>
        <p:spPr>
          <a:xfrm>
            <a:off x="2476497" y="3189515"/>
            <a:ext cx="471488" cy="514350"/>
          </a:xfrm>
          <a:prstGeom prst="rect">
            <a:avLst/>
          </a:prstGeom>
          <a:noFill/>
          <a:ln w="19050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38" name="Rectangle 37"/>
          <p:cNvSpPr/>
          <p:nvPr/>
        </p:nvSpPr>
        <p:spPr>
          <a:xfrm>
            <a:off x="2628897" y="3341915"/>
            <a:ext cx="471488" cy="514350"/>
          </a:xfrm>
          <a:prstGeom prst="rect">
            <a:avLst/>
          </a:prstGeom>
          <a:noFill/>
          <a:ln w="19050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39" name="Rectangle 38"/>
          <p:cNvSpPr/>
          <p:nvPr/>
        </p:nvSpPr>
        <p:spPr>
          <a:xfrm>
            <a:off x="2781297" y="3494315"/>
            <a:ext cx="471488" cy="514350"/>
          </a:xfrm>
          <a:prstGeom prst="rect">
            <a:avLst/>
          </a:prstGeom>
          <a:noFill/>
          <a:ln w="19050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40" name="Rectangle 39"/>
          <p:cNvSpPr/>
          <p:nvPr/>
        </p:nvSpPr>
        <p:spPr>
          <a:xfrm>
            <a:off x="2933697" y="3646715"/>
            <a:ext cx="471488" cy="514350"/>
          </a:xfrm>
          <a:prstGeom prst="rect">
            <a:avLst/>
          </a:prstGeom>
          <a:noFill/>
          <a:ln w="19050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41" name="Rectangle 40"/>
          <p:cNvSpPr/>
          <p:nvPr/>
        </p:nvSpPr>
        <p:spPr>
          <a:xfrm>
            <a:off x="2454727" y="2694209"/>
            <a:ext cx="471488" cy="514350"/>
          </a:xfrm>
          <a:prstGeom prst="rect">
            <a:avLst/>
          </a:prstGeom>
          <a:noFill/>
          <a:ln w="19050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42" name="Rectangle 41"/>
          <p:cNvSpPr/>
          <p:nvPr/>
        </p:nvSpPr>
        <p:spPr>
          <a:xfrm>
            <a:off x="2607127" y="2846609"/>
            <a:ext cx="471488" cy="514350"/>
          </a:xfrm>
          <a:prstGeom prst="rect">
            <a:avLst/>
          </a:prstGeom>
          <a:noFill/>
          <a:ln w="19050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43" name="Rectangle 42"/>
          <p:cNvSpPr/>
          <p:nvPr/>
        </p:nvSpPr>
        <p:spPr>
          <a:xfrm>
            <a:off x="2394854" y="2928254"/>
            <a:ext cx="471488" cy="514350"/>
          </a:xfrm>
          <a:prstGeom prst="rect">
            <a:avLst/>
          </a:prstGeom>
          <a:noFill/>
          <a:ln w="19050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44" name="Rectangle 43"/>
          <p:cNvSpPr/>
          <p:nvPr/>
        </p:nvSpPr>
        <p:spPr>
          <a:xfrm>
            <a:off x="2688772" y="2536364"/>
            <a:ext cx="471488" cy="514350"/>
          </a:xfrm>
          <a:prstGeom prst="rect">
            <a:avLst/>
          </a:prstGeom>
          <a:noFill/>
          <a:ln w="19050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45" name="Rectangle 44"/>
          <p:cNvSpPr/>
          <p:nvPr/>
        </p:nvSpPr>
        <p:spPr>
          <a:xfrm>
            <a:off x="2841172" y="2688764"/>
            <a:ext cx="471488" cy="514350"/>
          </a:xfrm>
          <a:prstGeom prst="rect">
            <a:avLst/>
          </a:prstGeom>
          <a:noFill/>
          <a:ln w="19050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46" name="Rectangle 45"/>
          <p:cNvSpPr/>
          <p:nvPr/>
        </p:nvSpPr>
        <p:spPr>
          <a:xfrm>
            <a:off x="3086097" y="3505199"/>
            <a:ext cx="471488" cy="514350"/>
          </a:xfrm>
          <a:prstGeom prst="rect">
            <a:avLst/>
          </a:prstGeom>
          <a:noFill/>
          <a:ln w="19050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47" name="Rectangle 46"/>
          <p:cNvSpPr/>
          <p:nvPr/>
        </p:nvSpPr>
        <p:spPr>
          <a:xfrm>
            <a:off x="3396342" y="3537857"/>
            <a:ext cx="471488" cy="514350"/>
          </a:xfrm>
          <a:prstGeom prst="rect">
            <a:avLst/>
          </a:prstGeom>
          <a:noFill/>
          <a:ln w="19050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48" name="Rectangle 47"/>
          <p:cNvSpPr/>
          <p:nvPr/>
        </p:nvSpPr>
        <p:spPr>
          <a:xfrm>
            <a:off x="3184071" y="2476498"/>
            <a:ext cx="471488" cy="514350"/>
          </a:xfrm>
          <a:prstGeom prst="rect">
            <a:avLst/>
          </a:prstGeom>
          <a:noFill/>
          <a:ln w="19050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cxnSp>
        <p:nvCxnSpPr>
          <p:cNvPr id="50" name="Straight Arrow Connector 49"/>
          <p:cNvCxnSpPr/>
          <p:nvPr/>
        </p:nvCxnSpPr>
        <p:spPr>
          <a:xfrm>
            <a:off x="3595688" y="6366389"/>
            <a:ext cx="1728788" cy="0"/>
          </a:xfrm>
          <a:prstGeom prst="straightConnector1">
            <a:avLst/>
          </a:prstGeom>
          <a:ln>
            <a:solidFill>
              <a:schemeClr val="tx1">
                <a:lumMod val="75000"/>
                <a:lumOff val="25000"/>
              </a:schemeClr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Straight Arrow Connector 50"/>
          <p:cNvCxnSpPr/>
          <p:nvPr/>
        </p:nvCxnSpPr>
        <p:spPr>
          <a:xfrm flipH="1" flipV="1">
            <a:off x="3677333" y="4963078"/>
            <a:ext cx="0" cy="1512849"/>
          </a:xfrm>
          <a:prstGeom prst="straightConnector1">
            <a:avLst/>
          </a:prstGeom>
          <a:ln>
            <a:solidFill>
              <a:schemeClr val="tx1">
                <a:lumMod val="75000"/>
                <a:lumOff val="25000"/>
              </a:schemeClr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" name="Picture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41585" y="5282295"/>
            <a:ext cx="711200" cy="457200"/>
          </a:xfrm>
          <a:prstGeom prst="rect">
            <a:avLst/>
          </a:prstGeom>
        </p:spPr>
      </p:pic>
      <p:pic>
        <p:nvPicPr>
          <p:cNvPr id="77" name="Picture 76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87531" y="307658"/>
            <a:ext cx="1635124" cy="2034822"/>
          </a:xfrm>
          <a:prstGeom prst="rect">
            <a:avLst/>
          </a:prstGeom>
        </p:spPr>
      </p:pic>
      <p:sp>
        <p:nvSpPr>
          <p:cNvPr id="78" name="Rectangle 77"/>
          <p:cNvSpPr/>
          <p:nvPr/>
        </p:nvSpPr>
        <p:spPr>
          <a:xfrm>
            <a:off x="4754880" y="708660"/>
            <a:ext cx="471488" cy="514350"/>
          </a:xfrm>
          <a:prstGeom prst="rect">
            <a:avLst/>
          </a:prstGeom>
          <a:noFill/>
          <a:ln w="1905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79" name="Rectangle 78"/>
          <p:cNvSpPr/>
          <p:nvPr/>
        </p:nvSpPr>
        <p:spPr>
          <a:xfrm>
            <a:off x="4907280" y="861060"/>
            <a:ext cx="471488" cy="514350"/>
          </a:xfrm>
          <a:prstGeom prst="rect">
            <a:avLst/>
          </a:prstGeom>
          <a:noFill/>
          <a:ln w="1905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80" name="Rectangle 79"/>
          <p:cNvSpPr/>
          <p:nvPr/>
        </p:nvSpPr>
        <p:spPr>
          <a:xfrm>
            <a:off x="5059680" y="1013460"/>
            <a:ext cx="471488" cy="514350"/>
          </a:xfrm>
          <a:prstGeom prst="rect">
            <a:avLst/>
          </a:prstGeom>
          <a:noFill/>
          <a:ln w="1905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81" name="Rectangle 80"/>
          <p:cNvSpPr/>
          <p:nvPr/>
        </p:nvSpPr>
        <p:spPr>
          <a:xfrm>
            <a:off x="5212080" y="1165860"/>
            <a:ext cx="471488" cy="514350"/>
          </a:xfrm>
          <a:prstGeom prst="rect">
            <a:avLst/>
          </a:prstGeom>
          <a:noFill/>
          <a:ln w="1905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82" name="Rectangle 81"/>
          <p:cNvSpPr/>
          <p:nvPr/>
        </p:nvSpPr>
        <p:spPr>
          <a:xfrm>
            <a:off x="4695007" y="942705"/>
            <a:ext cx="471488" cy="514350"/>
          </a:xfrm>
          <a:prstGeom prst="rect">
            <a:avLst/>
          </a:prstGeom>
          <a:noFill/>
          <a:ln w="1905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83" name="Rectangle 82"/>
          <p:cNvSpPr/>
          <p:nvPr/>
        </p:nvSpPr>
        <p:spPr>
          <a:xfrm>
            <a:off x="4847407" y="1095105"/>
            <a:ext cx="471488" cy="514350"/>
          </a:xfrm>
          <a:prstGeom prst="rect">
            <a:avLst/>
          </a:prstGeom>
          <a:noFill/>
          <a:ln w="1905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84" name="Rectangle 83"/>
          <p:cNvSpPr/>
          <p:nvPr/>
        </p:nvSpPr>
        <p:spPr>
          <a:xfrm>
            <a:off x="4999807" y="1247505"/>
            <a:ext cx="471488" cy="514350"/>
          </a:xfrm>
          <a:prstGeom prst="rect">
            <a:avLst/>
          </a:prstGeom>
          <a:noFill/>
          <a:ln w="1905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85" name="Rectangle 84"/>
          <p:cNvSpPr/>
          <p:nvPr/>
        </p:nvSpPr>
        <p:spPr>
          <a:xfrm>
            <a:off x="5152207" y="1399905"/>
            <a:ext cx="471488" cy="514350"/>
          </a:xfrm>
          <a:prstGeom prst="rect">
            <a:avLst/>
          </a:prstGeom>
          <a:noFill/>
          <a:ln w="1905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86" name="Rectangle 85"/>
          <p:cNvSpPr/>
          <p:nvPr/>
        </p:nvSpPr>
        <p:spPr>
          <a:xfrm>
            <a:off x="4988925" y="550815"/>
            <a:ext cx="471488" cy="514350"/>
          </a:xfrm>
          <a:prstGeom prst="rect">
            <a:avLst/>
          </a:prstGeom>
          <a:noFill/>
          <a:ln w="1905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87" name="Rectangle 86"/>
          <p:cNvSpPr/>
          <p:nvPr/>
        </p:nvSpPr>
        <p:spPr>
          <a:xfrm>
            <a:off x="5141325" y="703215"/>
            <a:ext cx="471488" cy="514350"/>
          </a:xfrm>
          <a:prstGeom prst="rect">
            <a:avLst/>
          </a:prstGeom>
          <a:noFill/>
          <a:ln w="1905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88" name="Rectangle 87"/>
          <p:cNvSpPr/>
          <p:nvPr/>
        </p:nvSpPr>
        <p:spPr>
          <a:xfrm>
            <a:off x="5293725" y="855615"/>
            <a:ext cx="471488" cy="514350"/>
          </a:xfrm>
          <a:prstGeom prst="rect">
            <a:avLst/>
          </a:prstGeom>
          <a:noFill/>
          <a:ln w="1905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89" name="Rectangle 88"/>
          <p:cNvSpPr/>
          <p:nvPr/>
        </p:nvSpPr>
        <p:spPr>
          <a:xfrm>
            <a:off x="5446125" y="1008015"/>
            <a:ext cx="471488" cy="514350"/>
          </a:xfrm>
          <a:prstGeom prst="rect">
            <a:avLst/>
          </a:prstGeom>
          <a:noFill/>
          <a:ln w="1905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90" name="Rectangle 89"/>
          <p:cNvSpPr/>
          <p:nvPr/>
        </p:nvSpPr>
        <p:spPr>
          <a:xfrm>
            <a:off x="4564377" y="1269275"/>
            <a:ext cx="471488" cy="514350"/>
          </a:xfrm>
          <a:prstGeom prst="rect">
            <a:avLst/>
          </a:prstGeom>
          <a:noFill/>
          <a:ln w="1905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91" name="Rectangle 90"/>
          <p:cNvSpPr/>
          <p:nvPr/>
        </p:nvSpPr>
        <p:spPr>
          <a:xfrm>
            <a:off x="4716777" y="1421675"/>
            <a:ext cx="471488" cy="514350"/>
          </a:xfrm>
          <a:prstGeom prst="rect">
            <a:avLst/>
          </a:prstGeom>
          <a:noFill/>
          <a:ln w="1905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92" name="Rectangle 91"/>
          <p:cNvSpPr/>
          <p:nvPr/>
        </p:nvSpPr>
        <p:spPr>
          <a:xfrm>
            <a:off x="4869177" y="1574075"/>
            <a:ext cx="471488" cy="514350"/>
          </a:xfrm>
          <a:prstGeom prst="rect">
            <a:avLst/>
          </a:prstGeom>
          <a:noFill/>
          <a:ln w="1905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93" name="Rectangle 92"/>
          <p:cNvSpPr/>
          <p:nvPr/>
        </p:nvSpPr>
        <p:spPr>
          <a:xfrm>
            <a:off x="5021577" y="1726475"/>
            <a:ext cx="471488" cy="514350"/>
          </a:xfrm>
          <a:prstGeom prst="rect">
            <a:avLst/>
          </a:prstGeom>
          <a:noFill/>
          <a:ln w="1905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94" name="Rectangle 93"/>
          <p:cNvSpPr/>
          <p:nvPr/>
        </p:nvSpPr>
        <p:spPr>
          <a:xfrm>
            <a:off x="4542607" y="773969"/>
            <a:ext cx="471488" cy="514350"/>
          </a:xfrm>
          <a:prstGeom prst="rect">
            <a:avLst/>
          </a:prstGeom>
          <a:noFill/>
          <a:ln w="1905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95" name="Rectangle 94"/>
          <p:cNvSpPr/>
          <p:nvPr/>
        </p:nvSpPr>
        <p:spPr>
          <a:xfrm>
            <a:off x="4695007" y="926369"/>
            <a:ext cx="471488" cy="514350"/>
          </a:xfrm>
          <a:prstGeom prst="rect">
            <a:avLst/>
          </a:prstGeom>
          <a:noFill/>
          <a:ln w="1905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96" name="Rectangle 95"/>
          <p:cNvSpPr/>
          <p:nvPr/>
        </p:nvSpPr>
        <p:spPr>
          <a:xfrm>
            <a:off x="4482734" y="1008014"/>
            <a:ext cx="471488" cy="514350"/>
          </a:xfrm>
          <a:prstGeom prst="rect">
            <a:avLst/>
          </a:prstGeom>
          <a:noFill/>
          <a:ln w="1905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97" name="Rectangle 96"/>
          <p:cNvSpPr/>
          <p:nvPr/>
        </p:nvSpPr>
        <p:spPr>
          <a:xfrm>
            <a:off x="4776652" y="616124"/>
            <a:ext cx="471488" cy="514350"/>
          </a:xfrm>
          <a:prstGeom prst="rect">
            <a:avLst/>
          </a:prstGeom>
          <a:noFill/>
          <a:ln w="1905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98" name="Rectangle 97"/>
          <p:cNvSpPr/>
          <p:nvPr/>
        </p:nvSpPr>
        <p:spPr>
          <a:xfrm>
            <a:off x="4929052" y="768524"/>
            <a:ext cx="471488" cy="514350"/>
          </a:xfrm>
          <a:prstGeom prst="rect">
            <a:avLst/>
          </a:prstGeom>
          <a:noFill/>
          <a:ln w="1905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99" name="Rectangle 98"/>
          <p:cNvSpPr/>
          <p:nvPr/>
        </p:nvSpPr>
        <p:spPr>
          <a:xfrm>
            <a:off x="5173977" y="1584959"/>
            <a:ext cx="471488" cy="514350"/>
          </a:xfrm>
          <a:prstGeom prst="rect">
            <a:avLst/>
          </a:prstGeom>
          <a:noFill/>
          <a:ln w="1905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00" name="Rectangle 99"/>
          <p:cNvSpPr/>
          <p:nvPr/>
        </p:nvSpPr>
        <p:spPr>
          <a:xfrm>
            <a:off x="5484222" y="1617617"/>
            <a:ext cx="471488" cy="514350"/>
          </a:xfrm>
          <a:prstGeom prst="rect">
            <a:avLst/>
          </a:prstGeom>
          <a:noFill/>
          <a:ln w="1905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01" name="Rectangle 100"/>
          <p:cNvSpPr/>
          <p:nvPr/>
        </p:nvSpPr>
        <p:spPr>
          <a:xfrm>
            <a:off x="5271951" y="556258"/>
            <a:ext cx="471488" cy="514350"/>
          </a:xfrm>
          <a:prstGeom prst="rect">
            <a:avLst/>
          </a:prstGeom>
          <a:noFill/>
          <a:ln w="1905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pic>
        <p:nvPicPr>
          <p:cNvPr id="123" name="Picture 122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6931" y="1154694"/>
            <a:ext cx="1635124" cy="2034820"/>
          </a:xfrm>
          <a:prstGeom prst="rect">
            <a:avLst/>
          </a:prstGeom>
        </p:spPr>
      </p:pic>
      <p:sp>
        <p:nvSpPr>
          <p:cNvPr id="124" name="Rectangle 123"/>
          <p:cNvSpPr/>
          <p:nvPr/>
        </p:nvSpPr>
        <p:spPr>
          <a:xfrm>
            <a:off x="7574280" y="1555695"/>
            <a:ext cx="471488" cy="514350"/>
          </a:xfrm>
          <a:prstGeom prst="rect">
            <a:avLst/>
          </a:prstGeom>
          <a:noFill/>
          <a:ln w="19050">
            <a:solidFill>
              <a:srgbClr val="00FF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25" name="Rectangle 124"/>
          <p:cNvSpPr/>
          <p:nvPr/>
        </p:nvSpPr>
        <p:spPr>
          <a:xfrm>
            <a:off x="7726680" y="1708095"/>
            <a:ext cx="471488" cy="514350"/>
          </a:xfrm>
          <a:prstGeom prst="rect">
            <a:avLst/>
          </a:prstGeom>
          <a:noFill/>
          <a:ln w="19050">
            <a:solidFill>
              <a:srgbClr val="00FF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26" name="Rectangle 125"/>
          <p:cNvSpPr/>
          <p:nvPr/>
        </p:nvSpPr>
        <p:spPr>
          <a:xfrm>
            <a:off x="7879080" y="1860495"/>
            <a:ext cx="471488" cy="514350"/>
          </a:xfrm>
          <a:prstGeom prst="rect">
            <a:avLst/>
          </a:prstGeom>
          <a:noFill/>
          <a:ln w="19050">
            <a:solidFill>
              <a:srgbClr val="00FF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27" name="Rectangle 126"/>
          <p:cNvSpPr/>
          <p:nvPr/>
        </p:nvSpPr>
        <p:spPr>
          <a:xfrm>
            <a:off x="8031480" y="2012895"/>
            <a:ext cx="471488" cy="514350"/>
          </a:xfrm>
          <a:prstGeom prst="rect">
            <a:avLst/>
          </a:prstGeom>
          <a:noFill/>
          <a:ln w="19050">
            <a:solidFill>
              <a:srgbClr val="00FF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28" name="Rectangle 127"/>
          <p:cNvSpPr/>
          <p:nvPr/>
        </p:nvSpPr>
        <p:spPr>
          <a:xfrm>
            <a:off x="7514407" y="1789740"/>
            <a:ext cx="471488" cy="514350"/>
          </a:xfrm>
          <a:prstGeom prst="rect">
            <a:avLst/>
          </a:prstGeom>
          <a:noFill/>
          <a:ln w="19050">
            <a:solidFill>
              <a:srgbClr val="00FF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29" name="Rectangle 128"/>
          <p:cNvSpPr/>
          <p:nvPr/>
        </p:nvSpPr>
        <p:spPr>
          <a:xfrm>
            <a:off x="7666807" y="1942140"/>
            <a:ext cx="471488" cy="514350"/>
          </a:xfrm>
          <a:prstGeom prst="rect">
            <a:avLst/>
          </a:prstGeom>
          <a:noFill/>
          <a:ln w="19050">
            <a:solidFill>
              <a:srgbClr val="00FF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30" name="Rectangle 129"/>
          <p:cNvSpPr/>
          <p:nvPr/>
        </p:nvSpPr>
        <p:spPr>
          <a:xfrm>
            <a:off x="7819207" y="2094540"/>
            <a:ext cx="471488" cy="514350"/>
          </a:xfrm>
          <a:prstGeom prst="rect">
            <a:avLst/>
          </a:prstGeom>
          <a:noFill/>
          <a:ln w="19050">
            <a:solidFill>
              <a:srgbClr val="00FF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31" name="Rectangle 130"/>
          <p:cNvSpPr/>
          <p:nvPr/>
        </p:nvSpPr>
        <p:spPr>
          <a:xfrm>
            <a:off x="7971607" y="2246940"/>
            <a:ext cx="471488" cy="514350"/>
          </a:xfrm>
          <a:prstGeom prst="rect">
            <a:avLst/>
          </a:prstGeom>
          <a:noFill/>
          <a:ln w="19050">
            <a:solidFill>
              <a:srgbClr val="00FF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32" name="Rectangle 131"/>
          <p:cNvSpPr/>
          <p:nvPr/>
        </p:nvSpPr>
        <p:spPr>
          <a:xfrm>
            <a:off x="7808325" y="1397850"/>
            <a:ext cx="471488" cy="514350"/>
          </a:xfrm>
          <a:prstGeom prst="rect">
            <a:avLst/>
          </a:prstGeom>
          <a:noFill/>
          <a:ln w="19050">
            <a:solidFill>
              <a:srgbClr val="00FF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33" name="Rectangle 132"/>
          <p:cNvSpPr/>
          <p:nvPr/>
        </p:nvSpPr>
        <p:spPr>
          <a:xfrm>
            <a:off x="7960725" y="1550250"/>
            <a:ext cx="471488" cy="514350"/>
          </a:xfrm>
          <a:prstGeom prst="rect">
            <a:avLst/>
          </a:prstGeom>
          <a:noFill/>
          <a:ln w="19050">
            <a:solidFill>
              <a:srgbClr val="00FF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34" name="Rectangle 133"/>
          <p:cNvSpPr/>
          <p:nvPr/>
        </p:nvSpPr>
        <p:spPr>
          <a:xfrm>
            <a:off x="8113125" y="1702650"/>
            <a:ext cx="471488" cy="514350"/>
          </a:xfrm>
          <a:prstGeom prst="rect">
            <a:avLst/>
          </a:prstGeom>
          <a:noFill/>
          <a:ln w="19050">
            <a:solidFill>
              <a:srgbClr val="00FF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35" name="Rectangle 134"/>
          <p:cNvSpPr/>
          <p:nvPr/>
        </p:nvSpPr>
        <p:spPr>
          <a:xfrm>
            <a:off x="8265525" y="1855050"/>
            <a:ext cx="471488" cy="514350"/>
          </a:xfrm>
          <a:prstGeom prst="rect">
            <a:avLst/>
          </a:prstGeom>
          <a:noFill/>
          <a:ln w="19050">
            <a:solidFill>
              <a:srgbClr val="00FF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36" name="Rectangle 135"/>
          <p:cNvSpPr/>
          <p:nvPr/>
        </p:nvSpPr>
        <p:spPr>
          <a:xfrm>
            <a:off x="7383777" y="2116310"/>
            <a:ext cx="471488" cy="514350"/>
          </a:xfrm>
          <a:prstGeom prst="rect">
            <a:avLst/>
          </a:prstGeom>
          <a:noFill/>
          <a:ln w="19050">
            <a:solidFill>
              <a:srgbClr val="00FF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37" name="Rectangle 136"/>
          <p:cNvSpPr/>
          <p:nvPr/>
        </p:nvSpPr>
        <p:spPr>
          <a:xfrm>
            <a:off x="7536177" y="2268710"/>
            <a:ext cx="471488" cy="514350"/>
          </a:xfrm>
          <a:prstGeom prst="rect">
            <a:avLst/>
          </a:prstGeom>
          <a:noFill/>
          <a:ln w="19050">
            <a:solidFill>
              <a:srgbClr val="00FF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38" name="Rectangle 137"/>
          <p:cNvSpPr/>
          <p:nvPr/>
        </p:nvSpPr>
        <p:spPr>
          <a:xfrm>
            <a:off x="7688577" y="2421110"/>
            <a:ext cx="471488" cy="514350"/>
          </a:xfrm>
          <a:prstGeom prst="rect">
            <a:avLst/>
          </a:prstGeom>
          <a:noFill/>
          <a:ln w="19050">
            <a:solidFill>
              <a:srgbClr val="00FF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39" name="Rectangle 138"/>
          <p:cNvSpPr/>
          <p:nvPr/>
        </p:nvSpPr>
        <p:spPr>
          <a:xfrm>
            <a:off x="7840977" y="2573510"/>
            <a:ext cx="471488" cy="514350"/>
          </a:xfrm>
          <a:prstGeom prst="rect">
            <a:avLst/>
          </a:prstGeom>
          <a:noFill/>
          <a:ln w="19050">
            <a:solidFill>
              <a:srgbClr val="00FF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40" name="Rectangle 139"/>
          <p:cNvSpPr/>
          <p:nvPr/>
        </p:nvSpPr>
        <p:spPr>
          <a:xfrm>
            <a:off x="7362007" y="1621004"/>
            <a:ext cx="471488" cy="514350"/>
          </a:xfrm>
          <a:prstGeom prst="rect">
            <a:avLst/>
          </a:prstGeom>
          <a:noFill/>
          <a:ln w="19050">
            <a:solidFill>
              <a:srgbClr val="00FF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41" name="Rectangle 140"/>
          <p:cNvSpPr/>
          <p:nvPr/>
        </p:nvSpPr>
        <p:spPr>
          <a:xfrm>
            <a:off x="7514407" y="1773404"/>
            <a:ext cx="471488" cy="514350"/>
          </a:xfrm>
          <a:prstGeom prst="rect">
            <a:avLst/>
          </a:prstGeom>
          <a:noFill/>
          <a:ln w="19050">
            <a:solidFill>
              <a:srgbClr val="00FF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42" name="Rectangle 141"/>
          <p:cNvSpPr/>
          <p:nvPr/>
        </p:nvSpPr>
        <p:spPr>
          <a:xfrm>
            <a:off x="7302134" y="1855049"/>
            <a:ext cx="471488" cy="514350"/>
          </a:xfrm>
          <a:prstGeom prst="rect">
            <a:avLst/>
          </a:prstGeom>
          <a:noFill/>
          <a:ln w="19050">
            <a:solidFill>
              <a:srgbClr val="00FF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43" name="Rectangle 142"/>
          <p:cNvSpPr/>
          <p:nvPr/>
        </p:nvSpPr>
        <p:spPr>
          <a:xfrm>
            <a:off x="7596052" y="1463159"/>
            <a:ext cx="471488" cy="514350"/>
          </a:xfrm>
          <a:prstGeom prst="rect">
            <a:avLst/>
          </a:prstGeom>
          <a:noFill/>
          <a:ln w="19050">
            <a:solidFill>
              <a:srgbClr val="00FF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44" name="Rectangle 143"/>
          <p:cNvSpPr/>
          <p:nvPr/>
        </p:nvSpPr>
        <p:spPr>
          <a:xfrm>
            <a:off x="7748452" y="1615559"/>
            <a:ext cx="471488" cy="514350"/>
          </a:xfrm>
          <a:prstGeom prst="rect">
            <a:avLst/>
          </a:prstGeom>
          <a:noFill/>
          <a:ln w="19050">
            <a:solidFill>
              <a:srgbClr val="00FF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45" name="Rectangle 144"/>
          <p:cNvSpPr/>
          <p:nvPr/>
        </p:nvSpPr>
        <p:spPr>
          <a:xfrm>
            <a:off x="7993377" y="2431994"/>
            <a:ext cx="471488" cy="514350"/>
          </a:xfrm>
          <a:prstGeom prst="rect">
            <a:avLst/>
          </a:prstGeom>
          <a:noFill/>
          <a:ln w="19050">
            <a:solidFill>
              <a:srgbClr val="00FF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46" name="Rectangle 145"/>
          <p:cNvSpPr/>
          <p:nvPr/>
        </p:nvSpPr>
        <p:spPr>
          <a:xfrm>
            <a:off x="8303622" y="2464652"/>
            <a:ext cx="471488" cy="514350"/>
          </a:xfrm>
          <a:prstGeom prst="rect">
            <a:avLst/>
          </a:prstGeom>
          <a:noFill/>
          <a:ln w="19050">
            <a:solidFill>
              <a:srgbClr val="00FF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47" name="Rectangle 146"/>
          <p:cNvSpPr/>
          <p:nvPr/>
        </p:nvSpPr>
        <p:spPr>
          <a:xfrm>
            <a:off x="8091351" y="1403293"/>
            <a:ext cx="471488" cy="514350"/>
          </a:xfrm>
          <a:prstGeom prst="rect">
            <a:avLst/>
          </a:prstGeom>
          <a:noFill/>
          <a:ln w="19050">
            <a:solidFill>
              <a:srgbClr val="00FF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4" name="Arc 3"/>
          <p:cNvSpPr/>
          <p:nvPr/>
        </p:nvSpPr>
        <p:spPr>
          <a:xfrm>
            <a:off x="4667485" y="3213875"/>
            <a:ext cx="2716292" cy="1464732"/>
          </a:xfrm>
          <a:prstGeom prst="arc">
            <a:avLst>
              <a:gd name="adj1" fmla="val 9915521"/>
              <a:gd name="adj2" fmla="val 1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318896" y="3778159"/>
            <a:ext cx="14103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Gill Sans MT" panose="020B0502020104020203" pitchFamily="34" charset="77"/>
              </a:rPr>
              <a:t>for all images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DA4D3A7-E899-1641-AEBC-D3F975FA7D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0B2870-7350-8D40-A01A-CE539DF873CB}" type="slidenum">
              <a:rPr lang="en-US" smtClean="0"/>
              <a:t>49</a:t>
            </a:fld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1AE845C-0010-EDC0-6451-69365AD45A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PR04D</a:t>
            </a:r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1273837831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0" name="Picture 179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90666" y="1394002"/>
            <a:ext cx="7529594" cy="4859996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1668642" y="1292403"/>
            <a:ext cx="163217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latin typeface="Gill Sans MT" panose="020B0502020104020203" pitchFamily="34" charset="77"/>
              </a:rPr>
              <a:t>Description of </a:t>
            </a:r>
          </a:p>
          <a:p>
            <a:pPr algn="ctr"/>
            <a:r>
              <a:rPr lang="en-US" dirty="0">
                <a:latin typeface="Gill Sans MT" panose="020B0502020104020203" pitchFamily="34" charset="77"/>
              </a:rPr>
              <a:t>all parts</a:t>
            </a:r>
            <a:endParaRPr lang="en-US" sz="2000" i="1" dirty="0">
              <a:latin typeface="LM Roman 10 Regular"/>
              <a:cs typeface="LM Roman 10 Regular"/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28225" y="359775"/>
            <a:ext cx="711200" cy="457200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BF3BE61-8DF4-3E45-9BF3-7F7FDB1C9E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0B2870-7350-8D40-A01A-CE539DF873CB}" type="slidenum">
              <a:rPr lang="en-US" smtClean="0"/>
              <a:t>50</a:t>
            </a:fld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940D304-E6F4-CECE-205A-3DAFEF312D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PR04D</a:t>
            </a:r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305824358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0" name="Picture 179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90666" y="1394002"/>
            <a:ext cx="7529594" cy="4859996"/>
          </a:xfrm>
          <a:prstGeom prst="rect">
            <a:avLst/>
          </a:prstGeom>
        </p:spPr>
      </p:pic>
      <p:cxnSp>
        <p:nvCxnSpPr>
          <p:cNvPr id="210" name="Straight Connector 209"/>
          <p:cNvCxnSpPr/>
          <p:nvPr/>
        </p:nvCxnSpPr>
        <p:spPr>
          <a:xfrm flipV="1">
            <a:off x="8811997" y="2941931"/>
            <a:ext cx="179059" cy="312872"/>
          </a:xfrm>
          <a:prstGeom prst="line">
            <a:avLst/>
          </a:prstGeom>
          <a:ln w="12700" cmpd="sng">
            <a:solidFill>
              <a:srgbClr val="A6A6A6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1" name="Oval 210"/>
          <p:cNvSpPr>
            <a:spLocks noChangeAspect="1"/>
          </p:cNvSpPr>
          <p:nvPr/>
        </p:nvSpPr>
        <p:spPr>
          <a:xfrm>
            <a:off x="8610846" y="3229404"/>
            <a:ext cx="226551" cy="226551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1668642" y="1292403"/>
            <a:ext cx="163217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latin typeface="Gill Sans MT" panose="020B0502020104020203" pitchFamily="34" charset="77"/>
              </a:rPr>
              <a:t>Description of </a:t>
            </a:r>
          </a:p>
          <a:p>
            <a:pPr algn="ctr"/>
            <a:r>
              <a:rPr lang="en-US" dirty="0">
                <a:latin typeface="Gill Sans MT" panose="020B0502020104020203" pitchFamily="34" charset="77"/>
              </a:rPr>
              <a:t>all parts</a:t>
            </a:r>
            <a:endParaRPr lang="en-US" sz="2000" i="1" dirty="0">
              <a:latin typeface="LM Roman 10 Regular"/>
              <a:cs typeface="LM Roman 10 Regular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8536579" y="2287409"/>
            <a:ext cx="163217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latin typeface="Gill Sans MT" panose="020B0502020104020203" pitchFamily="34" charset="77"/>
              </a:rPr>
              <a:t>Description of </a:t>
            </a:r>
          </a:p>
          <a:p>
            <a:pPr algn="ctr"/>
            <a:r>
              <a:rPr lang="en-US" dirty="0">
                <a:latin typeface="Gill Sans MT" panose="020B0502020104020203" pitchFamily="34" charset="77"/>
              </a:rPr>
              <a:t>one part</a:t>
            </a: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28225" y="359775"/>
            <a:ext cx="711200" cy="457200"/>
          </a:xfrm>
          <a:prstGeom prst="rect">
            <a:avLst/>
          </a:prstGeom>
        </p:spPr>
      </p:pic>
      <p:grpSp>
        <p:nvGrpSpPr>
          <p:cNvPr id="10" name="Group 9"/>
          <p:cNvGrpSpPr/>
          <p:nvPr/>
        </p:nvGrpSpPr>
        <p:grpSpPr>
          <a:xfrm>
            <a:off x="8401849" y="1448178"/>
            <a:ext cx="1728788" cy="761220"/>
            <a:chOff x="5038724" y="2361906"/>
            <a:chExt cx="1728788" cy="761220"/>
          </a:xfrm>
        </p:grpSpPr>
        <p:cxnSp>
          <p:nvCxnSpPr>
            <p:cNvPr id="11" name="Straight Arrow Connector 10"/>
            <p:cNvCxnSpPr/>
            <p:nvPr/>
          </p:nvCxnSpPr>
          <p:spPr>
            <a:xfrm>
              <a:off x="5038724" y="3013589"/>
              <a:ext cx="1728788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Arrow Connector 11"/>
            <p:cNvCxnSpPr/>
            <p:nvPr/>
          </p:nvCxnSpPr>
          <p:spPr>
            <a:xfrm flipH="1" flipV="1">
              <a:off x="5146625" y="2361906"/>
              <a:ext cx="1635" cy="76122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/>
            <p:cNvCxnSpPr/>
            <p:nvPr/>
          </p:nvCxnSpPr>
          <p:spPr>
            <a:xfrm flipV="1">
              <a:off x="5281609" y="2764339"/>
              <a:ext cx="0" cy="254176"/>
            </a:xfrm>
            <a:prstGeom prst="line">
              <a:avLst/>
            </a:prstGeom>
            <a:ln w="60325">
              <a:solidFill>
                <a:srgbClr val="FFC00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/>
            <p:cNvCxnSpPr/>
            <p:nvPr/>
          </p:nvCxnSpPr>
          <p:spPr>
            <a:xfrm flipV="1">
              <a:off x="6158919" y="2604183"/>
              <a:ext cx="953" cy="409566"/>
            </a:xfrm>
            <a:prstGeom prst="line">
              <a:avLst/>
            </a:prstGeom>
            <a:ln w="60325">
              <a:solidFill>
                <a:srgbClr val="FFC00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/>
            <p:cNvCxnSpPr/>
            <p:nvPr/>
          </p:nvCxnSpPr>
          <p:spPr>
            <a:xfrm flipV="1">
              <a:off x="5423417" y="2482981"/>
              <a:ext cx="0" cy="538155"/>
            </a:xfrm>
            <a:prstGeom prst="line">
              <a:avLst/>
            </a:prstGeom>
            <a:ln w="60325">
              <a:solidFill>
                <a:srgbClr val="FFC00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/>
            <p:cNvCxnSpPr/>
            <p:nvPr/>
          </p:nvCxnSpPr>
          <p:spPr>
            <a:xfrm flipV="1">
              <a:off x="5579675" y="2761867"/>
              <a:ext cx="0" cy="254176"/>
            </a:xfrm>
            <a:prstGeom prst="line">
              <a:avLst/>
            </a:prstGeom>
            <a:ln w="60325">
              <a:solidFill>
                <a:srgbClr val="FFC00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 flipV="1">
              <a:off x="5735606" y="2760795"/>
              <a:ext cx="0" cy="254176"/>
            </a:xfrm>
            <a:prstGeom prst="line">
              <a:avLst/>
            </a:prstGeom>
            <a:ln w="60325">
              <a:solidFill>
                <a:srgbClr val="FFC00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>
            <a:xfrm flipV="1">
              <a:off x="5888006" y="2755706"/>
              <a:ext cx="0" cy="254176"/>
            </a:xfrm>
            <a:prstGeom prst="line">
              <a:avLst/>
            </a:prstGeom>
            <a:ln w="60325">
              <a:solidFill>
                <a:srgbClr val="FFC00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V="1">
              <a:off x="6026282" y="2497105"/>
              <a:ext cx="0" cy="519094"/>
            </a:xfrm>
            <a:prstGeom prst="line">
              <a:avLst/>
            </a:prstGeom>
            <a:ln w="60325">
              <a:solidFill>
                <a:srgbClr val="FFC00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V="1">
              <a:off x="6308143" y="2761379"/>
              <a:ext cx="0" cy="254176"/>
            </a:xfrm>
            <a:prstGeom prst="line">
              <a:avLst/>
            </a:prstGeom>
            <a:ln w="60325">
              <a:solidFill>
                <a:srgbClr val="FFC00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/>
            <p:cNvCxnSpPr/>
            <p:nvPr/>
          </p:nvCxnSpPr>
          <p:spPr>
            <a:xfrm flipV="1">
              <a:off x="6460543" y="2756290"/>
              <a:ext cx="0" cy="254176"/>
            </a:xfrm>
            <a:prstGeom prst="line">
              <a:avLst/>
            </a:prstGeom>
            <a:ln w="60325">
              <a:solidFill>
                <a:srgbClr val="FFC00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/>
            <p:cNvCxnSpPr/>
            <p:nvPr/>
          </p:nvCxnSpPr>
          <p:spPr>
            <a:xfrm flipV="1">
              <a:off x="6598819" y="2497689"/>
              <a:ext cx="0" cy="519094"/>
            </a:xfrm>
            <a:prstGeom prst="line">
              <a:avLst/>
            </a:prstGeom>
            <a:ln w="60325">
              <a:solidFill>
                <a:srgbClr val="FFC00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9829BC3-6000-CF44-AE6A-9800842273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0B2870-7350-8D40-A01A-CE539DF873CB}" type="slidenum">
              <a:rPr lang="en-US" smtClean="0"/>
              <a:t>51</a:t>
            </a:fld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3D97F3B-11FE-4B8C-7B6F-AEDD9C914A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PR04D</a:t>
            </a:r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1119954434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90666" y="1394002"/>
            <a:ext cx="7529594" cy="4859996"/>
          </a:xfrm>
          <a:prstGeom prst="rect">
            <a:avLst/>
          </a:prstGeom>
        </p:spPr>
      </p:pic>
      <p:pic>
        <p:nvPicPr>
          <p:cNvPr id="22" name="Picture 2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91757" y="1406702"/>
            <a:ext cx="7529594" cy="4859996"/>
          </a:xfrm>
          <a:prstGeom prst="rect">
            <a:avLst/>
          </a:prstGeom>
        </p:spPr>
      </p:pic>
      <p:grpSp>
        <p:nvGrpSpPr>
          <p:cNvPr id="183" name="Group 182"/>
          <p:cNvGrpSpPr/>
          <p:nvPr/>
        </p:nvGrpSpPr>
        <p:grpSpPr>
          <a:xfrm>
            <a:off x="3657982" y="1854201"/>
            <a:ext cx="5861196" cy="4306667"/>
            <a:chOff x="2906779" y="1142598"/>
            <a:chExt cx="2370202" cy="1636694"/>
          </a:xfrm>
        </p:grpSpPr>
        <p:cxnSp>
          <p:nvCxnSpPr>
            <p:cNvPr id="184" name="Straight Connector 183"/>
            <p:cNvCxnSpPr/>
            <p:nvPr/>
          </p:nvCxnSpPr>
          <p:spPr>
            <a:xfrm flipH="1">
              <a:off x="2906779" y="1964805"/>
              <a:ext cx="930323" cy="486376"/>
            </a:xfrm>
            <a:prstGeom prst="line">
              <a:avLst/>
            </a:prstGeom>
            <a:ln w="12700" cmpd="sng">
              <a:solidFill>
                <a:schemeClr val="tx1"/>
              </a:solidFill>
              <a:prstDash val="dash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5" name="Straight Connector 184"/>
            <p:cNvCxnSpPr/>
            <p:nvPr/>
          </p:nvCxnSpPr>
          <p:spPr>
            <a:xfrm>
              <a:off x="4107322" y="2065169"/>
              <a:ext cx="115807" cy="714123"/>
            </a:xfrm>
            <a:prstGeom prst="line">
              <a:avLst/>
            </a:prstGeom>
            <a:ln w="12700" cmpd="sng">
              <a:solidFill>
                <a:schemeClr val="tx1"/>
              </a:solidFill>
              <a:prstDash val="dash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6" name="Straight Connector 185"/>
            <p:cNvCxnSpPr/>
            <p:nvPr/>
          </p:nvCxnSpPr>
          <p:spPr>
            <a:xfrm>
              <a:off x="4338938" y="1914624"/>
              <a:ext cx="938043" cy="239327"/>
            </a:xfrm>
            <a:prstGeom prst="line">
              <a:avLst/>
            </a:prstGeom>
            <a:ln w="12700" cmpd="sng">
              <a:solidFill>
                <a:schemeClr val="tx1"/>
              </a:solidFill>
              <a:prstDash val="dash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7" name="Straight Connector 186"/>
            <p:cNvCxnSpPr/>
            <p:nvPr/>
          </p:nvCxnSpPr>
          <p:spPr>
            <a:xfrm flipV="1">
              <a:off x="4223130" y="1142598"/>
              <a:ext cx="374444" cy="548138"/>
            </a:xfrm>
            <a:prstGeom prst="line">
              <a:avLst/>
            </a:prstGeom>
            <a:ln w="12700" cmpd="sng">
              <a:solidFill>
                <a:schemeClr val="tx1"/>
              </a:solidFill>
              <a:prstDash val="dash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8" name="Straight Connector 187"/>
            <p:cNvCxnSpPr/>
            <p:nvPr/>
          </p:nvCxnSpPr>
          <p:spPr>
            <a:xfrm flipH="1" flipV="1">
              <a:off x="3099792" y="1201954"/>
              <a:ext cx="772054" cy="538099"/>
            </a:xfrm>
            <a:prstGeom prst="line">
              <a:avLst/>
            </a:prstGeom>
            <a:ln w="12700" cmpd="sng">
              <a:solidFill>
                <a:schemeClr val="tx1"/>
              </a:solidFill>
              <a:prstDash val="dash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9" name="Straight Connector 188"/>
            <p:cNvCxnSpPr/>
            <p:nvPr/>
          </p:nvCxnSpPr>
          <p:spPr>
            <a:xfrm flipH="1" flipV="1">
              <a:off x="3837102" y="1964805"/>
              <a:ext cx="270220" cy="100364"/>
            </a:xfrm>
            <a:prstGeom prst="line">
              <a:avLst/>
            </a:prstGeom>
            <a:ln w="12700" cmpd="sng">
              <a:solidFill>
                <a:schemeClr val="tx1"/>
              </a:solidFill>
              <a:prstDash val="dash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0" name="Straight Connector 189"/>
            <p:cNvCxnSpPr/>
            <p:nvPr/>
          </p:nvCxnSpPr>
          <p:spPr>
            <a:xfrm flipH="1">
              <a:off x="4107322" y="1914624"/>
              <a:ext cx="231616" cy="150545"/>
            </a:xfrm>
            <a:prstGeom prst="line">
              <a:avLst/>
            </a:prstGeom>
            <a:ln w="12700" cmpd="sng">
              <a:solidFill>
                <a:schemeClr val="tx1"/>
              </a:solidFill>
              <a:prstDash val="dash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1" name="Straight Connector 190"/>
            <p:cNvCxnSpPr/>
            <p:nvPr/>
          </p:nvCxnSpPr>
          <p:spPr>
            <a:xfrm flipH="1">
              <a:off x="3871846" y="1683016"/>
              <a:ext cx="351283" cy="49317"/>
            </a:xfrm>
            <a:prstGeom prst="line">
              <a:avLst/>
            </a:prstGeom>
            <a:ln w="12700" cmpd="sng">
              <a:solidFill>
                <a:schemeClr val="tx1"/>
              </a:solidFill>
              <a:prstDash val="dash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2" name="Straight Connector 191"/>
            <p:cNvCxnSpPr/>
            <p:nvPr/>
          </p:nvCxnSpPr>
          <p:spPr>
            <a:xfrm>
              <a:off x="4223129" y="1690736"/>
              <a:ext cx="115809" cy="223888"/>
            </a:xfrm>
            <a:prstGeom prst="line">
              <a:avLst/>
            </a:prstGeom>
            <a:ln w="12700" cmpd="sng">
              <a:solidFill>
                <a:schemeClr val="tx1"/>
              </a:solidFill>
              <a:prstDash val="dash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3" name="Straight Connector 192"/>
            <p:cNvCxnSpPr/>
            <p:nvPr/>
          </p:nvCxnSpPr>
          <p:spPr>
            <a:xfrm flipH="1">
              <a:off x="3837102" y="1740053"/>
              <a:ext cx="34744" cy="224752"/>
            </a:xfrm>
            <a:prstGeom prst="line">
              <a:avLst/>
            </a:prstGeom>
            <a:ln w="12700" cmpd="sng">
              <a:solidFill>
                <a:schemeClr val="tx1"/>
              </a:solidFill>
              <a:prstDash val="dash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8" name="TextBox 27"/>
          <p:cNvSpPr txBox="1"/>
          <p:nvPr/>
        </p:nvSpPr>
        <p:spPr>
          <a:xfrm>
            <a:off x="3886080" y="5498285"/>
            <a:ext cx="4777270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600" dirty="0">
                <a:latin typeface="Gill Sans MT" panose="020B0502020104020203" pitchFamily="34" charset="77"/>
                <a:cs typeface="Trebuchet MS"/>
              </a:rPr>
              <a:t>K-Means with K clusters</a:t>
            </a:r>
          </a:p>
          <a:p>
            <a:pPr algn="ctr"/>
            <a:endParaRPr lang="en-US" sz="3600" dirty="0">
              <a:latin typeface="Gill Sans MT" panose="020B0502020104020203" pitchFamily="34" charset="77"/>
              <a:cs typeface="Trebuchet MS"/>
            </a:endParaRPr>
          </a:p>
        </p:txBody>
      </p:sp>
      <p:sp>
        <p:nvSpPr>
          <p:cNvPr id="23" name="Title 1"/>
          <p:cNvSpPr txBox="1">
            <a:spLocks/>
          </p:cNvSpPr>
          <p:nvPr/>
        </p:nvSpPr>
        <p:spPr>
          <a:xfrm>
            <a:off x="1834442" y="37917"/>
            <a:ext cx="5575300" cy="114928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dirty="0">
                <a:latin typeface="Gill Sans MT" panose="020B0502020104020203" pitchFamily="34" charset="77"/>
                <a:cs typeface="Trebuchet MS"/>
              </a:rPr>
              <a:t>Visual Vocabulary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B9A5F7F-8FDD-8D46-AC37-2253D19D23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0B2870-7350-8D40-A01A-CE539DF873CB}" type="slidenum">
              <a:rPr lang="en-US" smtClean="0"/>
              <a:t>52</a:t>
            </a:fld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8DEE23C-65DF-6878-7431-33C011F1E3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PR04D</a:t>
            </a:r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1492322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8)">
                                      <p:cBhvr>
                                        <p:cTn id="7" dur="3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" dur="2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2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3000"/>
                            </p:stCondLst>
                            <p:childTnLst>
                              <p:par>
                                <p:cTn id="14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18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8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3" name="Group 182"/>
          <p:cNvGrpSpPr/>
          <p:nvPr/>
        </p:nvGrpSpPr>
        <p:grpSpPr>
          <a:xfrm>
            <a:off x="3657982" y="1854201"/>
            <a:ext cx="5861196" cy="4306667"/>
            <a:chOff x="2906779" y="1142598"/>
            <a:chExt cx="2370202" cy="1636694"/>
          </a:xfrm>
        </p:grpSpPr>
        <p:cxnSp>
          <p:nvCxnSpPr>
            <p:cNvPr id="184" name="Straight Connector 183"/>
            <p:cNvCxnSpPr/>
            <p:nvPr/>
          </p:nvCxnSpPr>
          <p:spPr>
            <a:xfrm flipH="1">
              <a:off x="2906779" y="1964805"/>
              <a:ext cx="930323" cy="486376"/>
            </a:xfrm>
            <a:prstGeom prst="line">
              <a:avLst/>
            </a:prstGeom>
            <a:ln w="12700" cmpd="sng">
              <a:solidFill>
                <a:schemeClr val="tx1"/>
              </a:solidFill>
              <a:prstDash val="dash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5" name="Straight Connector 184"/>
            <p:cNvCxnSpPr/>
            <p:nvPr/>
          </p:nvCxnSpPr>
          <p:spPr>
            <a:xfrm>
              <a:off x="4107322" y="2065169"/>
              <a:ext cx="115807" cy="714123"/>
            </a:xfrm>
            <a:prstGeom prst="line">
              <a:avLst/>
            </a:prstGeom>
            <a:ln w="12700" cmpd="sng">
              <a:solidFill>
                <a:schemeClr val="tx1"/>
              </a:solidFill>
              <a:prstDash val="dash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6" name="Straight Connector 185"/>
            <p:cNvCxnSpPr/>
            <p:nvPr/>
          </p:nvCxnSpPr>
          <p:spPr>
            <a:xfrm>
              <a:off x="4338938" y="1914624"/>
              <a:ext cx="938043" cy="239327"/>
            </a:xfrm>
            <a:prstGeom prst="line">
              <a:avLst/>
            </a:prstGeom>
            <a:ln w="12700" cmpd="sng">
              <a:solidFill>
                <a:schemeClr val="tx1"/>
              </a:solidFill>
              <a:prstDash val="dash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7" name="Straight Connector 186"/>
            <p:cNvCxnSpPr/>
            <p:nvPr/>
          </p:nvCxnSpPr>
          <p:spPr>
            <a:xfrm flipV="1">
              <a:off x="4223130" y="1142598"/>
              <a:ext cx="374444" cy="548138"/>
            </a:xfrm>
            <a:prstGeom prst="line">
              <a:avLst/>
            </a:prstGeom>
            <a:ln w="12700" cmpd="sng">
              <a:solidFill>
                <a:schemeClr val="tx1"/>
              </a:solidFill>
              <a:prstDash val="dash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8" name="Straight Connector 187"/>
            <p:cNvCxnSpPr/>
            <p:nvPr/>
          </p:nvCxnSpPr>
          <p:spPr>
            <a:xfrm flipH="1" flipV="1">
              <a:off x="3099792" y="1201954"/>
              <a:ext cx="772054" cy="538099"/>
            </a:xfrm>
            <a:prstGeom prst="line">
              <a:avLst/>
            </a:prstGeom>
            <a:ln w="12700" cmpd="sng">
              <a:solidFill>
                <a:schemeClr val="tx1"/>
              </a:solidFill>
              <a:prstDash val="dash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9" name="Straight Connector 188"/>
            <p:cNvCxnSpPr/>
            <p:nvPr/>
          </p:nvCxnSpPr>
          <p:spPr>
            <a:xfrm flipH="1" flipV="1">
              <a:off x="3837102" y="1964805"/>
              <a:ext cx="270220" cy="100364"/>
            </a:xfrm>
            <a:prstGeom prst="line">
              <a:avLst/>
            </a:prstGeom>
            <a:ln w="12700" cmpd="sng">
              <a:solidFill>
                <a:schemeClr val="tx1"/>
              </a:solidFill>
              <a:prstDash val="dash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0" name="Straight Connector 189"/>
            <p:cNvCxnSpPr/>
            <p:nvPr/>
          </p:nvCxnSpPr>
          <p:spPr>
            <a:xfrm flipH="1">
              <a:off x="4107322" y="1914624"/>
              <a:ext cx="231616" cy="150545"/>
            </a:xfrm>
            <a:prstGeom prst="line">
              <a:avLst/>
            </a:prstGeom>
            <a:ln w="12700" cmpd="sng">
              <a:solidFill>
                <a:schemeClr val="tx1"/>
              </a:solidFill>
              <a:prstDash val="dash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1" name="Straight Connector 190"/>
            <p:cNvCxnSpPr/>
            <p:nvPr/>
          </p:nvCxnSpPr>
          <p:spPr>
            <a:xfrm flipH="1">
              <a:off x="3871846" y="1683016"/>
              <a:ext cx="351283" cy="49317"/>
            </a:xfrm>
            <a:prstGeom prst="line">
              <a:avLst/>
            </a:prstGeom>
            <a:ln w="12700" cmpd="sng">
              <a:solidFill>
                <a:schemeClr val="tx1"/>
              </a:solidFill>
              <a:prstDash val="dash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2" name="Straight Connector 191"/>
            <p:cNvCxnSpPr/>
            <p:nvPr/>
          </p:nvCxnSpPr>
          <p:spPr>
            <a:xfrm>
              <a:off x="4223129" y="1690736"/>
              <a:ext cx="115809" cy="223888"/>
            </a:xfrm>
            <a:prstGeom prst="line">
              <a:avLst/>
            </a:prstGeom>
            <a:ln w="12700" cmpd="sng">
              <a:solidFill>
                <a:schemeClr val="tx1"/>
              </a:solidFill>
              <a:prstDash val="dash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3" name="Straight Connector 192"/>
            <p:cNvCxnSpPr/>
            <p:nvPr/>
          </p:nvCxnSpPr>
          <p:spPr>
            <a:xfrm flipH="1">
              <a:off x="3837102" y="1740053"/>
              <a:ext cx="34744" cy="224752"/>
            </a:xfrm>
            <a:prstGeom prst="line">
              <a:avLst/>
            </a:prstGeom>
            <a:ln w="12700" cmpd="sng">
              <a:solidFill>
                <a:schemeClr val="tx1"/>
              </a:solidFill>
              <a:prstDash val="dash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8" name="TextBox 27"/>
          <p:cNvSpPr txBox="1"/>
          <p:nvPr/>
        </p:nvSpPr>
        <p:spPr>
          <a:xfrm>
            <a:off x="3806731" y="5498285"/>
            <a:ext cx="4935967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600" dirty="0">
                <a:latin typeface="Gill Sans MT" panose="020B0502020104020203" pitchFamily="34" charset="77"/>
                <a:cs typeface="Trebuchet MS"/>
              </a:rPr>
              <a:t>K-Means with K clusters</a:t>
            </a:r>
          </a:p>
          <a:p>
            <a:pPr algn="ctr"/>
            <a:endParaRPr lang="en-US" sz="3600" dirty="0">
              <a:latin typeface="Gill Sans MT" panose="020B0502020104020203" pitchFamily="34" charset="77"/>
              <a:cs typeface="Trebuchet MS"/>
            </a:endParaRPr>
          </a:p>
        </p:txBody>
      </p:sp>
      <p:sp>
        <p:nvSpPr>
          <p:cNvPr id="23" name="Title 1"/>
          <p:cNvSpPr txBox="1">
            <a:spLocks/>
          </p:cNvSpPr>
          <p:nvPr/>
        </p:nvSpPr>
        <p:spPr>
          <a:xfrm>
            <a:off x="1834442" y="37917"/>
            <a:ext cx="5575300" cy="114928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dirty="0">
                <a:latin typeface="Gill Sans MT" panose="020B0502020104020203" pitchFamily="34" charset="77"/>
                <a:cs typeface="Trebuchet MS"/>
              </a:rPr>
              <a:t>Visual Vocabulary</a:t>
            </a:r>
          </a:p>
        </p:txBody>
      </p:sp>
      <p:sp>
        <p:nvSpPr>
          <p:cNvPr id="2" name="Oval 1"/>
          <p:cNvSpPr/>
          <p:nvPr/>
        </p:nvSpPr>
        <p:spPr>
          <a:xfrm>
            <a:off x="6187440" y="2453640"/>
            <a:ext cx="198120" cy="19812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9" name="Oval 18"/>
          <p:cNvSpPr/>
          <p:nvPr/>
        </p:nvSpPr>
        <p:spPr>
          <a:xfrm>
            <a:off x="8061960" y="3352800"/>
            <a:ext cx="198120" cy="19812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20" name="Oval 19"/>
          <p:cNvSpPr/>
          <p:nvPr/>
        </p:nvSpPr>
        <p:spPr>
          <a:xfrm>
            <a:off x="7498080" y="4632960"/>
            <a:ext cx="198120" cy="19812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21" name="Oval 20"/>
          <p:cNvSpPr/>
          <p:nvPr/>
        </p:nvSpPr>
        <p:spPr>
          <a:xfrm>
            <a:off x="5791200" y="4785360"/>
            <a:ext cx="198120" cy="19812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24" name="Oval 23"/>
          <p:cNvSpPr/>
          <p:nvPr/>
        </p:nvSpPr>
        <p:spPr>
          <a:xfrm>
            <a:off x="6446520" y="3672840"/>
            <a:ext cx="198120" cy="19812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26" name="Oval 25"/>
          <p:cNvSpPr/>
          <p:nvPr/>
        </p:nvSpPr>
        <p:spPr>
          <a:xfrm>
            <a:off x="4876800" y="3550920"/>
            <a:ext cx="198120" cy="19812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E498B62-EADE-4747-AB8B-EBD5330EA8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0B2870-7350-8D40-A01A-CE539DF873CB}" type="slidenum">
              <a:rPr lang="en-US" smtClean="0"/>
              <a:t>53</a:t>
            </a:fld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2B84C2-DCBE-0053-EE13-6E4E9B053B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PR04D</a:t>
            </a:r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256003703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3" name="Group 182"/>
          <p:cNvGrpSpPr/>
          <p:nvPr/>
        </p:nvGrpSpPr>
        <p:grpSpPr>
          <a:xfrm>
            <a:off x="3657982" y="1854201"/>
            <a:ext cx="5861196" cy="4306667"/>
            <a:chOff x="2906779" y="1142598"/>
            <a:chExt cx="2370202" cy="1636694"/>
          </a:xfrm>
        </p:grpSpPr>
        <p:cxnSp>
          <p:nvCxnSpPr>
            <p:cNvPr id="184" name="Straight Connector 183"/>
            <p:cNvCxnSpPr/>
            <p:nvPr/>
          </p:nvCxnSpPr>
          <p:spPr>
            <a:xfrm flipH="1">
              <a:off x="2906779" y="1964805"/>
              <a:ext cx="930323" cy="486376"/>
            </a:xfrm>
            <a:prstGeom prst="line">
              <a:avLst/>
            </a:prstGeom>
            <a:ln w="12700" cmpd="sng">
              <a:solidFill>
                <a:schemeClr val="tx1"/>
              </a:solidFill>
              <a:prstDash val="dash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5" name="Straight Connector 184"/>
            <p:cNvCxnSpPr/>
            <p:nvPr/>
          </p:nvCxnSpPr>
          <p:spPr>
            <a:xfrm>
              <a:off x="4107322" y="2065169"/>
              <a:ext cx="115807" cy="714123"/>
            </a:xfrm>
            <a:prstGeom prst="line">
              <a:avLst/>
            </a:prstGeom>
            <a:ln w="12700" cmpd="sng">
              <a:solidFill>
                <a:schemeClr val="tx1"/>
              </a:solidFill>
              <a:prstDash val="dash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6" name="Straight Connector 185"/>
            <p:cNvCxnSpPr/>
            <p:nvPr/>
          </p:nvCxnSpPr>
          <p:spPr>
            <a:xfrm>
              <a:off x="4338938" y="1914624"/>
              <a:ext cx="938043" cy="239327"/>
            </a:xfrm>
            <a:prstGeom prst="line">
              <a:avLst/>
            </a:prstGeom>
            <a:ln w="12700" cmpd="sng">
              <a:solidFill>
                <a:schemeClr val="tx1"/>
              </a:solidFill>
              <a:prstDash val="dash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7" name="Straight Connector 186"/>
            <p:cNvCxnSpPr/>
            <p:nvPr/>
          </p:nvCxnSpPr>
          <p:spPr>
            <a:xfrm flipV="1">
              <a:off x="4223130" y="1142598"/>
              <a:ext cx="374444" cy="548138"/>
            </a:xfrm>
            <a:prstGeom prst="line">
              <a:avLst/>
            </a:prstGeom>
            <a:ln w="12700" cmpd="sng">
              <a:solidFill>
                <a:schemeClr val="tx1"/>
              </a:solidFill>
              <a:prstDash val="dash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8" name="Straight Connector 187"/>
            <p:cNvCxnSpPr/>
            <p:nvPr/>
          </p:nvCxnSpPr>
          <p:spPr>
            <a:xfrm flipH="1" flipV="1">
              <a:off x="3099792" y="1201954"/>
              <a:ext cx="772054" cy="538099"/>
            </a:xfrm>
            <a:prstGeom prst="line">
              <a:avLst/>
            </a:prstGeom>
            <a:ln w="12700" cmpd="sng">
              <a:solidFill>
                <a:schemeClr val="tx1"/>
              </a:solidFill>
              <a:prstDash val="dash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9" name="Straight Connector 188"/>
            <p:cNvCxnSpPr/>
            <p:nvPr/>
          </p:nvCxnSpPr>
          <p:spPr>
            <a:xfrm flipH="1" flipV="1">
              <a:off x="3837102" y="1964805"/>
              <a:ext cx="270220" cy="100364"/>
            </a:xfrm>
            <a:prstGeom prst="line">
              <a:avLst/>
            </a:prstGeom>
            <a:ln w="12700" cmpd="sng">
              <a:solidFill>
                <a:schemeClr val="tx1"/>
              </a:solidFill>
              <a:prstDash val="dash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0" name="Straight Connector 189"/>
            <p:cNvCxnSpPr/>
            <p:nvPr/>
          </p:nvCxnSpPr>
          <p:spPr>
            <a:xfrm flipH="1">
              <a:off x="4107322" y="1914624"/>
              <a:ext cx="231616" cy="150545"/>
            </a:xfrm>
            <a:prstGeom prst="line">
              <a:avLst/>
            </a:prstGeom>
            <a:ln w="12700" cmpd="sng">
              <a:solidFill>
                <a:schemeClr val="tx1"/>
              </a:solidFill>
              <a:prstDash val="dash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1" name="Straight Connector 190"/>
            <p:cNvCxnSpPr/>
            <p:nvPr/>
          </p:nvCxnSpPr>
          <p:spPr>
            <a:xfrm flipH="1">
              <a:off x="3871846" y="1683016"/>
              <a:ext cx="351283" cy="49317"/>
            </a:xfrm>
            <a:prstGeom prst="line">
              <a:avLst/>
            </a:prstGeom>
            <a:ln w="12700" cmpd="sng">
              <a:solidFill>
                <a:schemeClr val="tx1"/>
              </a:solidFill>
              <a:prstDash val="dash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2" name="Straight Connector 191"/>
            <p:cNvCxnSpPr/>
            <p:nvPr/>
          </p:nvCxnSpPr>
          <p:spPr>
            <a:xfrm>
              <a:off x="4223129" y="1690736"/>
              <a:ext cx="115809" cy="223888"/>
            </a:xfrm>
            <a:prstGeom prst="line">
              <a:avLst/>
            </a:prstGeom>
            <a:ln w="12700" cmpd="sng">
              <a:solidFill>
                <a:schemeClr val="tx1"/>
              </a:solidFill>
              <a:prstDash val="dash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3" name="Straight Connector 192"/>
            <p:cNvCxnSpPr/>
            <p:nvPr/>
          </p:nvCxnSpPr>
          <p:spPr>
            <a:xfrm flipH="1">
              <a:off x="3837102" y="1740053"/>
              <a:ext cx="34744" cy="224752"/>
            </a:xfrm>
            <a:prstGeom prst="line">
              <a:avLst/>
            </a:prstGeom>
            <a:ln w="12700" cmpd="sng">
              <a:solidFill>
                <a:schemeClr val="tx1"/>
              </a:solidFill>
              <a:prstDash val="dash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8" name="TextBox 27"/>
          <p:cNvSpPr txBox="1"/>
          <p:nvPr/>
        </p:nvSpPr>
        <p:spPr>
          <a:xfrm>
            <a:off x="3806731" y="5498285"/>
            <a:ext cx="4935967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600" dirty="0">
                <a:latin typeface="Gill Sans MT" panose="020B0502020104020203" pitchFamily="34" charset="77"/>
                <a:cs typeface="Trebuchet MS"/>
              </a:rPr>
              <a:t>K-Means with K clusters</a:t>
            </a:r>
          </a:p>
          <a:p>
            <a:pPr algn="ctr"/>
            <a:endParaRPr lang="en-US" sz="3600" dirty="0">
              <a:latin typeface="Gill Sans MT" panose="020B0502020104020203" pitchFamily="34" charset="77"/>
              <a:cs typeface="Trebuchet MS"/>
            </a:endParaRPr>
          </a:p>
        </p:txBody>
      </p:sp>
      <p:sp>
        <p:nvSpPr>
          <p:cNvPr id="23" name="Title 1"/>
          <p:cNvSpPr txBox="1">
            <a:spLocks/>
          </p:cNvSpPr>
          <p:nvPr/>
        </p:nvSpPr>
        <p:spPr>
          <a:xfrm>
            <a:off x="1834442" y="37917"/>
            <a:ext cx="5575300" cy="114928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dirty="0">
                <a:latin typeface="Gill Sans MT" panose="020B0502020104020203" pitchFamily="34" charset="77"/>
                <a:cs typeface="Trebuchet MS"/>
              </a:rPr>
              <a:t>Visual Vocabulary</a:t>
            </a:r>
          </a:p>
        </p:txBody>
      </p:sp>
      <p:sp>
        <p:nvSpPr>
          <p:cNvPr id="2" name="Oval 1"/>
          <p:cNvSpPr/>
          <p:nvPr/>
        </p:nvSpPr>
        <p:spPr>
          <a:xfrm>
            <a:off x="6187440" y="2453640"/>
            <a:ext cx="198120" cy="19812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9" name="Oval 18"/>
          <p:cNvSpPr/>
          <p:nvPr/>
        </p:nvSpPr>
        <p:spPr>
          <a:xfrm>
            <a:off x="8061960" y="3352800"/>
            <a:ext cx="198120" cy="19812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20" name="Oval 19"/>
          <p:cNvSpPr/>
          <p:nvPr/>
        </p:nvSpPr>
        <p:spPr>
          <a:xfrm>
            <a:off x="7498080" y="4632960"/>
            <a:ext cx="198120" cy="19812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21" name="Oval 20"/>
          <p:cNvSpPr/>
          <p:nvPr/>
        </p:nvSpPr>
        <p:spPr>
          <a:xfrm>
            <a:off x="5791200" y="4785360"/>
            <a:ext cx="198120" cy="19812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24" name="Oval 23"/>
          <p:cNvSpPr/>
          <p:nvPr/>
        </p:nvSpPr>
        <p:spPr>
          <a:xfrm>
            <a:off x="6446520" y="3672840"/>
            <a:ext cx="198120" cy="19812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26" name="Oval 25"/>
          <p:cNvSpPr/>
          <p:nvPr/>
        </p:nvSpPr>
        <p:spPr>
          <a:xfrm>
            <a:off x="4876800" y="3550920"/>
            <a:ext cx="198120" cy="19812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graphicFrame>
        <p:nvGraphicFramePr>
          <p:cNvPr id="22" name="Table 21"/>
          <p:cNvGraphicFramePr>
            <a:graphicFrameLocks noGrp="1"/>
          </p:cNvGraphicFramePr>
          <p:nvPr/>
        </p:nvGraphicFramePr>
        <p:xfrm>
          <a:off x="7238994" y="655782"/>
          <a:ext cx="2973190" cy="128016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29731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731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731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9731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9731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9731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9731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297319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297319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297319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139916"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9916"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34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34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9916"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34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34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39916"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29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34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39916"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34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34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39916"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cxnSp>
        <p:nvCxnSpPr>
          <p:cNvPr id="25" name="Straight Arrow Connector 24"/>
          <p:cNvCxnSpPr/>
          <p:nvPr/>
        </p:nvCxnSpPr>
        <p:spPr>
          <a:xfrm>
            <a:off x="7223754" y="430681"/>
            <a:ext cx="2973190" cy="0"/>
          </a:xfrm>
          <a:prstGeom prst="straightConnector1">
            <a:avLst/>
          </a:prstGeom>
          <a:ln>
            <a:solidFill>
              <a:schemeClr val="tx1">
                <a:lumMod val="75000"/>
                <a:lumOff val="25000"/>
              </a:schemeClr>
            </a:solidFill>
            <a:headEnd type="triangle"/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8502535" y="230775"/>
            <a:ext cx="364202" cy="369332"/>
          </a:xfrm>
          <a:prstGeom prst="rect">
            <a:avLst/>
          </a:prstGeom>
          <a:solidFill>
            <a:schemeClr val="bg1"/>
          </a:solidFill>
          <a:effectLst/>
        </p:spPr>
        <p:txBody>
          <a:bodyPr wrap="none" rtlCol="0">
            <a:spAutoFit/>
          </a:bodyPr>
          <a:lstStyle/>
          <a:p>
            <a:r>
              <a:rPr lang="en-US" dirty="0">
                <a:latin typeface="Gill Sans MT" panose="020B0502020104020203" pitchFamily="34" charset="77"/>
                <a:ea typeface="Times" charset="0"/>
                <a:cs typeface="Times" charset="0"/>
              </a:rPr>
              <a:t>N</a:t>
            </a:r>
          </a:p>
        </p:txBody>
      </p:sp>
      <p:cxnSp>
        <p:nvCxnSpPr>
          <p:cNvPr id="29" name="Straight Arrow Connector 28"/>
          <p:cNvCxnSpPr/>
          <p:nvPr/>
        </p:nvCxnSpPr>
        <p:spPr>
          <a:xfrm flipV="1">
            <a:off x="6964502" y="750282"/>
            <a:ext cx="0" cy="1055521"/>
          </a:xfrm>
          <a:prstGeom prst="straightConnector1">
            <a:avLst/>
          </a:prstGeom>
          <a:ln>
            <a:solidFill>
              <a:schemeClr val="tx1">
                <a:lumMod val="75000"/>
                <a:lumOff val="25000"/>
              </a:schemeClr>
            </a:solidFill>
            <a:headEnd type="triangle"/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6810723" y="1057256"/>
            <a:ext cx="338554" cy="369332"/>
          </a:xfrm>
          <a:prstGeom prst="rect">
            <a:avLst/>
          </a:prstGeom>
          <a:solidFill>
            <a:schemeClr val="bg1"/>
          </a:solidFill>
          <a:effectLst/>
        </p:spPr>
        <p:txBody>
          <a:bodyPr wrap="square" rtlCol="0">
            <a:spAutoFit/>
          </a:bodyPr>
          <a:lstStyle/>
          <a:p>
            <a:r>
              <a:rPr lang="en-US" dirty="0">
                <a:latin typeface="Gill Sans MT" panose="020B0502020104020203" pitchFamily="34" charset="77"/>
                <a:ea typeface="Times" charset="0"/>
                <a:cs typeface="Times" charset="0"/>
              </a:rPr>
              <a:t>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249432" y="2005265"/>
            <a:ext cx="29871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Gill Sans MT" panose="020B0502020104020203" pitchFamily="34" charset="77"/>
              </a:rPr>
              <a:t>(coordinates of the centroids)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C30724E-860F-6F47-AB75-73BF3EC016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0B2870-7350-8D40-A01A-CE539DF873CB}" type="slidenum">
              <a:rPr lang="en-US" smtClean="0"/>
              <a:t>54</a:t>
            </a:fld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87B1D85-EA48-4C75-9025-145B69207E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PR04D</a:t>
            </a:r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18392416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/>
          <p:cNvSpPr/>
          <p:nvPr/>
        </p:nvSpPr>
        <p:spPr>
          <a:xfrm>
            <a:off x="2841778" y="3444419"/>
            <a:ext cx="1044626" cy="1282716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2689378" y="3546017"/>
            <a:ext cx="1044626" cy="1282716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pic>
        <p:nvPicPr>
          <p:cNvPr id="34" name="Picture 3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11333" y="1160710"/>
            <a:ext cx="3268154" cy="5106319"/>
          </a:xfrm>
          <a:prstGeom prst="rect">
            <a:avLst/>
          </a:prstGeom>
        </p:spPr>
      </p:pic>
      <p:pic>
        <p:nvPicPr>
          <p:cNvPr id="37" name="Picture 3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81373" y="3630683"/>
            <a:ext cx="1044627" cy="1299980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2604714" y="2846301"/>
            <a:ext cx="73314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Gill Sans MT" panose="020B0502020104020203" pitchFamily="34" charset="77"/>
                <a:cs typeface="Arial"/>
              </a:rPr>
              <a:t>John</a:t>
            </a:r>
            <a:endParaRPr lang="en-US" sz="2400" i="1" dirty="0">
              <a:latin typeface="LM Roman 10 Regular"/>
              <a:cs typeface="LM Roman 10 Regular"/>
            </a:endParaRPr>
          </a:p>
        </p:txBody>
      </p:sp>
      <p:grpSp>
        <p:nvGrpSpPr>
          <p:cNvPr id="10" name="Group 9"/>
          <p:cNvGrpSpPr/>
          <p:nvPr/>
        </p:nvGrpSpPr>
        <p:grpSpPr>
          <a:xfrm>
            <a:off x="9465757" y="1180599"/>
            <a:ext cx="491448" cy="5204961"/>
            <a:chOff x="7941757" y="1180598"/>
            <a:chExt cx="491448" cy="5204961"/>
          </a:xfrm>
        </p:grpSpPr>
        <p:cxnSp>
          <p:nvCxnSpPr>
            <p:cNvPr id="3" name="Straight Arrow Connector 2"/>
            <p:cNvCxnSpPr/>
            <p:nvPr/>
          </p:nvCxnSpPr>
          <p:spPr>
            <a:xfrm>
              <a:off x="7941757" y="1180598"/>
              <a:ext cx="0" cy="5204961"/>
            </a:xfrm>
            <a:prstGeom prst="straightConnector1">
              <a:avLst/>
            </a:prstGeom>
            <a:ln>
              <a:headEnd type="arrow"/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5" name="TextBox 54"/>
            <p:cNvSpPr txBox="1"/>
            <p:nvPr/>
          </p:nvSpPr>
          <p:spPr>
            <a:xfrm>
              <a:off x="8043355" y="3376688"/>
              <a:ext cx="389850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>
                  <a:latin typeface="Gill Sans MT" panose="020B0502020104020203" pitchFamily="34" charset="77"/>
                  <a:cs typeface="Arial"/>
                </a:rPr>
                <a:t>K</a:t>
              </a:r>
              <a:endParaRPr lang="en-US" sz="2400" i="1" dirty="0">
                <a:latin typeface="LM Roman 10 Regular"/>
                <a:cs typeface="LM Roman 10 Regular"/>
              </a:endParaRPr>
            </a:p>
          </p:txBody>
        </p:sp>
      </p:grpSp>
      <p:pic>
        <p:nvPicPr>
          <p:cNvPr id="2" name="Picture 1" descr="Screen Shot 2014-03-20 at 7.33.41 PM.png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52541" y="1147990"/>
            <a:ext cx="2474152" cy="1613920"/>
          </a:xfrm>
          <a:prstGeom prst="rect">
            <a:avLst/>
          </a:prstGeom>
        </p:spPr>
      </p:pic>
      <p:grpSp>
        <p:nvGrpSpPr>
          <p:cNvPr id="8" name="Group 7"/>
          <p:cNvGrpSpPr/>
          <p:nvPr/>
        </p:nvGrpSpPr>
        <p:grpSpPr>
          <a:xfrm>
            <a:off x="3318027" y="1934954"/>
            <a:ext cx="5961460" cy="911347"/>
            <a:chOff x="1794027" y="1934953"/>
            <a:chExt cx="5961460" cy="911347"/>
          </a:xfrm>
        </p:grpSpPr>
        <p:sp>
          <p:nvSpPr>
            <p:cNvPr id="4" name="Oval 3"/>
            <p:cNvSpPr/>
            <p:nvPr/>
          </p:nvSpPr>
          <p:spPr>
            <a:xfrm>
              <a:off x="1794027" y="1955109"/>
              <a:ext cx="886935" cy="891191"/>
            </a:xfrm>
            <a:prstGeom prst="ellipse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5" name="Rectangle 4"/>
            <p:cNvSpPr/>
            <p:nvPr/>
          </p:nvSpPr>
          <p:spPr>
            <a:xfrm>
              <a:off x="4487333" y="1934953"/>
              <a:ext cx="3268154" cy="201558"/>
            </a:xfrm>
            <a:prstGeom prst="rect">
              <a:avLst/>
            </a:prstGeom>
            <a:noFill/>
            <a:ln w="28575" cmpd="sng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cxnSp>
          <p:nvCxnSpPr>
            <p:cNvPr id="7" name="Elbow Connector 6"/>
            <p:cNvCxnSpPr>
              <a:stCxn id="4" idx="6"/>
              <a:endCxn id="5" idx="1"/>
            </p:cNvCxnSpPr>
            <p:nvPr/>
          </p:nvCxnSpPr>
          <p:spPr>
            <a:xfrm flipV="1">
              <a:off x="2680962" y="2035732"/>
              <a:ext cx="1806371" cy="364973"/>
            </a:xfrm>
            <a:prstGeom prst="bentConnector3">
              <a:avLst/>
            </a:prstGeom>
            <a:ln>
              <a:solidFill>
                <a:srgbClr val="FF0000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2" name="Group 21"/>
          <p:cNvGrpSpPr/>
          <p:nvPr/>
        </p:nvGrpSpPr>
        <p:grpSpPr>
          <a:xfrm>
            <a:off x="3470427" y="1240802"/>
            <a:ext cx="5820354" cy="891191"/>
            <a:chOff x="1794027" y="1955109"/>
            <a:chExt cx="5820354" cy="891191"/>
          </a:xfrm>
        </p:grpSpPr>
        <p:sp>
          <p:nvSpPr>
            <p:cNvPr id="23" name="Oval 22"/>
            <p:cNvSpPr/>
            <p:nvPr/>
          </p:nvSpPr>
          <p:spPr>
            <a:xfrm>
              <a:off x="1794027" y="1955109"/>
              <a:ext cx="886935" cy="891191"/>
            </a:xfrm>
            <a:prstGeom prst="ellipse">
              <a:avLst/>
            </a:prstGeom>
            <a:noFill/>
            <a:ln>
              <a:solidFill>
                <a:srgbClr val="FFFF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26" name="Rectangle 25"/>
            <p:cNvSpPr/>
            <p:nvPr/>
          </p:nvSpPr>
          <p:spPr>
            <a:xfrm>
              <a:off x="4346227" y="1995421"/>
              <a:ext cx="3268154" cy="201558"/>
            </a:xfrm>
            <a:prstGeom prst="rect">
              <a:avLst/>
            </a:prstGeom>
            <a:noFill/>
            <a:ln w="28575" cmpd="sng">
              <a:solidFill>
                <a:srgbClr val="FFFF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cxnSp>
          <p:nvCxnSpPr>
            <p:cNvPr id="27" name="Elbow Connector 26"/>
            <p:cNvCxnSpPr>
              <a:stCxn id="23" idx="6"/>
              <a:endCxn id="26" idx="1"/>
            </p:cNvCxnSpPr>
            <p:nvPr/>
          </p:nvCxnSpPr>
          <p:spPr>
            <a:xfrm flipV="1">
              <a:off x="2680962" y="2096200"/>
              <a:ext cx="1665265" cy="304505"/>
            </a:xfrm>
            <a:prstGeom prst="bentConnector3">
              <a:avLst/>
            </a:prstGeom>
            <a:ln>
              <a:solidFill>
                <a:srgbClr val="FFFF00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8" name="Title 1"/>
          <p:cNvSpPr txBox="1">
            <a:spLocks/>
          </p:cNvSpPr>
          <p:nvPr/>
        </p:nvSpPr>
        <p:spPr>
          <a:xfrm>
            <a:off x="1834442" y="37917"/>
            <a:ext cx="5575300" cy="114928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dirty="0">
                <a:latin typeface="Gill Sans MT" panose="020B0502020104020203" pitchFamily="34" charset="77"/>
                <a:cs typeface="Trebuchet MS"/>
              </a:rPr>
              <a:t>Example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C0B414-57DC-9D41-AF09-9734707AD7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0B2870-7350-8D40-A01A-CE539DF873CB}" type="slidenum">
              <a:rPr lang="en-US" smtClean="0"/>
              <a:t>55</a:t>
            </a:fld>
            <a:endParaRPr lang="en-US"/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836E8856-A259-5FA7-EF4E-4E9E182200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PR04D</a:t>
            </a:r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10548270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32" fill="hold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7000"/>
                            </p:stCondLst>
                            <p:childTnLst>
                              <p:par>
                                <p:cTn id="10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/>
          <p:cNvGrpSpPr/>
          <p:nvPr/>
        </p:nvGrpSpPr>
        <p:grpSpPr>
          <a:xfrm>
            <a:off x="8409244" y="1440367"/>
            <a:ext cx="2166777" cy="4871270"/>
            <a:chOff x="6656643" y="1440367"/>
            <a:chExt cx="2166777" cy="4871270"/>
          </a:xfrm>
        </p:grpSpPr>
        <p:sp>
          <p:nvSpPr>
            <p:cNvPr id="21" name="Rectangle 20"/>
            <p:cNvSpPr/>
            <p:nvPr/>
          </p:nvSpPr>
          <p:spPr>
            <a:xfrm>
              <a:off x="7719529" y="1440367"/>
              <a:ext cx="1044626" cy="1282716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22" name="Rectangle 21"/>
            <p:cNvSpPr/>
            <p:nvPr/>
          </p:nvSpPr>
          <p:spPr>
            <a:xfrm>
              <a:off x="7567129" y="1541965"/>
              <a:ext cx="1044626" cy="1282716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pic>
          <p:nvPicPr>
            <p:cNvPr id="35" name="Picture 34" descr="Screen Shot 2013-10-23 at 1.57.20 PM.png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656643" y="3035666"/>
              <a:ext cx="2166777" cy="3275971"/>
            </a:xfrm>
            <a:prstGeom prst="rect">
              <a:avLst/>
            </a:prstGeom>
          </p:spPr>
        </p:pic>
        <p:pic>
          <p:nvPicPr>
            <p:cNvPr id="38" name="Picture 37"/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451368" y="1615341"/>
              <a:ext cx="1044627" cy="1299980"/>
            </a:xfrm>
            <a:prstGeom prst="rect">
              <a:avLst/>
            </a:prstGeom>
          </p:spPr>
        </p:pic>
        <p:sp>
          <p:nvSpPr>
            <p:cNvPr id="39" name="TextBox 38"/>
            <p:cNvSpPr txBox="1"/>
            <p:nvPr/>
          </p:nvSpPr>
          <p:spPr>
            <a:xfrm>
              <a:off x="6982528" y="1649916"/>
              <a:ext cx="429926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Gill Sans MT" panose="020B0502020104020203" pitchFamily="34" charset="77"/>
                  <a:cs typeface="Arial"/>
                </a:rPr>
                <a:t>Ana</a:t>
              </a:r>
              <a:endParaRPr lang="en-US" sz="1400" i="1" dirty="0">
                <a:latin typeface="LM Roman 10 Regular"/>
                <a:cs typeface="LM Roman 10 Regular"/>
              </a:endParaRPr>
            </a:p>
          </p:txBody>
        </p:sp>
      </p:grpSp>
      <p:grpSp>
        <p:nvGrpSpPr>
          <p:cNvPr id="3" name="Group 2"/>
          <p:cNvGrpSpPr/>
          <p:nvPr/>
        </p:nvGrpSpPr>
        <p:grpSpPr>
          <a:xfrm>
            <a:off x="6127937" y="1429077"/>
            <a:ext cx="2166777" cy="4882560"/>
            <a:chOff x="3486336" y="1429077"/>
            <a:chExt cx="2166777" cy="4882560"/>
          </a:xfrm>
        </p:grpSpPr>
        <p:sp>
          <p:nvSpPr>
            <p:cNvPr id="24" name="Rectangle 23"/>
            <p:cNvSpPr/>
            <p:nvPr/>
          </p:nvSpPr>
          <p:spPr>
            <a:xfrm>
              <a:off x="4535111" y="1429077"/>
              <a:ext cx="1044626" cy="1282716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25" name="Rectangle 24"/>
            <p:cNvSpPr/>
            <p:nvPr/>
          </p:nvSpPr>
          <p:spPr>
            <a:xfrm>
              <a:off x="4382711" y="1530675"/>
              <a:ext cx="1044626" cy="1282716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pic>
          <p:nvPicPr>
            <p:cNvPr id="34" name="Picture 33" descr="Screen Shot 2013-10-23 at 1.56.53 PM.png"/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486336" y="3035666"/>
              <a:ext cx="2166777" cy="3275971"/>
            </a:xfrm>
            <a:prstGeom prst="rect">
              <a:avLst/>
            </a:prstGeom>
          </p:spPr>
        </p:pic>
        <p:pic>
          <p:nvPicPr>
            <p:cNvPr id="37" name="Picture 36"/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274705" y="1615341"/>
              <a:ext cx="1044627" cy="1299980"/>
            </a:xfrm>
            <a:prstGeom prst="rect">
              <a:avLst/>
            </a:prstGeom>
          </p:spPr>
        </p:pic>
        <p:sp>
          <p:nvSpPr>
            <p:cNvPr id="40" name="TextBox 39"/>
            <p:cNvSpPr txBox="1"/>
            <p:nvPr/>
          </p:nvSpPr>
          <p:spPr>
            <a:xfrm>
              <a:off x="3735821" y="1631240"/>
              <a:ext cx="458908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Gill Sans MT" panose="020B0502020104020203" pitchFamily="34" charset="77"/>
                  <a:cs typeface="Arial"/>
                </a:rPr>
                <a:t>John</a:t>
              </a:r>
              <a:endParaRPr lang="en-US" sz="1400" i="1" dirty="0">
                <a:latin typeface="LM Roman 10 Regular"/>
                <a:cs typeface="LM Roman 10 Regular"/>
              </a:endParaRPr>
            </a:p>
          </p:txBody>
        </p:sp>
      </p:grpSp>
      <p:grpSp>
        <p:nvGrpSpPr>
          <p:cNvPr id="5" name="Group 4"/>
          <p:cNvGrpSpPr/>
          <p:nvPr/>
        </p:nvGrpSpPr>
        <p:grpSpPr>
          <a:xfrm>
            <a:off x="1585504" y="1429077"/>
            <a:ext cx="2166777" cy="4882560"/>
            <a:chOff x="264703" y="1429077"/>
            <a:chExt cx="2166777" cy="4882560"/>
          </a:xfrm>
        </p:grpSpPr>
        <p:sp>
          <p:nvSpPr>
            <p:cNvPr id="26" name="Rectangle 25"/>
            <p:cNvSpPr/>
            <p:nvPr/>
          </p:nvSpPr>
          <p:spPr>
            <a:xfrm>
              <a:off x="1309333" y="1429077"/>
              <a:ext cx="1044626" cy="1282716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30" name="Rectangle 29"/>
            <p:cNvSpPr/>
            <p:nvPr/>
          </p:nvSpPr>
          <p:spPr>
            <a:xfrm>
              <a:off x="1156933" y="1530675"/>
              <a:ext cx="1044626" cy="1282716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pic>
          <p:nvPicPr>
            <p:cNvPr id="33" name="Picture 32" descr="Screen Shot 2013-10-23 at 1.56.19 PM.png"/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64703" y="3035666"/>
              <a:ext cx="2166777" cy="3275971"/>
            </a:xfrm>
            <a:prstGeom prst="rect">
              <a:avLst/>
            </a:prstGeom>
          </p:spPr>
        </p:pic>
        <p:pic>
          <p:nvPicPr>
            <p:cNvPr id="36" name="Picture 35"/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58156" y="1615341"/>
              <a:ext cx="1044626" cy="1299980"/>
            </a:xfrm>
            <a:prstGeom prst="rect">
              <a:avLst/>
            </a:prstGeom>
          </p:spPr>
        </p:pic>
        <p:sp>
          <p:nvSpPr>
            <p:cNvPr id="41" name="TextBox 40"/>
            <p:cNvSpPr txBox="1"/>
            <p:nvPr/>
          </p:nvSpPr>
          <p:spPr>
            <a:xfrm>
              <a:off x="478367" y="1662018"/>
              <a:ext cx="449290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Gill Sans MT" panose="020B0502020104020203" pitchFamily="34" charset="77"/>
                  <a:cs typeface="Arial"/>
                </a:rPr>
                <a:t>Julio</a:t>
              </a:r>
            </a:p>
          </p:txBody>
        </p:sp>
      </p:grpSp>
      <p:grpSp>
        <p:nvGrpSpPr>
          <p:cNvPr id="54" name="Group 53"/>
          <p:cNvGrpSpPr/>
          <p:nvPr/>
        </p:nvGrpSpPr>
        <p:grpSpPr>
          <a:xfrm>
            <a:off x="3864964" y="1440367"/>
            <a:ext cx="2166777" cy="4871270"/>
            <a:chOff x="6656643" y="1440367"/>
            <a:chExt cx="2166777" cy="4871270"/>
          </a:xfrm>
        </p:grpSpPr>
        <p:sp>
          <p:nvSpPr>
            <p:cNvPr id="55" name="Rectangle 54"/>
            <p:cNvSpPr/>
            <p:nvPr/>
          </p:nvSpPr>
          <p:spPr>
            <a:xfrm>
              <a:off x="7719529" y="1440367"/>
              <a:ext cx="1044626" cy="1282716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56" name="Rectangle 55"/>
            <p:cNvSpPr/>
            <p:nvPr/>
          </p:nvSpPr>
          <p:spPr>
            <a:xfrm>
              <a:off x="7567129" y="1541965"/>
              <a:ext cx="1044626" cy="1282716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pic>
          <p:nvPicPr>
            <p:cNvPr id="57" name="Picture 56" descr="Screen Shot 2013-10-23 at 1.57.20 PM.png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flipH="1" flipV="1">
              <a:off x="6656643" y="3035666"/>
              <a:ext cx="2166777" cy="3275971"/>
            </a:xfrm>
            <a:prstGeom prst="rect">
              <a:avLst/>
            </a:prstGeom>
          </p:spPr>
        </p:pic>
        <p:pic>
          <p:nvPicPr>
            <p:cNvPr id="58" name="Picture 57"/>
            <p:cNvPicPr>
              <a:picLocks noChangeAspect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451368" y="1615341"/>
              <a:ext cx="1044626" cy="1299980"/>
            </a:xfrm>
            <a:prstGeom prst="rect">
              <a:avLst/>
            </a:prstGeom>
          </p:spPr>
        </p:pic>
        <p:sp>
          <p:nvSpPr>
            <p:cNvPr id="59" name="TextBox 58"/>
            <p:cNvSpPr txBox="1"/>
            <p:nvPr/>
          </p:nvSpPr>
          <p:spPr>
            <a:xfrm>
              <a:off x="6814888" y="1649916"/>
              <a:ext cx="588623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Gill Sans MT" panose="020B0502020104020203" pitchFamily="34" charset="77"/>
                  <a:cs typeface="Arial"/>
                </a:rPr>
                <a:t>Miguel</a:t>
              </a:r>
              <a:endParaRPr lang="en-US" sz="1400" dirty="0">
                <a:latin typeface="Gill Sans MT" panose="020B0502020104020203" pitchFamily="34" charset="77"/>
                <a:cs typeface="LM Roman 10 Regular"/>
              </a:endParaRPr>
            </a:p>
          </p:txBody>
        </p:sp>
      </p:grpSp>
      <p:sp>
        <p:nvSpPr>
          <p:cNvPr id="31" name="Title 1"/>
          <p:cNvSpPr txBox="1">
            <a:spLocks/>
          </p:cNvSpPr>
          <p:nvPr/>
        </p:nvSpPr>
        <p:spPr>
          <a:xfrm>
            <a:off x="1834442" y="37917"/>
            <a:ext cx="8071558" cy="114928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dirty="0">
                <a:latin typeface="Gill Sans MT" panose="020B0502020104020203" pitchFamily="34" charset="77"/>
                <a:cs typeface="Trebuchet MS"/>
              </a:rPr>
              <a:t>Example: More Dictionaries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94946B5-474D-8540-885B-45378F7752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0B2870-7350-8D40-A01A-CE539DF873CB}" type="slidenum">
              <a:rPr lang="en-US" smtClean="0"/>
              <a:t>56</a:t>
            </a:fld>
            <a:endParaRPr lang="en-US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EB1793DF-1255-8BA5-4D7A-1D4DD03544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PR04D</a:t>
            </a:r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1108075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2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2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2000"/>
                            </p:stCondLst>
                            <p:childTnLst>
                              <p:par>
                                <p:cTn id="10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20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20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3" name="Group 182"/>
          <p:cNvGrpSpPr/>
          <p:nvPr/>
        </p:nvGrpSpPr>
        <p:grpSpPr>
          <a:xfrm>
            <a:off x="3657982" y="1854201"/>
            <a:ext cx="5861196" cy="4306667"/>
            <a:chOff x="2906779" y="1142598"/>
            <a:chExt cx="2370202" cy="1636694"/>
          </a:xfrm>
        </p:grpSpPr>
        <p:cxnSp>
          <p:nvCxnSpPr>
            <p:cNvPr id="184" name="Straight Connector 183"/>
            <p:cNvCxnSpPr/>
            <p:nvPr/>
          </p:nvCxnSpPr>
          <p:spPr>
            <a:xfrm flipH="1">
              <a:off x="2906779" y="1964805"/>
              <a:ext cx="930323" cy="486376"/>
            </a:xfrm>
            <a:prstGeom prst="line">
              <a:avLst/>
            </a:prstGeom>
            <a:ln w="12700" cmpd="sng">
              <a:solidFill>
                <a:schemeClr val="tx1"/>
              </a:solidFill>
              <a:prstDash val="dash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5" name="Straight Connector 184"/>
            <p:cNvCxnSpPr/>
            <p:nvPr/>
          </p:nvCxnSpPr>
          <p:spPr>
            <a:xfrm>
              <a:off x="4107322" y="2065169"/>
              <a:ext cx="115807" cy="714123"/>
            </a:xfrm>
            <a:prstGeom prst="line">
              <a:avLst/>
            </a:prstGeom>
            <a:ln w="12700" cmpd="sng">
              <a:solidFill>
                <a:schemeClr val="tx1"/>
              </a:solidFill>
              <a:prstDash val="dash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6" name="Straight Connector 185"/>
            <p:cNvCxnSpPr/>
            <p:nvPr/>
          </p:nvCxnSpPr>
          <p:spPr>
            <a:xfrm>
              <a:off x="4338938" y="1914624"/>
              <a:ext cx="938043" cy="239327"/>
            </a:xfrm>
            <a:prstGeom prst="line">
              <a:avLst/>
            </a:prstGeom>
            <a:ln w="12700" cmpd="sng">
              <a:solidFill>
                <a:schemeClr val="tx1"/>
              </a:solidFill>
              <a:prstDash val="dash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7" name="Straight Connector 186"/>
            <p:cNvCxnSpPr/>
            <p:nvPr/>
          </p:nvCxnSpPr>
          <p:spPr>
            <a:xfrm flipV="1">
              <a:off x="4223130" y="1142598"/>
              <a:ext cx="374444" cy="548138"/>
            </a:xfrm>
            <a:prstGeom prst="line">
              <a:avLst/>
            </a:prstGeom>
            <a:ln w="12700" cmpd="sng">
              <a:solidFill>
                <a:schemeClr val="tx1"/>
              </a:solidFill>
              <a:prstDash val="dash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8" name="Straight Connector 187"/>
            <p:cNvCxnSpPr/>
            <p:nvPr/>
          </p:nvCxnSpPr>
          <p:spPr>
            <a:xfrm flipH="1" flipV="1">
              <a:off x="3099792" y="1201954"/>
              <a:ext cx="772054" cy="538099"/>
            </a:xfrm>
            <a:prstGeom prst="line">
              <a:avLst/>
            </a:prstGeom>
            <a:ln w="12700" cmpd="sng">
              <a:solidFill>
                <a:schemeClr val="tx1"/>
              </a:solidFill>
              <a:prstDash val="dash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9" name="Straight Connector 188"/>
            <p:cNvCxnSpPr/>
            <p:nvPr/>
          </p:nvCxnSpPr>
          <p:spPr>
            <a:xfrm flipH="1" flipV="1">
              <a:off x="3837102" y="1964805"/>
              <a:ext cx="270220" cy="100364"/>
            </a:xfrm>
            <a:prstGeom prst="line">
              <a:avLst/>
            </a:prstGeom>
            <a:ln w="12700" cmpd="sng">
              <a:solidFill>
                <a:schemeClr val="tx1"/>
              </a:solidFill>
              <a:prstDash val="dash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0" name="Straight Connector 189"/>
            <p:cNvCxnSpPr/>
            <p:nvPr/>
          </p:nvCxnSpPr>
          <p:spPr>
            <a:xfrm flipH="1">
              <a:off x="4107322" y="1914624"/>
              <a:ext cx="231616" cy="150545"/>
            </a:xfrm>
            <a:prstGeom prst="line">
              <a:avLst/>
            </a:prstGeom>
            <a:ln w="12700" cmpd="sng">
              <a:solidFill>
                <a:schemeClr val="tx1"/>
              </a:solidFill>
              <a:prstDash val="dash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1" name="Straight Connector 190"/>
            <p:cNvCxnSpPr/>
            <p:nvPr/>
          </p:nvCxnSpPr>
          <p:spPr>
            <a:xfrm flipH="1">
              <a:off x="3871846" y="1683016"/>
              <a:ext cx="351283" cy="49317"/>
            </a:xfrm>
            <a:prstGeom prst="line">
              <a:avLst/>
            </a:prstGeom>
            <a:ln w="12700" cmpd="sng">
              <a:solidFill>
                <a:schemeClr val="tx1"/>
              </a:solidFill>
              <a:prstDash val="dash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2" name="Straight Connector 191"/>
            <p:cNvCxnSpPr/>
            <p:nvPr/>
          </p:nvCxnSpPr>
          <p:spPr>
            <a:xfrm>
              <a:off x="4223129" y="1690736"/>
              <a:ext cx="115809" cy="223888"/>
            </a:xfrm>
            <a:prstGeom prst="line">
              <a:avLst/>
            </a:prstGeom>
            <a:ln w="12700" cmpd="sng">
              <a:solidFill>
                <a:schemeClr val="tx1"/>
              </a:solidFill>
              <a:prstDash val="dash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3" name="Straight Connector 192"/>
            <p:cNvCxnSpPr/>
            <p:nvPr/>
          </p:nvCxnSpPr>
          <p:spPr>
            <a:xfrm flipH="1">
              <a:off x="3837102" y="1740053"/>
              <a:ext cx="34744" cy="224752"/>
            </a:xfrm>
            <a:prstGeom prst="line">
              <a:avLst/>
            </a:prstGeom>
            <a:ln w="12700" cmpd="sng">
              <a:solidFill>
                <a:schemeClr val="tx1"/>
              </a:solidFill>
              <a:prstDash val="dash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8" name="TextBox 27"/>
          <p:cNvSpPr txBox="1"/>
          <p:nvPr/>
        </p:nvSpPr>
        <p:spPr>
          <a:xfrm>
            <a:off x="3672084" y="5498285"/>
            <a:ext cx="5205271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600" dirty="0">
                <a:latin typeface="Gill Sans MT" panose="020B0502020104020203" pitchFamily="34" charset="77"/>
                <a:cs typeface="Trebuchet MS"/>
              </a:rPr>
              <a:t>Example with K=6 clusters</a:t>
            </a:r>
          </a:p>
          <a:p>
            <a:pPr algn="ctr"/>
            <a:endParaRPr lang="en-US" sz="3600" dirty="0">
              <a:latin typeface="Gill Sans MT" panose="020B0502020104020203" pitchFamily="34" charset="77"/>
              <a:cs typeface="Trebuchet MS"/>
            </a:endParaRPr>
          </a:p>
        </p:txBody>
      </p:sp>
      <p:sp>
        <p:nvSpPr>
          <p:cNvPr id="23" name="Title 1"/>
          <p:cNvSpPr txBox="1">
            <a:spLocks/>
          </p:cNvSpPr>
          <p:nvPr/>
        </p:nvSpPr>
        <p:spPr>
          <a:xfrm>
            <a:off x="1834442" y="37917"/>
            <a:ext cx="5575300" cy="114928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dirty="0">
                <a:latin typeface="Gill Sans MT" panose="020B0502020104020203" pitchFamily="34" charset="77"/>
                <a:cs typeface="Trebuchet MS"/>
              </a:rPr>
              <a:t>Visual Vocabulary</a:t>
            </a:r>
          </a:p>
        </p:txBody>
      </p:sp>
      <p:sp>
        <p:nvSpPr>
          <p:cNvPr id="2" name="Oval 1"/>
          <p:cNvSpPr/>
          <p:nvPr/>
        </p:nvSpPr>
        <p:spPr>
          <a:xfrm>
            <a:off x="6187440" y="2453640"/>
            <a:ext cx="198120" cy="19812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9" name="Oval 18"/>
          <p:cNvSpPr/>
          <p:nvPr/>
        </p:nvSpPr>
        <p:spPr>
          <a:xfrm>
            <a:off x="8061960" y="3352800"/>
            <a:ext cx="198120" cy="19812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20" name="Oval 19"/>
          <p:cNvSpPr/>
          <p:nvPr/>
        </p:nvSpPr>
        <p:spPr>
          <a:xfrm>
            <a:off x="7498080" y="4632960"/>
            <a:ext cx="198120" cy="19812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21" name="Oval 20"/>
          <p:cNvSpPr/>
          <p:nvPr/>
        </p:nvSpPr>
        <p:spPr>
          <a:xfrm>
            <a:off x="5791200" y="4785360"/>
            <a:ext cx="198120" cy="19812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24" name="Oval 23"/>
          <p:cNvSpPr/>
          <p:nvPr/>
        </p:nvSpPr>
        <p:spPr>
          <a:xfrm>
            <a:off x="6446520" y="3672840"/>
            <a:ext cx="198120" cy="19812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26" name="Oval 25"/>
          <p:cNvSpPr/>
          <p:nvPr/>
        </p:nvSpPr>
        <p:spPr>
          <a:xfrm>
            <a:off x="4876800" y="3550920"/>
            <a:ext cx="198120" cy="19812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graphicFrame>
        <p:nvGraphicFramePr>
          <p:cNvPr id="22" name="Table 21"/>
          <p:cNvGraphicFramePr>
            <a:graphicFrameLocks noGrp="1"/>
          </p:cNvGraphicFramePr>
          <p:nvPr/>
        </p:nvGraphicFramePr>
        <p:xfrm>
          <a:off x="7238994" y="655782"/>
          <a:ext cx="2973190" cy="128016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29731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731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731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9731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9731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9731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9731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297319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297319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297319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139916"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9916"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34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34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9916"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34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34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39916"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29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34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39916"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34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34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39916"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cxnSp>
        <p:nvCxnSpPr>
          <p:cNvPr id="25" name="Straight Arrow Connector 24"/>
          <p:cNvCxnSpPr/>
          <p:nvPr/>
        </p:nvCxnSpPr>
        <p:spPr>
          <a:xfrm>
            <a:off x="7223754" y="430681"/>
            <a:ext cx="2973190" cy="0"/>
          </a:xfrm>
          <a:prstGeom prst="straightConnector1">
            <a:avLst/>
          </a:prstGeom>
          <a:ln>
            <a:solidFill>
              <a:schemeClr val="tx1">
                <a:lumMod val="75000"/>
                <a:lumOff val="25000"/>
              </a:schemeClr>
            </a:solidFill>
            <a:headEnd type="triangle"/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8502535" y="230775"/>
            <a:ext cx="364202" cy="369332"/>
          </a:xfrm>
          <a:prstGeom prst="rect">
            <a:avLst/>
          </a:prstGeom>
          <a:solidFill>
            <a:schemeClr val="bg1"/>
          </a:solidFill>
          <a:effectLst/>
        </p:spPr>
        <p:txBody>
          <a:bodyPr wrap="none" rtlCol="0">
            <a:spAutoFit/>
          </a:bodyPr>
          <a:lstStyle/>
          <a:p>
            <a:r>
              <a:rPr lang="en-US" dirty="0">
                <a:latin typeface="Gill Sans MT" panose="020B0502020104020203" pitchFamily="34" charset="77"/>
                <a:ea typeface="Times" charset="0"/>
                <a:cs typeface="Times" charset="0"/>
              </a:rPr>
              <a:t>N</a:t>
            </a:r>
          </a:p>
        </p:txBody>
      </p:sp>
      <p:cxnSp>
        <p:nvCxnSpPr>
          <p:cNvPr id="29" name="Straight Arrow Connector 28"/>
          <p:cNvCxnSpPr/>
          <p:nvPr/>
        </p:nvCxnSpPr>
        <p:spPr>
          <a:xfrm flipV="1">
            <a:off x="6964502" y="750282"/>
            <a:ext cx="0" cy="1055521"/>
          </a:xfrm>
          <a:prstGeom prst="straightConnector1">
            <a:avLst/>
          </a:prstGeom>
          <a:ln>
            <a:solidFill>
              <a:schemeClr val="tx1">
                <a:lumMod val="75000"/>
                <a:lumOff val="25000"/>
              </a:schemeClr>
            </a:solidFill>
            <a:headEnd type="triangle"/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6810723" y="1057256"/>
            <a:ext cx="338554" cy="369332"/>
          </a:xfrm>
          <a:prstGeom prst="rect">
            <a:avLst/>
          </a:prstGeom>
          <a:solidFill>
            <a:schemeClr val="bg1"/>
          </a:solidFill>
          <a:effectLst/>
        </p:spPr>
        <p:txBody>
          <a:bodyPr wrap="square" rtlCol="0">
            <a:spAutoFit/>
          </a:bodyPr>
          <a:lstStyle/>
          <a:p>
            <a:r>
              <a:rPr lang="en-US" dirty="0">
                <a:latin typeface="Gill Sans MT" panose="020B0502020104020203" pitchFamily="34" charset="77"/>
                <a:ea typeface="Times" charset="0"/>
                <a:cs typeface="Times" charset="0"/>
              </a:rPr>
              <a:t>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617720" y="3352800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Gill Sans MT" panose="020B0502020104020203" pitchFamily="34" charset="77"/>
              </a:rPr>
              <a:t>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867400" y="2286000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Gill Sans MT" panose="020B0502020104020203" pitchFamily="34" charset="77"/>
              </a:rPr>
              <a:t>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835980" y="3082528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Gill Sans MT" panose="020B0502020104020203" pitchFamily="34" charset="77"/>
              </a:rPr>
              <a:t>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68934" y="3474981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Gill Sans MT" panose="020B0502020104020203" pitchFamily="34" charset="77"/>
              </a:rPr>
              <a:t>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989320" y="4526280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Gill Sans MT" panose="020B0502020104020203" pitchFamily="34" charset="77"/>
              </a:rPr>
              <a:t>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680960" y="4358640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Gill Sans MT" panose="020B0502020104020203" pitchFamily="34" charset="77"/>
              </a:rPr>
              <a:t>5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0302241" y="655320"/>
          <a:ext cx="297319" cy="1280160"/>
        </p:xfrm>
        <a:graphic>
          <a:graphicData uri="http://schemas.openxmlformats.org/drawingml/2006/table">
            <a:tbl>
              <a:tblPr firstRow="1" bandRow="1">
                <a:tableStyleId>{8A107856-5554-42FB-B03E-39F5DBC370BA}</a:tableStyleId>
              </a:tblPr>
              <a:tblGrid>
                <a:gridCol w="29731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39916">
                <a:tc>
                  <a:txBody>
                    <a:bodyPr/>
                    <a:lstStyle/>
                    <a:p>
                      <a:pPr algn="ctr"/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9916">
                <a:tc>
                  <a:txBody>
                    <a:bodyPr/>
                    <a:lstStyle/>
                    <a:p>
                      <a:pPr algn="ctr"/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9916">
                <a:tc>
                  <a:txBody>
                    <a:bodyPr/>
                    <a:lstStyle/>
                    <a:p>
                      <a:pPr algn="ctr"/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39916">
                <a:tc>
                  <a:txBody>
                    <a:bodyPr/>
                    <a:lstStyle/>
                    <a:p>
                      <a:pPr algn="ctr"/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39916">
                <a:tc>
                  <a:txBody>
                    <a:bodyPr/>
                    <a:lstStyle/>
                    <a:p>
                      <a:pPr algn="ctr"/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39916">
                <a:tc>
                  <a:txBody>
                    <a:bodyPr/>
                    <a:lstStyle/>
                    <a:p>
                      <a:pPr algn="ctr"/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076F430-FD96-484F-AFE9-E4A9B8B60A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0B2870-7350-8D40-A01A-CE539DF873CB}" type="slidenum">
              <a:rPr lang="en-US" smtClean="0"/>
              <a:t>57</a:t>
            </a:fld>
            <a:endParaRPr lang="en-US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3B8582CE-6B68-34B1-7583-0A8865D06F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PR04D</a:t>
            </a:r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1212247250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81491" y="155258"/>
            <a:ext cx="1635124" cy="2034822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1874520" y="845820"/>
            <a:ext cx="471488" cy="514350"/>
          </a:xfrm>
          <a:prstGeom prst="rect">
            <a:avLst/>
          </a:prstGeom>
          <a:noFill/>
          <a:ln w="19050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3789045" y="918329"/>
            <a:ext cx="1154483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>
                <a:latin typeface="Gill Sans MT" panose="020B0502020104020203" pitchFamily="34" charset="77"/>
              </a:rPr>
              <a:t>descriptor</a:t>
            </a:r>
          </a:p>
        </p:txBody>
      </p:sp>
      <p:cxnSp>
        <p:nvCxnSpPr>
          <p:cNvPr id="6" name="Straight Arrow Connector 5"/>
          <p:cNvCxnSpPr>
            <a:endCxn id="3" idx="1"/>
          </p:cNvCxnSpPr>
          <p:nvPr/>
        </p:nvCxnSpPr>
        <p:spPr>
          <a:xfrm>
            <a:off x="2346009" y="1102995"/>
            <a:ext cx="1443036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6" name="Group 15"/>
          <p:cNvGrpSpPr/>
          <p:nvPr/>
        </p:nvGrpSpPr>
        <p:grpSpPr>
          <a:xfrm>
            <a:off x="5328284" y="624546"/>
            <a:ext cx="1728788" cy="761220"/>
            <a:chOff x="5038724" y="2361906"/>
            <a:chExt cx="1728788" cy="761220"/>
          </a:xfrm>
        </p:grpSpPr>
        <p:cxnSp>
          <p:nvCxnSpPr>
            <p:cNvPr id="8" name="Straight Arrow Connector 7"/>
            <p:cNvCxnSpPr/>
            <p:nvPr/>
          </p:nvCxnSpPr>
          <p:spPr>
            <a:xfrm>
              <a:off x="5038724" y="3013589"/>
              <a:ext cx="1728788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Arrow Connector 8"/>
            <p:cNvCxnSpPr/>
            <p:nvPr/>
          </p:nvCxnSpPr>
          <p:spPr>
            <a:xfrm flipH="1" flipV="1">
              <a:off x="5146625" y="2361906"/>
              <a:ext cx="1635" cy="76122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 flipV="1">
              <a:off x="5281609" y="2764339"/>
              <a:ext cx="0" cy="254176"/>
            </a:xfrm>
            <a:prstGeom prst="line">
              <a:avLst/>
            </a:prstGeom>
            <a:ln w="60325">
              <a:solidFill>
                <a:srgbClr val="FFC00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/>
            <p:cNvCxnSpPr/>
            <p:nvPr/>
          </p:nvCxnSpPr>
          <p:spPr>
            <a:xfrm flipV="1">
              <a:off x="6158919" y="2604183"/>
              <a:ext cx="953" cy="409566"/>
            </a:xfrm>
            <a:prstGeom prst="line">
              <a:avLst/>
            </a:prstGeom>
            <a:ln w="60325">
              <a:solidFill>
                <a:srgbClr val="FFC00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/>
            <p:cNvCxnSpPr/>
            <p:nvPr/>
          </p:nvCxnSpPr>
          <p:spPr>
            <a:xfrm flipV="1">
              <a:off x="5423417" y="2482981"/>
              <a:ext cx="0" cy="538155"/>
            </a:xfrm>
            <a:prstGeom prst="line">
              <a:avLst/>
            </a:prstGeom>
            <a:ln w="60325">
              <a:solidFill>
                <a:srgbClr val="FFC00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/>
            <p:cNvCxnSpPr/>
            <p:nvPr/>
          </p:nvCxnSpPr>
          <p:spPr>
            <a:xfrm flipV="1">
              <a:off x="5579675" y="2761867"/>
              <a:ext cx="0" cy="254176"/>
            </a:xfrm>
            <a:prstGeom prst="line">
              <a:avLst/>
            </a:prstGeom>
            <a:ln w="60325">
              <a:solidFill>
                <a:srgbClr val="FFC00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 flipV="1">
              <a:off x="5735606" y="2760795"/>
              <a:ext cx="0" cy="254176"/>
            </a:xfrm>
            <a:prstGeom prst="line">
              <a:avLst/>
            </a:prstGeom>
            <a:ln w="60325">
              <a:solidFill>
                <a:srgbClr val="FFC00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>
            <a:xfrm flipV="1">
              <a:off x="5888006" y="2755706"/>
              <a:ext cx="0" cy="254176"/>
            </a:xfrm>
            <a:prstGeom prst="line">
              <a:avLst/>
            </a:prstGeom>
            <a:ln w="60325">
              <a:solidFill>
                <a:srgbClr val="FFC00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V="1">
              <a:off x="6026282" y="2497105"/>
              <a:ext cx="0" cy="519094"/>
            </a:xfrm>
            <a:prstGeom prst="line">
              <a:avLst/>
            </a:prstGeom>
            <a:ln w="60325">
              <a:solidFill>
                <a:srgbClr val="FFC00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/>
            <p:cNvCxnSpPr/>
            <p:nvPr/>
          </p:nvCxnSpPr>
          <p:spPr>
            <a:xfrm flipV="1">
              <a:off x="6308143" y="2761379"/>
              <a:ext cx="0" cy="254176"/>
            </a:xfrm>
            <a:prstGeom prst="line">
              <a:avLst/>
            </a:prstGeom>
            <a:ln w="60325">
              <a:solidFill>
                <a:srgbClr val="FFC00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/>
            <p:cNvCxnSpPr/>
            <p:nvPr/>
          </p:nvCxnSpPr>
          <p:spPr>
            <a:xfrm flipV="1">
              <a:off x="6460543" y="2756290"/>
              <a:ext cx="0" cy="254176"/>
            </a:xfrm>
            <a:prstGeom prst="line">
              <a:avLst/>
            </a:prstGeom>
            <a:ln w="60325">
              <a:solidFill>
                <a:srgbClr val="FFC00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/>
            <p:cNvCxnSpPr/>
            <p:nvPr/>
          </p:nvCxnSpPr>
          <p:spPr>
            <a:xfrm flipV="1">
              <a:off x="6598819" y="2497689"/>
              <a:ext cx="0" cy="519094"/>
            </a:xfrm>
            <a:prstGeom prst="line">
              <a:avLst/>
            </a:prstGeom>
            <a:ln w="60325">
              <a:solidFill>
                <a:srgbClr val="FFC00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7" name="Straight Arrow Connector 26"/>
          <p:cNvCxnSpPr/>
          <p:nvPr/>
        </p:nvCxnSpPr>
        <p:spPr>
          <a:xfrm>
            <a:off x="4919732" y="1108347"/>
            <a:ext cx="399028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22" name="Table 21"/>
          <p:cNvGraphicFramePr>
            <a:graphicFrameLocks noGrp="1"/>
          </p:cNvGraphicFramePr>
          <p:nvPr/>
        </p:nvGraphicFramePr>
        <p:xfrm>
          <a:off x="7638670" y="959309"/>
          <a:ext cx="2973190" cy="21336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29731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731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731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9731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9731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9731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9731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297319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297319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297319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139916"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23" name="Straight Arrow Connector 22"/>
          <p:cNvCxnSpPr/>
          <p:nvPr/>
        </p:nvCxnSpPr>
        <p:spPr>
          <a:xfrm>
            <a:off x="7053332" y="1123587"/>
            <a:ext cx="399028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25653EA-E619-154A-A932-CF5BAE39D3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0B2870-7350-8D40-A01A-CE539DF873CB}" type="slidenum">
              <a:rPr lang="en-US" smtClean="0"/>
              <a:t>58</a:t>
            </a:fld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D767BA5-932D-2EB9-70F8-CA77C472BE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PR04D</a:t>
            </a:r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1632861855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81491" y="155258"/>
            <a:ext cx="1635124" cy="2034822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1874520" y="845820"/>
            <a:ext cx="471488" cy="514350"/>
          </a:xfrm>
          <a:prstGeom prst="rect">
            <a:avLst/>
          </a:prstGeom>
          <a:noFill/>
          <a:ln w="19050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cxnSp>
        <p:nvCxnSpPr>
          <p:cNvPr id="6" name="Straight Arrow Connector 5"/>
          <p:cNvCxnSpPr/>
          <p:nvPr/>
        </p:nvCxnSpPr>
        <p:spPr>
          <a:xfrm>
            <a:off x="2346009" y="1102995"/>
            <a:ext cx="1443037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28" name="Table 27"/>
          <p:cNvGraphicFramePr>
            <a:graphicFrameLocks noGrp="1"/>
          </p:cNvGraphicFramePr>
          <p:nvPr/>
        </p:nvGraphicFramePr>
        <p:xfrm>
          <a:off x="3813430" y="989789"/>
          <a:ext cx="2973190" cy="21336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29731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731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731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9731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9731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9731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9731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297319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297319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297319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139916"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932C4ED-F5F6-FF41-B01E-4B2CF05014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0B2870-7350-8D40-A01A-CE539DF873CB}" type="slidenum">
              <a:rPr lang="en-US" smtClean="0"/>
              <a:t>59</a:t>
            </a:fld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C15FB1-31DC-1CEB-3660-AA3E0ED150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PR04D</a:t>
            </a:r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1328807409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81491" y="155258"/>
            <a:ext cx="1635124" cy="2034822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1874520" y="845820"/>
            <a:ext cx="471488" cy="514350"/>
          </a:xfrm>
          <a:prstGeom prst="rect">
            <a:avLst/>
          </a:prstGeom>
          <a:noFill/>
          <a:ln w="19050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cxnSp>
        <p:nvCxnSpPr>
          <p:cNvPr id="6" name="Straight Arrow Connector 5"/>
          <p:cNvCxnSpPr/>
          <p:nvPr/>
        </p:nvCxnSpPr>
        <p:spPr>
          <a:xfrm>
            <a:off x="2346009" y="1102995"/>
            <a:ext cx="1443037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7" name="Group 6"/>
          <p:cNvGrpSpPr/>
          <p:nvPr/>
        </p:nvGrpSpPr>
        <p:grpSpPr>
          <a:xfrm>
            <a:off x="3657982" y="1854201"/>
            <a:ext cx="5861196" cy="4306667"/>
            <a:chOff x="2906779" y="1142598"/>
            <a:chExt cx="2370202" cy="1636694"/>
          </a:xfrm>
        </p:grpSpPr>
        <p:cxnSp>
          <p:nvCxnSpPr>
            <p:cNvPr id="8" name="Straight Connector 7"/>
            <p:cNvCxnSpPr/>
            <p:nvPr/>
          </p:nvCxnSpPr>
          <p:spPr>
            <a:xfrm flipH="1">
              <a:off x="2906779" y="1964805"/>
              <a:ext cx="930323" cy="486376"/>
            </a:xfrm>
            <a:prstGeom prst="line">
              <a:avLst/>
            </a:prstGeom>
            <a:ln w="12700" cmpd="sng">
              <a:solidFill>
                <a:schemeClr val="tx1"/>
              </a:solidFill>
              <a:prstDash val="dash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>
              <a:off x="4107322" y="2065169"/>
              <a:ext cx="115807" cy="714123"/>
            </a:xfrm>
            <a:prstGeom prst="line">
              <a:avLst/>
            </a:prstGeom>
            <a:ln w="12700" cmpd="sng">
              <a:solidFill>
                <a:schemeClr val="tx1"/>
              </a:solidFill>
              <a:prstDash val="dash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>
            <a:xfrm>
              <a:off x="4338938" y="1914624"/>
              <a:ext cx="938043" cy="239327"/>
            </a:xfrm>
            <a:prstGeom prst="line">
              <a:avLst/>
            </a:prstGeom>
            <a:ln w="12700" cmpd="sng">
              <a:solidFill>
                <a:schemeClr val="tx1"/>
              </a:solidFill>
              <a:prstDash val="dash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 flipV="1">
              <a:off x="4223130" y="1142598"/>
              <a:ext cx="374444" cy="548138"/>
            </a:xfrm>
            <a:prstGeom prst="line">
              <a:avLst/>
            </a:prstGeom>
            <a:ln w="12700" cmpd="sng">
              <a:solidFill>
                <a:schemeClr val="tx1"/>
              </a:solidFill>
              <a:prstDash val="dash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 flipH="1" flipV="1">
              <a:off x="3099792" y="1201954"/>
              <a:ext cx="772054" cy="538099"/>
            </a:xfrm>
            <a:prstGeom prst="line">
              <a:avLst/>
            </a:prstGeom>
            <a:ln w="12700" cmpd="sng">
              <a:solidFill>
                <a:schemeClr val="tx1"/>
              </a:solidFill>
              <a:prstDash val="dash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/>
            <p:cNvCxnSpPr/>
            <p:nvPr/>
          </p:nvCxnSpPr>
          <p:spPr>
            <a:xfrm flipH="1" flipV="1">
              <a:off x="3837102" y="1964805"/>
              <a:ext cx="270220" cy="100364"/>
            </a:xfrm>
            <a:prstGeom prst="line">
              <a:avLst/>
            </a:prstGeom>
            <a:ln w="12700" cmpd="sng">
              <a:solidFill>
                <a:schemeClr val="tx1"/>
              </a:solidFill>
              <a:prstDash val="dash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/>
            <p:cNvCxnSpPr/>
            <p:nvPr/>
          </p:nvCxnSpPr>
          <p:spPr>
            <a:xfrm flipH="1">
              <a:off x="4107322" y="1914624"/>
              <a:ext cx="231616" cy="150545"/>
            </a:xfrm>
            <a:prstGeom prst="line">
              <a:avLst/>
            </a:prstGeom>
            <a:ln w="12700" cmpd="sng">
              <a:solidFill>
                <a:schemeClr val="tx1"/>
              </a:solidFill>
              <a:prstDash val="dash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/>
            <p:cNvCxnSpPr/>
            <p:nvPr/>
          </p:nvCxnSpPr>
          <p:spPr>
            <a:xfrm flipH="1">
              <a:off x="3871846" y="1683016"/>
              <a:ext cx="351283" cy="49317"/>
            </a:xfrm>
            <a:prstGeom prst="line">
              <a:avLst/>
            </a:prstGeom>
            <a:ln w="12700" cmpd="sng">
              <a:solidFill>
                <a:schemeClr val="tx1"/>
              </a:solidFill>
              <a:prstDash val="dash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/>
            <p:cNvCxnSpPr/>
            <p:nvPr/>
          </p:nvCxnSpPr>
          <p:spPr>
            <a:xfrm>
              <a:off x="4223129" y="1690736"/>
              <a:ext cx="115809" cy="223888"/>
            </a:xfrm>
            <a:prstGeom prst="line">
              <a:avLst/>
            </a:prstGeom>
            <a:ln w="12700" cmpd="sng">
              <a:solidFill>
                <a:schemeClr val="tx1"/>
              </a:solidFill>
              <a:prstDash val="dash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/>
            <p:cNvCxnSpPr/>
            <p:nvPr/>
          </p:nvCxnSpPr>
          <p:spPr>
            <a:xfrm flipH="1">
              <a:off x="3837102" y="1740053"/>
              <a:ext cx="34744" cy="224752"/>
            </a:xfrm>
            <a:prstGeom prst="line">
              <a:avLst/>
            </a:prstGeom>
            <a:ln w="12700" cmpd="sng">
              <a:solidFill>
                <a:schemeClr val="tx1"/>
              </a:solidFill>
              <a:prstDash val="dash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8" name="Oval 17"/>
          <p:cNvSpPr/>
          <p:nvPr/>
        </p:nvSpPr>
        <p:spPr>
          <a:xfrm>
            <a:off x="6187440" y="2453640"/>
            <a:ext cx="198120" cy="19812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9" name="Oval 18"/>
          <p:cNvSpPr/>
          <p:nvPr/>
        </p:nvSpPr>
        <p:spPr>
          <a:xfrm>
            <a:off x="8061960" y="3352800"/>
            <a:ext cx="198120" cy="19812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20" name="Oval 19"/>
          <p:cNvSpPr/>
          <p:nvPr/>
        </p:nvSpPr>
        <p:spPr>
          <a:xfrm>
            <a:off x="7498080" y="4632960"/>
            <a:ext cx="198120" cy="19812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21" name="Oval 20"/>
          <p:cNvSpPr/>
          <p:nvPr/>
        </p:nvSpPr>
        <p:spPr>
          <a:xfrm>
            <a:off x="5791200" y="4785360"/>
            <a:ext cx="198120" cy="19812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23" name="Oval 22"/>
          <p:cNvSpPr/>
          <p:nvPr/>
        </p:nvSpPr>
        <p:spPr>
          <a:xfrm>
            <a:off x="6446520" y="3672840"/>
            <a:ext cx="198120" cy="19812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24" name="Oval 23"/>
          <p:cNvSpPr/>
          <p:nvPr/>
        </p:nvSpPr>
        <p:spPr>
          <a:xfrm>
            <a:off x="4876800" y="3550920"/>
            <a:ext cx="198120" cy="19812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4617720" y="3352800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Gill Sans MT" panose="020B0502020104020203" pitchFamily="34" charset="77"/>
              </a:rPr>
              <a:t>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867400" y="2286000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Gill Sans MT" panose="020B0502020104020203" pitchFamily="34" charset="77"/>
              </a:rPr>
              <a:t>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835980" y="3082528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Gill Sans MT" panose="020B0502020104020203" pitchFamily="34" charset="77"/>
              </a:rP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68934" y="3474981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Gill Sans MT" panose="020B0502020104020203" pitchFamily="34" charset="77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89320" y="4526280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Gill Sans MT" panose="020B0502020104020203" pitchFamily="34" charset="77"/>
              </a:rPr>
              <a:t>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680960" y="4358640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Gill Sans MT" panose="020B0502020104020203" pitchFamily="34" charset="77"/>
              </a:rPr>
              <a:t>5</a:t>
            </a:r>
          </a:p>
        </p:txBody>
      </p:sp>
      <p:graphicFrame>
        <p:nvGraphicFramePr>
          <p:cNvPr id="31" name="Table 30"/>
          <p:cNvGraphicFramePr>
            <a:graphicFrameLocks noGrp="1"/>
          </p:cNvGraphicFramePr>
          <p:nvPr/>
        </p:nvGraphicFramePr>
        <p:xfrm>
          <a:off x="3813430" y="989789"/>
          <a:ext cx="2973190" cy="21336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29731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731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731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9731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9731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9731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9731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297319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297319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297319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139916"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0E0A993-80D4-BD4E-A378-712520B3BA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0B2870-7350-8D40-A01A-CE539DF873CB}" type="slidenum">
              <a:rPr lang="en-US" smtClean="0"/>
              <a:t>60</a:t>
            </a:fld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B6E736-30A9-511A-9BC7-12F0244CEE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PR04D</a:t>
            </a:r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133037171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81491" y="155258"/>
            <a:ext cx="1635124" cy="2034822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1874520" y="845820"/>
            <a:ext cx="471488" cy="514350"/>
          </a:xfrm>
          <a:prstGeom prst="rect">
            <a:avLst/>
          </a:prstGeom>
          <a:noFill/>
          <a:ln w="19050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cxnSp>
        <p:nvCxnSpPr>
          <p:cNvPr id="6" name="Straight Arrow Connector 5"/>
          <p:cNvCxnSpPr/>
          <p:nvPr/>
        </p:nvCxnSpPr>
        <p:spPr>
          <a:xfrm>
            <a:off x="2346009" y="1102995"/>
            <a:ext cx="1443037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7" name="Group 6"/>
          <p:cNvGrpSpPr/>
          <p:nvPr/>
        </p:nvGrpSpPr>
        <p:grpSpPr>
          <a:xfrm>
            <a:off x="3657982" y="1854201"/>
            <a:ext cx="5861196" cy="4306667"/>
            <a:chOff x="2906779" y="1142598"/>
            <a:chExt cx="2370202" cy="1636694"/>
          </a:xfrm>
        </p:grpSpPr>
        <p:cxnSp>
          <p:nvCxnSpPr>
            <p:cNvPr id="8" name="Straight Connector 7"/>
            <p:cNvCxnSpPr/>
            <p:nvPr/>
          </p:nvCxnSpPr>
          <p:spPr>
            <a:xfrm flipH="1">
              <a:off x="2906779" y="1964805"/>
              <a:ext cx="930323" cy="486376"/>
            </a:xfrm>
            <a:prstGeom prst="line">
              <a:avLst/>
            </a:prstGeom>
            <a:ln w="12700" cmpd="sng">
              <a:solidFill>
                <a:schemeClr val="tx1"/>
              </a:solidFill>
              <a:prstDash val="dash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>
              <a:off x="4107322" y="2065169"/>
              <a:ext cx="115807" cy="714123"/>
            </a:xfrm>
            <a:prstGeom prst="line">
              <a:avLst/>
            </a:prstGeom>
            <a:ln w="12700" cmpd="sng">
              <a:solidFill>
                <a:schemeClr val="tx1"/>
              </a:solidFill>
              <a:prstDash val="dash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>
            <a:xfrm>
              <a:off x="4338938" y="1914624"/>
              <a:ext cx="938043" cy="239327"/>
            </a:xfrm>
            <a:prstGeom prst="line">
              <a:avLst/>
            </a:prstGeom>
            <a:ln w="12700" cmpd="sng">
              <a:solidFill>
                <a:schemeClr val="tx1"/>
              </a:solidFill>
              <a:prstDash val="dash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 flipV="1">
              <a:off x="4223130" y="1142598"/>
              <a:ext cx="374444" cy="548138"/>
            </a:xfrm>
            <a:prstGeom prst="line">
              <a:avLst/>
            </a:prstGeom>
            <a:ln w="12700" cmpd="sng">
              <a:solidFill>
                <a:schemeClr val="tx1"/>
              </a:solidFill>
              <a:prstDash val="dash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 flipH="1" flipV="1">
              <a:off x="3099792" y="1201954"/>
              <a:ext cx="772054" cy="538099"/>
            </a:xfrm>
            <a:prstGeom prst="line">
              <a:avLst/>
            </a:prstGeom>
            <a:ln w="12700" cmpd="sng">
              <a:solidFill>
                <a:schemeClr val="tx1"/>
              </a:solidFill>
              <a:prstDash val="dash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/>
            <p:cNvCxnSpPr/>
            <p:nvPr/>
          </p:nvCxnSpPr>
          <p:spPr>
            <a:xfrm flipH="1" flipV="1">
              <a:off x="3837102" y="1964805"/>
              <a:ext cx="270220" cy="100364"/>
            </a:xfrm>
            <a:prstGeom prst="line">
              <a:avLst/>
            </a:prstGeom>
            <a:ln w="12700" cmpd="sng">
              <a:solidFill>
                <a:schemeClr val="tx1"/>
              </a:solidFill>
              <a:prstDash val="dash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/>
            <p:cNvCxnSpPr/>
            <p:nvPr/>
          </p:nvCxnSpPr>
          <p:spPr>
            <a:xfrm flipH="1">
              <a:off x="4107322" y="1914624"/>
              <a:ext cx="231616" cy="150545"/>
            </a:xfrm>
            <a:prstGeom prst="line">
              <a:avLst/>
            </a:prstGeom>
            <a:ln w="12700" cmpd="sng">
              <a:solidFill>
                <a:schemeClr val="tx1"/>
              </a:solidFill>
              <a:prstDash val="dash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/>
            <p:cNvCxnSpPr/>
            <p:nvPr/>
          </p:nvCxnSpPr>
          <p:spPr>
            <a:xfrm flipH="1">
              <a:off x="3871846" y="1683016"/>
              <a:ext cx="351283" cy="49317"/>
            </a:xfrm>
            <a:prstGeom prst="line">
              <a:avLst/>
            </a:prstGeom>
            <a:ln w="12700" cmpd="sng">
              <a:solidFill>
                <a:schemeClr val="tx1"/>
              </a:solidFill>
              <a:prstDash val="dash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/>
            <p:cNvCxnSpPr/>
            <p:nvPr/>
          </p:nvCxnSpPr>
          <p:spPr>
            <a:xfrm>
              <a:off x="4223129" y="1690736"/>
              <a:ext cx="115809" cy="223888"/>
            </a:xfrm>
            <a:prstGeom prst="line">
              <a:avLst/>
            </a:prstGeom>
            <a:ln w="12700" cmpd="sng">
              <a:solidFill>
                <a:schemeClr val="tx1"/>
              </a:solidFill>
              <a:prstDash val="dash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/>
            <p:cNvCxnSpPr/>
            <p:nvPr/>
          </p:nvCxnSpPr>
          <p:spPr>
            <a:xfrm flipH="1">
              <a:off x="3837102" y="1740053"/>
              <a:ext cx="34744" cy="224752"/>
            </a:xfrm>
            <a:prstGeom prst="line">
              <a:avLst/>
            </a:prstGeom>
            <a:ln w="12700" cmpd="sng">
              <a:solidFill>
                <a:schemeClr val="tx1"/>
              </a:solidFill>
              <a:prstDash val="dash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8" name="Oval 17"/>
          <p:cNvSpPr/>
          <p:nvPr/>
        </p:nvSpPr>
        <p:spPr>
          <a:xfrm>
            <a:off x="6187440" y="2453640"/>
            <a:ext cx="198120" cy="19812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9" name="Oval 18"/>
          <p:cNvSpPr/>
          <p:nvPr/>
        </p:nvSpPr>
        <p:spPr>
          <a:xfrm>
            <a:off x="8061960" y="3352800"/>
            <a:ext cx="198120" cy="19812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20" name="Oval 19"/>
          <p:cNvSpPr/>
          <p:nvPr/>
        </p:nvSpPr>
        <p:spPr>
          <a:xfrm>
            <a:off x="7498080" y="4632960"/>
            <a:ext cx="198120" cy="19812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21" name="Oval 20"/>
          <p:cNvSpPr/>
          <p:nvPr/>
        </p:nvSpPr>
        <p:spPr>
          <a:xfrm>
            <a:off x="5791200" y="4785360"/>
            <a:ext cx="198120" cy="19812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23" name="Oval 22"/>
          <p:cNvSpPr/>
          <p:nvPr/>
        </p:nvSpPr>
        <p:spPr>
          <a:xfrm>
            <a:off x="6446520" y="3672840"/>
            <a:ext cx="198120" cy="19812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24" name="Oval 23"/>
          <p:cNvSpPr/>
          <p:nvPr/>
        </p:nvSpPr>
        <p:spPr>
          <a:xfrm>
            <a:off x="4876800" y="3550920"/>
            <a:ext cx="198120" cy="19812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4617720" y="3352800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Gill Sans MT" panose="020B0502020104020203" pitchFamily="34" charset="77"/>
              </a:rPr>
              <a:t>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867400" y="2286000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Gill Sans MT" panose="020B0502020104020203" pitchFamily="34" charset="77"/>
              </a:rPr>
              <a:t>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835980" y="3082528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Gill Sans MT" panose="020B0502020104020203" pitchFamily="34" charset="77"/>
              </a:rP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68934" y="3474981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Gill Sans MT" panose="020B0502020104020203" pitchFamily="34" charset="77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89320" y="4526280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Gill Sans MT" panose="020B0502020104020203" pitchFamily="34" charset="77"/>
              </a:rPr>
              <a:t>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680960" y="4358640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Gill Sans MT" panose="020B0502020104020203" pitchFamily="34" charset="77"/>
              </a:rPr>
              <a:t>5</a:t>
            </a:r>
          </a:p>
        </p:txBody>
      </p:sp>
      <p:sp>
        <p:nvSpPr>
          <p:cNvPr id="31" name="Oval 30"/>
          <p:cNvSpPr/>
          <p:nvPr/>
        </p:nvSpPr>
        <p:spPr>
          <a:xfrm>
            <a:off x="8122920" y="2621280"/>
            <a:ext cx="198120" cy="198120"/>
          </a:xfrm>
          <a:prstGeom prst="ellipse">
            <a:avLst/>
          </a:prstGeom>
          <a:solidFill>
            <a:srgbClr val="00B05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cxnSp>
        <p:nvCxnSpPr>
          <p:cNvPr id="4" name="Elbow Connector 3"/>
          <p:cNvCxnSpPr>
            <a:endCxn id="31" idx="0"/>
          </p:cNvCxnSpPr>
          <p:nvPr/>
        </p:nvCxnSpPr>
        <p:spPr>
          <a:xfrm rot="16200000" flipH="1">
            <a:off x="6768019" y="1167317"/>
            <a:ext cx="1518285" cy="1389640"/>
          </a:xfrm>
          <a:prstGeom prst="bentConnector3">
            <a:avLst>
              <a:gd name="adj1" fmla="val -188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33" name="Table 32"/>
          <p:cNvGraphicFramePr>
            <a:graphicFrameLocks noGrp="1"/>
          </p:cNvGraphicFramePr>
          <p:nvPr/>
        </p:nvGraphicFramePr>
        <p:xfrm>
          <a:off x="3813430" y="989789"/>
          <a:ext cx="2973190" cy="21336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29731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731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731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9731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9731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9731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9731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297319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297319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297319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139916"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55D4DB4-61FF-014C-A458-E1E3216B38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0B2870-7350-8D40-A01A-CE539DF873CB}" type="slidenum">
              <a:rPr lang="en-US" smtClean="0"/>
              <a:t>61</a:t>
            </a:fld>
            <a:endParaRPr lang="en-US"/>
          </a:p>
        </p:txBody>
      </p:sp>
      <p:sp>
        <p:nvSpPr>
          <p:cNvPr id="22" name="Date Placeholder 21">
            <a:extLst>
              <a:ext uri="{FF2B5EF4-FFF2-40B4-BE49-F238E27FC236}">
                <a16:creationId xmlns:a16="http://schemas.microsoft.com/office/drawing/2014/main" id="{18BA0CA7-5B14-2846-333E-7351E81968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PR04D</a:t>
            </a:r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982196165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81491" y="155258"/>
            <a:ext cx="1635124" cy="2034822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1874520" y="845820"/>
            <a:ext cx="471488" cy="514350"/>
          </a:xfrm>
          <a:prstGeom prst="rect">
            <a:avLst/>
          </a:prstGeom>
          <a:noFill/>
          <a:ln w="19050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cxnSp>
        <p:nvCxnSpPr>
          <p:cNvPr id="6" name="Straight Arrow Connector 5"/>
          <p:cNvCxnSpPr/>
          <p:nvPr/>
        </p:nvCxnSpPr>
        <p:spPr>
          <a:xfrm>
            <a:off x="2346009" y="1102995"/>
            <a:ext cx="1443037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7" name="Group 6"/>
          <p:cNvGrpSpPr/>
          <p:nvPr/>
        </p:nvGrpSpPr>
        <p:grpSpPr>
          <a:xfrm>
            <a:off x="3657982" y="1854201"/>
            <a:ext cx="5861196" cy="4306667"/>
            <a:chOff x="2906779" y="1142598"/>
            <a:chExt cx="2370202" cy="1636694"/>
          </a:xfrm>
        </p:grpSpPr>
        <p:cxnSp>
          <p:nvCxnSpPr>
            <p:cNvPr id="8" name="Straight Connector 7"/>
            <p:cNvCxnSpPr/>
            <p:nvPr/>
          </p:nvCxnSpPr>
          <p:spPr>
            <a:xfrm flipH="1">
              <a:off x="2906779" y="1964805"/>
              <a:ext cx="930323" cy="486376"/>
            </a:xfrm>
            <a:prstGeom prst="line">
              <a:avLst/>
            </a:prstGeom>
            <a:ln w="12700" cmpd="sng">
              <a:solidFill>
                <a:schemeClr val="tx1"/>
              </a:solidFill>
              <a:prstDash val="dash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>
              <a:off x="4107322" y="2065169"/>
              <a:ext cx="115807" cy="714123"/>
            </a:xfrm>
            <a:prstGeom prst="line">
              <a:avLst/>
            </a:prstGeom>
            <a:ln w="12700" cmpd="sng">
              <a:solidFill>
                <a:schemeClr val="tx1"/>
              </a:solidFill>
              <a:prstDash val="dash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>
            <a:xfrm>
              <a:off x="4338938" y="1914624"/>
              <a:ext cx="938043" cy="239327"/>
            </a:xfrm>
            <a:prstGeom prst="line">
              <a:avLst/>
            </a:prstGeom>
            <a:ln w="12700" cmpd="sng">
              <a:solidFill>
                <a:schemeClr val="tx1"/>
              </a:solidFill>
              <a:prstDash val="dash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 flipV="1">
              <a:off x="4223130" y="1142598"/>
              <a:ext cx="374444" cy="548138"/>
            </a:xfrm>
            <a:prstGeom prst="line">
              <a:avLst/>
            </a:prstGeom>
            <a:ln w="12700" cmpd="sng">
              <a:solidFill>
                <a:schemeClr val="tx1"/>
              </a:solidFill>
              <a:prstDash val="dash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 flipH="1" flipV="1">
              <a:off x="3099792" y="1201954"/>
              <a:ext cx="772054" cy="538099"/>
            </a:xfrm>
            <a:prstGeom prst="line">
              <a:avLst/>
            </a:prstGeom>
            <a:ln w="12700" cmpd="sng">
              <a:solidFill>
                <a:schemeClr val="tx1"/>
              </a:solidFill>
              <a:prstDash val="dash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/>
            <p:cNvCxnSpPr/>
            <p:nvPr/>
          </p:nvCxnSpPr>
          <p:spPr>
            <a:xfrm flipH="1" flipV="1">
              <a:off x="3837102" y="1964805"/>
              <a:ext cx="270220" cy="100364"/>
            </a:xfrm>
            <a:prstGeom prst="line">
              <a:avLst/>
            </a:prstGeom>
            <a:ln w="12700" cmpd="sng">
              <a:solidFill>
                <a:schemeClr val="tx1"/>
              </a:solidFill>
              <a:prstDash val="dash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/>
            <p:cNvCxnSpPr/>
            <p:nvPr/>
          </p:nvCxnSpPr>
          <p:spPr>
            <a:xfrm flipH="1">
              <a:off x="4107322" y="1914624"/>
              <a:ext cx="231616" cy="150545"/>
            </a:xfrm>
            <a:prstGeom prst="line">
              <a:avLst/>
            </a:prstGeom>
            <a:ln w="12700" cmpd="sng">
              <a:solidFill>
                <a:schemeClr val="tx1"/>
              </a:solidFill>
              <a:prstDash val="dash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/>
            <p:cNvCxnSpPr/>
            <p:nvPr/>
          </p:nvCxnSpPr>
          <p:spPr>
            <a:xfrm flipH="1">
              <a:off x="3871846" y="1683016"/>
              <a:ext cx="351283" cy="49317"/>
            </a:xfrm>
            <a:prstGeom prst="line">
              <a:avLst/>
            </a:prstGeom>
            <a:ln w="12700" cmpd="sng">
              <a:solidFill>
                <a:schemeClr val="tx1"/>
              </a:solidFill>
              <a:prstDash val="dash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/>
            <p:cNvCxnSpPr/>
            <p:nvPr/>
          </p:nvCxnSpPr>
          <p:spPr>
            <a:xfrm>
              <a:off x="4223129" y="1690736"/>
              <a:ext cx="115809" cy="223888"/>
            </a:xfrm>
            <a:prstGeom prst="line">
              <a:avLst/>
            </a:prstGeom>
            <a:ln w="12700" cmpd="sng">
              <a:solidFill>
                <a:schemeClr val="tx1"/>
              </a:solidFill>
              <a:prstDash val="dash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/>
            <p:cNvCxnSpPr/>
            <p:nvPr/>
          </p:nvCxnSpPr>
          <p:spPr>
            <a:xfrm flipH="1">
              <a:off x="3837102" y="1740053"/>
              <a:ext cx="34744" cy="224752"/>
            </a:xfrm>
            <a:prstGeom prst="line">
              <a:avLst/>
            </a:prstGeom>
            <a:ln w="12700" cmpd="sng">
              <a:solidFill>
                <a:schemeClr val="tx1"/>
              </a:solidFill>
              <a:prstDash val="dash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8" name="Oval 17"/>
          <p:cNvSpPr/>
          <p:nvPr/>
        </p:nvSpPr>
        <p:spPr>
          <a:xfrm>
            <a:off x="6187440" y="2453640"/>
            <a:ext cx="198120" cy="19812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9" name="Oval 18"/>
          <p:cNvSpPr/>
          <p:nvPr/>
        </p:nvSpPr>
        <p:spPr>
          <a:xfrm>
            <a:off x="8061960" y="3352800"/>
            <a:ext cx="198120" cy="19812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20" name="Oval 19"/>
          <p:cNvSpPr/>
          <p:nvPr/>
        </p:nvSpPr>
        <p:spPr>
          <a:xfrm>
            <a:off x="7498080" y="4632960"/>
            <a:ext cx="198120" cy="19812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21" name="Oval 20"/>
          <p:cNvSpPr/>
          <p:nvPr/>
        </p:nvSpPr>
        <p:spPr>
          <a:xfrm>
            <a:off x="5791200" y="4785360"/>
            <a:ext cx="198120" cy="19812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23" name="Oval 22"/>
          <p:cNvSpPr/>
          <p:nvPr/>
        </p:nvSpPr>
        <p:spPr>
          <a:xfrm>
            <a:off x="6446520" y="3672840"/>
            <a:ext cx="198120" cy="19812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24" name="Oval 23"/>
          <p:cNvSpPr/>
          <p:nvPr/>
        </p:nvSpPr>
        <p:spPr>
          <a:xfrm>
            <a:off x="4876800" y="3550920"/>
            <a:ext cx="198120" cy="19812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4617720" y="3352800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Gill Sans MT" panose="020B0502020104020203" pitchFamily="34" charset="77"/>
              </a:rPr>
              <a:t>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867400" y="2286000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Gill Sans MT" panose="020B0502020104020203" pitchFamily="34" charset="77"/>
              </a:rPr>
              <a:t>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835980" y="3082528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Gill Sans MT" panose="020B0502020104020203" pitchFamily="34" charset="77"/>
              </a:rP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68934" y="3474981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Gill Sans MT" panose="020B0502020104020203" pitchFamily="34" charset="77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89320" y="4526280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Gill Sans MT" panose="020B0502020104020203" pitchFamily="34" charset="77"/>
              </a:rPr>
              <a:t>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680960" y="4358640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Gill Sans MT" panose="020B0502020104020203" pitchFamily="34" charset="77"/>
              </a:rPr>
              <a:t>5</a:t>
            </a:r>
          </a:p>
        </p:txBody>
      </p:sp>
      <p:sp>
        <p:nvSpPr>
          <p:cNvPr id="31" name="Oval 30"/>
          <p:cNvSpPr/>
          <p:nvPr/>
        </p:nvSpPr>
        <p:spPr>
          <a:xfrm>
            <a:off x="8122920" y="2621280"/>
            <a:ext cx="198120" cy="198120"/>
          </a:xfrm>
          <a:prstGeom prst="ellipse">
            <a:avLst/>
          </a:prstGeom>
          <a:solidFill>
            <a:srgbClr val="00B05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cxnSp>
        <p:nvCxnSpPr>
          <p:cNvPr id="4" name="Elbow Connector 3"/>
          <p:cNvCxnSpPr>
            <a:endCxn id="31" idx="0"/>
          </p:cNvCxnSpPr>
          <p:nvPr/>
        </p:nvCxnSpPr>
        <p:spPr>
          <a:xfrm rot="16200000" flipH="1">
            <a:off x="6768019" y="1167317"/>
            <a:ext cx="1518285" cy="1389640"/>
          </a:xfrm>
          <a:prstGeom prst="bentConnector3">
            <a:avLst>
              <a:gd name="adj1" fmla="val -188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33" name="Table 32"/>
          <p:cNvGraphicFramePr>
            <a:graphicFrameLocks noGrp="1"/>
          </p:cNvGraphicFramePr>
          <p:nvPr/>
        </p:nvGraphicFramePr>
        <p:xfrm>
          <a:off x="3813430" y="989789"/>
          <a:ext cx="2973190" cy="21336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29731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731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731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9731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9731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9731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9731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297319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297319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297319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139916"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8707773" y="2332478"/>
            <a:ext cx="14478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Gill Sans MT" panose="020B0502020104020203" pitchFamily="34" charset="77"/>
              </a:rPr>
              <a:t>This part is represented by word 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930347" y="5498285"/>
            <a:ext cx="2432076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600" dirty="0">
                <a:latin typeface="Gill Sans MT" panose="020B0502020104020203" pitchFamily="34" charset="77"/>
                <a:cs typeface="Trebuchet MS"/>
              </a:rPr>
              <a:t>[ Encoding ]</a:t>
            </a:r>
          </a:p>
          <a:p>
            <a:pPr algn="ctr"/>
            <a:endParaRPr lang="en-US" sz="3600" dirty="0">
              <a:latin typeface="Gill Sans MT" panose="020B0502020104020203" pitchFamily="34" charset="77"/>
              <a:cs typeface="Trebuchet MS"/>
            </a:endParaRPr>
          </a:p>
        </p:txBody>
      </p:sp>
      <p:sp>
        <p:nvSpPr>
          <p:cNvPr id="22" name="Slide Number Placeholder 21">
            <a:extLst>
              <a:ext uri="{FF2B5EF4-FFF2-40B4-BE49-F238E27FC236}">
                <a16:creationId xmlns:a16="http://schemas.microsoft.com/office/drawing/2014/main" id="{338E7FC4-C4C5-7E41-9B1F-BCC2B43321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0B2870-7350-8D40-A01A-CE539DF873CB}" type="slidenum">
              <a:rPr lang="en-US" smtClean="0"/>
              <a:t>62</a:t>
            </a:fld>
            <a:endParaRPr lang="en-US"/>
          </a:p>
        </p:txBody>
      </p:sp>
      <p:sp>
        <p:nvSpPr>
          <p:cNvPr id="34" name="Date Placeholder 33">
            <a:extLst>
              <a:ext uri="{FF2B5EF4-FFF2-40B4-BE49-F238E27FC236}">
                <a16:creationId xmlns:a16="http://schemas.microsoft.com/office/drawing/2014/main" id="{DBE5D352-2199-BBBB-D05E-C393265EB9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PR04D</a:t>
            </a:r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345228642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81491" y="155258"/>
            <a:ext cx="1635124" cy="2034822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1874520" y="845820"/>
            <a:ext cx="471488" cy="514350"/>
          </a:xfrm>
          <a:prstGeom prst="rect">
            <a:avLst/>
          </a:prstGeom>
          <a:noFill/>
          <a:ln w="19050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cxnSp>
        <p:nvCxnSpPr>
          <p:cNvPr id="6" name="Straight Arrow Connector 5"/>
          <p:cNvCxnSpPr/>
          <p:nvPr/>
        </p:nvCxnSpPr>
        <p:spPr>
          <a:xfrm>
            <a:off x="2346009" y="1102995"/>
            <a:ext cx="1443037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7" name="Group 6"/>
          <p:cNvGrpSpPr/>
          <p:nvPr/>
        </p:nvGrpSpPr>
        <p:grpSpPr>
          <a:xfrm>
            <a:off x="3657982" y="1854201"/>
            <a:ext cx="5861196" cy="4306667"/>
            <a:chOff x="2906779" y="1142598"/>
            <a:chExt cx="2370202" cy="1636694"/>
          </a:xfrm>
        </p:grpSpPr>
        <p:cxnSp>
          <p:nvCxnSpPr>
            <p:cNvPr id="8" name="Straight Connector 7"/>
            <p:cNvCxnSpPr/>
            <p:nvPr/>
          </p:nvCxnSpPr>
          <p:spPr>
            <a:xfrm flipH="1">
              <a:off x="2906779" y="1964805"/>
              <a:ext cx="930323" cy="486376"/>
            </a:xfrm>
            <a:prstGeom prst="line">
              <a:avLst/>
            </a:prstGeom>
            <a:ln w="12700" cmpd="sng">
              <a:solidFill>
                <a:schemeClr val="tx1"/>
              </a:solidFill>
              <a:prstDash val="dash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>
              <a:off x="4107322" y="2065169"/>
              <a:ext cx="115807" cy="714123"/>
            </a:xfrm>
            <a:prstGeom prst="line">
              <a:avLst/>
            </a:prstGeom>
            <a:ln w="12700" cmpd="sng">
              <a:solidFill>
                <a:schemeClr val="tx1"/>
              </a:solidFill>
              <a:prstDash val="dash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>
            <a:xfrm>
              <a:off x="4338938" y="1914624"/>
              <a:ext cx="938043" cy="239327"/>
            </a:xfrm>
            <a:prstGeom prst="line">
              <a:avLst/>
            </a:prstGeom>
            <a:ln w="12700" cmpd="sng">
              <a:solidFill>
                <a:schemeClr val="tx1"/>
              </a:solidFill>
              <a:prstDash val="dash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 flipV="1">
              <a:off x="4223130" y="1142598"/>
              <a:ext cx="374444" cy="548138"/>
            </a:xfrm>
            <a:prstGeom prst="line">
              <a:avLst/>
            </a:prstGeom>
            <a:ln w="12700" cmpd="sng">
              <a:solidFill>
                <a:schemeClr val="tx1"/>
              </a:solidFill>
              <a:prstDash val="dash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 flipH="1" flipV="1">
              <a:off x="3099792" y="1201954"/>
              <a:ext cx="772054" cy="538099"/>
            </a:xfrm>
            <a:prstGeom prst="line">
              <a:avLst/>
            </a:prstGeom>
            <a:ln w="12700" cmpd="sng">
              <a:solidFill>
                <a:schemeClr val="tx1"/>
              </a:solidFill>
              <a:prstDash val="dash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/>
            <p:cNvCxnSpPr/>
            <p:nvPr/>
          </p:nvCxnSpPr>
          <p:spPr>
            <a:xfrm flipH="1" flipV="1">
              <a:off x="3837102" y="1964805"/>
              <a:ext cx="270220" cy="100364"/>
            </a:xfrm>
            <a:prstGeom prst="line">
              <a:avLst/>
            </a:prstGeom>
            <a:ln w="12700" cmpd="sng">
              <a:solidFill>
                <a:schemeClr val="tx1"/>
              </a:solidFill>
              <a:prstDash val="dash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/>
            <p:cNvCxnSpPr/>
            <p:nvPr/>
          </p:nvCxnSpPr>
          <p:spPr>
            <a:xfrm flipH="1">
              <a:off x="4107322" y="1914624"/>
              <a:ext cx="231616" cy="150545"/>
            </a:xfrm>
            <a:prstGeom prst="line">
              <a:avLst/>
            </a:prstGeom>
            <a:ln w="12700" cmpd="sng">
              <a:solidFill>
                <a:schemeClr val="tx1"/>
              </a:solidFill>
              <a:prstDash val="dash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/>
            <p:cNvCxnSpPr/>
            <p:nvPr/>
          </p:nvCxnSpPr>
          <p:spPr>
            <a:xfrm flipH="1">
              <a:off x="3871846" y="1683016"/>
              <a:ext cx="351283" cy="49317"/>
            </a:xfrm>
            <a:prstGeom prst="line">
              <a:avLst/>
            </a:prstGeom>
            <a:ln w="12700" cmpd="sng">
              <a:solidFill>
                <a:schemeClr val="tx1"/>
              </a:solidFill>
              <a:prstDash val="dash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/>
            <p:cNvCxnSpPr/>
            <p:nvPr/>
          </p:nvCxnSpPr>
          <p:spPr>
            <a:xfrm>
              <a:off x="4223129" y="1690736"/>
              <a:ext cx="115809" cy="223888"/>
            </a:xfrm>
            <a:prstGeom prst="line">
              <a:avLst/>
            </a:prstGeom>
            <a:ln w="12700" cmpd="sng">
              <a:solidFill>
                <a:schemeClr val="tx1"/>
              </a:solidFill>
              <a:prstDash val="dash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/>
            <p:cNvCxnSpPr/>
            <p:nvPr/>
          </p:nvCxnSpPr>
          <p:spPr>
            <a:xfrm flipH="1">
              <a:off x="3837102" y="1740053"/>
              <a:ext cx="34744" cy="224752"/>
            </a:xfrm>
            <a:prstGeom prst="line">
              <a:avLst/>
            </a:prstGeom>
            <a:ln w="12700" cmpd="sng">
              <a:solidFill>
                <a:schemeClr val="tx1"/>
              </a:solidFill>
              <a:prstDash val="dash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8" name="Oval 17"/>
          <p:cNvSpPr/>
          <p:nvPr/>
        </p:nvSpPr>
        <p:spPr>
          <a:xfrm>
            <a:off x="6187440" y="2453640"/>
            <a:ext cx="198120" cy="19812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9" name="Oval 18"/>
          <p:cNvSpPr/>
          <p:nvPr/>
        </p:nvSpPr>
        <p:spPr>
          <a:xfrm>
            <a:off x="8061960" y="3352800"/>
            <a:ext cx="198120" cy="19812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20" name="Oval 19"/>
          <p:cNvSpPr/>
          <p:nvPr/>
        </p:nvSpPr>
        <p:spPr>
          <a:xfrm>
            <a:off x="7498080" y="4632960"/>
            <a:ext cx="198120" cy="19812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21" name="Oval 20"/>
          <p:cNvSpPr/>
          <p:nvPr/>
        </p:nvSpPr>
        <p:spPr>
          <a:xfrm>
            <a:off x="5791200" y="4785360"/>
            <a:ext cx="198120" cy="19812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23" name="Oval 22"/>
          <p:cNvSpPr/>
          <p:nvPr/>
        </p:nvSpPr>
        <p:spPr>
          <a:xfrm>
            <a:off x="6446520" y="3672840"/>
            <a:ext cx="198120" cy="19812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24" name="Oval 23"/>
          <p:cNvSpPr/>
          <p:nvPr/>
        </p:nvSpPr>
        <p:spPr>
          <a:xfrm>
            <a:off x="4876800" y="3550920"/>
            <a:ext cx="198120" cy="19812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4617720" y="3352800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Gill Sans MT" panose="020B0502020104020203" pitchFamily="34" charset="77"/>
              </a:rPr>
              <a:t>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867400" y="2286000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Gill Sans MT" panose="020B0502020104020203" pitchFamily="34" charset="77"/>
              </a:rPr>
              <a:t>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835980" y="3082528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Gill Sans MT" panose="020B0502020104020203" pitchFamily="34" charset="77"/>
              </a:rP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68934" y="3474981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Gill Sans MT" panose="020B0502020104020203" pitchFamily="34" charset="77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89320" y="4526280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Gill Sans MT" panose="020B0502020104020203" pitchFamily="34" charset="77"/>
              </a:rPr>
              <a:t>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680960" y="4358640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Gill Sans MT" panose="020B0502020104020203" pitchFamily="34" charset="77"/>
              </a:rPr>
              <a:t>5</a:t>
            </a:r>
          </a:p>
        </p:txBody>
      </p:sp>
      <p:sp>
        <p:nvSpPr>
          <p:cNvPr id="31" name="Oval 30"/>
          <p:cNvSpPr/>
          <p:nvPr/>
        </p:nvSpPr>
        <p:spPr>
          <a:xfrm>
            <a:off x="8122920" y="2621280"/>
            <a:ext cx="198120" cy="198120"/>
          </a:xfrm>
          <a:prstGeom prst="ellipse">
            <a:avLst/>
          </a:prstGeom>
          <a:solidFill>
            <a:srgbClr val="00B05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graphicFrame>
        <p:nvGraphicFramePr>
          <p:cNvPr id="33" name="Table 32"/>
          <p:cNvGraphicFramePr>
            <a:graphicFrameLocks noGrp="1"/>
          </p:cNvGraphicFramePr>
          <p:nvPr/>
        </p:nvGraphicFramePr>
        <p:xfrm>
          <a:off x="3813430" y="989789"/>
          <a:ext cx="2973190" cy="21336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29731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731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731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9731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9731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9731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9731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297319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297319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297319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139916"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8707773" y="2332478"/>
            <a:ext cx="14478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Gill Sans MT" panose="020B0502020104020203" pitchFamily="34" charset="77"/>
              </a:rPr>
              <a:t>This part is represented by word 3</a:t>
            </a:r>
          </a:p>
        </p:txBody>
      </p:sp>
      <p:graphicFrame>
        <p:nvGraphicFramePr>
          <p:cNvPr id="32" name="Table 31"/>
          <p:cNvGraphicFramePr>
            <a:graphicFrameLocks noGrp="1"/>
          </p:cNvGraphicFramePr>
          <p:nvPr/>
        </p:nvGraphicFramePr>
        <p:xfrm>
          <a:off x="7238994" y="579582"/>
          <a:ext cx="2973190" cy="128016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29731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731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731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9731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9731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9731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9731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297319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297319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297319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139916"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9916"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34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34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9916"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b="0" i="0" dirty="0">
                          <a:solidFill>
                            <a:srgbClr val="FF0000"/>
                          </a:solidFill>
                          <a:latin typeface="Gill Sans MT" panose="020B0502020104020203" pitchFamily="34" charset="77"/>
                        </a:rP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solidFill>
                            <a:srgbClr val="FF0000"/>
                          </a:solidFill>
                          <a:latin typeface="Gill Sans MT" panose="020B0502020104020203" pitchFamily="34" charset="77"/>
                        </a:rP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solidFill>
                            <a:srgbClr val="FF0000"/>
                          </a:solidFill>
                          <a:latin typeface="Gill Sans MT" panose="020B0502020104020203" pitchFamily="34" charset="77"/>
                        </a:rP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solidFill>
                            <a:srgbClr val="FF0000"/>
                          </a:solidFill>
                          <a:latin typeface="Gill Sans MT" panose="020B0502020104020203" pitchFamily="34" charset="77"/>
                        </a:rPr>
                        <a:t>34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solidFill>
                            <a:srgbClr val="FF0000"/>
                          </a:solidFill>
                          <a:latin typeface="Gill Sans MT" panose="020B0502020104020203" pitchFamily="34" charset="77"/>
                        </a:rP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solidFill>
                            <a:srgbClr val="FF0000"/>
                          </a:solidFill>
                          <a:latin typeface="Gill Sans MT" panose="020B0502020104020203" pitchFamily="34" charset="77"/>
                        </a:rP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solidFill>
                            <a:srgbClr val="FF0000"/>
                          </a:solidFill>
                          <a:latin typeface="Gill Sans MT" panose="020B0502020104020203" pitchFamily="34" charset="77"/>
                        </a:rP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solidFill>
                            <a:srgbClr val="FF0000"/>
                          </a:solidFill>
                          <a:latin typeface="Gill Sans MT" panose="020B0502020104020203" pitchFamily="34" charset="77"/>
                        </a:rPr>
                        <a:t>34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solidFill>
                            <a:srgbClr val="FF0000"/>
                          </a:solidFill>
                          <a:latin typeface="Gill Sans MT" panose="020B0502020104020203" pitchFamily="34" charset="77"/>
                        </a:rP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solidFill>
                            <a:srgbClr val="FF0000"/>
                          </a:solidFill>
                          <a:latin typeface="Gill Sans MT" panose="020B0502020104020203" pitchFamily="34" charset="77"/>
                        </a:rPr>
                        <a:t>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39916"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29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34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39916"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34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34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39916"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34" name="Table 33"/>
          <p:cNvGraphicFramePr>
            <a:graphicFrameLocks noGrp="1"/>
          </p:cNvGraphicFramePr>
          <p:nvPr/>
        </p:nvGraphicFramePr>
        <p:xfrm>
          <a:off x="10302241" y="579120"/>
          <a:ext cx="297319" cy="1280160"/>
        </p:xfrm>
        <a:graphic>
          <a:graphicData uri="http://schemas.openxmlformats.org/drawingml/2006/table">
            <a:tbl>
              <a:tblPr firstRow="1" bandRow="1">
                <a:tableStyleId>{8A107856-5554-42FB-B03E-39F5DBC370BA}</a:tableStyleId>
              </a:tblPr>
              <a:tblGrid>
                <a:gridCol w="29731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39916">
                <a:tc>
                  <a:txBody>
                    <a:bodyPr/>
                    <a:lstStyle/>
                    <a:p>
                      <a:pPr algn="ctr"/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9916">
                <a:tc>
                  <a:txBody>
                    <a:bodyPr/>
                    <a:lstStyle/>
                    <a:p>
                      <a:pPr algn="ctr"/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9916">
                <a:tc>
                  <a:txBody>
                    <a:bodyPr/>
                    <a:lstStyle/>
                    <a:p>
                      <a:pPr algn="ctr"/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39916">
                <a:tc>
                  <a:txBody>
                    <a:bodyPr/>
                    <a:lstStyle/>
                    <a:p>
                      <a:pPr algn="ctr"/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39916">
                <a:tc>
                  <a:txBody>
                    <a:bodyPr/>
                    <a:lstStyle/>
                    <a:p>
                      <a:pPr algn="ctr"/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39916">
                <a:tc>
                  <a:txBody>
                    <a:bodyPr/>
                    <a:lstStyle/>
                    <a:p>
                      <a:pPr algn="ctr"/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2" name="Rounded Rectangle 21"/>
          <p:cNvSpPr/>
          <p:nvPr/>
        </p:nvSpPr>
        <p:spPr>
          <a:xfrm>
            <a:off x="7199521" y="989789"/>
            <a:ext cx="3400038" cy="213360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cxnSp>
        <p:nvCxnSpPr>
          <p:cNvPr id="35" name="Straight Arrow Connector 34"/>
          <p:cNvCxnSpPr/>
          <p:nvPr/>
        </p:nvCxnSpPr>
        <p:spPr>
          <a:xfrm>
            <a:off x="6765608" y="1102995"/>
            <a:ext cx="457200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4930347" y="5498285"/>
            <a:ext cx="2432076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600" dirty="0">
                <a:latin typeface="Gill Sans MT" panose="020B0502020104020203" pitchFamily="34" charset="77"/>
                <a:cs typeface="Trebuchet MS"/>
              </a:rPr>
              <a:t>[ Encoding ]</a:t>
            </a:r>
          </a:p>
          <a:p>
            <a:pPr algn="ctr"/>
            <a:endParaRPr lang="en-US" sz="3600" dirty="0">
              <a:latin typeface="Gill Sans MT" panose="020B0502020104020203" pitchFamily="34" charset="77"/>
              <a:cs typeface="Trebuchet MS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D920AD1-A805-7946-86AB-B3689CC21E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0B2870-7350-8D40-A01A-CE539DF873CB}" type="slidenum">
              <a:rPr lang="en-US" smtClean="0"/>
              <a:t>63</a:t>
            </a:fld>
            <a:endParaRPr lang="en-US"/>
          </a:p>
        </p:txBody>
      </p:sp>
      <p:sp>
        <p:nvSpPr>
          <p:cNvPr id="37" name="Date Placeholder 36">
            <a:extLst>
              <a:ext uri="{FF2B5EF4-FFF2-40B4-BE49-F238E27FC236}">
                <a16:creationId xmlns:a16="http://schemas.microsoft.com/office/drawing/2014/main" id="{99556402-F711-C530-077E-C6CFE7CFB0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PR04D</a:t>
            </a:r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1673210688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81491" y="155258"/>
            <a:ext cx="1635124" cy="2034822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1874520" y="845820"/>
            <a:ext cx="471488" cy="514350"/>
          </a:xfrm>
          <a:prstGeom prst="rect">
            <a:avLst/>
          </a:prstGeom>
          <a:noFill/>
          <a:ln w="19050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965960" y="563880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Gill Sans MT" panose="020B0502020104020203" pitchFamily="34" charset="77"/>
              </a:rPr>
              <a:t>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930347" y="5498285"/>
            <a:ext cx="2432076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600" dirty="0">
                <a:latin typeface="Gill Sans MT" panose="020B0502020104020203" pitchFamily="34" charset="77"/>
                <a:cs typeface="Trebuchet MS"/>
              </a:rPr>
              <a:t>[ Encoding ]</a:t>
            </a:r>
          </a:p>
          <a:p>
            <a:pPr algn="ctr"/>
            <a:endParaRPr lang="en-US" sz="3600" dirty="0">
              <a:latin typeface="Gill Sans MT" panose="020B0502020104020203" pitchFamily="34" charset="77"/>
              <a:cs typeface="Trebuchet MS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5C98A5E-AE1B-4744-9ABD-07CB1F7EA9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0B2870-7350-8D40-A01A-CE539DF873CB}" type="slidenum">
              <a:rPr lang="en-US" smtClean="0"/>
              <a:t>64</a:t>
            </a:fld>
            <a:endParaRPr lang="en-US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C856EA9A-D80B-50EC-9C98-3CD0766C2D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PR04D</a:t>
            </a:r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1926443163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81491" y="155258"/>
            <a:ext cx="1635124" cy="2034822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1874520" y="845820"/>
            <a:ext cx="471488" cy="514350"/>
          </a:xfrm>
          <a:prstGeom prst="rect">
            <a:avLst/>
          </a:prstGeom>
          <a:noFill/>
          <a:ln w="19050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965960" y="563880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Gill Sans MT" panose="020B0502020104020203" pitchFamily="34" charset="77"/>
              </a:rPr>
              <a:t>3</a:t>
            </a:r>
          </a:p>
        </p:txBody>
      </p:sp>
      <p:sp>
        <p:nvSpPr>
          <p:cNvPr id="6" name="Rectangle 5"/>
          <p:cNvSpPr/>
          <p:nvPr/>
        </p:nvSpPr>
        <p:spPr>
          <a:xfrm>
            <a:off x="2651760" y="449580"/>
            <a:ext cx="471488" cy="514350"/>
          </a:xfrm>
          <a:prstGeom prst="rect">
            <a:avLst/>
          </a:prstGeom>
          <a:noFill/>
          <a:ln w="19050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2743200" y="167640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Gill Sans MT" panose="020B0502020104020203" pitchFamily="34" charset="77"/>
              </a:rPr>
              <a:t>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930347" y="5498285"/>
            <a:ext cx="2432076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600" dirty="0">
                <a:latin typeface="Gill Sans MT" panose="020B0502020104020203" pitchFamily="34" charset="77"/>
                <a:cs typeface="Trebuchet MS"/>
              </a:rPr>
              <a:t>[ Encoding ]</a:t>
            </a:r>
          </a:p>
          <a:p>
            <a:pPr algn="ctr"/>
            <a:endParaRPr lang="en-US" sz="3600" dirty="0">
              <a:latin typeface="Gill Sans MT" panose="020B0502020104020203" pitchFamily="34" charset="77"/>
              <a:cs typeface="Trebuchet MS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29FAB8A-287C-3E4B-A7BA-1714A1F8AD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0B2870-7350-8D40-A01A-CE539DF873CB}" type="slidenum">
              <a:rPr lang="en-US" smtClean="0"/>
              <a:t>65</a:t>
            </a:fld>
            <a:endParaRPr lang="en-US"/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D7F4AEA6-5D89-A1C7-D827-DA7EA14FEB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PR04D</a:t>
            </a:r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71476831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81491" y="155258"/>
            <a:ext cx="1635124" cy="2034822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1874520" y="845820"/>
            <a:ext cx="471488" cy="514350"/>
          </a:xfrm>
          <a:prstGeom prst="rect">
            <a:avLst/>
          </a:prstGeom>
          <a:noFill/>
          <a:ln w="19050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965960" y="563880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Gill Sans MT" panose="020B0502020104020203" pitchFamily="34" charset="77"/>
              </a:rPr>
              <a:t>3</a:t>
            </a:r>
          </a:p>
        </p:txBody>
      </p:sp>
      <p:sp>
        <p:nvSpPr>
          <p:cNvPr id="6" name="Rectangle 5"/>
          <p:cNvSpPr/>
          <p:nvPr/>
        </p:nvSpPr>
        <p:spPr>
          <a:xfrm>
            <a:off x="2651760" y="449580"/>
            <a:ext cx="471488" cy="514350"/>
          </a:xfrm>
          <a:prstGeom prst="rect">
            <a:avLst/>
          </a:prstGeom>
          <a:noFill/>
          <a:ln w="19050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2743200" y="167640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Gill Sans MT" panose="020B0502020104020203" pitchFamily="34" charset="77"/>
              </a:rPr>
              <a:t>4</a:t>
            </a:r>
          </a:p>
        </p:txBody>
      </p:sp>
      <p:sp>
        <p:nvSpPr>
          <p:cNvPr id="8" name="Rectangle 7"/>
          <p:cNvSpPr/>
          <p:nvPr/>
        </p:nvSpPr>
        <p:spPr>
          <a:xfrm>
            <a:off x="2468880" y="1409700"/>
            <a:ext cx="471488" cy="514350"/>
          </a:xfrm>
          <a:prstGeom prst="rect">
            <a:avLst/>
          </a:prstGeom>
          <a:noFill/>
          <a:ln w="19050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2560320" y="1127760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Gill Sans MT" panose="020B0502020104020203" pitchFamily="34" charset="77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30347" y="5498285"/>
            <a:ext cx="2432076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600" dirty="0">
                <a:latin typeface="Gill Sans MT" panose="020B0502020104020203" pitchFamily="34" charset="77"/>
                <a:cs typeface="Trebuchet MS"/>
              </a:rPr>
              <a:t>[ Encoding ]</a:t>
            </a:r>
          </a:p>
          <a:p>
            <a:pPr algn="ctr"/>
            <a:endParaRPr lang="en-US" sz="3600" dirty="0">
              <a:latin typeface="Gill Sans MT" panose="020B0502020104020203" pitchFamily="34" charset="77"/>
              <a:cs typeface="Trebuchet MS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095CC91-999F-2247-ACA8-1E38D47800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0B2870-7350-8D40-A01A-CE539DF873CB}" type="slidenum">
              <a:rPr lang="en-US" smtClean="0"/>
              <a:t>66</a:t>
            </a:fld>
            <a:endParaRPr lang="en-US"/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84A94EBD-1316-3E53-0566-79EF24B048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PR04D</a:t>
            </a:r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439692331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81491" y="155258"/>
            <a:ext cx="1635124" cy="2034822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1874520" y="845820"/>
            <a:ext cx="471488" cy="514350"/>
          </a:xfrm>
          <a:prstGeom prst="rect">
            <a:avLst/>
          </a:prstGeom>
          <a:noFill/>
          <a:ln w="19050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965960" y="563880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Gill Sans MT" panose="020B0502020104020203" pitchFamily="34" charset="77"/>
              </a:rPr>
              <a:t>3</a:t>
            </a:r>
          </a:p>
        </p:txBody>
      </p:sp>
      <p:sp>
        <p:nvSpPr>
          <p:cNvPr id="6" name="Rectangle 5"/>
          <p:cNvSpPr/>
          <p:nvPr/>
        </p:nvSpPr>
        <p:spPr>
          <a:xfrm>
            <a:off x="2651760" y="449580"/>
            <a:ext cx="471488" cy="514350"/>
          </a:xfrm>
          <a:prstGeom prst="rect">
            <a:avLst/>
          </a:prstGeom>
          <a:noFill/>
          <a:ln w="19050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2743200" y="167640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Gill Sans MT" panose="020B0502020104020203" pitchFamily="34" charset="77"/>
              </a:rPr>
              <a:t>4</a:t>
            </a:r>
          </a:p>
        </p:txBody>
      </p:sp>
      <p:sp>
        <p:nvSpPr>
          <p:cNvPr id="8" name="Rectangle 7"/>
          <p:cNvSpPr/>
          <p:nvPr/>
        </p:nvSpPr>
        <p:spPr>
          <a:xfrm>
            <a:off x="2468880" y="1409700"/>
            <a:ext cx="471488" cy="514350"/>
          </a:xfrm>
          <a:prstGeom prst="rect">
            <a:avLst/>
          </a:prstGeom>
          <a:noFill/>
          <a:ln w="19050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2560320" y="1127760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Gill Sans MT" panose="020B0502020104020203" pitchFamily="34" charset="77"/>
              </a:rPr>
              <a:t>1</a:t>
            </a:r>
          </a:p>
        </p:txBody>
      </p:sp>
      <p:sp>
        <p:nvSpPr>
          <p:cNvPr id="10" name="Rectangle 9"/>
          <p:cNvSpPr/>
          <p:nvPr/>
        </p:nvSpPr>
        <p:spPr>
          <a:xfrm>
            <a:off x="2164080" y="739140"/>
            <a:ext cx="471488" cy="514350"/>
          </a:xfrm>
          <a:prstGeom prst="rect">
            <a:avLst/>
          </a:prstGeom>
          <a:noFill/>
          <a:ln w="19050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2255520" y="457200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Gill Sans MT" panose="020B0502020104020203" pitchFamily="34" charset="77"/>
              </a:rPr>
              <a:t>5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941320" y="342900"/>
            <a:ext cx="471488" cy="514350"/>
          </a:xfrm>
          <a:prstGeom prst="rect">
            <a:avLst/>
          </a:prstGeom>
          <a:noFill/>
          <a:ln w="19050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3032760" y="60960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Gill Sans MT" panose="020B0502020104020203" pitchFamily="34" charset="77"/>
              </a:rPr>
              <a:t>3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58440" y="1303020"/>
            <a:ext cx="471488" cy="514350"/>
          </a:xfrm>
          <a:prstGeom prst="rect">
            <a:avLst/>
          </a:prstGeom>
          <a:noFill/>
          <a:ln w="19050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2849880" y="1021080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Gill Sans MT" panose="020B0502020104020203" pitchFamily="34" charset="77"/>
              </a:rPr>
              <a:t>2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935480" y="525780"/>
            <a:ext cx="471488" cy="514350"/>
          </a:xfrm>
          <a:prstGeom prst="rect">
            <a:avLst/>
          </a:prstGeom>
          <a:noFill/>
          <a:ln w="19050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2026920" y="243840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Gill Sans MT" panose="020B0502020104020203" pitchFamily="34" charset="77"/>
              </a:rPr>
              <a:t>1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225040" y="419100"/>
            <a:ext cx="471488" cy="514350"/>
          </a:xfrm>
          <a:prstGeom prst="rect">
            <a:avLst/>
          </a:prstGeom>
          <a:noFill/>
          <a:ln w="19050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2316480" y="137160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Gill Sans MT" panose="020B0502020104020203" pitchFamily="34" charset="77"/>
              </a:rPr>
              <a:t>6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950720" y="1424940"/>
            <a:ext cx="471488" cy="514350"/>
          </a:xfrm>
          <a:prstGeom prst="rect">
            <a:avLst/>
          </a:prstGeom>
          <a:noFill/>
          <a:ln w="19050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2042160" y="1143000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Gill Sans MT" panose="020B0502020104020203" pitchFamily="34" charset="77"/>
              </a:rPr>
              <a:t>4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240280" y="1318260"/>
            <a:ext cx="471488" cy="514350"/>
          </a:xfrm>
          <a:prstGeom prst="rect">
            <a:avLst/>
          </a:prstGeom>
          <a:noFill/>
          <a:ln w="19050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2331720" y="1036320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Gill Sans MT" panose="020B0502020104020203" pitchFamily="34" charset="77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930347" y="5498285"/>
            <a:ext cx="2432076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600" dirty="0">
                <a:latin typeface="Gill Sans MT" panose="020B0502020104020203" pitchFamily="34" charset="77"/>
                <a:cs typeface="Trebuchet MS"/>
              </a:rPr>
              <a:t>[ Encoding ]</a:t>
            </a:r>
          </a:p>
          <a:p>
            <a:pPr algn="ctr"/>
            <a:endParaRPr lang="en-US" sz="3600" dirty="0">
              <a:latin typeface="Gill Sans MT" panose="020B0502020104020203" pitchFamily="34" charset="77"/>
              <a:cs typeface="Trebuchet MS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0E604E3-E6B4-D440-A00E-3A1F6E98A8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0B2870-7350-8D40-A01A-CE539DF873CB}" type="slidenum">
              <a:rPr lang="en-US" smtClean="0"/>
              <a:t>67</a:t>
            </a:fld>
            <a:endParaRPr lang="en-US"/>
          </a:p>
        </p:txBody>
      </p:sp>
      <p:sp>
        <p:nvSpPr>
          <p:cNvPr id="25" name="Date Placeholder 24">
            <a:extLst>
              <a:ext uri="{FF2B5EF4-FFF2-40B4-BE49-F238E27FC236}">
                <a16:creationId xmlns:a16="http://schemas.microsoft.com/office/drawing/2014/main" id="{066FC9C0-8C10-26E1-8C3D-E1ADE8E112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PR04D</a:t>
            </a:r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653884620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81491" y="155258"/>
            <a:ext cx="1635124" cy="2034822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1874520" y="845820"/>
            <a:ext cx="471488" cy="514350"/>
          </a:xfrm>
          <a:prstGeom prst="rect">
            <a:avLst/>
          </a:prstGeom>
          <a:noFill/>
          <a:ln w="19050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965960" y="563880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Gill Sans MT" panose="020B0502020104020203" pitchFamily="34" charset="77"/>
              </a:rPr>
              <a:t>3</a:t>
            </a:r>
          </a:p>
        </p:txBody>
      </p:sp>
      <p:sp>
        <p:nvSpPr>
          <p:cNvPr id="6" name="Rectangle 5"/>
          <p:cNvSpPr/>
          <p:nvPr/>
        </p:nvSpPr>
        <p:spPr>
          <a:xfrm>
            <a:off x="2651760" y="449580"/>
            <a:ext cx="471488" cy="514350"/>
          </a:xfrm>
          <a:prstGeom prst="rect">
            <a:avLst/>
          </a:prstGeom>
          <a:noFill/>
          <a:ln w="19050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2743200" y="167640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Gill Sans MT" panose="020B0502020104020203" pitchFamily="34" charset="77"/>
              </a:rPr>
              <a:t>4</a:t>
            </a:r>
          </a:p>
        </p:txBody>
      </p:sp>
      <p:sp>
        <p:nvSpPr>
          <p:cNvPr id="8" name="Rectangle 7"/>
          <p:cNvSpPr/>
          <p:nvPr/>
        </p:nvSpPr>
        <p:spPr>
          <a:xfrm>
            <a:off x="2468880" y="1409700"/>
            <a:ext cx="471488" cy="514350"/>
          </a:xfrm>
          <a:prstGeom prst="rect">
            <a:avLst/>
          </a:prstGeom>
          <a:noFill/>
          <a:ln w="19050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2560320" y="1127760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Gill Sans MT" panose="020B0502020104020203" pitchFamily="34" charset="77"/>
              </a:rPr>
              <a:t>1</a:t>
            </a:r>
          </a:p>
        </p:txBody>
      </p:sp>
      <p:sp>
        <p:nvSpPr>
          <p:cNvPr id="10" name="Rectangle 9"/>
          <p:cNvSpPr/>
          <p:nvPr/>
        </p:nvSpPr>
        <p:spPr>
          <a:xfrm>
            <a:off x="2164080" y="739140"/>
            <a:ext cx="471488" cy="514350"/>
          </a:xfrm>
          <a:prstGeom prst="rect">
            <a:avLst/>
          </a:prstGeom>
          <a:noFill/>
          <a:ln w="19050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2255520" y="457200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Gill Sans MT" panose="020B0502020104020203" pitchFamily="34" charset="77"/>
              </a:rPr>
              <a:t>5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941320" y="342900"/>
            <a:ext cx="471488" cy="514350"/>
          </a:xfrm>
          <a:prstGeom prst="rect">
            <a:avLst/>
          </a:prstGeom>
          <a:noFill/>
          <a:ln w="19050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3032760" y="60960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Gill Sans MT" panose="020B0502020104020203" pitchFamily="34" charset="77"/>
              </a:rPr>
              <a:t>3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58440" y="1303020"/>
            <a:ext cx="471488" cy="514350"/>
          </a:xfrm>
          <a:prstGeom prst="rect">
            <a:avLst/>
          </a:prstGeom>
          <a:noFill/>
          <a:ln w="19050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2849880" y="1021080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Gill Sans MT" panose="020B0502020104020203" pitchFamily="34" charset="77"/>
              </a:rPr>
              <a:t>2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935480" y="525780"/>
            <a:ext cx="471488" cy="514350"/>
          </a:xfrm>
          <a:prstGeom prst="rect">
            <a:avLst/>
          </a:prstGeom>
          <a:noFill/>
          <a:ln w="19050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2026920" y="243840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Gill Sans MT" panose="020B0502020104020203" pitchFamily="34" charset="77"/>
              </a:rPr>
              <a:t>1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225040" y="419100"/>
            <a:ext cx="471488" cy="514350"/>
          </a:xfrm>
          <a:prstGeom prst="rect">
            <a:avLst/>
          </a:prstGeom>
          <a:noFill/>
          <a:ln w="19050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2316480" y="137160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Gill Sans MT" panose="020B0502020104020203" pitchFamily="34" charset="77"/>
              </a:rPr>
              <a:t>6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950720" y="1424940"/>
            <a:ext cx="471488" cy="514350"/>
          </a:xfrm>
          <a:prstGeom prst="rect">
            <a:avLst/>
          </a:prstGeom>
          <a:noFill/>
          <a:ln w="19050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2042160" y="1143000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Gill Sans MT" panose="020B0502020104020203" pitchFamily="34" charset="77"/>
              </a:rPr>
              <a:t>4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240280" y="1318260"/>
            <a:ext cx="471488" cy="514350"/>
          </a:xfrm>
          <a:prstGeom prst="rect">
            <a:avLst/>
          </a:prstGeom>
          <a:noFill/>
          <a:ln w="19050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2331720" y="1036320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Gill Sans MT" panose="020B0502020104020203" pitchFamily="34" charset="77"/>
              </a:rPr>
              <a:t>3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3703320" y="952500"/>
            <a:ext cx="914400" cy="499110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4800601" y="1051560"/>
            <a:ext cx="41663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Gill Sans MT" panose="020B0502020104020203" pitchFamily="34" charset="77"/>
              </a:rPr>
              <a:t>How many words ‘1’ are in this image?     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E883AC8-7D35-BA4B-BDB8-1F472EC344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0B2870-7350-8D40-A01A-CE539DF873CB}" type="slidenum">
              <a:rPr lang="en-US" smtClean="0"/>
              <a:t>68</a:t>
            </a:fld>
            <a:endParaRPr lang="en-US"/>
          </a:p>
        </p:txBody>
      </p:sp>
      <p:sp>
        <p:nvSpPr>
          <p:cNvPr id="25" name="Date Placeholder 24">
            <a:extLst>
              <a:ext uri="{FF2B5EF4-FFF2-40B4-BE49-F238E27FC236}">
                <a16:creationId xmlns:a16="http://schemas.microsoft.com/office/drawing/2014/main" id="{06F0F990-CC70-94DB-EC35-EBE5FE8680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PR04D</a:t>
            </a:r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1999527656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81491" y="155258"/>
            <a:ext cx="1635124" cy="2034822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1874520" y="845820"/>
            <a:ext cx="471488" cy="514350"/>
          </a:xfrm>
          <a:prstGeom prst="rect">
            <a:avLst/>
          </a:prstGeom>
          <a:noFill/>
          <a:ln w="19050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965960" y="563880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Gill Sans MT" panose="020B0502020104020203" pitchFamily="34" charset="77"/>
              </a:rPr>
              <a:t>3</a:t>
            </a:r>
          </a:p>
        </p:txBody>
      </p:sp>
      <p:sp>
        <p:nvSpPr>
          <p:cNvPr id="6" name="Rectangle 5"/>
          <p:cNvSpPr/>
          <p:nvPr/>
        </p:nvSpPr>
        <p:spPr>
          <a:xfrm>
            <a:off x="2651760" y="449580"/>
            <a:ext cx="471488" cy="514350"/>
          </a:xfrm>
          <a:prstGeom prst="rect">
            <a:avLst/>
          </a:prstGeom>
          <a:noFill/>
          <a:ln w="19050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2743200" y="167640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Gill Sans MT" panose="020B0502020104020203" pitchFamily="34" charset="77"/>
              </a:rPr>
              <a:t>4</a:t>
            </a:r>
          </a:p>
        </p:txBody>
      </p:sp>
      <p:sp>
        <p:nvSpPr>
          <p:cNvPr id="8" name="Rectangle 7"/>
          <p:cNvSpPr/>
          <p:nvPr/>
        </p:nvSpPr>
        <p:spPr>
          <a:xfrm>
            <a:off x="2468880" y="1409700"/>
            <a:ext cx="471488" cy="514350"/>
          </a:xfrm>
          <a:prstGeom prst="rect">
            <a:avLst/>
          </a:prstGeom>
          <a:noFill/>
          <a:ln w="19050">
            <a:solidFill>
              <a:srgbClr val="00FF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2560320" y="1127760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Gill Sans MT" panose="020B0502020104020203" pitchFamily="34" charset="77"/>
              </a:rPr>
              <a:t>1</a:t>
            </a:r>
          </a:p>
        </p:txBody>
      </p:sp>
      <p:sp>
        <p:nvSpPr>
          <p:cNvPr id="10" name="Rectangle 9"/>
          <p:cNvSpPr/>
          <p:nvPr/>
        </p:nvSpPr>
        <p:spPr>
          <a:xfrm>
            <a:off x="2164080" y="739140"/>
            <a:ext cx="471488" cy="514350"/>
          </a:xfrm>
          <a:prstGeom prst="rect">
            <a:avLst/>
          </a:prstGeom>
          <a:noFill/>
          <a:ln w="19050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2255520" y="457200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Gill Sans MT" panose="020B0502020104020203" pitchFamily="34" charset="77"/>
              </a:rPr>
              <a:t>5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941320" y="342900"/>
            <a:ext cx="471488" cy="514350"/>
          </a:xfrm>
          <a:prstGeom prst="rect">
            <a:avLst/>
          </a:prstGeom>
          <a:noFill/>
          <a:ln w="19050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3032760" y="60960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Gill Sans MT" panose="020B0502020104020203" pitchFamily="34" charset="77"/>
              </a:rPr>
              <a:t>3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58440" y="1303020"/>
            <a:ext cx="471488" cy="514350"/>
          </a:xfrm>
          <a:prstGeom prst="rect">
            <a:avLst/>
          </a:prstGeom>
          <a:noFill/>
          <a:ln w="19050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2849880" y="1021080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Gill Sans MT" panose="020B0502020104020203" pitchFamily="34" charset="77"/>
              </a:rPr>
              <a:t>2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935480" y="525780"/>
            <a:ext cx="471488" cy="514350"/>
          </a:xfrm>
          <a:prstGeom prst="rect">
            <a:avLst/>
          </a:prstGeom>
          <a:noFill/>
          <a:ln w="19050">
            <a:solidFill>
              <a:srgbClr val="00FF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2026920" y="243840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Gill Sans MT" panose="020B0502020104020203" pitchFamily="34" charset="77"/>
              </a:rPr>
              <a:t>1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225040" y="419100"/>
            <a:ext cx="471488" cy="514350"/>
          </a:xfrm>
          <a:prstGeom prst="rect">
            <a:avLst/>
          </a:prstGeom>
          <a:noFill/>
          <a:ln w="19050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2316480" y="137160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Gill Sans MT" panose="020B0502020104020203" pitchFamily="34" charset="77"/>
              </a:rPr>
              <a:t>6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950720" y="1424940"/>
            <a:ext cx="471488" cy="514350"/>
          </a:xfrm>
          <a:prstGeom prst="rect">
            <a:avLst/>
          </a:prstGeom>
          <a:noFill/>
          <a:ln w="19050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2042160" y="1143000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Gill Sans MT" panose="020B0502020104020203" pitchFamily="34" charset="77"/>
              </a:rPr>
              <a:t>4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240280" y="1318260"/>
            <a:ext cx="471488" cy="514350"/>
          </a:xfrm>
          <a:prstGeom prst="rect">
            <a:avLst/>
          </a:prstGeom>
          <a:noFill/>
          <a:ln w="19050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2331720" y="1036320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Gill Sans MT" panose="020B0502020104020203" pitchFamily="34" charset="77"/>
              </a:rPr>
              <a:t>3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3703320" y="952500"/>
            <a:ext cx="914400" cy="499110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4800600" y="1051561"/>
            <a:ext cx="421153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Gill Sans MT" panose="020B0502020104020203" pitchFamily="34" charset="77"/>
              </a:rPr>
              <a:t>How many words ‘1’ are in this image? </a:t>
            </a:r>
          </a:p>
          <a:p>
            <a:r>
              <a:rPr lang="en-US" dirty="0">
                <a:latin typeface="Gill Sans MT" panose="020B0502020104020203" pitchFamily="34" charset="77"/>
              </a:rPr>
              <a:t>			Answer: 2     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FCBC44B-0C15-AB41-898C-F67B4F9448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0B2870-7350-8D40-A01A-CE539DF873CB}" type="slidenum">
              <a:rPr lang="en-US" smtClean="0"/>
              <a:t>69</a:t>
            </a:fld>
            <a:endParaRPr lang="en-US"/>
          </a:p>
        </p:txBody>
      </p:sp>
      <p:sp>
        <p:nvSpPr>
          <p:cNvPr id="25" name="Date Placeholder 24">
            <a:extLst>
              <a:ext uri="{FF2B5EF4-FFF2-40B4-BE49-F238E27FC236}">
                <a16:creationId xmlns:a16="http://schemas.microsoft.com/office/drawing/2014/main" id="{390387ED-EB1D-AA91-4E8E-9420F4D02C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PR04D</a:t>
            </a:r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262874680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81491" y="155258"/>
            <a:ext cx="1635124" cy="2034822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1874520" y="845820"/>
            <a:ext cx="471488" cy="514350"/>
          </a:xfrm>
          <a:prstGeom prst="rect">
            <a:avLst/>
          </a:prstGeom>
          <a:noFill/>
          <a:ln w="19050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965960" y="563880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Gill Sans MT" panose="020B0502020104020203" pitchFamily="34" charset="77"/>
              </a:rPr>
              <a:t>3</a:t>
            </a:r>
          </a:p>
        </p:txBody>
      </p:sp>
      <p:sp>
        <p:nvSpPr>
          <p:cNvPr id="6" name="Rectangle 5"/>
          <p:cNvSpPr/>
          <p:nvPr/>
        </p:nvSpPr>
        <p:spPr>
          <a:xfrm>
            <a:off x="2651760" y="449580"/>
            <a:ext cx="471488" cy="514350"/>
          </a:xfrm>
          <a:prstGeom prst="rect">
            <a:avLst/>
          </a:prstGeom>
          <a:noFill/>
          <a:ln w="19050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2743200" y="167640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Gill Sans MT" panose="020B0502020104020203" pitchFamily="34" charset="77"/>
              </a:rPr>
              <a:t>4</a:t>
            </a:r>
          </a:p>
        </p:txBody>
      </p:sp>
      <p:sp>
        <p:nvSpPr>
          <p:cNvPr id="8" name="Rectangle 7"/>
          <p:cNvSpPr/>
          <p:nvPr/>
        </p:nvSpPr>
        <p:spPr>
          <a:xfrm>
            <a:off x="2468880" y="1409700"/>
            <a:ext cx="471488" cy="514350"/>
          </a:xfrm>
          <a:prstGeom prst="rect">
            <a:avLst/>
          </a:prstGeom>
          <a:noFill/>
          <a:ln w="19050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2560320" y="1127760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Gill Sans MT" panose="020B0502020104020203" pitchFamily="34" charset="77"/>
              </a:rPr>
              <a:t>1</a:t>
            </a:r>
          </a:p>
        </p:txBody>
      </p:sp>
      <p:sp>
        <p:nvSpPr>
          <p:cNvPr id="10" name="Rectangle 9"/>
          <p:cNvSpPr/>
          <p:nvPr/>
        </p:nvSpPr>
        <p:spPr>
          <a:xfrm>
            <a:off x="2164080" y="739140"/>
            <a:ext cx="471488" cy="514350"/>
          </a:xfrm>
          <a:prstGeom prst="rect">
            <a:avLst/>
          </a:prstGeom>
          <a:noFill/>
          <a:ln w="19050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2255520" y="457200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Gill Sans MT" panose="020B0502020104020203" pitchFamily="34" charset="77"/>
              </a:rPr>
              <a:t>5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941320" y="342900"/>
            <a:ext cx="471488" cy="514350"/>
          </a:xfrm>
          <a:prstGeom prst="rect">
            <a:avLst/>
          </a:prstGeom>
          <a:noFill/>
          <a:ln w="19050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3032760" y="60960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Gill Sans MT" panose="020B0502020104020203" pitchFamily="34" charset="77"/>
              </a:rPr>
              <a:t>3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58440" y="1303020"/>
            <a:ext cx="471488" cy="514350"/>
          </a:xfrm>
          <a:prstGeom prst="rect">
            <a:avLst/>
          </a:prstGeom>
          <a:noFill/>
          <a:ln w="19050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2849880" y="1021080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Gill Sans MT" panose="020B0502020104020203" pitchFamily="34" charset="77"/>
              </a:rPr>
              <a:t>2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935480" y="525780"/>
            <a:ext cx="471488" cy="514350"/>
          </a:xfrm>
          <a:prstGeom prst="rect">
            <a:avLst/>
          </a:prstGeom>
          <a:noFill/>
          <a:ln w="19050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2026920" y="243840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Gill Sans MT" panose="020B0502020104020203" pitchFamily="34" charset="77"/>
              </a:rPr>
              <a:t>1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225040" y="419100"/>
            <a:ext cx="471488" cy="514350"/>
          </a:xfrm>
          <a:prstGeom prst="rect">
            <a:avLst/>
          </a:prstGeom>
          <a:noFill/>
          <a:ln w="19050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2316480" y="137160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Gill Sans MT" panose="020B0502020104020203" pitchFamily="34" charset="77"/>
              </a:rPr>
              <a:t>6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950720" y="1424940"/>
            <a:ext cx="471488" cy="514350"/>
          </a:xfrm>
          <a:prstGeom prst="rect">
            <a:avLst/>
          </a:prstGeom>
          <a:noFill/>
          <a:ln w="19050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2042160" y="1143000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Gill Sans MT" panose="020B0502020104020203" pitchFamily="34" charset="77"/>
              </a:rPr>
              <a:t>4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240280" y="1318260"/>
            <a:ext cx="471488" cy="514350"/>
          </a:xfrm>
          <a:prstGeom prst="rect">
            <a:avLst/>
          </a:prstGeom>
          <a:noFill/>
          <a:ln w="19050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2331720" y="1036320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Gill Sans MT" panose="020B0502020104020203" pitchFamily="34" charset="77"/>
              </a:rPr>
              <a:t>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289433" y="1039892"/>
            <a:ext cx="1160895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>
                <a:latin typeface="Gill Sans MT" panose="020B0502020104020203" pitchFamily="34" charset="77"/>
              </a:rPr>
              <a:t>Histogram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3703320" y="952500"/>
            <a:ext cx="1399426" cy="499110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7162801" y="114300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latin typeface="Gill Sans MT" panose="020B0502020104020203" pitchFamily="34" charset="77"/>
            </a:endParaRPr>
          </a:p>
        </p:txBody>
      </p:sp>
      <p:pic>
        <p:nvPicPr>
          <p:cNvPr id="26" name="Picture 2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60344" y="2928768"/>
            <a:ext cx="7734300" cy="3416300"/>
          </a:xfrm>
          <a:prstGeom prst="rect">
            <a:avLst/>
          </a:prstGeom>
        </p:spPr>
      </p:pic>
      <p:sp>
        <p:nvSpPr>
          <p:cNvPr id="27" name="Down Arrow 26"/>
          <p:cNvSpPr/>
          <p:nvPr/>
        </p:nvSpPr>
        <p:spPr>
          <a:xfrm>
            <a:off x="5486402" y="1687592"/>
            <a:ext cx="657726" cy="873010"/>
          </a:xfrm>
          <a:prstGeom prst="down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28" name="Rectangle 27"/>
          <p:cNvSpPr/>
          <p:nvPr/>
        </p:nvSpPr>
        <p:spPr>
          <a:xfrm>
            <a:off x="2962101" y="4090738"/>
            <a:ext cx="802105" cy="2069431"/>
          </a:xfrm>
          <a:prstGeom prst="rect">
            <a:avLst/>
          </a:prstGeom>
          <a:solidFill>
            <a:srgbClr val="00FF00"/>
          </a:solidFill>
          <a:ln>
            <a:solidFill>
              <a:srgbClr val="00F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29" name="Slide Number Placeholder 28">
            <a:extLst>
              <a:ext uri="{FF2B5EF4-FFF2-40B4-BE49-F238E27FC236}">
                <a16:creationId xmlns:a16="http://schemas.microsoft.com/office/drawing/2014/main" id="{C73C55EC-13F5-5546-B24E-EE803285BF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0B2870-7350-8D40-A01A-CE539DF873CB}" type="slidenum">
              <a:rPr lang="en-US" smtClean="0"/>
              <a:t>70</a:t>
            </a:fld>
            <a:endParaRPr lang="en-US"/>
          </a:p>
        </p:txBody>
      </p:sp>
      <p:sp>
        <p:nvSpPr>
          <p:cNvPr id="30" name="Date Placeholder 29">
            <a:extLst>
              <a:ext uri="{FF2B5EF4-FFF2-40B4-BE49-F238E27FC236}">
                <a16:creationId xmlns:a16="http://schemas.microsoft.com/office/drawing/2014/main" id="{4CD76BDF-4B37-B384-7F03-7A1E84D610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PR04D</a:t>
            </a:r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1494338742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81491" y="155258"/>
            <a:ext cx="1635124" cy="2034822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1874520" y="845820"/>
            <a:ext cx="471488" cy="514350"/>
          </a:xfrm>
          <a:prstGeom prst="rect">
            <a:avLst/>
          </a:prstGeom>
          <a:noFill/>
          <a:ln w="19050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965960" y="563880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Gill Sans MT" panose="020B0502020104020203" pitchFamily="34" charset="77"/>
              </a:rPr>
              <a:t>3</a:t>
            </a:r>
          </a:p>
        </p:txBody>
      </p:sp>
      <p:sp>
        <p:nvSpPr>
          <p:cNvPr id="6" name="Rectangle 5"/>
          <p:cNvSpPr/>
          <p:nvPr/>
        </p:nvSpPr>
        <p:spPr>
          <a:xfrm>
            <a:off x="2651760" y="449580"/>
            <a:ext cx="471488" cy="514350"/>
          </a:xfrm>
          <a:prstGeom prst="rect">
            <a:avLst/>
          </a:prstGeom>
          <a:noFill/>
          <a:ln w="19050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2743200" y="167640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Gill Sans MT" panose="020B0502020104020203" pitchFamily="34" charset="77"/>
              </a:rPr>
              <a:t>4</a:t>
            </a:r>
          </a:p>
        </p:txBody>
      </p:sp>
      <p:sp>
        <p:nvSpPr>
          <p:cNvPr id="8" name="Rectangle 7"/>
          <p:cNvSpPr/>
          <p:nvPr/>
        </p:nvSpPr>
        <p:spPr>
          <a:xfrm>
            <a:off x="2468880" y="1409700"/>
            <a:ext cx="471488" cy="514350"/>
          </a:xfrm>
          <a:prstGeom prst="rect">
            <a:avLst/>
          </a:prstGeom>
          <a:noFill/>
          <a:ln w="19050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2560320" y="1127760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Gill Sans MT" panose="020B0502020104020203" pitchFamily="34" charset="77"/>
              </a:rPr>
              <a:t>1</a:t>
            </a:r>
          </a:p>
        </p:txBody>
      </p:sp>
      <p:sp>
        <p:nvSpPr>
          <p:cNvPr id="10" name="Rectangle 9"/>
          <p:cNvSpPr/>
          <p:nvPr/>
        </p:nvSpPr>
        <p:spPr>
          <a:xfrm>
            <a:off x="2164080" y="739140"/>
            <a:ext cx="471488" cy="514350"/>
          </a:xfrm>
          <a:prstGeom prst="rect">
            <a:avLst/>
          </a:prstGeom>
          <a:noFill/>
          <a:ln w="19050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2255520" y="457200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Gill Sans MT" panose="020B0502020104020203" pitchFamily="34" charset="77"/>
              </a:rPr>
              <a:t>5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941320" y="342900"/>
            <a:ext cx="471488" cy="514350"/>
          </a:xfrm>
          <a:prstGeom prst="rect">
            <a:avLst/>
          </a:prstGeom>
          <a:noFill/>
          <a:ln w="19050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3032760" y="60960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Gill Sans MT" panose="020B0502020104020203" pitchFamily="34" charset="77"/>
              </a:rPr>
              <a:t>3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58440" y="1303020"/>
            <a:ext cx="471488" cy="514350"/>
          </a:xfrm>
          <a:prstGeom prst="rect">
            <a:avLst/>
          </a:prstGeom>
          <a:noFill/>
          <a:ln w="19050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2849880" y="1021080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Gill Sans MT" panose="020B0502020104020203" pitchFamily="34" charset="77"/>
              </a:rPr>
              <a:t>2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935480" y="525780"/>
            <a:ext cx="471488" cy="514350"/>
          </a:xfrm>
          <a:prstGeom prst="rect">
            <a:avLst/>
          </a:prstGeom>
          <a:noFill/>
          <a:ln w="19050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2026920" y="243840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Gill Sans MT" panose="020B0502020104020203" pitchFamily="34" charset="77"/>
              </a:rPr>
              <a:t>1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225040" y="419100"/>
            <a:ext cx="471488" cy="514350"/>
          </a:xfrm>
          <a:prstGeom prst="rect">
            <a:avLst/>
          </a:prstGeom>
          <a:noFill/>
          <a:ln w="19050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2316480" y="137160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Gill Sans MT" panose="020B0502020104020203" pitchFamily="34" charset="77"/>
              </a:rPr>
              <a:t>6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950720" y="1424940"/>
            <a:ext cx="471488" cy="514350"/>
          </a:xfrm>
          <a:prstGeom prst="rect">
            <a:avLst/>
          </a:prstGeom>
          <a:noFill/>
          <a:ln w="19050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2042160" y="1143000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Gill Sans MT" panose="020B0502020104020203" pitchFamily="34" charset="77"/>
              </a:rPr>
              <a:t>4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240280" y="1318260"/>
            <a:ext cx="471488" cy="514350"/>
          </a:xfrm>
          <a:prstGeom prst="rect">
            <a:avLst/>
          </a:prstGeom>
          <a:noFill/>
          <a:ln w="19050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2331720" y="1036320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Gill Sans MT" panose="020B0502020104020203" pitchFamily="34" charset="77"/>
              </a:rPr>
              <a:t>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289433" y="1039892"/>
            <a:ext cx="1160895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>
                <a:latin typeface="Gill Sans MT" panose="020B0502020104020203" pitchFamily="34" charset="77"/>
              </a:rPr>
              <a:t>Histogram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3703320" y="952500"/>
            <a:ext cx="1399426" cy="499110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7162801" y="114300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latin typeface="Gill Sans MT" panose="020B0502020104020203" pitchFamily="34" charset="77"/>
            </a:endParaRPr>
          </a:p>
        </p:txBody>
      </p:sp>
      <p:pic>
        <p:nvPicPr>
          <p:cNvPr id="26" name="Picture 2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60344" y="2928768"/>
            <a:ext cx="7734300" cy="3416300"/>
          </a:xfrm>
          <a:prstGeom prst="rect">
            <a:avLst/>
          </a:prstGeom>
        </p:spPr>
      </p:pic>
      <p:sp>
        <p:nvSpPr>
          <p:cNvPr id="27" name="Down Arrow 26"/>
          <p:cNvSpPr/>
          <p:nvPr/>
        </p:nvSpPr>
        <p:spPr>
          <a:xfrm>
            <a:off x="5486402" y="1687592"/>
            <a:ext cx="657726" cy="873010"/>
          </a:xfrm>
          <a:prstGeom prst="down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28" name="Slide Number Placeholder 27">
            <a:extLst>
              <a:ext uri="{FF2B5EF4-FFF2-40B4-BE49-F238E27FC236}">
                <a16:creationId xmlns:a16="http://schemas.microsoft.com/office/drawing/2014/main" id="{98A20D50-3BFE-F548-927D-0540A43A59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0B2870-7350-8D40-A01A-CE539DF873CB}" type="slidenum">
              <a:rPr lang="en-US" smtClean="0"/>
              <a:t>71</a:t>
            </a:fld>
            <a:endParaRPr lang="en-US"/>
          </a:p>
        </p:txBody>
      </p:sp>
      <p:sp>
        <p:nvSpPr>
          <p:cNvPr id="29" name="Date Placeholder 28">
            <a:extLst>
              <a:ext uri="{FF2B5EF4-FFF2-40B4-BE49-F238E27FC236}">
                <a16:creationId xmlns:a16="http://schemas.microsoft.com/office/drawing/2014/main" id="{DCE42864-1D25-1AE8-7F93-8B4324B2F4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PR04D</a:t>
            </a:r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313287305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81491" y="155258"/>
            <a:ext cx="1635124" cy="203482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703320" y="536972"/>
            <a:ext cx="1160895" cy="36933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dirty="0">
                <a:latin typeface="Gill Sans MT" panose="020B0502020104020203" pitchFamily="34" charset="77"/>
              </a:rPr>
              <a:t>Histogram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3703320" y="952500"/>
            <a:ext cx="1399426" cy="499110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7162801" y="114300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latin typeface="Gill Sans MT" panose="020B0502020104020203" pitchFamily="34" charset="77"/>
            </a:endParaRPr>
          </a:p>
        </p:txBody>
      </p:sp>
      <p:pic>
        <p:nvPicPr>
          <p:cNvPr id="26" name="Picture 2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89452" y="553099"/>
            <a:ext cx="2772077" cy="1224448"/>
          </a:xfrm>
          <a:prstGeom prst="rect">
            <a:avLst/>
          </a:prstGeom>
        </p:spPr>
      </p:pic>
      <p:pic>
        <p:nvPicPr>
          <p:cNvPr id="28" name="Picture 27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81491" y="2367449"/>
            <a:ext cx="1635124" cy="2034820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3703320" y="2749162"/>
            <a:ext cx="1160895" cy="36933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dirty="0">
                <a:latin typeface="Gill Sans MT" panose="020B0502020104020203" pitchFamily="34" charset="77"/>
              </a:rPr>
              <a:t>Histogram</a:t>
            </a:r>
          </a:p>
        </p:txBody>
      </p:sp>
      <p:sp>
        <p:nvSpPr>
          <p:cNvPr id="30" name="Right Arrow 29"/>
          <p:cNvSpPr/>
          <p:nvPr/>
        </p:nvSpPr>
        <p:spPr>
          <a:xfrm>
            <a:off x="3703320" y="3164690"/>
            <a:ext cx="1399426" cy="499110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7162801" y="335519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latin typeface="Gill Sans MT" panose="020B0502020104020203" pitchFamily="34" charset="77"/>
            </a:endParaRPr>
          </a:p>
        </p:txBody>
      </p:sp>
      <p:pic>
        <p:nvPicPr>
          <p:cNvPr id="32" name="Picture 31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38913" y="2765289"/>
            <a:ext cx="2673153" cy="1224448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8702408" y="1834829"/>
            <a:ext cx="158816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Gill Sans MT" panose="020B0502020104020203" pitchFamily="34" charset="77"/>
              </a:rPr>
              <a:t>different objects have different histograms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3AD07CB-FFA3-DD49-B808-FC505CB68F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0B2870-7350-8D40-A01A-CE539DF873CB}" type="slidenum">
              <a:rPr lang="en-US" smtClean="0"/>
              <a:t>72</a:t>
            </a:fld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5C983B-63DD-D49B-979A-A83482B68F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PR04D</a:t>
            </a:r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1678432989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81491" y="155258"/>
            <a:ext cx="1635124" cy="203482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703320" y="536972"/>
            <a:ext cx="1160895" cy="36933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dirty="0">
                <a:latin typeface="Gill Sans MT" panose="020B0502020104020203" pitchFamily="34" charset="77"/>
              </a:rPr>
              <a:t>Histogram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3703320" y="952500"/>
            <a:ext cx="1399426" cy="499110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7162801" y="114300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latin typeface="Gill Sans MT" panose="020B0502020104020203" pitchFamily="34" charset="77"/>
            </a:endParaRPr>
          </a:p>
        </p:txBody>
      </p:sp>
      <p:pic>
        <p:nvPicPr>
          <p:cNvPr id="26" name="Picture 2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89452" y="553099"/>
            <a:ext cx="2772077" cy="1224448"/>
          </a:xfrm>
          <a:prstGeom prst="rect">
            <a:avLst/>
          </a:prstGeom>
        </p:spPr>
      </p:pic>
      <p:pic>
        <p:nvPicPr>
          <p:cNvPr id="28" name="Picture 27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81491" y="2367449"/>
            <a:ext cx="1635124" cy="2034820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3703320" y="2749162"/>
            <a:ext cx="1160895" cy="36933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dirty="0">
                <a:latin typeface="Gill Sans MT" panose="020B0502020104020203" pitchFamily="34" charset="77"/>
              </a:rPr>
              <a:t>Histogram</a:t>
            </a:r>
          </a:p>
        </p:txBody>
      </p:sp>
      <p:sp>
        <p:nvSpPr>
          <p:cNvPr id="30" name="Right Arrow 29"/>
          <p:cNvSpPr/>
          <p:nvPr/>
        </p:nvSpPr>
        <p:spPr>
          <a:xfrm>
            <a:off x="3703320" y="3164690"/>
            <a:ext cx="1399426" cy="499110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7162801" y="335519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latin typeface="Gill Sans MT" panose="020B0502020104020203" pitchFamily="34" charset="77"/>
            </a:endParaRPr>
          </a:p>
        </p:txBody>
      </p:sp>
      <p:pic>
        <p:nvPicPr>
          <p:cNvPr id="32" name="Picture 31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38913" y="2765289"/>
            <a:ext cx="2673153" cy="1224448"/>
          </a:xfrm>
          <a:prstGeom prst="rect">
            <a:avLst/>
          </a:prstGeom>
        </p:spPr>
      </p:pic>
      <p:pic>
        <p:nvPicPr>
          <p:cNvPr id="33" name="Picture 32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73472" y="4525113"/>
            <a:ext cx="1635123" cy="2034820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3695300" y="4906826"/>
            <a:ext cx="1160895" cy="36933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dirty="0">
                <a:latin typeface="Gill Sans MT" panose="020B0502020104020203" pitchFamily="34" charset="77"/>
              </a:rPr>
              <a:t>Histogram</a:t>
            </a:r>
          </a:p>
        </p:txBody>
      </p:sp>
      <p:sp>
        <p:nvSpPr>
          <p:cNvPr id="35" name="Right Arrow 34"/>
          <p:cNvSpPr/>
          <p:nvPr/>
        </p:nvSpPr>
        <p:spPr>
          <a:xfrm>
            <a:off x="3695300" y="5322354"/>
            <a:ext cx="1399426" cy="499110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7154781" y="5512854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latin typeface="Gill Sans MT" panose="020B0502020104020203" pitchFamily="34" charset="77"/>
            </a:endParaRPr>
          </a:p>
        </p:txBody>
      </p:sp>
      <p:pic>
        <p:nvPicPr>
          <p:cNvPr id="37" name="Picture 36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22803" y="4922953"/>
            <a:ext cx="2689333" cy="1224448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8702408" y="3945615"/>
            <a:ext cx="158816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Gill Sans MT" panose="020B0502020104020203" pitchFamily="34" charset="77"/>
              </a:rPr>
              <a:t>same objects have similar histograms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264A0E2-B516-6D49-AD94-2286907ABC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0B2870-7350-8D40-A01A-CE539DF873CB}" type="slidenum">
              <a:rPr lang="en-US" smtClean="0"/>
              <a:t>73</a:t>
            </a:fld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E75877-F74F-DC20-726A-710816D2DC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PR04D</a:t>
            </a:r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1734931640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502569" y="978569"/>
            <a:ext cx="5330434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Gill Sans MT" panose="020B0502020104020203" pitchFamily="34" charset="77"/>
              </a:rPr>
              <a:t>Summary</a:t>
            </a:r>
          </a:p>
          <a:p>
            <a:endParaRPr lang="en-US" dirty="0">
              <a:latin typeface="Gill Sans MT" panose="020B0502020104020203" pitchFamily="34" charset="77"/>
            </a:endParaRPr>
          </a:p>
          <a:p>
            <a:r>
              <a:rPr lang="en-US" dirty="0">
                <a:latin typeface="Gill Sans MT" panose="020B0502020104020203" pitchFamily="34" charset="77"/>
              </a:rPr>
              <a:t>PART 1: VISUAL VOCABULARY</a:t>
            </a:r>
          </a:p>
          <a:p>
            <a:endParaRPr lang="en-US" dirty="0">
              <a:latin typeface="Gill Sans MT" panose="020B0502020104020203" pitchFamily="34" charset="77"/>
            </a:endParaRPr>
          </a:p>
          <a:p>
            <a:pPr marL="342900" indent="-342900">
              <a:buAutoNum type="arabicPeriod"/>
            </a:pPr>
            <a:r>
              <a:rPr lang="en-US" dirty="0">
                <a:latin typeface="Gill Sans MT" panose="020B0502020104020203" pitchFamily="34" charset="77"/>
              </a:rPr>
              <a:t>Collect representative images</a:t>
            </a:r>
          </a:p>
          <a:p>
            <a:pPr marL="342900" indent="-342900">
              <a:buAutoNum type="arabicPeriod"/>
            </a:pPr>
            <a:r>
              <a:rPr lang="en-US" dirty="0">
                <a:latin typeface="Gill Sans MT" panose="020B0502020104020203" pitchFamily="34" charset="77"/>
              </a:rPr>
              <a:t>Extract descriptors (example LBP, HOG, </a:t>
            </a:r>
            <a:r>
              <a:rPr lang="en-US" dirty="0" err="1">
                <a:latin typeface="Gill Sans MT" panose="020B0502020104020203" pitchFamily="34" charset="77"/>
              </a:rPr>
              <a:t>HoG</a:t>
            </a:r>
            <a:r>
              <a:rPr lang="en-US" dirty="0">
                <a:latin typeface="Gill Sans MT" panose="020B0502020104020203" pitchFamily="34" charset="77"/>
              </a:rPr>
              <a:t>, etc.)</a:t>
            </a:r>
          </a:p>
          <a:p>
            <a:pPr marL="342900" indent="-342900">
              <a:buAutoNum type="arabicPeriod"/>
            </a:pPr>
            <a:r>
              <a:rPr lang="en-US" dirty="0">
                <a:latin typeface="Gill Sans MT" panose="020B0502020104020203" pitchFamily="34" charset="77"/>
              </a:rPr>
              <a:t>K-means (Visual Vocabulary of K words)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DFCFD53-9444-604C-863A-F6483D762B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0B2870-7350-8D40-A01A-CE539DF873CB}" type="slidenum">
              <a:rPr lang="en-US" smtClean="0"/>
              <a:t>74</a:t>
            </a:fld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D2E82C-465A-D916-38D8-E7E4EFA02A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PR04D</a:t>
            </a:r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1412983224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502568" y="978569"/>
            <a:ext cx="4264694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Gill Sans MT" panose="020B0502020104020203" pitchFamily="34" charset="77"/>
              </a:rPr>
              <a:t>Summary</a:t>
            </a:r>
          </a:p>
          <a:p>
            <a:endParaRPr lang="en-US" dirty="0">
              <a:latin typeface="Gill Sans MT" panose="020B0502020104020203" pitchFamily="34" charset="77"/>
            </a:endParaRPr>
          </a:p>
          <a:p>
            <a:r>
              <a:rPr lang="en-US" dirty="0">
                <a:latin typeface="Gill Sans MT" panose="020B0502020104020203" pitchFamily="34" charset="77"/>
              </a:rPr>
              <a:t>PART 1: VISUAL VOCABULARY</a:t>
            </a:r>
          </a:p>
          <a:p>
            <a:endParaRPr lang="en-US" dirty="0">
              <a:latin typeface="Gill Sans MT" panose="020B0502020104020203" pitchFamily="34" charset="77"/>
            </a:endParaRPr>
          </a:p>
          <a:p>
            <a:pPr marL="342900" indent="-342900">
              <a:buAutoNum type="arabicPeriod"/>
            </a:pPr>
            <a:r>
              <a:rPr lang="en-US" dirty="0">
                <a:latin typeface="Gill Sans MT" panose="020B0502020104020203" pitchFamily="34" charset="77"/>
              </a:rPr>
              <a:t>Collect representative images</a:t>
            </a:r>
          </a:p>
          <a:p>
            <a:pPr marL="342900" indent="-342900">
              <a:buAutoNum type="arabicPeriod"/>
            </a:pPr>
            <a:r>
              <a:rPr lang="en-US" dirty="0">
                <a:latin typeface="Gill Sans MT" panose="020B0502020104020203" pitchFamily="34" charset="77"/>
              </a:rPr>
              <a:t>Extract descriptors</a:t>
            </a:r>
          </a:p>
          <a:p>
            <a:pPr marL="342900" indent="-342900">
              <a:buAutoNum type="arabicPeriod"/>
            </a:pPr>
            <a:r>
              <a:rPr lang="en-US" dirty="0">
                <a:latin typeface="Gill Sans MT" panose="020B0502020104020203" pitchFamily="34" charset="77"/>
              </a:rPr>
              <a:t>K-means (Visual Vocabulary of K words)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502568" y="3344779"/>
            <a:ext cx="8175123" cy="286232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Gill Sans MT" panose="020B0502020104020203" pitchFamily="34" charset="77"/>
              </a:rPr>
              <a:t>PART 2: CLASSIFIER DESIGN</a:t>
            </a:r>
          </a:p>
          <a:p>
            <a:endParaRPr lang="en-US" dirty="0">
              <a:latin typeface="Gill Sans MT" panose="020B0502020104020203" pitchFamily="34" charset="77"/>
            </a:endParaRPr>
          </a:p>
          <a:p>
            <a:r>
              <a:rPr lang="en-US" dirty="0">
                <a:latin typeface="Gill Sans MT" panose="020B0502020104020203" pitchFamily="34" charset="77"/>
              </a:rPr>
              <a:t>1. For each image of the training set</a:t>
            </a:r>
          </a:p>
          <a:p>
            <a:r>
              <a:rPr lang="en-US" dirty="0">
                <a:latin typeface="Gill Sans MT" panose="020B0502020104020203" pitchFamily="34" charset="77"/>
              </a:rPr>
              <a:t>		- Extract descriptors and encode them using the Visual Vocabulary</a:t>
            </a:r>
          </a:p>
          <a:p>
            <a:r>
              <a:rPr lang="en-US" dirty="0">
                <a:latin typeface="Gill Sans MT" panose="020B0502020104020203" pitchFamily="34" charset="77"/>
              </a:rPr>
              <a:t>		- Build the histogram</a:t>
            </a:r>
          </a:p>
          <a:p>
            <a:endParaRPr lang="en-US" dirty="0">
              <a:latin typeface="Gill Sans MT" panose="020B0502020104020203" pitchFamily="34" charset="77"/>
            </a:endParaRPr>
          </a:p>
          <a:p>
            <a:pPr marL="342900" indent="-342900">
              <a:buAutoNum type="arabicPeriod" startAt="2"/>
            </a:pPr>
            <a:r>
              <a:rPr lang="en-US" dirty="0">
                <a:latin typeface="Gill Sans MT" panose="020B0502020104020203" pitchFamily="34" charset="77"/>
              </a:rPr>
              <a:t>Train a classifier using the new representation (histogram) of each image</a:t>
            </a:r>
          </a:p>
          <a:p>
            <a:pPr marL="342900" indent="-342900">
              <a:buAutoNum type="arabicPeriod" startAt="2"/>
            </a:pPr>
            <a:endParaRPr lang="en-US" dirty="0">
              <a:latin typeface="Gill Sans MT" panose="020B0502020104020203" pitchFamily="34" charset="77"/>
            </a:endParaRPr>
          </a:p>
          <a:p>
            <a:pPr marL="342900" indent="-342900">
              <a:buAutoNum type="arabicPeriod" startAt="2"/>
            </a:pPr>
            <a:r>
              <a:rPr lang="en-US" dirty="0">
                <a:latin typeface="Gill Sans MT" panose="020B0502020104020203" pitchFamily="34" charset="77"/>
              </a:rPr>
              <a:t>Repeat for testing set and test the classifier</a:t>
            </a:r>
          </a:p>
          <a:p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F3C52FF-75E9-404A-B143-EA30FA1795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0B2870-7350-8D40-A01A-CE539DF873CB}" type="slidenum">
              <a:rPr lang="en-US" smtClean="0"/>
              <a:t>75</a:t>
            </a:fld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822B05-FBFF-A090-17D1-5C591DC75B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PR04D</a:t>
            </a:r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389024338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CF1109-51A3-C340-A77E-40F6D98283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1200" y="2857500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en-US" dirty="0" err="1"/>
              <a:t>Ejemplo</a:t>
            </a:r>
            <a:br>
              <a:rPr lang="en-US" dirty="0"/>
            </a:br>
            <a:r>
              <a:rPr lang="en-US" dirty="0" err="1"/>
              <a:t>Reconocimiento</a:t>
            </a:r>
            <a:r>
              <a:rPr lang="en-US" dirty="0"/>
              <a:t> de </a:t>
            </a:r>
            <a:r>
              <a:rPr lang="en-US" dirty="0" err="1"/>
              <a:t>Tigres</a:t>
            </a:r>
            <a:br>
              <a:rPr lang="en-US" dirty="0"/>
            </a:br>
            <a:r>
              <a:rPr lang="en-US" dirty="0"/>
              <a:t>(</a:t>
            </a:r>
            <a:r>
              <a:rPr lang="en-US" dirty="0" err="1"/>
              <a:t>Biometría</a:t>
            </a:r>
            <a:r>
              <a:rPr lang="en-US" dirty="0"/>
              <a:t>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C539B56-22B5-AF4E-9446-C5309E1461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0B2870-7350-8D40-A01A-CE539DF873CB}" type="slidenum">
              <a:rPr lang="en-US" smtClean="0"/>
              <a:t>76</a:t>
            </a:fld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E705139-C96D-B49E-AC6B-BC9FAA2484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PR04D</a:t>
            </a:r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3295586756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5C7B7354-CE54-5E42-8841-BB8FD49F4BB8}"/>
              </a:ext>
            </a:extLst>
          </p:cNvPr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6037016" y="4052423"/>
            <a:ext cx="1080000" cy="108000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D9403901-9FEB-1F4A-81FA-1267B1738925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7328739" y="4060668"/>
            <a:ext cx="1080000" cy="10800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FE6D5E80-24AA-384A-8FC2-09F404376EE3}"/>
              </a:ext>
            </a:extLst>
          </p:cNvPr>
          <p:cNvPicPr>
            <a:picLocks/>
          </p:cNvPicPr>
          <p:nvPr/>
        </p:nvPicPr>
        <p:blipFill>
          <a:blip r:embed="rId4"/>
          <a:stretch>
            <a:fillRect/>
          </a:stretch>
        </p:blipFill>
        <p:spPr>
          <a:xfrm>
            <a:off x="8619785" y="4052423"/>
            <a:ext cx="1080000" cy="108000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D38D0D28-D250-3D48-A9AA-8E2F42E54FC1}"/>
              </a:ext>
            </a:extLst>
          </p:cNvPr>
          <p:cNvPicPr>
            <a:picLocks/>
          </p:cNvPicPr>
          <p:nvPr/>
        </p:nvPicPr>
        <p:blipFill>
          <a:blip r:embed="rId5"/>
          <a:stretch>
            <a:fillRect/>
          </a:stretch>
        </p:blipFill>
        <p:spPr>
          <a:xfrm>
            <a:off x="4744224" y="4067004"/>
            <a:ext cx="1080000" cy="1080000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3DA1F969-94F9-FD4C-9BC8-1A2C812A6454}"/>
              </a:ext>
            </a:extLst>
          </p:cNvPr>
          <p:cNvPicPr>
            <a:picLocks/>
          </p:cNvPicPr>
          <p:nvPr/>
        </p:nvPicPr>
        <p:blipFill>
          <a:blip r:embed="rId6"/>
          <a:stretch>
            <a:fillRect/>
          </a:stretch>
        </p:blipFill>
        <p:spPr>
          <a:xfrm>
            <a:off x="3453750" y="4060668"/>
            <a:ext cx="1080000" cy="1080000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752D47F1-1C46-CF4B-98A3-34EC90467E84}"/>
              </a:ext>
            </a:extLst>
          </p:cNvPr>
          <p:cNvPicPr>
            <a:picLocks/>
          </p:cNvPicPr>
          <p:nvPr/>
        </p:nvPicPr>
        <p:blipFill>
          <a:blip r:embed="rId7"/>
          <a:stretch>
            <a:fillRect/>
          </a:stretch>
        </p:blipFill>
        <p:spPr>
          <a:xfrm>
            <a:off x="2174567" y="4060668"/>
            <a:ext cx="1080000" cy="1080000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0AEBB339-06D4-084E-BF47-04E58FE0756C}"/>
              </a:ext>
            </a:extLst>
          </p:cNvPr>
          <p:cNvPicPr>
            <a:picLocks/>
          </p:cNvPicPr>
          <p:nvPr/>
        </p:nvPicPr>
        <p:blipFill>
          <a:blip r:embed="rId8"/>
          <a:stretch>
            <a:fillRect/>
          </a:stretch>
        </p:blipFill>
        <p:spPr>
          <a:xfrm>
            <a:off x="8619785" y="2788747"/>
            <a:ext cx="1080000" cy="1080000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3072C9A4-0CFD-1E4F-844A-E628FF9A67AC}"/>
              </a:ext>
            </a:extLst>
          </p:cNvPr>
          <p:cNvPicPr>
            <a:picLocks/>
          </p:cNvPicPr>
          <p:nvPr/>
        </p:nvPicPr>
        <p:blipFill>
          <a:blip r:embed="rId9"/>
          <a:stretch>
            <a:fillRect/>
          </a:stretch>
        </p:blipFill>
        <p:spPr>
          <a:xfrm>
            <a:off x="7329756" y="2788747"/>
            <a:ext cx="1080000" cy="1080000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26235BAA-879C-A547-8E3B-48DC6082C59D}"/>
              </a:ext>
            </a:extLst>
          </p:cNvPr>
          <p:cNvPicPr>
            <a:picLocks/>
          </p:cNvPicPr>
          <p:nvPr/>
        </p:nvPicPr>
        <p:blipFill>
          <a:blip r:embed="rId10"/>
          <a:stretch>
            <a:fillRect/>
          </a:stretch>
        </p:blipFill>
        <p:spPr>
          <a:xfrm>
            <a:off x="6039675" y="2788747"/>
            <a:ext cx="1080000" cy="1080000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11223AA0-02A7-9346-B095-2527A93F0F36}"/>
              </a:ext>
            </a:extLst>
          </p:cNvPr>
          <p:cNvPicPr>
            <a:picLocks/>
          </p:cNvPicPr>
          <p:nvPr/>
        </p:nvPicPr>
        <p:blipFill>
          <a:blip r:embed="rId11"/>
          <a:stretch>
            <a:fillRect/>
          </a:stretch>
        </p:blipFill>
        <p:spPr>
          <a:xfrm>
            <a:off x="4744224" y="2792650"/>
            <a:ext cx="1080000" cy="1080000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1340CDDD-65AC-414D-B83B-73E77A0A892F}"/>
              </a:ext>
            </a:extLst>
          </p:cNvPr>
          <p:cNvPicPr>
            <a:picLocks/>
          </p:cNvPicPr>
          <p:nvPr/>
        </p:nvPicPr>
        <p:blipFill>
          <a:blip r:embed="rId12"/>
          <a:stretch>
            <a:fillRect/>
          </a:stretch>
        </p:blipFill>
        <p:spPr>
          <a:xfrm>
            <a:off x="3451432" y="2792650"/>
            <a:ext cx="1080000" cy="1080000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02FD0772-A867-C84D-B443-62D46101191D}"/>
              </a:ext>
            </a:extLst>
          </p:cNvPr>
          <p:cNvPicPr>
            <a:picLocks/>
          </p:cNvPicPr>
          <p:nvPr/>
        </p:nvPicPr>
        <p:blipFill>
          <a:blip r:embed="rId13"/>
          <a:stretch>
            <a:fillRect/>
          </a:stretch>
        </p:blipFill>
        <p:spPr>
          <a:xfrm>
            <a:off x="2158640" y="2792650"/>
            <a:ext cx="1080000" cy="1080000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41631E7C-BE29-2747-A6FB-D94AD2DD2AC1}"/>
              </a:ext>
            </a:extLst>
          </p:cNvPr>
          <p:cNvPicPr>
            <a:picLocks/>
          </p:cNvPicPr>
          <p:nvPr/>
        </p:nvPicPr>
        <p:blipFill>
          <a:blip r:embed="rId14"/>
          <a:stretch>
            <a:fillRect/>
          </a:stretch>
        </p:blipFill>
        <p:spPr>
          <a:xfrm>
            <a:off x="8622600" y="1525071"/>
            <a:ext cx="1080000" cy="1080000"/>
          </a:xfrm>
          <a:prstGeom prst="rect">
            <a:avLst/>
          </a:prstGeom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A20E74D6-1178-CB42-97D9-9C05C8536279}"/>
              </a:ext>
            </a:extLst>
          </p:cNvPr>
          <p:cNvPicPr>
            <a:picLocks/>
          </p:cNvPicPr>
          <p:nvPr/>
        </p:nvPicPr>
        <p:blipFill>
          <a:blip r:embed="rId15"/>
          <a:stretch>
            <a:fillRect/>
          </a:stretch>
        </p:blipFill>
        <p:spPr>
          <a:xfrm>
            <a:off x="7329808" y="1525071"/>
            <a:ext cx="1080000" cy="1080000"/>
          </a:xfrm>
          <a:prstGeom prst="rect">
            <a:avLst/>
          </a:prstGeom>
        </p:spPr>
      </p:pic>
      <p:pic>
        <p:nvPicPr>
          <p:cNvPr id="36" name="Picture 35">
            <a:extLst>
              <a:ext uri="{FF2B5EF4-FFF2-40B4-BE49-F238E27FC236}">
                <a16:creationId xmlns:a16="http://schemas.microsoft.com/office/drawing/2014/main" id="{FC565E2A-111B-3B4A-8D60-457282A06B69}"/>
              </a:ext>
            </a:extLst>
          </p:cNvPr>
          <p:cNvPicPr>
            <a:picLocks/>
          </p:cNvPicPr>
          <p:nvPr/>
        </p:nvPicPr>
        <p:blipFill>
          <a:blip r:embed="rId16"/>
          <a:stretch>
            <a:fillRect/>
          </a:stretch>
        </p:blipFill>
        <p:spPr>
          <a:xfrm>
            <a:off x="6037016" y="1525071"/>
            <a:ext cx="1080000" cy="1080000"/>
          </a:xfrm>
          <a:prstGeom prst="rect">
            <a:avLst/>
          </a:prstGeom>
        </p:spPr>
      </p:pic>
      <p:pic>
        <p:nvPicPr>
          <p:cNvPr id="38" name="Picture 37">
            <a:extLst>
              <a:ext uri="{FF2B5EF4-FFF2-40B4-BE49-F238E27FC236}">
                <a16:creationId xmlns:a16="http://schemas.microsoft.com/office/drawing/2014/main" id="{184FD918-BFFC-154E-BB11-F1AB7E55D022}"/>
              </a:ext>
            </a:extLst>
          </p:cNvPr>
          <p:cNvPicPr>
            <a:picLocks/>
          </p:cNvPicPr>
          <p:nvPr/>
        </p:nvPicPr>
        <p:blipFill>
          <a:blip r:embed="rId17"/>
          <a:stretch>
            <a:fillRect/>
          </a:stretch>
        </p:blipFill>
        <p:spPr>
          <a:xfrm>
            <a:off x="4744224" y="1525071"/>
            <a:ext cx="1080000" cy="1080000"/>
          </a:xfrm>
          <a:prstGeom prst="rect">
            <a:avLst/>
          </a:prstGeom>
        </p:spPr>
      </p:pic>
      <p:pic>
        <p:nvPicPr>
          <p:cNvPr id="40" name="Picture 39">
            <a:extLst>
              <a:ext uri="{FF2B5EF4-FFF2-40B4-BE49-F238E27FC236}">
                <a16:creationId xmlns:a16="http://schemas.microsoft.com/office/drawing/2014/main" id="{E0486E8D-791F-5A4D-AE8E-B9DF32EE43F1}"/>
              </a:ext>
            </a:extLst>
          </p:cNvPr>
          <p:cNvPicPr>
            <a:picLocks/>
          </p:cNvPicPr>
          <p:nvPr/>
        </p:nvPicPr>
        <p:blipFill>
          <a:blip r:embed="rId18"/>
          <a:stretch>
            <a:fillRect/>
          </a:stretch>
        </p:blipFill>
        <p:spPr>
          <a:xfrm>
            <a:off x="3451432" y="1525071"/>
            <a:ext cx="1080000" cy="1080000"/>
          </a:xfrm>
          <a:prstGeom prst="rect">
            <a:avLst/>
          </a:prstGeom>
        </p:spPr>
      </p:pic>
      <p:pic>
        <p:nvPicPr>
          <p:cNvPr id="42" name="Picture 41">
            <a:extLst>
              <a:ext uri="{FF2B5EF4-FFF2-40B4-BE49-F238E27FC236}">
                <a16:creationId xmlns:a16="http://schemas.microsoft.com/office/drawing/2014/main" id="{56B802A4-5137-5E43-8797-2161E9D4A75A}"/>
              </a:ext>
            </a:extLst>
          </p:cNvPr>
          <p:cNvPicPr>
            <a:picLocks/>
          </p:cNvPicPr>
          <p:nvPr/>
        </p:nvPicPr>
        <p:blipFill>
          <a:blip r:embed="rId19"/>
          <a:stretch>
            <a:fillRect/>
          </a:stretch>
        </p:blipFill>
        <p:spPr>
          <a:xfrm>
            <a:off x="2158640" y="1525071"/>
            <a:ext cx="1080000" cy="1080000"/>
          </a:xfrm>
          <a:prstGeom prst="rect">
            <a:avLst/>
          </a:prstGeom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BE7DD79-E585-4233-E371-AE1F49A189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PR04D</a:t>
            </a:r>
            <a:endParaRPr lang="en-CL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5D3E95E-A13A-DB05-C0B3-F01E248687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77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308272988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CF1109-51A3-C340-A77E-40F6D98283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1200" y="2857500"/>
            <a:ext cx="8229600" cy="1143000"/>
          </a:xfrm>
        </p:spPr>
        <p:txBody>
          <a:bodyPr>
            <a:normAutofit/>
          </a:bodyPr>
          <a:lstStyle/>
          <a:p>
            <a:r>
              <a:rPr lang="en-US" dirty="0"/>
              <a:t>TRAINING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C539B56-22B5-AF4E-9446-C5309E1461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0B2870-7350-8D40-A01A-CE539DF873CB}" type="slidenum">
              <a:rPr lang="en-US" smtClean="0"/>
              <a:t>78</a:t>
            </a:fld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BCF1746-4F57-32DB-3389-5E1C926726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PR04D</a:t>
            </a:r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1972384769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C2C375BE-37D3-8B4A-A4E6-489512B0D26F}"/>
              </a:ext>
            </a:extLst>
          </p:cNvPr>
          <p:cNvSpPr/>
          <p:nvPr/>
        </p:nvSpPr>
        <p:spPr>
          <a:xfrm>
            <a:off x="1910367" y="814838"/>
            <a:ext cx="8126569" cy="3652613"/>
          </a:xfrm>
          <a:prstGeom prst="roundRect">
            <a:avLst>
              <a:gd name="adj" fmla="val 4582"/>
            </a:avLst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C7B7354-CE54-5E42-8841-BB8FD49F4BB8}"/>
              </a:ext>
            </a:extLst>
          </p:cNvPr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6037016" y="3254292"/>
            <a:ext cx="1080000" cy="108000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D9403901-9FEB-1F4A-81FA-1267B1738925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7328739" y="3262537"/>
            <a:ext cx="1080000" cy="10800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FE6D5E80-24AA-384A-8FC2-09F404376EE3}"/>
              </a:ext>
            </a:extLst>
          </p:cNvPr>
          <p:cNvPicPr>
            <a:picLocks/>
          </p:cNvPicPr>
          <p:nvPr/>
        </p:nvPicPr>
        <p:blipFill>
          <a:blip r:embed="rId4"/>
          <a:stretch>
            <a:fillRect/>
          </a:stretch>
        </p:blipFill>
        <p:spPr>
          <a:xfrm>
            <a:off x="8619785" y="3254292"/>
            <a:ext cx="1080000" cy="108000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D38D0D28-D250-3D48-A9AA-8E2F42E54FC1}"/>
              </a:ext>
            </a:extLst>
          </p:cNvPr>
          <p:cNvPicPr>
            <a:picLocks/>
          </p:cNvPicPr>
          <p:nvPr/>
        </p:nvPicPr>
        <p:blipFill>
          <a:blip r:embed="rId5"/>
          <a:stretch>
            <a:fillRect/>
          </a:stretch>
        </p:blipFill>
        <p:spPr>
          <a:xfrm>
            <a:off x="4744224" y="3268873"/>
            <a:ext cx="1080000" cy="1080000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3DA1F969-94F9-FD4C-9BC8-1A2C812A6454}"/>
              </a:ext>
            </a:extLst>
          </p:cNvPr>
          <p:cNvPicPr>
            <a:picLocks/>
          </p:cNvPicPr>
          <p:nvPr/>
        </p:nvPicPr>
        <p:blipFill>
          <a:blip r:embed="rId6"/>
          <a:stretch>
            <a:fillRect/>
          </a:stretch>
        </p:blipFill>
        <p:spPr>
          <a:xfrm>
            <a:off x="3453750" y="3262537"/>
            <a:ext cx="1080000" cy="1080000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752D47F1-1C46-CF4B-98A3-34EC90467E84}"/>
              </a:ext>
            </a:extLst>
          </p:cNvPr>
          <p:cNvPicPr>
            <a:picLocks/>
          </p:cNvPicPr>
          <p:nvPr/>
        </p:nvPicPr>
        <p:blipFill>
          <a:blip r:embed="rId7"/>
          <a:stretch>
            <a:fillRect/>
          </a:stretch>
        </p:blipFill>
        <p:spPr>
          <a:xfrm>
            <a:off x="2174567" y="3262537"/>
            <a:ext cx="1080000" cy="1080000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0AEBB339-06D4-084E-BF47-04E58FE0756C}"/>
              </a:ext>
            </a:extLst>
          </p:cNvPr>
          <p:cNvPicPr>
            <a:picLocks/>
          </p:cNvPicPr>
          <p:nvPr/>
        </p:nvPicPr>
        <p:blipFill>
          <a:blip r:embed="rId8"/>
          <a:stretch>
            <a:fillRect/>
          </a:stretch>
        </p:blipFill>
        <p:spPr>
          <a:xfrm>
            <a:off x="8619785" y="2093648"/>
            <a:ext cx="1080000" cy="1080000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3072C9A4-0CFD-1E4F-844A-E628FF9A67AC}"/>
              </a:ext>
            </a:extLst>
          </p:cNvPr>
          <p:cNvPicPr>
            <a:picLocks/>
          </p:cNvPicPr>
          <p:nvPr/>
        </p:nvPicPr>
        <p:blipFill>
          <a:blip r:embed="rId9"/>
          <a:stretch>
            <a:fillRect/>
          </a:stretch>
        </p:blipFill>
        <p:spPr>
          <a:xfrm>
            <a:off x="7329756" y="2093648"/>
            <a:ext cx="1080000" cy="1080000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26235BAA-879C-A547-8E3B-48DC6082C59D}"/>
              </a:ext>
            </a:extLst>
          </p:cNvPr>
          <p:cNvPicPr>
            <a:picLocks/>
          </p:cNvPicPr>
          <p:nvPr/>
        </p:nvPicPr>
        <p:blipFill>
          <a:blip r:embed="rId10"/>
          <a:stretch>
            <a:fillRect/>
          </a:stretch>
        </p:blipFill>
        <p:spPr>
          <a:xfrm>
            <a:off x="6039675" y="2093648"/>
            <a:ext cx="1080000" cy="1080000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11223AA0-02A7-9346-B095-2527A93F0F36}"/>
              </a:ext>
            </a:extLst>
          </p:cNvPr>
          <p:cNvPicPr>
            <a:picLocks/>
          </p:cNvPicPr>
          <p:nvPr/>
        </p:nvPicPr>
        <p:blipFill>
          <a:blip r:embed="rId11"/>
          <a:stretch>
            <a:fillRect/>
          </a:stretch>
        </p:blipFill>
        <p:spPr>
          <a:xfrm>
            <a:off x="4744224" y="2097551"/>
            <a:ext cx="1080000" cy="1080000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1340CDDD-65AC-414D-B83B-73E77A0A892F}"/>
              </a:ext>
            </a:extLst>
          </p:cNvPr>
          <p:cNvPicPr>
            <a:picLocks/>
          </p:cNvPicPr>
          <p:nvPr/>
        </p:nvPicPr>
        <p:blipFill>
          <a:blip r:embed="rId12"/>
          <a:stretch>
            <a:fillRect/>
          </a:stretch>
        </p:blipFill>
        <p:spPr>
          <a:xfrm>
            <a:off x="3451432" y="2097551"/>
            <a:ext cx="1080000" cy="1080000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02FD0772-A867-C84D-B443-62D46101191D}"/>
              </a:ext>
            </a:extLst>
          </p:cNvPr>
          <p:cNvPicPr>
            <a:picLocks/>
          </p:cNvPicPr>
          <p:nvPr/>
        </p:nvPicPr>
        <p:blipFill>
          <a:blip r:embed="rId13"/>
          <a:stretch>
            <a:fillRect/>
          </a:stretch>
        </p:blipFill>
        <p:spPr>
          <a:xfrm>
            <a:off x="2158640" y="2097551"/>
            <a:ext cx="1080000" cy="1080000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41631E7C-BE29-2747-A6FB-D94AD2DD2AC1}"/>
              </a:ext>
            </a:extLst>
          </p:cNvPr>
          <p:cNvPicPr>
            <a:picLocks/>
          </p:cNvPicPr>
          <p:nvPr/>
        </p:nvPicPr>
        <p:blipFill>
          <a:blip r:embed="rId14"/>
          <a:stretch>
            <a:fillRect/>
          </a:stretch>
        </p:blipFill>
        <p:spPr>
          <a:xfrm>
            <a:off x="8622600" y="933004"/>
            <a:ext cx="1080000" cy="1080000"/>
          </a:xfrm>
          <a:prstGeom prst="rect">
            <a:avLst/>
          </a:prstGeom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A20E74D6-1178-CB42-97D9-9C05C8536279}"/>
              </a:ext>
            </a:extLst>
          </p:cNvPr>
          <p:cNvPicPr>
            <a:picLocks/>
          </p:cNvPicPr>
          <p:nvPr/>
        </p:nvPicPr>
        <p:blipFill>
          <a:blip r:embed="rId15"/>
          <a:stretch>
            <a:fillRect/>
          </a:stretch>
        </p:blipFill>
        <p:spPr>
          <a:xfrm>
            <a:off x="7329808" y="933004"/>
            <a:ext cx="1080000" cy="1080000"/>
          </a:xfrm>
          <a:prstGeom prst="rect">
            <a:avLst/>
          </a:prstGeom>
        </p:spPr>
      </p:pic>
      <p:pic>
        <p:nvPicPr>
          <p:cNvPr id="36" name="Picture 35">
            <a:extLst>
              <a:ext uri="{FF2B5EF4-FFF2-40B4-BE49-F238E27FC236}">
                <a16:creationId xmlns:a16="http://schemas.microsoft.com/office/drawing/2014/main" id="{FC565E2A-111B-3B4A-8D60-457282A06B69}"/>
              </a:ext>
            </a:extLst>
          </p:cNvPr>
          <p:cNvPicPr>
            <a:picLocks/>
          </p:cNvPicPr>
          <p:nvPr/>
        </p:nvPicPr>
        <p:blipFill>
          <a:blip r:embed="rId16"/>
          <a:stretch>
            <a:fillRect/>
          </a:stretch>
        </p:blipFill>
        <p:spPr>
          <a:xfrm>
            <a:off x="6037016" y="933004"/>
            <a:ext cx="1080000" cy="1080000"/>
          </a:xfrm>
          <a:prstGeom prst="rect">
            <a:avLst/>
          </a:prstGeom>
        </p:spPr>
      </p:pic>
      <p:pic>
        <p:nvPicPr>
          <p:cNvPr id="38" name="Picture 37">
            <a:extLst>
              <a:ext uri="{FF2B5EF4-FFF2-40B4-BE49-F238E27FC236}">
                <a16:creationId xmlns:a16="http://schemas.microsoft.com/office/drawing/2014/main" id="{184FD918-BFFC-154E-BB11-F1AB7E55D022}"/>
              </a:ext>
            </a:extLst>
          </p:cNvPr>
          <p:cNvPicPr>
            <a:picLocks/>
          </p:cNvPicPr>
          <p:nvPr/>
        </p:nvPicPr>
        <p:blipFill>
          <a:blip r:embed="rId17"/>
          <a:stretch>
            <a:fillRect/>
          </a:stretch>
        </p:blipFill>
        <p:spPr>
          <a:xfrm>
            <a:off x="4744224" y="933004"/>
            <a:ext cx="1080000" cy="1080000"/>
          </a:xfrm>
          <a:prstGeom prst="rect">
            <a:avLst/>
          </a:prstGeom>
        </p:spPr>
      </p:pic>
      <p:pic>
        <p:nvPicPr>
          <p:cNvPr id="40" name="Picture 39">
            <a:extLst>
              <a:ext uri="{FF2B5EF4-FFF2-40B4-BE49-F238E27FC236}">
                <a16:creationId xmlns:a16="http://schemas.microsoft.com/office/drawing/2014/main" id="{E0486E8D-791F-5A4D-AE8E-B9DF32EE43F1}"/>
              </a:ext>
            </a:extLst>
          </p:cNvPr>
          <p:cNvPicPr>
            <a:picLocks/>
          </p:cNvPicPr>
          <p:nvPr/>
        </p:nvPicPr>
        <p:blipFill>
          <a:blip r:embed="rId18"/>
          <a:stretch>
            <a:fillRect/>
          </a:stretch>
        </p:blipFill>
        <p:spPr>
          <a:xfrm>
            <a:off x="3451432" y="933004"/>
            <a:ext cx="1080000" cy="1080000"/>
          </a:xfrm>
          <a:prstGeom prst="rect">
            <a:avLst/>
          </a:prstGeom>
        </p:spPr>
      </p:pic>
      <p:pic>
        <p:nvPicPr>
          <p:cNvPr id="42" name="Picture 41">
            <a:extLst>
              <a:ext uri="{FF2B5EF4-FFF2-40B4-BE49-F238E27FC236}">
                <a16:creationId xmlns:a16="http://schemas.microsoft.com/office/drawing/2014/main" id="{56B802A4-5137-5E43-8797-2161E9D4A75A}"/>
              </a:ext>
            </a:extLst>
          </p:cNvPr>
          <p:cNvPicPr>
            <a:picLocks/>
          </p:cNvPicPr>
          <p:nvPr/>
        </p:nvPicPr>
        <p:blipFill>
          <a:blip r:embed="rId19"/>
          <a:stretch>
            <a:fillRect/>
          </a:stretch>
        </p:blipFill>
        <p:spPr>
          <a:xfrm>
            <a:off x="2158640" y="933004"/>
            <a:ext cx="1080000" cy="1080000"/>
          </a:xfrm>
          <a:prstGeom prst="rect">
            <a:avLst/>
          </a:prstGeom>
        </p:spPr>
      </p:pic>
      <p:sp>
        <p:nvSpPr>
          <p:cNvPr id="21" name="Slide Number Placeholder 3">
            <a:extLst>
              <a:ext uri="{FF2B5EF4-FFF2-40B4-BE49-F238E27FC236}">
                <a16:creationId xmlns:a16="http://schemas.microsoft.com/office/drawing/2014/main" id="{F15CB502-09E8-0E42-ABC1-1E8CCA3510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077200" y="6356351"/>
            <a:ext cx="2133600" cy="365125"/>
          </a:xfrm>
        </p:spPr>
        <p:txBody>
          <a:bodyPr/>
          <a:lstStyle/>
          <a:p>
            <a:fld id="{9C0B2870-7350-8D40-A01A-CE539DF873CB}" type="slidenum">
              <a:rPr lang="en-US" smtClean="0"/>
              <a:t>79</a:t>
            </a:fld>
            <a:endParaRPr 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1DFFE14-E0FA-9A48-9951-D50AFA24835B}"/>
              </a:ext>
            </a:extLst>
          </p:cNvPr>
          <p:cNvSpPr txBox="1"/>
          <p:nvPr/>
        </p:nvSpPr>
        <p:spPr>
          <a:xfrm>
            <a:off x="2124232" y="278486"/>
            <a:ext cx="12634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Gill Sans MT" panose="020B0502020104020203" pitchFamily="34" charset="77"/>
              </a:rPr>
              <a:t>TRAINING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D4B70EA5-9CBE-4344-8EEA-DC6DEEE55001}"/>
              </a:ext>
            </a:extLst>
          </p:cNvPr>
          <p:cNvGrpSpPr/>
          <p:nvPr/>
        </p:nvGrpSpPr>
        <p:grpSpPr>
          <a:xfrm>
            <a:off x="1807333" y="4467452"/>
            <a:ext cx="2086377" cy="1730061"/>
            <a:chOff x="283332" y="4467451"/>
            <a:chExt cx="2086377" cy="1730061"/>
          </a:xfrm>
        </p:grpSpPr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CEF2EA7D-A7A8-7645-A214-C53E9776CB63}"/>
                </a:ext>
              </a:extLst>
            </p:cNvPr>
            <p:cNvSpPr/>
            <p:nvPr/>
          </p:nvSpPr>
          <p:spPr>
            <a:xfrm>
              <a:off x="283332" y="5270233"/>
              <a:ext cx="2086377" cy="927279"/>
            </a:xfrm>
            <a:prstGeom prst="rect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err="1">
                  <a:latin typeface="Gill Sans MT" panose="020B0502020104020203" pitchFamily="34" charset="77"/>
                </a:rPr>
                <a:t>HoG</a:t>
              </a:r>
              <a:r>
                <a:rPr lang="en-US" dirty="0">
                  <a:latin typeface="Gill Sans MT" panose="020B0502020104020203" pitchFamily="34" charset="77"/>
                </a:rPr>
                <a:t> de </a:t>
              </a:r>
              <a:r>
                <a:rPr lang="en-US" dirty="0" err="1">
                  <a:latin typeface="Gill Sans MT" panose="020B0502020104020203" pitchFamily="34" charset="77"/>
                </a:rPr>
                <a:t>cada</a:t>
              </a:r>
              <a:r>
                <a:rPr lang="en-US" dirty="0">
                  <a:latin typeface="Gill Sans MT" panose="020B0502020104020203" pitchFamily="34" charset="77"/>
                </a:rPr>
                <a:t> una </a:t>
              </a:r>
            </a:p>
            <a:p>
              <a:pPr algn="ctr"/>
              <a:r>
                <a:rPr lang="en-US" dirty="0">
                  <a:latin typeface="Gill Sans MT" panose="020B0502020104020203" pitchFamily="34" charset="77"/>
                </a:rPr>
                <a:t>de los </a:t>
              </a:r>
              <a:r>
                <a:rPr lang="en-US" dirty="0" err="1">
                  <a:latin typeface="Gill Sans MT" panose="020B0502020104020203" pitchFamily="34" charset="77"/>
                </a:rPr>
                <a:t>Tigres</a:t>
              </a:r>
              <a:endParaRPr lang="en-US" dirty="0">
                <a:latin typeface="Gill Sans MT" panose="020B0502020104020203" pitchFamily="34" charset="77"/>
              </a:endParaRPr>
            </a:p>
          </p:txBody>
        </p:sp>
        <p:cxnSp>
          <p:nvCxnSpPr>
            <p:cNvPr id="27" name="Straight Arrow Connector 26">
              <a:extLst>
                <a:ext uri="{FF2B5EF4-FFF2-40B4-BE49-F238E27FC236}">
                  <a16:creationId xmlns:a16="http://schemas.microsoft.com/office/drawing/2014/main" id="{E8293395-C1F9-1A46-9755-893B2EE17C52}"/>
                </a:ext>
              </a:extLst>
            </p:cNvPr>
            <p:cNvCxnSpPr>
              <a:cxnSpLocks/>
            </p:cNvCxnSpPr>
            <p:nvPr/>
          </p:nvCxnSpPr>
          <p:spPr>
            <a:xfrm>
              <a:off x="1326521" y="4467451"/>
              <a:ext cx="0" cy="79200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BAE7F39E-6D91-E44C-91D4-73443AB4283D}"/>
              </a:ext>
            </a:extLst>
          </p:cNvPr>
          <p:cNvGrpSpPr/>
          <p:nvPr/>
        </p:nvGrpSpPr>
        <p:grpSpPr>
          <a:xfrm>
            <a:off x="3893710" y="5270233"/>
            <a:ext cx="1584103" cy="927279"/>
            <a:chOff x="2369709" y="5270232"/>
            <a:chExt cx="1584103" cy="927279"/>
          </a:xfrm>
        </p:grpSpPr>
        <p:cxnSp>
          <p:nvCxnSpPr>
            <p:cNvPr id="29" name="Straight Arrow Connector 28">
              <a:extLst>
                <a:ext uri="{FF2B5EF4-FFF2-40B4-BE49-F238E27FC236}">
                  <a16:creationId xmlns:a16="http://schemas.microsoft.com/office/drawing/2014/main" id="{07D72EC7-34ED-9442-B6F4-F0C921C7AEF3}"/>
                </a:ext>
              </a:extLst>
            </p:cNvPr>
            <p:cNvCxnSpPr>
              <a:cxnSpLocks/>
              <a:stCxn id="25" idx="3"/>
              <a:endCxn id="31" idx="1"/>
            </p:cNvCxnSpPr>
            <p:nvPr/>
          </p:nvCxnSpPr>
          <p:spPr>
            <a:xfrm flipV="1">
              <a:off x="2369709" y="5733872"/>
              <a:ext cx="304803" cy="1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998CA034-6C1A-D547-808C-2FCFF411ED21}"/>
                </a:ext>
              </a:extLst>
            </p:cNvPr>
            <p:cNvSpPr/>
            <p:nvPr/>
          </p:nvSpPr>
          <p:spPr>
            <a:xfrm>
              <a:off x="2674512" y="5270232"/>
              <a:ext cx="1279300" cy="927279"/>
            </a:xfrm>
            <a:prstGeom prst="rect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latin typeface="Gill Sans MT" panose="020B0502020104020203" pitchFamily="34" charset="77"/>
                </a:rPr>
                <a:t>K-means de </a:t>
              </a:r>
              <a:r>
                <a:rPr lang="en-US" dirty="0" err="1">
                  <a:latin typeface="Gill Sans MT" panose="020B0502020104020203" pitchFamily="34" charset="77"/>
                </a:rPr>
                <a:t>todos</a:t>
              </a:r>
              <a:r>
                <a:rPr lang="en-US" dirty="0">
                  <a:latin typeface="Gill Sans MT" panose="020B0502020104020203" pitchFamily="34" charset="77"/>
                </a:rPr>
                <a:t> </a:t>
              </a:r>
              <a:r>
                <a:rPr lang="en-US" dirty="0" err="1">
                  <a:latin typeface="Gill Sans MT" panose="020B0502020104020203" pitchFamily="34" charset="77"/>
                </a:rPr>
                <a:t>los</a:t>
              </a:r>
              <a:r>
                <a:rPr lang="en-US" dirty="0">
                  <a:latin typeface="Gill Sans MT" panose="020B0502020104020203" pitchFamily="34" charset="77"/>
                </a:rPr>
                <a:t> </a:t>
              </a:r>
              <a:r>
                <a:rPr lang="en-US" dirty="0" err="1">
                  <a:latin typeface="Gill Sans MT" panose="020B0502020104020203" pitchFamily="34" charset="77"/>
                </a:rPr>
                <a:t>HoG</a:t>
              </a:r>
              <a:endParaRPr lang="en-US" dirty="0">
                <a:latin typeface="Gill Sans MT" panose="020B0502020104020203" pitchFamily="34" charset="77"/>
              </a:endParaRPr>
            </a:p>
          </p:txBody>
        </p:sp>
      </p:grp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C2DB8B1E-2E25-E746-993A-0225D9AE677B}"/>
              </a:ext>
            </a:extLst>
          </p:cNvPr>
          <p:cNvCxnSpPr>
            <a:cxnSpLocks/>
            <a:endCxn id="35" idx="1"/>
          </p:cNvCxnSpPr>
          <p:nvPr/>
        </p:nvCxnSpPr>
        <p:spPr>
          <a:xfrm>
            <a:off x="5477812" y="5670102"/>
            <a:ext cx="61818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35" name="Table 34">
            <a:extLst>
              <a:ext uri="{FF2B5EF4-FFF2-40B4-BE49-F238E27FC236}">
                <a16:creationId xmlns:a16="http://schemas.microsoft.com/office/drawing/2014/main" id="{AAC320BB-3F42-AA46-9F2D-EE4A0F3A7074}"/>
              </a:ext>
            </a:extLst>
          </p:cNvPr>
          <p:cNvGraphicFramePr>
            <a:graphicFrameLocks noGrp="1"/>
          </p:cNvGraphicFramePr>
          <p:nvPr/>
        </p:nvGraphicFramePr>
        <p:xfrm>
          <a:off x="6096000" y="5055156"/>
          <a:ext cx="2973190" cy="128016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29731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731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731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9731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9731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9731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9731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297319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297319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297319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139916"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9916"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34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34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9916"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34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34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39916"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29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34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39916"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34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34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39916"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pic>
        <p:nvPicPr>
          <p:cNvPr id="39" name="Picture 38">
            <a:extLst>
              <a:ext uri="{FF2B5EF4-FFF2-40B4-BE49-F238E27FC236}">
                <a16:creationId xmlns:a16="http://schemas.microsoft.com/office/drawing/2014/main" id="{D2C2DC59-E3D1-DB4A-8372-9CA016217994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6096000" y="4647910"/>
            <a:ext cx="342900" cy="317500"/>
          </a:xfrm>
          <a:prstGeom prst="rect">
            <a:avLst/>
          </a:prstGeom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ED369B7-91AB-5BC6-1DEF-5CBCBCC58E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PR04D</a:t>
            </a:r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28413545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C2C375BE-37D3-8B4A-A4E6-489512B0D26F}"/>
              </a:ext>
            </a:extLst>
          </p:cNvPr>
          <p:cNvSpPr/>
          <p:nvPr/>
        </p:nvSpPr>
        <p:spPr>
          <a:xfrm>
            <a:off x="1910367" y="814838"/>
            <a:ext cx="8126569" cy="3652613"/>
          </a:xfrm>
          <a:prstGeom prst="roundRect">
            <a:avLst>
              <a:gd name="adj" fmla="val 4582"/>
            </a:avLst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C7B7354-CE54-5E42-8841-BB8FD49F4BB8}"/>
              </a:ext>
            </a:extLst>
          </p:cNvPr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6037016" y="3254292"/>
            <a:ext cx="1080000" cy="108000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D9403901-9FEB-1F4A-81FA-1267B1738925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7328739" y="3262537"/>
            <a:ext cx="1080000" cy="10800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FE6D5E80-24AA-384A-8FC2-09F404376EE3}"/>
              </a:ext>
            </a:extLst>
          </p:cNvPr>
          <p:cNvPicPr>
            <a:picLocks/>
          </p:cNvPicPr>
          <p:nvPr/>
        </p:nvPicPr>
        <p:blipFill>
          <a:blip r:embed="rId4"/>
          <a:stretch>
            <a:fillRect/>
          </a:stretch>
        </p:blipFill>
        <p:spPr>
          <a:xfrm>
            <a:off x="8619785" y="3254292"/>
            <a:ext cx="1080000" cy="108000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D38D0D28-D250-3D48-A9AA-8E2F42E54FC1}"/>
              </a:ext>
            </a:extLst>
          </p:cNvPr>
          <p:cNvPicPr>
            <a:picLocks/>
          </p:cNvPicPr>
          <p:nvPr/>
        </p:nvPicPr>
        <p:blipFill>
          <a:blip r:embed="rId5"/>
          <a:stretch>
            <a:fillRect/>
          </a:stretch>
        </p:blipFill>
        <p:spPr>
          <a:xfrm>
            <a:off x="4744224" y="3268873"/>
            <a:ext cx="1080000" cy="1080000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3DA1F969-94F9-FD4C-9BC8-1A2C812A6454}"/>
              </a:ext>
            </a:extLst>
          </p:cNvPr>
          <p:cNvPicPr>
            <a:picLocks/>
          </p:cNvPicPr>
          <p:nvPr/>
        </p:nvPicPr>
        <p:blipFill>
          <a:blip r:embed="rId6"/>
          <a:stretch>
            <a:fillRect/>
          </a:stretch>
        </p:blipFill>
        <p:spPr>
          <a:xfrm>
            <a:off x="3453750" y="3262537"/>
            <a:ext cx="1080000" cy="1080000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752D47F1-1C46-CF4B-98A3-34EC90467E84}"/>
              </a:ext>
            </a:extLst>
          </p:cNvPr>
          <p:cNvPicPr>
            <a:picLocks/>
          </p:cNvPicPr>
          <p:nvPr/>
        </p:nvPicPr>
        <p:blipFill>
          <a:blip r:embed="rId7"/>
          <a:stretch>
            <a:fillRect/>
          </a:stretch>
        </p:blipFill>
        <p:spPr>
          <a:xfrm>
            <a:off x="2174567" y="3262537"/>
            <a:ext cx="1080000" cy="1080000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0AEBB339-06D4-084E-BF47-04E58FE0756C}"/>
              </a:ext>
            </a:extLst>
          </p:cNvPr>
          <p:cNvPicPr>
            <a:picLocks/>
          </p:cNvPicPr>
          <p:nvPr/>
        </p:nvPicPr>
        <p:blipFill>
          <a:blip r:embed="rId8"/>
          <a:stretch>
            <a:fillRect/>
          </a:stretch>
        </p:blipFill>
        <p:spPr>
          <a:xfrm>
            <a:off x="8619785" y="2093648"/>
            <a:ext cx="1080000" cy="1080000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3072C9A4-0CFD-1E4F-844A-E628FF9A67AC}"/>
              </a:ext>
            </a:extLst>
          </p:cNvPr>
          <p:cNvPicPr>
            <a:picLocks/>
          </p:cNvPicPr>
          <p:nvPr/>
        </p:nvPicPr>
        <p:blipFill>
          <a:blip r:embed="rId9"/>
          <a:stretch>
            <a:fillRect/>
          </a:stretch>
        </p:blipFill>
        <p:spPr>
          <a:xfrm>
            <a:off x="7329756" y="2093648"/>
            <a:ext cx="1080000" cy="1080000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26235BAA-879C-A547-8E3B-48DC6082C59D}"/>
              </a:ext>
            </a:extLst>
          </p:cNvPr>
          <p:cNvPicPr>
            <a:picLocks/>
          </p:cNvPicPr>
          <p:nvPr/>
        </p:nvPicPr>
        <p:blipFill>
          <a:blip r:embed="rId10"/>
          <a:stretch>
            <a:fillRect/>
          </a:stretch>
        </p:blipFill>
        <p:spPr>
          <a:xfrm>
            <a:off x="6039675" y="2093648"/>
            <a:ext cx="1080000" cy="1080000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11223AA0-02A7-9346-B095-2527A93F0F36}"/>
              </a:ext>
            </a:extLst>
          </p:cNvPr>
          <p:cNvPicPr>
            <a:picLocks/>
          </p:cNvPicPr>
          <p:nvPr/>
        </p:nvPicPr>
        <p:blipFill>
          <a:blip r:embed="rId11"/>
          <a:stretch>
            <a:fillRect/>
          </a:stretch>
        </p:blipFill>
        <p:spPr>
          <a:xfrm>
            <a:off x="4744224" y="2097551"/>
            <a:ext cx="1080000" cy="1080000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1340CDDD-65AC-414D-B83B-73E77A0A892F}"/>
              </a:ext>
            </a:extLst>
          </p:cNvPr>
          <p:cNvPicPr>
            <a:picLocks/>
          </p:cNvPicPr>
          <p:nvPr/>
        </p:nvPicPr>
        <p:blipFill>
          <a:blip r:embed="rId12"/>
          <a:stretch>
            <a:fillRect/>
          </a:stretch>
        </p:blipFill>
        <p:spPr>
          <a:xfrm>
            <a:off x="3451432" y="2097551"/>
            <a:ext cx="1080000" cy="1080000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02FD0772-A867-C84D-B443-62D46101191D}"/>
              </a:ext>
            </a:extLst>
          </p:cNvPr>
          <p:cNvPicPr>
            <a:picLocks/>
          </p:cNvPicPr>
          <p:nvPr/>
        </p:nvPicPr>
        <p:blipFill>
          <a:blip r:embed="rId13"/>
          <a:stretch>
            <a:fillRect/>
          </a:stretch>
        </p:blipFill>
        <p:spPr>
          <a:xfrm>
            <a:off x="2158640" y="2097551"/>
            <a:ext cx="1080000" cy="1080000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41631E7C-BE29-2747-A6FB-D94AD2DD2AC1}"/>
              </a:ext>
            </a:extLst>
          </p:cNvPr>
          <p:cNvPicPr>
            <a:picLocks/>
          </p:cNvPicPr>
          <p:nvPr/>
        </p:nvPicPr>
        <p:blipFill>
          <a:blip r:embed="rId14"/>
          <a:stretch>
            <a:fillRect/>
          </a:stretch>
        </p:blipFill>
        <p:spPr>
          <a:xfrm>
            <a:off x="8622600" y="933004"/>
            <a:ext cx="1080000" cy="1080000"/>
          </a:xfrm>
          <a:prstGeom prst="rect">
            <a:avLst/>
          </a:prstGeom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A20E74D6-1178-CB42-97D9-9C05C8536279}"/>
              </a:ext>
            </a:extLst>
          </p:cNvPr>
          <p:cNvPicPr>
            <a:picLocks/>
          </p:cNvPicPr>
          <p:nvPr/>
        </p:nvPicPr>
        <p:blipFill>
          <a:blip r:embed="rId15"/>
          <a:stretch>
            <a:fillRect/>
          </a:stretch>
        </p:blipFill>
        <p:spPr>
          <a:xfrm>
            <a:off x="7329808" y="933004"/>
            <a:ext cx="1080000" cy="1080000"/>
          </a:xfrm>
          <a:prstGeom prst="rect">
            <a:avLst/>
          </a:prstGeom>
        </p:spPr>
      </p:pic>
      <p:pic>
        <p:nvPicPr>
          <p:cNvPr id="36" name="Picture 35">
            <a:extLst>
              <a:ext uri="{FF2B5EF4-FFF2-40B4-BE49-F238E27FC236}">
                <a16:creationId xmlns:a16="http://schemas.microsoft.com/office/drawing/2014/main" id="{FC565E2A-111B-3B4A-8D60-457282A06B69}"/>
              </a:ext>
            </a:extLst>
          </p:cNvPr>
          <p:cNvPicPr>
            <a:picLocks/>
          </p:cNvPicPr>
          <p:nvPr/>
        </p:nvPicPr>
        <p:blipFill>
          <a:blip r:embed="rId16"/>
          <a:stretch>
            <a:fillRect/>
          </a:stretch>
        </p:blipFill>
        <p:spPr>
          <a:xfrm>
            <a:off x="6037016" y="933004"/>
            <a:ext cx="1080000" cy="1080000"/>
          </a:xfrm>
          <a:prstGeom prst="rect">
            <a:avLst/>
          </a:prstGeom>
        </p:spPr>
      </p:pic>
      <p:pic>
        <p:nvPicPr>
          <p:cNvPr id="38" name="Picture 37">
            <a:extLst>
              <a:ext uri="{FF2B5EF4-FFF2-40B4-BE49-F238E27FC236}">
                <a16:creationId xmlns:a16="http://schemas.microsoft.com/office/drawing/2014/main" id="{184FD918-BFFC-154E-BB11-F1AB7E55D022}"/>
              </a:ext>
            </a:extLst>
          </p:cNvPr>
          <p:cNvPicPr>
            <a:picLocks/>
          </p:cNvPicPr>
          <p:nvPr/>
        </p:nvPicPr>
        <p:blipFill>
          <a:blip r:embed="rId17"/>
          <a:stretch>
            <a:fillRect/>
          </a:stretch>
        </p:blipFill>
        <p:spPr>
          <a:xfrm>
            <a:off x="4744224" y="933004"/>
            <a:ext cx="1080000" cy="1080000"/>
          </a:xfrm>
          <a:prstGeom prst="rect">
            <a:avLst/>
          </a:prstGeom>
        </p:spPr>
      </p:pic>
      <p:pic>
        <p:nvPicPr>
          <p:cNvPr id="40" name="Picture 39">
            <a:extLst>
              <a:ext uri="{FF2B5EF4-FFF2-40B4-BE49-F238E27FC236}">
                <a16:creationId xmlns:a16="http://schemas.microsoft.com/office/drawing/2014/main" id="{E0486E8D-791F-5A4D-AE8E-B9DF32EE43F1}"/>
              </a:ext>
            </a:extLst>
          </p:cNvPr>
          <p:cNvPicPr>
            <a:picLocks/>
          </p:cNvPicPr>
          <p:nvPr/>
        </p:nvPicPr>
        <p:blipFill>
          <a:blip r:embed="rId18"/>
          <a:stretch>
            <a:fillRect/>
          </a:stretch>
        </p:blipFill>
        <p:spPr>
          <a:xfrm>
            <a:off x="3451432" y="933004"/>
            <a:ext cx="1080000" cy="1080000"/>
          </a:xfrm>
          <a:prstGeom prst="rect">
            <a:avLst/>
          </a:prstGeom>
        </p:spPr>
      </p:pic>
      <p:pic>
        <p:nvPicPr>
          <p:cNvPr id="42" name="Picture 41">
            <a:extLst>
              <a:ext uri="{FF2B5EF4-FFF2-40B4-BE49-F238E27FC236}">
                <a16:creationId xmlns:a16="http://schemas.microsoft.com/office/drawing/2014/main" id="{56B802A4-5137-5E43-8797-2161E9D4A75A}"/>
              </a:ext>
            </a:extLst>
          </p:cNvPr>
          <p:cNvPicPr>
            <a:picLocks/>
          </p:cNvPicPr>
          <p:nvPr/>
        </p:nvPicPr>
        <p:blipFill>
          <a:blip r:embed="rId19"/>
          <a:stretch>
            <a:fillRect/>
          </a:stretch>
        </p:blipFill>
        <p:spPr>
          <a:xfrm>
            <a:off x="2158640" y="933004"/>
            <a:ext cx="1080000" cy="1080000"/>
          </a:xfrm>
          <a:prstGeom prst="rect">
            <a:avLst/>
          </a:prstGeom>
        </p:spPr>
      </p:pic>
      <p:sp>
        <p:nvSpPr>
          <p:cNvPr id="21" name="Slide Number Placeholder 3">
            <a:extLst>
              <a:ext uri="{FF2B5EF4-FFF2-40B4-BE49-F238E27FC236}">
                <a16:creationId xmlns:a16="http://schemas.microsoft.com/office/drawing/2014/main" id="{F15CB502-09E8-0E42-ABC1-1E8CCA3510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077200" y="6356351"/>
            <a:ext cx="2133600" cy="365125"/>
          </a:xfrm>
        </p:spPr>
        <p:txBody>
          <a:bodyPr/>
          <a:lstStyle/>
          <a:p>
            <a:fld id="{9C0B2870-7350-8D40-A01A-CE539DF873CB}" type="slidenum">
              <a:rPr lang="en-US" smtClean="0"/>
              <a:t>80</a:t>
            </a:fld>
            <a:endParaRPr 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1DFFE14-E0FA-9A48-9951-D50AFA24835B}"/>
              </a:ext>
            </a:extLst>
          </p:cNvPr>
          <p:cNvSpPr txBox="1"/>
          <p:nvPr/>
        </p:nvSpPr>
        <p:spPr>
          <a:xfrm>
            <a:off x="2124232" y="278486"/>
            <a:ext cx="12634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Gill Sans MT" panose="020B0502020104020203" pitchFamily="34" charset="77"/>
              </a:rPr>
              <a:t>TRAINING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D4B70EA5-9CBE-4344-8EEA-DC6DEEE55001}"/>
              </a:ext>
            </a:extLst>
          </p:cNvPr>
          <p:cNvGrpSpPr/>
          <p:nvPr/>
        </p:nvGrpSpPr>
        <p:grpSpPr>
          <a:xfrm>
            <a:off x="1807333" y="4467452"/>
            <a:ext cx="2086377" cy="1730061"/>
            <a:chOff x="283332" y="4467451"/>
            <a:chExt cx="2086377" cy="1730061"/>
          </a:xfrm>
        </p:grpSpPr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CEF2EA7D-A7A8-7645-A214-C53E9776CB63}"/>
                </a:ext>
              </a:extLst>
            </p:cNvPr>
            <p:cNvSpPr/>
            <p:nvPr/>
          </p:nvSpPr>
          <p:spPr>
            <a:xfrm>
              <a:off x="283332" y="5270233"/>
              <a:ext cx="2086377" cy="927279"/>
            </a:xfrm>
            <a:prstGeom prst="rect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err="1">
                  <a:latin typeface="Gill Sans MT" panose="020B0502020104020203" pitchFamily="34" charset="77"/>
                </a:rPr>
                <a:t>HoG</a:t>
              </a:r>
              <a:r>
                <a:rPr lang="en-US" dirty="0">
                  <a:latin typeface="Gill Sans MT" panose="020B0502020104020203" pitchFamily="34" charset="77"/>
                </a:rPr>
                <a:t> de </a:t>
              </a:r>
              <a:r>
                <a:rPr lang="en-US" dirty="0" err="1">
                  <a:latin typeface="Gill Sans MT" panose="020B0502020104020203" pitchFamily="34" charset="77"/>
                </a:rPr>
                <a:t>cada</a:t>
              </a:r>
              <a:r>
                <a:rPr lang="en-US" dirty="0">
                  <a:latin typeface="Gill Sans MT" panose="020B0502020104020203" pitchFamily="34" charset="77"/>
                </a:rPr>
                <a:t> una </a:t>
              </a:r>
            </a:p>
            <a:p>
              <a:pPr algn="ctr"/>
              <a:r>
                <a:rPr lang="en-US" dirty="0">
                  <a:latin typeface="Gill Sans MT" panose="020B0502020104020203" pitchFamily="34" charset="77"/>
                </a:rPr>
                <a:t>de los </a:t>
              </a:r>
              <a:r>
                <a:rPr lang="en-US" dirty="0" err="1">
                  <a:latin typeface="Gill Sans MT" panose="020B0502020104020203" pitchFamily="34" charset="77"/>
                </a:rPr>
                <a:t>Tigres</a:t>
              </a:r>
              <a:endParaRPr lang="en-US" dirty="0">
                <a:latin typeface="Gill Sans MT" panose="020B0502020104020203" pitchFamily="34" charset="77"/>
              </a:endParaRPr>
            </a:p>
          </p:txBody>
        </p:sp>
        <p:cxnSp>
          <p:nvCxnSpPr>
            <p:cNvPr id="27" name="Straight Arrow Connector 26">
              <a:extLst>
                <a:ext uri="{FF2B5EF4-FFF2-40B4-BE49-F238E27FC236}">
                  <a16:creationId xmlns:a16="http://schemas.microsoft.com/office/drawing/2014/main" id="{E8293395-C1F9-1A46-9755-893B2EE17C52}"/>
                </a:ext>
              </a:extLst>
            </p:cNvPr>
            <p:cNvCxnSpPr>
              <a:cxnSpLocks/>
            </p:cNvCxnSpPr>
            <p:nvPr/>
          </p:nvCxnSpPr>
          <p:spPr>
            <a:xfrm>
              <a:off x="1326521" y="4467451"/>
              <a:ext cx="0" cy="79200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BAE7F39E-6D91-E44C-91D4-73443AB4283D}"/>
              </a:ext>
            </a:extLst>
          </p:cNvPr>
          <p:cNvGrpSpPr/>
          <p:nvPr/>
        </p:nvGrpSpPr>
        <p:grpSpPr>
          <a:xfrm>
            <a:off x="3893710" y="5270233"/>
            <a:ext cx="1584103" cy="927279"/>
            <a:chOff x="2369709" y="5270232"/>
            <a:chExt cx="1584103" cy="927279"/>
          </a:xfrm>
        </p:grpSpPr>
        <p:cxnSp>
          <p:nvCxnSpPr>
            <p:cNvPr id="29" name="Straight Arrow Connector 28">
              <a:extLst>
                <a:ext uri="{FF2B5EF4-FFF2-40B4-BE49-F238E27FC236}">
                  <a16:creationId xmlns:a16="http://schemas.microsoft.com/office/drawing/2014/main" id="{07D72EC7-34ED-9442-B6F4-F0C921C7AEF3}"/>
                </a:ext>
              </a:extLst>
            </p:cNvPr>
            <p:cNvCxnSpPr>
              <a:cxnSpLocks/>
              <a:stCxn id="25" idx="3"/>
              <a:endCxn id="31" idx="1"/>
            </p:cNvCxnSpPr>
            <p:nvPr/>
          </p:nvCxnSpPr>
          <p:spPr>
            <a:xfrm flipV="1">
              <a:off x="2369709" y="5733872"/>
              <a:ext cx="304803" cy="1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998CA034-6C1A-D547-808C-2FCFF411ED21}"/>
                </a:ext>
              </a:extLst>
            </p:cNvPr>
            <p:cNvSpPr/>
            <p:nvPr/>
          </p:nvSpPr>
          <p:spPr>
            <a:xfrm>
              <a:off x="2674512" y="5270232"/>
              <a:ext cx="1279300" cy="927279"/>
            </a:xfrm>
            <a:prstGeom prst="rect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latin typeface="Gill Sans MT" panose="020B0502020104020203" pitchFamily="34" charset="77"/>
                </a:rPr>
                <a:t>K-means de </a:t>
              </a:r>
              <a:r>
                <a:rPr lang="en-US" dirty="0" err="1">
                  <a:latin typeface="Gill Sans MT" panose="020B0502020104020203" pitchFamily="34" charset="77"/>
                </a:rPr>
                <a:t>todos</a:t>
              </a:r>
              <a:r>
                <a:rPr lang="en-US" dirty="0">
                  <a:latin typeface="Gill Sans MT" panose="020B0502020104020203" pitchFamily="34" charset="77"/>
                </a:rPr>
                <a:t> </a:t>
              </a:r>
              <a:r>
                <a:rPr lang="en-US" dirty="0" err="1">
                  <a:latin typeface="Gill Sans MT" panose="020B0502020104020203" pitchFamily="34" charset="77"/>
                </a:rPr>
                <a:t>los</a:t>
              </a:r>
              <a:r>
                <a:rPr lang="en-US" dirty="0">
                  <a:latin typeface="Gill Sans MT" panose="020B0502020104020203" pitchFamily="34" charset="77"/>
                </a:rPr>
                <a:t> </a:t>
              </a:r>
              <a:r>
                <a:rPr lang="en-US" dirty="0" err="1">
                  <a:latin typeface="Gill Sans MT" panose="020B0502020104020203" pitchFamily="34" charset="77"/>
                </a:rPr>
                <a:t>HoG</a:t>
              </a:r>
              <a:endParaRPr lang="en-US" dirty="0">
                <a:latin typeface="Gill Sans MT" panose="020B0502020104020203" pitchFamily="34" charset="77"/>
              </a:endParaRPr>
            </a:p>
          </p:txBody>
        </p:sp>
      </p:grp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C2DB8B1E-2E25-E746-993A-0225D9AE677B}"/>
              </a:ext>
            </a:extLst>
          </p:cNvPr>
          <p:cNvCxnSpPr>
            <a:cxnSpLocks/>
            <a:endCxn id="35" idx="1"/>
          </p:cNvCxnSpPr>
          <p:nvPr/>
        </p:nvCxnSpPr>
        <p:spPr>
          <a:xfrm>
            <a:off x="5477812" y="5670102"/>
            <a:ext cx="61818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35" name="Table 34">
            <a:extLst>
              <a:ext uri="{FF2B5EF4-FFF2-40B4-BE49-F238E27FC236}">
                <a16:creationId xmlns:a16="http://schemas.microsoft.com/office/drawing/2014/main" id="{AAC320BB-3F42-AA46-9F2D-EE4A0F3A7074}"/>
              </a:ext>
            </a:extLst>
          </p:cNvPr>
          <p:cNvGraphicFramePr>
            <a:graphicFrameLocks noGrp="1"/>
          </p:cNvGraphicFramePr>
          <p:nvPr/>
        </p:nvGraphicFramePr>
        <p:xfrm>
          <a:off x="6096000" y="5055156"/>
          <a:ext cx="2973190" cy="128016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29731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731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731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9731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9731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9731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9731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297319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297319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297319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139916"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9916"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34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34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9916"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34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34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39916"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29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34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39916"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34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34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39916"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>
                          <a:latin typeface="Gill Sans MT" panose="020B0502020104020203" pitchFamily="34" charset="77"/>
                        </a:rPr>
                        <a:t>15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37" name="TextBox 36">
            <a:extLst>
              <a:ext uri="{FF2B5EF4-FFF2-40B4-BE49-F238E27FC236}">
                <a16:creationId xmlns:a16="http://schemas.microsoft.com/office/drawing/2014/main" id="{F04909C2-E0AC-0F48-A43E-7C762868D5D9}"/>
              </a:ext>
            </a:extLst>
          </p:cNvPr>
          <p:cNvSpPr txBox="1"/>
          <p:nvPr/>
        </p:nvSpPr>
        <p:spPr>
          <a:xfrm>
            <a:off x="9406795" y="5289980"/>
            <a:ext cx="1260281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dirty="0" err="1">
                <a:latin typeface="Gill Sans MT" panose="020B0502020104020203" pitchFamily="34" charset="77"/>
              </a:rPr>
              <a:t>Diccionario</a:t>
            </a:r>
            <a:r>
              <a:rPr lang="en-US" sz="1400" dirty="0">
                <a:latin typeface="Gill Sans MT" panose="020B0502020104020203" pitchFamily="34" charset="77"/>
              </a:rPr>
              <a:t> de</a:t>
            </a:r>
          </a:p>
          <a:p>
            <a:pPr algn="ctr"/>
            <a:r>
              <a:rPr lang="en-US" sz="1400" dirty="0">
                <a:latin typeface="Gill Sans MT" panose="020B0502020104020203" pitchFamily="34" charset="77"/>
              </a:rPr>
              <a:t>K palabras</a:t>
            </a:r>
          </a:p>
          <a:p>
            <a:pPr algn="ctr"/>
            <a:r>
              <a:rPr lang="en-US" sz="1400" dirty="0" err="1">
                <a:latin typeface="Gill Sans MT" panose="020B0502020104020203" pitchFamily="34" charset="77"/>
              </a:rPr>
              <a:t>visuales</a:t>
            </a:r>
            <a:endParaRPr lang="en-US" sz="1400" dirty="0">
              <a:latin typeface="Gill Sans MT" panose="020B0502020104020203" pitchFamily="34" charset="77"/>
            </a:endParaRPr>
          </a:p>
        </p:txBody>
      </p:sp>
      <p:pic>
        <p:nvPicPr>
          <p:cNvPr id="39" name="Picture 38">
            <a:extLst>
              <a:ext uri="{FF2B5EF4-FFF2-40B4-BE49-F238E27FC236}">
                <a16:creationId xmlns:a16="http://schemas.microsoft.com/office/drawing/2014/main" id="{D2C2DC59-E3D1-DB4A-8372-9CA016217994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6096000" y="4647910"/>
            <a:ext cx="342900" cy="317500"/>
          </a:xfrm>
          <a:prstGeom prst="rect">
            <a:avLst/>
          </a:prstGeom>
        </p:spPr>
      </p:pic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E4759E32-8F5E-D845-A49A-10C2E3CE3F74}"/>
              </a:ext>
            </a:extLst>
          </p:cNvPr>
          <p:cNvCxnSpPr/>
          <p:nvPr/>
        </p:nvCxnSpPr>
        <p:spPr>
          <a:xfrm>
            <a:off x="6214509" y="6555607"/>
            <a:ext cx="2973190" cy="0"/>
          </a:xfrm>
          <a:prstGeom prst="straightConnector1">
            <a:avLst/>
          </a:prstGeom>
          <a:ln>
            <a:solidFill>
              <a:schemeClr val="tx1">
                <a:lumMod val="75000"/>
                <a:lumOff val="25000"/>
              </a:schemeClr>
            </a:solidFill>
            <a:headEnd type="triangle"/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xtBox 42">
            <a:extLst>
              <a:ext uri="{FF2B5EF4-FFF2-40B4-BE49-F238E27FC236}">
                <a16:creationId xmlns:a16="http://schemas.microsoft.com/office/drawing/2014/main" id="{854DE3BE-49AF-864B-9196-6FB0C68F50BC}"/>
              </a:ext>
            </a:extLst>
          </p:cNvPr>
          <p:cNvSpPr txBox="1"/>
          <p:nvPr/>
        </p:nvSpPr>
        <p:spPr>
          <a:xfrm>
            <a:off x="7455190" y="6393801"/>
            <a:ext cx="364202" cy="369332"/>
          </a:xfrm>
          <a:prstGeom prst="rect">
            <a:avLst/>
          </a:prstGeom>
          <a:solidFill>
            <a:schemeClr val="bg1"/>
          </a:solidFill>
          <a:effectLst/>
        </p:spPr>
        <p:txBody>
          <a:bodyPr wrap="none" rtlCol="0">
            <a:spAutoFit/>
          </a:bodyPr>
          <a:lstStyle/>
          <a:p>
            <a:r>
              <a:rPr lang="en-US" dirty="0">
                <a:latin typeface="Gill Sans MT" panose="020B0502020104020203" pitchFamily="34" charset="77"/>
                <a:ea typeface="Times" charset="0"/>
                <a:cs typeface="Times" charset="0"/>
              </a:rPr>
              <a:t>N</a:t>
            </a:r>
          </a:p>
        </p:txBody>
      </p: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2301461E-E0CA-6542-B515-52579E204C5F}"/>
              </a:ext>
            </a:extLst>
          </p:cNvPr>
          <p:cNvCxnSpPr/>
          <p:nvPr/>
        </p:nvCxnSpPr>
        <p:spPr>
          <a:xfrm flipV="1">
            <a:off x="9341478" y="5167672"/>
            <a:ext cx="0" cy="1055521"/>
          </a:xfrm>
          <a:prstGeom prst="straightConnector1">
            <a:avLst/>
          </a:prstGeom>
          <a:ln>
            <a:solidFill>
              <a:schemeClr val="tx1">
                <a:lumMod val="75000"/>
                <a:lumOff val="25000"/>
              </a:schemeClr>
            </a:solidFill>
            <a:headEnd type="triangle"/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TextBox 44">
            <a:extLst>
              <a:ext uri="{FF2B5EF4-FFF2-40B4-BE49-F238E27FC236}">
                <a16:creationId xmlns:a16="http://schemas.microsoft.com/office/drawing/2014/main" id="{56F26B95-5B2C-4C4C-A20E-DC38186179DF}"/>
              </a:ext>
            </a:extLst>
          </p:cNvPr>
          <p:cNvSpPr txBox="1"/>
          <p:nvPr/>
        </p:nvSpPr>
        <p:spPr>
          <a:xfrm>
            <a:off x="9187699" y="5474646"/>
            <a:ext cx="338554" cy="369332"/>
          </a:xfrm>
          <a:prstGeom prst="rect">
            <a:avLst/>
          </a:prstGeom>
          <a:solidFill>
            <a:schemeClr val="bg1"/>
          </a:solidFill>
          <a:effectLst/>
        </p:spPr>
        <p:txBody>
          <a:bodyPr wrap="square" rtlCol="0">
            <a:spAutoFit/>
          </a:bodyPr>
          <a:lstStyle/>
          <a:p>
            <a:r>
              <a:rPr lang="en-US" dirty="0">
                <a:latin typeface="Gill Sans MT" panose="020B0502020104020203" pitchFamily="34" charset="77"/>
                <a:ea typeface="Times" charset="0"/>
                <a:cs typeface="Times" charset="0"/>
              </a:rPr>
              <a:t>K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7A08C4F4-57ED-604C-9382-0996D6A32A9D}"/>
              </a:ext>
            </a:extLst>
          </p:cNvPr>
          <p:cNvSpPr txBox="1"/>
          <p:nvPr/>
        </p:nvSpPr>
        <p:spPr>
          <a:xfrm>
            <a:off x="6410945" y="4701021"/>
            <a:ext cx="237039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dirty="0" err="1">
                <a:latin typeface="Gill Sans MT" panose="020B0502020104020203" pitchFamily="34" charset="77"/>
              </a:rPr>
              <a:t>Coordenadas</a:t>
            </a:r>
            <a:r>
              <a:rPr lang="en-US" sz="1400" dirty="0">
                <a:latin typeface="Gill Sans MT" panose="020B0502020104020203" pitchFamily="34" charset="77"/>
              </a:rPr>
              <a:t> de K </a:t>
            </a:r>
            <a:r>
              <a:rPr lang="en-US" sz="1400" dirty="0" err="1">
                <a:latin typeface="Gill Sans MT" panose="020B0502020104020203" pitchFamily="34" charset="77"/>
              </a:rPr>
              <a:t>centroides</a:t>
            </a:r>
            <a:endParaRPr lang="en-US" sz="1400" dirty="0">
              <a:latin typeface="Gill Sans MT" panose="020B0502020104020203" pitchFamily="34" charset="77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BAD2052-3DB6-A271-5D38-401A2E2EAA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PR04D</a:t>
            </a:r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789422622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C539B56-22B5-AF4E-9446-C5309E1461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0B2870-7350-8D40-A01A-CE539DF873CB}" type="slidenum">
              <a:rPr lang="en-US" smtClean="0"/>
              <a:t>81</a:t>
            </a:fld>
            <a:endParaRPr lang="en-US"/>
          </a:p>
        </p:txBody>
      </p:sp>
      <p:grpSp>
        <p:nvGrpSpPr>
          <p:cNvPr id="1040" name="Group 1039">
            <a:extLst>
              <a:ext uri="{FF2B5EF4-FFF2-40B4-BE49-F238E27FC236}">
                <a16:creationId xmlns:a16="http://schemas.microsoft.com/office/drawing/2014/main" id="{F15BED51-3303-4840-B3B6-F0360D9B4036}"/>
              </a:ext>
            </a:extLst>
          </p:cNvPr>
          <p:cNvGrpSpPr/>
          <p:nvPr/>
        </p:nvGrpSpPr>
        <p:grpSpPr>
          <a:xfrm>
            <a:off x="4043972" y="1903810"/>
            <a:ext cx="1936118" cy="927279"/>
            <a:chOff x="2519972" y="1903809"/>
            <a:chExt cx="1936118" cy="927279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9DE59A26-69CF-A147-9F1C-BFAD1FA95012}"/>
                </a:ext>
              </a:extLst>
            </p:cNvPr>
            <p:cNvSpPr/>
            <p:nvPr/>
          </p:nvSpPr>
          <p:spPr>
            <a:xfrm>
              <a:off x="2820339" y="1903809"/>
              <a:ext cx="1635751" cy="927279"/>
            </a:xfrm>
            <a:prstGeom prst="rect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err="1">
                  <a:latin typeface="Gill Sans MT" panose="020B0502020104020203" pitchFamily="34" charset="77"/>
                </a:rPr>
                <a:t>HoG</a:t>
              </a:r>
              <a:endParaRPr lang="en-US" dirty="0">
                <a:latin typeface="Gill Sans MT" panose="020B0502020104020203" pitchFamily="34" charset="77"/>
              </a:endParaRPr>
            </a:p>
          </p:txBody>
        </p:sp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5D1540F7-C9C5-DB49-A1FA-6BB6BCB8777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519972" y="2363783"/>
              <a:ext cx="304803" cy="1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042" name="Group 1041">
            <a:extLst>
              <a:ext uri="{FF2B5EF4-FFF2-40B4-BE49-F238E27FC236}">
                <a16:creationId xmlns:a16="http://schemas.microsoft.com/office/drawing/2014/main" id="{E359C663-6F54-2248-BA25-ECB72D058E6F}"/>
              </a:ext>
            </a:extLst>
          </p:cNvPr>
          <p:cNvGrpSpPr/>
          <p:nvPr/>
        </p:nvGrpSpPr>
        <p:grpSpPr>
          <a:xfrm>
            <a:off x="7602692" y="1903809"/>
            <a:ext cx="2880436" cy="927279"/>
            <a:chOff x="6078692" y="1903808"/>
            <a:chExt cx="2880436" cy="927279"/>
          </a:xfrm>
        </p:grpSpPr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293BA4E6-F675-B04D-8CD6-B218E90C86F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078692" y="2342313"/>
              <a:ext cx="304803" cy="1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E576CBE9-7FE7-E149-AAFD-37E48A243A36}"/>
                </a:ext>
              </a:extLst>
            </p:cNvPr>
            <p:cNvSpPr/>
            <p:nvPr/>
          </p:nvSpPr>
          <p:spPr>
            <a:xfrm>
              <a:off x="6383495" y="1903808"/>
              <a:ext cx="1279300" cy="927279"/>
            </a:xfrm>
            <a:prstGeom prst="rect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 err="1">
                  <a:latin typeface="Gill Sans MT" panose="020B0502020104020203" pitchFamily="34" charset="77"/>
                </a:rPr>
                <a:t>Histograma</a:t>
              </a:r>
              <a:endParaRPr lang="en-US" sz="1600" dirty="0">
                <a:latin typeface="Gill Sans MT" panose="020B0502020104020203" pitchFamily="34" charset="77"/>
              </a:endParaRPr>
            </a:p>
          </p:txBody>
        </p:sp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id="{8D82264C-BECD-AF4A-8E4F-6DC79BF7D91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662795" y="2342313"/>
              <a:ext cx="304803" cy="1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3E2CDEA5-0247-1F47-8245-88F17D9022A9}"/>
                </a:ext>
              </a:extLst>
            </p:cNvPr>
            <p:cNvGrpSpPr/>
            <p:nvPr/>
          </p:nvGrpSpPr>
          <p:grpSpPr>
            <a:xfrm>
              <a:off x="8022055" y="1981081"/>
              <a:ext cx="937073" cy="637503"/>
              <a:chOff x="5038724" y="2361906"/>
              <a:chExt cx="1728788" cy="761220"/>
            </a:xfrm>
          </p:grpSpPr>
          <p:cxnSp>
            <p:nvCxnSpPr>
              <p:cNvPr id="14" name="Straight Arrow Connector 13">
                <a:extLst>
                  <a:ext uri="{FF2B5EF4-FFF2-40B4-BE49-F238E27FC236}">
                    <a16:creationId xmlns:a16="http://schemas.microsoft.com/office/drawing/2014/main" id="{B5875C6A-79CA-5E45-BD2D-702B16A379A5}"/>
                  </a:ext>
                </a:extLst>
              </p:cNvPr>
              <p:cNvCxnSpPr/>
              <p:nvPr/>
            </p:nvCxnSpPr>
            <p:spPr>
              <a:xfrm>
                <a:off x="5038724" y="3013589"/>
                <a:ext cx="1728788" cy="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" name="Straight Arrow Connector 14">
                <a:extLst>
                  <a:ext uri="{FF2B5EF4-FFF2-40B4-BE49-F238E27FC236}">
                    <a16:creationId xmlns:a16="http://schemas.microsoft.com/office/drawing/2014/main" id="{BB0CE80F-1A3E-F24F-8A4D-CC1711AA6680}"/>
                  </a:ext>
                </a:extLst>
              </p:cNvPr>
              <p:cNvCxnSpPr/>
              <p:nvPr/>
            </p:nvCxnSpPr>
            <p:spPr>
              <a:xfrm flipH="1" flipV="1">
                <a:off x="5146625" y="2361906"/>
                <a:ext cx="1635" cy="76122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" name="Straight Connector 15">
                <a:extLst>
                  <a:ext uri="{FF2B5EF4-FFF2-40B4-BE49-F238E27FC236}">
                    <a16:creationId xmlns:a16="http://schemas.microsoft.com/office/drawing/2014/main" id="{8EE3F9B9-5F2A-2B4B-9A05-3DD66F1B40F9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281608" y="2561976"/>
                <a:ext cx="0" cy="456539"/>
              </a:xfrm>
              <a:prstGeom prst="line">
                <a:avLst/>
              </a:prstGeom>
              <a:ln w="60325">
                <a:solidFill>
                  <a:srgbClr val="FFC000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" name="Straight Connector 16">
                <a:extLst>
                  <a:ext uri="{FF2B5EF4-FFF2-40B4-BE49-F238E27FC236}">
                    <a16:creationId xmlns:a16="http://schemas.microsoft.com/office/drawing/2014/main" id="{225BBD1F-98BE-674B-8B2F-37D3A60C5E93}"/>
                  </a:ext>
                </a:extLst>
              </p:cNvPr>
              <p:cNvCxnSpPr/>
              <p:nvPr/>
            </p:nvCxnSpPr>
            <p:spPr>
              <a:xfrm flipV="1">
                <a:off x="6158919" y="2604183"/>
                <a:ext cx="953" cy="409566"/>
              </a:xfrm>
              <a:prstGeom prst="line">
                <a:avLst/>
              </a:prstGeom>
              <a:ln w="60325">
                <a:solidFill>
                  <a:srgbClr val="FFC000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" name="Straight Connector 17">
                <a:extLst>
                  <a:ext uri="{FF2B5EF4-FFF2-40B4-BE49-F238E27FC236}">
                    <a16:creationId xmlns:a16="http://schemas.microsoft.com/office/drawing/2014/main" id="{BFC4725E-2617-8B40-9F0B-EC51B9655F28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423417" y="2650108"/>
                <a:ext cx="0" cy="371028"/>
              </a:xfrm>
              <a:prstGeom prst="line">
                <a:avLst/>
              </a:prstGeom>
              <a:ln w="60325">
                <a:solidFill>
                  <a:srgbClr val="FFC000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" name="Straight Connector 18">
                <a:extLst>
                  <a:ext uri="{FF2B5EF4-FFF2-40B4-BE49-F238E27FC236}">
                    <a16:creationId xmlns:a16="http://schemas.microsoft.com/office/drawing/2014/main" id="{D8B65A3F-1E6B-104B-87AF-44B8F8F6DD73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579674" y="2938984"/>
                <a:ext cx="0" cy="77058"/>
              </a:xfrm>
              <a:prstGeom prst="line">
                <a:avLst/>
              </a:prstGeom>
              <a:ln w="60325">
                <a:solidFill>
                  <a:srgbClr val="FFC000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" name="Straight Connector 19">
                <a:extLst>
                  <a:ext uri="{FF2B5EF4-FFF2-40B4-BE49-F238E27FC236}">
                    <a16:creationId xmlns:a16="http://schemas.microsoft.com/office/drawing/2014/main" id="{D3D1FAF8-DAD1-7B4A-A8CE-7FE3F857CA90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735606" y="2890022"/>
                <a:ext cx="0" cy="124949"/>
              </a:xfrm>
              <a:prstGeom prst="line">
                <a:avLst/>
              </a:prstGeom>
              <a:ln w="60325">
                <a:solidFill>
                  <a:srgbClr val="FFC000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" name="Straight Connector 20">
                <a:extLst>
                  <a:ext uri="{FF2B5EF4-FFF2-40B4-BE49-F238E27FC236}">
                    <a16:creationId xmlns:a16="http://schemas.microsoft.com/office/drawing/2014/main" id="{9340D648-BF68-FF4F-82EA-33187EE032EA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888006" y="2793240"/>
                <a:ext cx="0" cy="216642"/>
              </a:xfrm>
              <a:prstGeom prst="line">
                <a:avLst/>
              </a:prstGeom>
              <a:ln w="60325">
                <a:solidFill>
                  <a:srgbClr val="FFC000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" name="Straight Connector 21">
                <a:extLst>
                  <a:ext uri="{FF2B5EF4-FFF2-40B4-BE49-F238E27FC236}">
                    <a16:creationId xmlns:a16="http://schemas.microsoft.com/office/drawing/2014/main" id="{9F73A25A-3DF5-6749-837A-0BE9862D22A7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6026281" y="2650108"/>
                <a:ext cx="0" cy="366091"/>
              </a:xfrm>
              <a:prstGeom prst="line">
                <a:avLst/>
              </a:prstGeom>
              <a:ln w="60325">
                <a:solidFill>
                  <a:srgbClr val="FFC000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" name="Straight Connector 22">
                <a:extLst>
                  <a:ext uri="{FF2B5EF4-FFF2-40B4-BE49-F238E27FC236}">
                    <a16:creationId xmlns:a16="http://schemas.microsoft.com/office/drawing/2014/main" id="{9BF9F50A-B231-B546-B966-EF26D5A4C917}"/>
                  </a:ext>
                </a:extLst>
              </p:cNvPr>
              <p:cNvCxnSpPr/>
              <p:nvPr/>
            </p:nvCxnSpPr>
            <p:spPr>
              <a:xfrm flipV="1">
                <a:off x="6308143" y="2761379"/>
                <a:ext cx="0" cy="254176"/>
              </a:xfrm>
              <a:prstGeom prst="line">
                <a:avLst/>
              </a:prstGeom>
              <a:ln w="60325">
                <a:solidFill>
                  <a:srgbClr val="FFC000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" name="Straight Connector 23">
                <a:extLst>
                  <a:ext uri="{FF2B5EF4-FFF2-40B4-BE49-F238E27FC236}">
                    <a16:creationId xmlns:a16="http://schemas.microsoft.com/office/drawing/2014/main" id="{823F8333-77FB-4B48-B917-99D5DC68A4CE}"/>
                  </a:ext>
                </a:extLst>
              </p:cNvPr>
              <p:cNvCxnSpPr/>
              <p:nvPr/>
            </p:nvCxnSpPr>
            <p:spPr>
              <a:xfrm flipV="1">
                <a:off x="6460543" y="2756290"/>
                <a:ext cx="0" cy="254176"/>
              </a:xfrm>
              <a:prstGeom prst="line">
                <a:avLst/>
              </a:prstGeom>
              <a:ln w="60325">
                <a:solidFill>
                  <a:srgbClr val="FFC000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" name="Straight Connector 24">
                <a:extLst>
                  <a:ext uri="{FF2B5EF4-FFF2-40B4-BE49-F238E27FC236}">
                    <a16:creationId xmlns:a16="http://schemas.microsoft.com/office/drawing/2014/main" id="{762EED3A-9F07-7E4D-AFFD-9F00DE03475D}"/>
                  </a:ext>
                </a:extLst>
              </p:cNvPr>
              <p:cNvCxnSpPr/>
              <p:nvPr/>
            </p:nvCxnSpPr>
            <p:spPr>
              <a:xfrm flipV="1">
                <a:off x="6598819" y="2497689"/>
                <a:ext cx="0" cy="519094"/>
              </a:xfrm>
              <a:prstGeom prst="line">
                <a:avLst/>
              </a:prstGeom>
              <a:ln w="60325">
                <a:solidFill>
                  <a:srgbClr val="FFC000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1041" name="Group 1040">
            <a:extLst>
              <a:ext uri="{FF2B5EF4-FFF2-40B4-BE49-F238E27FC236}">
                <a16:creationId xmlns:a16="http://schemas.microsoft.com/office/drawing/2014/main" id="{494C9418-4D60-094E-8A34-7C5B6EE6B887}"/>
              </a:ext>
            </a:extLst>
          </p:cNvPr>
          <p:cNvGrpSpPr/>
          <p:nvPr/>
        </p:nvGrpSpPr>
        <p:grpSpPr>
          <a:xfrm>
            <a:off x="5980090" y="836371"/>
            <a:ext cx="1622602" cy="1994716"/>
            <a:chOff x="4456090" y="836371"/>
            <a:chExt cx="1622602" cy="1994716"/>
          </a:xfrm>
        </p:grpSpPr>
        <p:cxnSp>
          <p:nvCxnSpPr>
            <p:cNvPr id="8" name="Straight Arrow Connector 7">
              <a:extLst>
                <a:ext uri="{FF2B5EF4-FFF2-40B4-BE49-F238E27FC236}">
                  <a16:creationId xmlns:a16="http://schemas.microsoft.com/office/drawing/2014/main" id="{ECE5A37E-C3B0-944E-B96F-7FCCD722CB76}"/>
                </a:ext>
              </a:extLst>
            </p:cNvPr>
            <p:cNvCxnSpPr>
              <a:cxnSpLocks/>
              <a:stCxn id="7" idx="3"/>
              <a:endCxn id="9" idx="1"/>
            </p:cNvCxnSpPr>
            <p:nvPr/>
          </p:nvCxnSpPr>
          <p:spPr>
            <a:xfrm flipV="1">
              <a:off x="4456090" y="2367448"/>
              <a:ext cx="343302" cy="1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A14F9698-3CCF-8D4F-B438-35AC851EB301}"/>
                </a:ext>
              </a:extLst>
            </p:cNvPr>
            <p:cNvSpPr/>
            <p:nvPr/>
          </p:nvSpPr>
          <p:spPr>
            <a:xfrm>
              <a:off x="4799392" y="1903808"/>
              <a:ext cx="1279300" cy="927279"/>
            </a:xfrm>
            <a:prstGeom prst="rect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 err="1">
                  <a:latin typeface="Gill Sans MT" panose="020B0502020104020203" pitchFamily="34" charset="77"/>
                </a:rPr>
                <a:t>Codificación</a:t>
              </a:r>
              <a:endParaRPr lang="en-US" sz="1600" dirty="0">
                <a:latin typeface="Gill Sans MT" panose="020B0502020104020203" pitchFamily="34" charset="77"/>
              </a:endParaRPr>
            </a:p>
          </p:txBody>
        </p:sp>
        <p:cxnSp>
          <p:nvCxnSpPr>
            <p:cNvPr id="28" name="Straight Arrow Connector 27">
              <a:extLst>
                <a:ext uri="{FF2B5EF4-FFF2-40B4-BE49-F238E27FC236}">
                  <a16:creationId xmlns:a16="http://schemas.microsoft.com/office/drawing/2014/main" id="{D18DABD0-77B4-1F4E-9B72-74FB41D3809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417721" y="1231145"/>
              <a:ext cx="0" cy="685542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pic>
          <p:nvPicPr>
            <p:cNvPr id="31" name="Picture 30">
              <a:extLst>
                <a:ext uri="{FF2B5EF4-FFF2-40B4-BE49-F238E27FC236}">
                  <a16:creationId xmlns:a16="http://schemas.microsoft.com/office/drawing/2014/main" id="{36AAB051-C335-9748-A004-C76C84FABB5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241834" y="836371"/>
              <a:ext cx="342900" cy="317500"/>
            </a:xfrm>
            <a:prstGeom prst="rect">
              <a:avLst/>
            </a:prstGeom>
          </p:spPr>
        </p:pic>
      </p:grpSp>
      <p:sp>
        <p:nvSpPr>
          <p:cNvPr id="33" name="TextBox 32">
            <a:extLst>
              <a:ext uri="{FF2B5EF4-FFF2-40B4-BE49-F238E27FC236}">
                <a16:creationId xmlns:a16="http://schemas.microsoft.com/office/drawing/2014/main" id="{3F0FF79E-FB1C-C740-87AB-91102E20B292}"/>
              </a:ext>
            </a:extLst>
          </p:cNvPr>
          <p:cNvSpPr txBox="1"/>
          <p:nvPr/>
        </p:nvSpPr>
        <p:spPr>
          <a:xfrm>
            <a:off x="2124232" y="278486"/>
            <a:ext cx="12634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Gill Sans MT" panose="020B0502020104020203" pitchFamily="34" charset="77"/>
              </a:rPr>
              <a:t>TRAINING</a:t>
            </a:r>
          </a:p>
        </p:txBody>
      </p:sp>
      <p:grpSp>
        <p:nvGrpSpPr>
          <p:cNvPr id="1044" name="Group 1043">
            <a:extLst>
              <a:ext uri="{FF2B5EF4-FFF2-40B4-BE49-F238E27FC236}">
                <a16:creationId xmlns:a16="http://schemas.microsoft.com/office/drawing/2014/main" id="{3F3905A7-9179-9D43-B0BF-A97A87661C3C}"/>
              </a:ext>
            </a:extLst>
          </p:cNvPr>
          <p:cNvGrpSpPr/>
          <p:nvPr/>
        </p:nvGrpSpPr>
        <p:grpSpPr>
          <a:xfrm>
            <a:off x="2001147" y="3536038"/>
            <a:ext cx="2982957" cy="3065268"/>
            <a:chOff x="477146" y="3536038"/>
            <a:chExt cx="2982957" cy="3065268"/>
          </a:xfrm>
        </p:grpSpPr>
        <p:pic>
          <p:nvPicPr>
            <p:cNvPr id="37" name="Picture 36">
              <a:extLst>
                <a:ext uri="{FF2B5EF4-FFF2-40B4-BE49-F238E27FC236}">
                  <a16:creationId xmlns:a16="http://schemas.microsoft.com/office/drawing/2014/main" id="{1FAC631E-05CF-6C4A-BD5F-A08A5679BB36}"/>
                </a:ext>
              </a:extLst>
            </p:cNvPr>
            <p:cNvPicPr>
              <a:picLocks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84267" y="6213458"/>
              <a:ext cx="180000" cy="180000"/>
            </a:xfrm>
            <a:prstGeom prst="rect">
              <a:avLst/>
            </a:prstGeom>
          </p:spPr>
        </p:pic>
        <p:pic>
          <p:nvPicPr>
            <p:cNvPr id="38" name="Picture 37">
              <a:extLst>
                <a:ext uri="{FF2B5EF4-FFF2-40B4-BE49-F238E27FC236}">
                  <a16:creationId xmlns:a16="http://schemas.microsoft.com/office/drawing/2014/main" id="{1899A7B2-6EFB-DC40-AD0D-E3620CAAA136}"/>
                </a:ext>
              </a:extLst>
            </p:cNvPr>
            <p:cNvPicPr>
              <a:picLocks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484267" y="6421306"/>
              <a:ext cx="180000" cy="180000"/>
            </a:xfrm>
            <a:prstGeom prst="rect">
              <a:avLst/>
            </a:prstGeom>
          </p:spPr>
        </p:pic>
        <p:pic>
          <p:nvPicPr>
            <p:cNvPr id="40" name="Picture 39">
              <a:extLst>
                <a:ext uri="{FF2B5EF4-FFF2-40B4-BE49-F238E27FC236}">
                  <a16:creationId xmlns:a16="http://schemas.microsoft.com/office/drawing/2014/main" id="{956AC178-1BC2-504D-86E6-3DA61BA0E2D2}"/>
                </a:ext>
              </a:extLst>
            </p:cNvPr>
            <p:cNvPicPr>
              <a:picLocks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477146" y="6006188"/>
              <a:ext cx="180000" cy="180000"/>
            </a:xfrm>
            <a:prstGeom prst="rect">
              <a:avLst/>
            </a:prstGeom>
          </p:spPr>
        </p:pic>
        <p:pic>
          <p:nvPicPr>
            <p:cNvPr id="41" name="Picture 40">
              <a:extLst>
                <a:ext uri="{FF2B5EF4-FFF2-40B4-BE49-F238E27FC236}">
                  <a16:creationId xmlns:a16="http://schemas.microsoft.com/office/drawing/2014/main" id="{D0E05DCA-7983-C841-9C2D-CC69B1A1F9B7}"/>
                </a:ext>
              </a:extLst>
            </p:cNvPr>
            <p:cNvPicPr>
              <a:picLocks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477146" y="5799981"/>
              <a:ext cx="180000" cy="180000"/>
            </a:xfrm>
            <a:prstGeom prst="rect">
              <a:avLst/>
            </a:prstGeom>
          </p:spPr>
        </p:pic>
        <p:pic>
          <p:nvPicPr>
            <p:cNvPr id="42" name="Picture 41">
              <a:extLst>
                <a:ext uri="{FF2B5EF4-FFF2-40B4-BE49-F238E27FC236}">
                  <a16:creationId xmlns:a16="http://schemas.microsoft.com/office/drawing/2014/main" id="{93B6B219-FDC6-F347-94C4-69E76DEA11ED}"/>
                </a:ext>
              </a:extLst>
            </p:cNvPr>
            <p:cNvPicPr>
              <a:picLocks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477952" y="5592133"/>
              <a:ext cx="180000" cy="180000"/>
            </a:xfrm>
            <a:prstGeom prst="rect">
              <a:avLst/>
            </a:prstGeom>
          </p:spPr>
        </p:pic>
        <p:pic>
          <p:nvPicPr>
            <p:cNvPr id="44" name="Picture 43">
              <a:extLst>
                <a:ext uri="{FF2B5EF4-FFF2-40B4-BE49-F238E27FC236}">
                  <a16:creationId xmlns:a16="http://schemas.microsoft.com/office/drawing/2014/main" id="{50E8B3F6-521E-E04A-B37D-0EC779AE4CFF}"/>
                </a:ext>
              </a:extLst>
            </p:cNvPr>
            <p:cNvPicPr>
              <a:picLocks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477952" y="5392704"/>
              <a:ext cx="180000" cy="180000"/>
            </a:xfrm>
            <a:prstGeom prst="rect">
              <a:avLst/>
            </a:prstGeom>
          </p:spPr>
        </p:pic>
        <p:pic>
          <p:nvPicPr>
            <p:cNvPr id="45" name="Picture 44">
              <a:extLst>
                <a:ext uri="{FF2B5EF4-FFF2-40B4-BE49-F238E27FC236}">
                  <a16:creationId xmlns:a16="http://schemas.microsoft.com/office/drawing/2014/main" id="{2B94FC0D-D7B1-3C47-AA61-7E8F201E7F01}"/>
                </a:ext>
              </a:extLst>
            </p:cNvPr>
            <p:cNvPicPr>
              <a:picLocks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477952" y="5192215"/>
              <a:ext cx="180000" cy="180000"/>
            </a:xfrm>
            <a:prstGeom prst="rect">
              <a:avLst/>
            </a:prstGeom>
          </p:spPr>
        </p:pic>
        <p:pic>
          <p:nvPicPr>
            <p:cNvPr id="46" name="Picture 45">
              <a:extLst>
                <a:ext uri="{FF2B5EF4-FFF2-40B4-BE49-F238E27FC236}">
                  <a16:creationId xmlns:a16="http://schemas.microsoft.com/office/drawing/2014/main" id="{B3035ED8-D541-304D-B4B4-0D34D78087B5}"/>
                </a:ext>
              </a:extLst>
            </p:cNvPr>
            <p:cNvPicPr>
              <a:picLocks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484267" y="4991262"/>
              <a:ext cx="180000" cy="180000"/>
            </a:xfrm>
            <a:prstGeom prst="rect">
              <a:avLst/>
            </a:prstGeom>
          </p:spPr>
        </p:pic>
        <p:pic>
          <p:nvPicPr>
            <p:cNvPr id="47" name="Picture 46">
              <a:extLst>
                <a:ext uri="{FF2B5EF4-FFF2-40B4-BE49-F238E27FC236}">
                  <a16:creationId xmlns:a16="http://schemas.microsoft.com/office/drawing/2014/main" id="{D18CD376-B297-AC4A-B0FF-92CF0BECBEFD}"/>
                </a:ext>
              </a:extLst>
            </p:cNvPr>
            <p:cNvPicPr>
              <a:picLocks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481789" y="4791044"/>
              <a:ext cx="180000" cy="180000"/>
            </a:xfrm>
            <a:prstGeom prst="rect">
              <a:avLst/>
            </a:prstGeom>
          </p:spPr>
        </p:pic>
        <p:pic>
          <p:nvPicPr>
            <p:cNvPr id="48" name="Picture 47">
              <a:extLst>
                <a:ext uri="{FF2B5EF4-FFF2-40B4-BE49-F238E27FC236}">
                  <a16:creationId xmlns:a16="http://schemas.microsoft.com/office/drawing/2014/main" id="{7A6541EF-3F8C-2241-8785-707702DC957D}"/>
                </a:ext>
              </a:extLst>
            </p:cNvPr>
            <p:cNvPicPr>
              <a:picLocks/>
            </p:cNvPicPr>
            <p:nvPr/>
          </p:nvPicPr>
          <p:blipFill>
            <a:blip r:embed="rId13"/>
            <a:stretch>
              <a:fillRect/>
            </a:stretch>
          </p:blipFill>
          <p:spPr>
            <a:xfrm>
              <a:off x="477952" y="4590829"/>
              <a:ext cx="180000" cy="180000"/>
            </a:xfrm>
            <a:prstGeom prst="rect">
              <a:avLst/>
            </a:prstGeom>
          </p:spPr>
        </p:pic>
        <p:pic>
          <p:nvPicPr>
            <p:cNvPr id="50" name="Picture 49">
              <a:extLst>
                <a:ext uri="{FF2B5EF4-FFF2-40B4-BE49-F238E27FC236}">
                  <a16:creationId xmlns:a16="http://schemas.microsoft.com/office/drawing/2014/main" id="{5BA56213-AD7C-DC43-B655-BAAF82E30367}"/>
                </a:ext>
              </a:extLst>
            </p:cNvPr>
            <p:cNvPicPr>
              <a:picLocks/>
            </p:cNvPicPr>
            <p:nvPr/>
          </p:nvPicPr>
          <p:blipFill>
            <a:blip r:embed="rId14"/>
            <a:stretch>
              <a:fillRect/>
            </a:stretch>
          </p:blipFill>
          <p:spPr>
            <a:xfrm>
              <a:off x="484267" y="4392069"/>
              <a:ext cx="180000" cy="180000"/>
            </a:xfrm>
            <a:prstGeom prst="rect">
              <a:avLst/>
            </a:prstGeom>
          </p:spPr>
        </p:pic>
        <p:pic>
          <p:nvPicPr>
            <p:cNvPr id="51" name="Picture 50">
              <a:extLst>
                <a:ext uri="{FF2B5EF4-FFF2-40B4-BE49-F238E27FC236}">
                  <a16:creationId xmlns:a16="http://schemas.microsoft.com/office/drawing/2014/main" id="{DD6D7E25-0C34-4C41-888B-E270C34E2BB4}"/>
                </a:ext>
              </a:extLst>
            </p:cNvPr>
            <p:cNvPicPr>
              <a:picLocks/>
            </p:cNvPicPr>
            <p:nvPr/>
          </p:nvPicPr>
          <p:blipFill>
            <a:blip r:embed="rId15"/>
            <a:stretch>
              <a:fillRect/>
            </a:stretch>
          </p:blipFill>
          <p:spPr>
            <a:xfrm>
              <a:off x="480331" y="4189112"/>
              <a:ext cx="180000" cy="180000"/>
            </a:xfrm>
            <a:prstGeom prst="rect">
              <a:avLst/>
            </a:prstGeom>
          </p:spPr>
        </p:pic>
        <p:pic>
          <p:nvPicPr>
            <p:cNvPr id="52" name="Picture 51">
              <a:extLst>
                <a:ext uri="{FF2B5EF4-FFF2-40B4-BE49-F238E27FC236}">
                  <a16:creationId xmlns:a16="http://schemas.microsoft.com/office/drawing/2014/main" id="{71169154-5A86-6E46-9CBE-166E7E6C1E4E}"/>
                </a:ext>
              </a:extLst>
            </p:cNvPr>
            <p:cNvPicPr>
              <a:picLocks/>
            </p:cNvPicPr>
            <p:nvPr/>
          </p:nvPicPr>
          <p:blipFill>
            <a:blip r:embed="rId16"/>
            <a:stretch>
              <a:fillRect/>
            </a:stretch>
          </p:blipFill>
          <p:spPr>
            <a:xfrm>
              <a:off x="477952" y="3984986"/>
              <a:ext cx="180000" cy="180000"/>
            </a:xfrm>
            <a:prstGeom prst="rect">
              <a:avLst/>
            </a:prstGeom>
          </p:spPr>
        </p:pic>
        <p:pic>
          <p:nvPicPr>
            <p:cNvPr id="53" name="Picture 52">
              <a:extLst>
                <a:ext uri="{FF2B5EF4-FFF2-40B4-BE49-F238E27FC236}">
                  <a16:creationId xmlns:a16="http://schemas.microsoft.com/office/drawing/2014/main" id="{DB74FFA7-4693-CD4E-9DD3-93F0474348D0}"/>
                </a:ext>
              </a:extLst>
            </p:cNvPr>
            <p:cNvPicPr>
              <a:picLocks/>
            </p:cNvPicPr>
            <p:nvPr/>
          </p:nvPicPr>
          <p:blipFill>
            <a:blip r:embed="rId17"/>
            <a:stretch>
              <a:fillRect/>
            </a:stretch>
          </p:blipFill>
          <p:spPr>
            <a:xfrm>
              <a:off x="479815" y="3780860"/>
              <a:ext cx="180000" cy="180000"/>
            </a:xfrm>
            <a:prstGeom prst="rect">
              <a:avLst/>
            </a:prstGeom>
          </p:spPr>
        </p:pic>
        <p:pic>
          <p:nvPicPr>
            <p:cNvPr id="54" name="Picture 53">
              <a:extLst>
                <a:ext uri="{FF2B5EF4-FFF2-40B4-BE49-F238E27FC236}">
                  <a16:creationId xmlns:a16="http://schemas.microsoft.com/office/drawing/2014/main" id="{AB58B444-0FA5-CE4C-B82B-AD3551292B4C}"/>
                </a:ext>
              </a:extLst>
            </p:cNvPr>
            <p:cNvPicPr>
              <a:picLocks/>
            </p:cNvPicPr>
            <p:nvPr/>
          </p:nvPicPr>
          <p:blipFill>
            <a:blip r:embed="rId18"/>
            <a:stretch>
              <a:fillRect/>
            </a:stretch>
          </p:blipFill>
          <p:spPr>
            <a:xfrm>
              <a:off x="477952" y="3580325"/>
              <a:ext cx="180000" cy="180000"/>
            </a:xfrm>
            <a:prstGeom prst="rect">
              <a:avLst/>
            </a:prstGeom>
          </p:spPr>
        </p:pic>
        <p:pic>
          <p:nvPicPr>
            <p:cNvPr id="61" name="Picture 60">
              <a:extLst>
                <a:ext uri="{FF2B5EF4-FFF2-40B4-BE49-F238E27FC236}">
                  <a16:creationId xmlns:a16="http://schemas.microsoft.com/office/drawing/2014/main" id="{849B50A1-13DE-504E-B6F9-6950B2D091CF}"/>
                </a:ext>
              </a:extLst>
            </p:cNvPr>
            <p:cNvPicPr>
              <a:picLocks noChangeAspect="1"/>
            </p:cNvPicPr>
            <p:nvPr/>
          </p:nvPicPr>
          <p:blipFill>
            <a:blip r:embed="rId19"/>
            <a:stretch>
              <a:fillRect/>
            </a:stretch>
          </p:blipFill>
          <p:spPr>
            <a:xfrm>
              <a:off x="1177644" y="3536038"/>
              <a:ext cx="2282459" cy="3060000"/>
            </a:xfrm>
            <a:prstGeom prst="rect">
              <a:avLst/>
            </a:prstGeom>
          </p:spPr>
        </p:pic>
      </p:grpSp>
      <p:pic>
        <p:nvPicPr>
          <p:cNvPr id="1025" name="Picture 1024">
            <a:extLst>
              <a:ext uri="{FF2B5EF4-FFF2-40B4-BE49-F238E27FC236}">
                <a16:creationId xmlns:a16="http://schemas.microsoft.com/office/drawing/2014/main" id="{B3A018FF-A445-7948-9ADF-A4FAC66BD166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5288886" y="3547236"/>
            <a:ext cx="346883" cy="3060000"/>
          </a:xfrm>
          <a:prstGeom prst="rect">
            <a:avLst/>
          </a:prstGeom>
        </p:spPr>
      </p:pic>
      <p:grpSp>
        <p:nvGrpSpPr>
          <p:cNvPr id="1043" name="Group 1042">
            <a:extLst>
              <a:ext uri="{FF2B5EF4-FFF2-40B4-BE49-F238E27FC236}">
                <a16:creationId xmlns:a16="http://schemas.microsoft.com/office/drawing/2014/main" id="{64D736FC-38BB-F84F-B3D7-9838CB899EAA}"/>
              </a:ext>
            </a:extLst>
          </p:cNvPr>
          <p:cNvGrpSpPr/>
          <p:nvPr/>
        </p:nvGrpSpPr>
        <p:grpSpPr>
          <a:xfrm>
            <a:off x="8145080" y="390781"/>
            <a:ext cx="2324100" cy="1418952"/>
            <a:chOff x="6621080" y="390781"/>
            <a:chExt cx="2324100" cy="1418952"/>
          </a:xfrm>
        </p:grpSpPr>
        <p:cxnSp>
          <p:nvCxnSpPr>
            <p:cNvPr id="34" name="Straight Arrow Connector 33">
              <a:extLst>
                <a:ext uri="{FF2B5EF4-FFF2-40B4-BE49-F238E27FC236}">
                  <a16:creationId xmlns:a16="http://schemas.microsoft.com/office/drawing/2014/main" id="{1DBB358A-7DE7-B149-88C5-02D86A73F751}"/>
                </a:ext>
              </a:extLst>
            </p:cNvPr>
            <p:cNvCxnSpPr>
              <a:cxnSpLocks/>
            </p:cNvCxnSpPr>
            <p:nvPr/>
          </p:nvCxnSpPr>
          <p:spPr>
            <a:xfrm>
              <a:off x="6622084" y="792418"/>
              <a:ext cx="2245606" cy="0"/>
            </a:xfrm>
            <a:prstGeom prst="straightConnector1">
              <a:avLst/>
            </a:prstGeom>
            <a:ln w="15875">
              <a:solidFill>
                <a:schemeClr val="bg1">
                  <a:lumMod val="65000"/>
                </a:schemeClr>
              </a:solidFill>
              <a:prstDash val="sysDash"/>
              <a:headEnd type="triangle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A0699540-CC0B-014B-A425-C0C5DC4C0E58}"/>
                </a:ext>
              </a:extLst>
            </p:cNvPr>
            <p:cNvSpPr txBox="1"/>
            <p:nvPr/>
          </p:nvSpPr>
          <p:spPr>
            <a:xfrm>
              <a:off x="7573806" y="390781"/>
              <a:ext cx="33534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Gill Sans MT" panose="020B0502020104020203" pitchFamily="34" charset="77"/>
                </a:rPr>
                <a:t>K</a:t>
              </a:r>
            </a:p>
          </p:txBody>
        </p:sp>
        <p:cxnSp>
          <p:nvCxnSpPr>
            <p:cNvPr id="58" name="Straight Arrow Connector 57">
              <a:extLst>
                <a:ext uri="{FF2B5EF4-FFF2-40B4-BE49-F238E27FC236}">
                  <a16:creationId xmlns:a16="http://schemas.microsoft.com/office/drawing/2014/main" id="{00B5F0A0-5CDD-1245-B85D-6D8741869D6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482400" y="1153871"/>
              <a:ext cx="8191" cy="655862"/>
            </a:xfrm>
            <a:prstGeom prst="straightConnector1">
              <a:avLst/>
            </a:prstGeom>
            <a:ln w="9525">
              <a:solidFill>
                <a:schemeClr val="bg1">
                  <a:lumMod val="75000"/>
                </a:schemeClr>
              </a:solidFill>
              <a:prstDash val="solid"/>
              <a:tailEnd type="non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pic>
          <p:nvPicPr>
            <p:cNvPr id="1028" name="Picture 1027">
              <a:extLst>
                <a:ext uri="{FF2B5EF4-FFF2-40B4-BE49-F238E27FC236}">
                  <a16:creationId xmlns:a16="http://schemas.microsoft.com/office/drawing/2014/main" id="{512F3D8D-7F94-FF49-A200-EBED9EC5D3E2}"/>
                </a:ext>
              </a:extLst>
            </p:cNvPr>
            <p:cNvPicPr>
              <a:picLocks noChangeAspect="1"/>
            </p:cNvPicPr>
            <p:nvPr/>
          </p:nvPicPr>
          <p:blipFill>
            <a:blip r:embed="rId21"/>
            <a:stretch>
              <a:fillRect/>
            </a:stretch>
          </p:blipFill>
          <p:spPr>
            <a:xfrm>
              <a:off x="6621080" y="1011907"/>
              <a:ext cx="2324100" cy="279400"/>
            </a:xfrm>
            <a:prstGeom prst="rect">
              <a:avLst/>
            </a:prstGeom>
          </p:spPr>
        </p:pic>
      </p:grpSp>
      <p:grpSp>
        <p:nvGrpSpPr>
          <p:cNvPr id="1045" name="Group 1044">
            <a:extLst>
              <a:ext uri="{FF2B5EF4-FFF2-40B4-BE49-F238E27FC236}">
                <a16:creationId xmlns:a16="http://schemas.microsoft.com/office/drawing/2014/main" id="{F85CB347-BEB6-9745-9FEC-A96D40E0B033}"/>
              </a:ext>
            </a:extLst>
          </p:cNvPr>
          <p:cNvGrpSpPr/>
          <p:nvPr/>
        </p:nvGrpSpPr>
        <p:grpSpPr>
          <a:xfrm>
            <a:off x="2701645" y="3150176"/>
            <a:ext cx="2946641" cy="385862"/>
            <a:chOff x="1177644" y="3150176"/>
            <a:chExt cx="2946641" cy="385862"/>
          </a:xfrm>
        </p:grpSpPr>
        <p:pic>
          <p:nvPicPr>
            <p:cNvPr id="1029" name="Picture 1028">
              <a:extLst>
                <a:ext uri="{FF2B5EF4-FFF2-40B4-BE49-F238E27FC236}">
                  <a16:creationId xmlns:a16="http://schemas.microsoft.com/office/drawing/2014/main" id="{0D7FA470-3714-8449-9D0D-620D62CDA28B}"/>
                </a:ext>
              </a:extLst>
            </p:cNvPr>
            <p:cNvPicPr>
              <a:picLocks noChangeAspect="1"/>
            </p:cNvPicPr>
            <p:nvPr/>
          </p:nvPicPr>
          <p:blipFill>
            <a:blip r:embed="rId22"/>
            <a:stretch>
              <a:fillRect/>
            </a:stretch>
          </p:blipFill>
          <p:spPr>
            <a:xfrm>
              <a:off x="1177644" y="3150176"/>
              <a:ext cx="368300" cy="317500"/>
            </a:xfrm>
            <a:prstGeom prst="rect">
              <a:avLst/>
            </a:prstGeom>
          </p:spPr>
        </p:pic>
        <p:pic>
          <p:nvPicPr>
            <p:cNvPr id="1030" name="Picture 1029">
              <a:extLst>
                <a:ext uri="{FF2B5EF4-FFF2-40B4-BE49-F238E27FC236}">
                  <a16:creationId xmlns:a16="http://schemas.microsoft.com/office/drawing/2014/main" id="{3742D50F-940D-104B-A6E8-E94D1DFAF741}"/>
                </a:ext>
              </a:extLst>
            </p:cNvPr>
            <p:cNvPicPr>
              <a:picLocks noChangeAspect="1"/>
            </p:cNvPicPr>
            <p:nvPr/>
          </p:nvPicPr>
          <p:blipFill>
            <a:blip r:embed="rId23"/>
            <a:stretch>
              <a:fillRect/>
            </a:stretch>
          </p:blipFill>
          <p:spPr>
            <a:xfrm>
              <a:off x="3857585" y="3231238"/>
              <a:ext cx="266700" cy="304800"/>
            </a:xfrm>
            <a:prstGeom prst="rect">
              <a:avLst/>
            </a:prstGeom>
          </p:spPr>
        </p:pic>
      </p:grpSp>
      <p:grpSp>
        <p:nvGrpSpPr>
          <p:cNvPr id="1046" name="Group 1045">
            <a:extLst>
              <a:ext uri="{FF2B5EF4-FFF2-40B4-BE49-F238E27FC236}">
                <a16:creationId xmlns:a16="http://schemas.microsoft.com/office/drawing/2014/main" id="{1EC1361C-4FB3-844E-8DCB-892E30DE75D6}"/>
              </a:ext>
            </a:extLst>
          </p:cNvPr>
          <p:cNvGrpSpPr/>
          <p:nvPr/>
        </p:nvGrpSpPr>
        <p:grpSpPr>
          <a:xfrm>
            <a:off x="5826177" y="3597754"/>
            <a:ext cx="3669949" cy="2966592"/>
            <a:chOff x="4302177" y="3597754"/>
            <a:chExt cx="3669949" cy="2966592"/>
          </a:xfrm>
        </p:grpSpPr>
        <p:cxnSp>
          <p:nvCxnSpPr>
            <p:cNvPr id="69" name="Straight Arrow Connector 68">
              <a:extLst>
                <a:ext uri="{FF2B5EF4-FFF2-40B4-BE49-F238E27FC236}">
                  <a16:creationId xmlns:a16="http://schemas.microsoft.com/office/drawing/2014/main" id="{07CCE812-CC09-8E4A-AEEF-DFB3B3236D41}"/>
                </a:ext>
              </a:extLst>
            </p:cNvPr>
            <p:cNvCxnSpPr>
              <a:cxnSpLocks/>
              <a:endCxn id="70" idx="1"/>
            </p:cNvCxnSpPr>
            <p:nvPr/>
          </p:nvCxnSpPr>
          <p:spPr>
            <a:xfrm flipV="1">
              <a:off x="4594384" y="5079250"/>
              <a:ext cx="343302" cy="1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70" name="Rectangle 69">
              <a:extLst>
                <a:ext uri="{FF2B5EF4-FFF2-40B4-BE49-F238E27FC236}">
                  <a16:creationId xmlns:a16="http://schemas.microsoft.com/office/drawing/2014/main" id="{19BAC7C1-5EA5-BF48-81AA-44837DE307F2}"/>
                </a:ext>
              </a:extLst>
            </p:cNvPr>
            <p:cNvSpPr/>
            <p:nvPr/>
          </p:nvSpPr>
          <p:spPr>
            <a:xfrm>
              <a:off x="4937686" y="4615610"/>
              <a:ext cx="1279300" cy="927279"/>
            </a:xfrm>
            <a:prstGeom prst="rect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 err="1">
                  <a:latin typeface="Gill Sans MT" panose="020B0502020104020203" pitchFamily="34" charset="77"/>
                </a:rPr>
                <a:t>Entrenar</a:t>
              </a:r>
              <a:endParaRPr lang="en-US" sz="1600" dirty="0">
                <a:latin typeface="Gill Sans MT" panose="020B0502020104020203" pitchFamily="34" charset="77"/>
              </a:endParaRPr>
            </a:p>
            <a:p>
              <a:pPr algn="ctr"/>
              <a:r>
                <a:rPr lang="en-US" sz="1600" dirty="0" err="1">
                  <a:latin typeface="Gill Sans MT" panose="020B0502020104020203" pitchFamily="34" charset="77"/>
                </a:rPr>
                <a:t>Clasificador</a:t>
              </a:r>
              <a:endParaRPr lang="en-US" sz="1600" dirty="0">
                <a:latin typeface="Gill Sans MT" panose="020B0502020104020203" pitchFamily="34" charset="77"/>
              </a:endParaRPr>
            </a:p>
          </p:txBody>
        </p:sp>
        <p:cxnSp>
          <p:nvCxnSpPr>
            <p:cNvPr id="71" name="Straight Arrow Connector 70">
              <a:extLst>
                <a:ext uri="{FF2B5EF4-FFF2-40B4-BE49-F238E27FC236}">
                  <a16:creationId xmlns:a16="http://schemas.microsoft.com/office/drawing/2014/main" id="{C609073D-C042-3545-8BC7-2D5F75B6BE1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216986" y="5054115"/>
              <a:ext cx="304803" cy="1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72" name="TextBox 71">
              <a:extLst>
                <a:ext uri="{FF2B5EF4-FFF2-40B4-BE49-F238E27FC236}">
                  <a16:creationId xmlns:a16="http://schemas.microsoft.com/office/drawing/2014/main" id="{991D6209-708C-B044-AF80-571438393C3C}"/>
                </a:ext>
              </a:extLst>
            </p:cNvPr>
            <p:cNvSpPr txBox="1"/>
            <p:nvPr/>
          </p:nvSpPr>
          <p:spPr>
            <a:xfrm>
              <a:off x="6692609" y="4740729"/>
              <a:ext cx="1279517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dirty="0" err="1">
                  <a:latin typeface="Gill Sans MT" panose="020B0502020104020203" pitchFamily="34" charset="77"/>
                </a:rPr>
                <a:t>Clasificador</a:t>
              </a:r>
              <a:endParaRPr lang="en-US" dirty="0">
                <a:latin typeface="Gill Sans MT" panose="020B0502020104020203" pitchFamily="34" charset="77"/>
              </a:endParaRPr>
            </a:p>
            <a:p>
              <a:pPr algn="ctr"/>
              <a:r>
                <a:rPr lang="en-US" dirty="0" err="1">
                  <a:latin typeface="Gill Sans MT" panose="020B0502020104020203" pitchFamily="34" charset="77"/>
                </a:rPr>
                <a:t>Entrenado</a:t>
              </a:r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1031" name="Right Brace 1030">
              <a:extLst>
                <a:ext uri="{FF2B5EF4-FFF2-40B4-BE49-F238E27FC236}">
                  <a16:creationId xmlns:a16="http://schemas.microsoft.com/office/drawing/2014/main" id="{256F5DF3-BA75-7A44-BB01-5B99E517A9EB}"/>
                </a:ext>
              </a:extLst>
            </p:cNvPr>
            <p:cNvSpPr/>
            <p:nvPr/>
          </p:nvSpPr>
          <p:spPr>
            <a:xfrm>
              <a:off x="4302177" y="3597754"/>
              <a:ext cx="149902" cy="2966592"/>
            </a:xfrm>
            <a:prstGeom prst="rightBrac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</p:grpSp>
      <p:grpSp>
        <p:nvGrpSpPr>
          <p:cNvPr id="1039" name="Group 1038">
            <a:extLst>
              <a:ext uri="{FF2B5EF4-FFF2-40B4-BE49-F238E27FC236}">
                <a16:creationId xmlns:a16="http://schemas.microsoft.com/office/drawing/2014/main" id="{1E9291CC-4E23-D542-847F-D3FF65874A56}"/>
              </a:ext>
            </a:extLst>
          </p:cNvPr>
          <p:cNvGrpSpPr/>
          <p:nvPr/>
        </p:nvGrpSpPr>
        <p:grpSpPr>
          <a:xfrm>
            <a:off x="1614153" y="1295286"/>
            <a:ext cx="3333348" cy="1600197"/>
            <a:chOff x="90152" y="1295285"/>
            <a:chExt cx="3333348" cy="1600197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DEC018D3-D555-2A4A-8BB9-22EF5D97611B}"/>
                </a:ext>
              </a:extLst>
            </p:cNvPr>
            <p:cNvSpPr txBox="1"/>
            <p:nvPr/>
          </p:nvSpPr>
          <p:spPr>
            <a:xfrm>
              <a:off x="90152" y="1295285"/>
              <a:ext cx="333334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Gill Sans MT" panose="020B0502020104020203" pitchFamily="34" charset="77"/>
                </a:rPr>
                <a:t>Para </a:t>
              </a:r>
              <a:r>
                <a:rPr lang="en-US" dirty="0" err="1">
                  <a:latin typeface="Gill Sans MT" panose="020B0502020104020203" pitchFamily="34" charset="77"/>
                </a:rPr>
                <a:t>cada</a:t>
              </a:r>
              <a:r>
                <a:rPr lang="en-US" dirty="0">
                  <a:latin typeface="Gill Sans MT" panose="020B0502020104020203" pitchFamily="34" charset="77"/>
                </a:rPr>
                <a:t> </a:t>
              </a:r>
              <a:r>
                <a:rPr lang="en-US" dirty="0" err="1">
                  <a:latin typeface="Gill Sans MT" panose="020B0502020104020203" pitchFamily="34" charset="77"/>
                </a:rPr>
                <a:t>tigre</a:t>
              </a:r>
              <a:r>
                <a:rPr lang="en-US" dirty="0">
                  <a:latin typeface="Gill Sans MT" panose="020B0502020104020203" pitchFamily="34" charset="77"/>
                </a:rPr>
                <a:t> del </a:t>
              </a:r>
              <a:r>
                <a:rPr lang="en-US" dirty="0" err="1">
                  <a:latin typeface="Gill Sans MT" panose="020B0502020104020203" pitchFamily="34" charset="77"/>
                </a:rPr>
                <a:t>entrenamiento</a:t>
              </a:r>
              <a:endParaRPr lang="en-US" dirty="0">
                <a:latin typeface="Gill Sans MT" panose="020B0502020104020203" pitchFamily="34" charset="77"/>
              </a:endParaRPr>
            </a:p>
          </p:txBody>
        </p:sp>
        <p:pic>
          <p:nvPicPr>
            <p:cNvPr id="77" name="Picture 76">
              <a:extLst>
                <a:ext uri="{FF2B5EF4-FFF2-40B4-BE49-F238E27FC236}">
                  <a16:creationId xmlns:a16="http://schemas.microsoft.com/office/drawing/2014/main" id="{846EC31C-CA53-5C43-BA14-7137A83EBE9E}"/>
                </a:ext>
              </a:extLst>
            </p:cNvPr>
            <p:cNvPicPr>
              <a:picLocks/>
            </p:cNvPicPr>
            <p:nvPr/>
          </p:nvPicPr>
          <p:blipFill>
            <a:blip r:embed="rId18"/>
            <a:stretch>
              <a:fillRect/>
            </a:stretch>
          </p:blipFill>
          <p:spPr>
            <a:xfrm>
              <a:off x="1384405" y="1815482"/>
              <a:ext cx="1080000" cy="1080000"/>
            </a:xfrm>
            <a:prstGeom prst="rect">
              <a:avLst/>
            </a:prstGeom>
          </p:spPr>
        </p:pic>
      </p:grpSp>
      <p:sp>
        <p:nvSpPr>
          <p:cNvPr id="93" name="TextBox 92">
            <a:extLst>
              <a:ext uri="{FF2B5EF4-FFF2-40B4-BE49-F238E27FC236}">
                <a16:creationId xmlns:a16="http://schemas.microsoft.com/office/drawing/2014/main" id="{5CF83836-6B82-D949-8D06-381C70479350}"/>
              </a:ext>
            </a:extLst>
          </p:cNvPr>
          <p:cNvSpPr txBox="1"/>
          <p:nvPr/>
        </p:nvSpPr>
        <p:spPr>
          <a:xfrm>
            <a:off x="3178843" y="6596039"/>
            <a:ext cx="268855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dirty="0" err="1">
                <a:latin typeface="Gill Sans MT" panose="020B0502020104020203" pitchFamily="34" charset="77"/>
              </a:rPr>
              <a:t>Histogramas</a:t>
            </a:r>
            <a:r>
              <a:rPr lang="en-US" sz="1200" dirty="0">
                <a:latin typeface="Gill Sans MT" panose="020B0502020104020203" pitchFamily="34" charset="77"/>
              </a:rPr>
              <a:t>                               Labels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9D2F92F-ABEB-A387-8A77-73F385EC3B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PR04D</a:t>
            </a:r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6339984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10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3" grpId="0"/>
    </p:bld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CF1109-51A3-C340-A77E-40F6D98283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1200" y="2857500"/>
            <a:ext cx="8229600" cy="1143000"/>
          </a:xfrm>
        </p:spPr>
        <p:txBody>
          <a:bodyPr>
            <a:normAutofit/>
          </a:bodyPr>
          <a:lstStyle/>
          <a:p>
            <a:r>
              <a:rPr lang="en-US" dirty="0"/>
              <a:t>TESTING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C539B56-22B5-AF4E-9446-C5309E1461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0B2870-7350-8D40-A01A-CE539DF873CB}" type="slidenum">
              <a:rPr lang="en-US" smtClean="0"/>
              <a:t>82</a:t>
            </a:fld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D9EF041-FFD1-A18B-54FA-612D23CF39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PR04D</a:t>
            </a:r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1336427196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C539B56-22B5-AF4E-9446-C5309E1461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0B2870-7350-8D40-A01A-CE539DF873CB}" type="slidenum">
              <a:rPr lang="en-US" smtClean="0"/>
              <a:t>83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EC018D3-D555-2A4A-8BB9-22EF5D97611B}"/>
              </a:ext>
            </a:extLst>
          </p:cNvPr>
          <p:cNvSpPr txBox="1"/>
          <p:nvPr/>
        </p:nvSpPr>
        <p:spPr>
          <a:xfrm>
            <a:off x="2338053" y="1295285"/>
            <a:ext cx="23589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Gill Sans MT" panose="020B0502020104020203" pitchFamily="34" charset="77"/>
              </a:rPr>
              <a:t>Para el </a:t>
            </a:r>
            <a:r>
              <a:rPr lang="en-US" dirty="0" err="1">
                <a:latin typeface="Gill Sans MT" panose="020B0502020104020203" pitchFamily="34" charset="77"/>
              </a:rPr>
              <a:t>tigre</a:t>
            </a:r>
            <a:r>
              <a:rPr lang="en-US" dirty="0">
                <a:latin typeface="Gill Sans MT" panose="020B0502020104020203" pitchFamily="34" charset="77"/>
              </a:rPr>
              <a:t> de testing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DE59A26-69CF-A147-9F1C-BFAD1FA95012}"/>
              </a:ext>
            </a:extLst>
          </p:cNvPr>
          <p:cNvSpPr/>
          <p:nvPr/>
        </p:nvSpPr>
        <p:spPr>
          <a:xfrm>
            <a:off x="4344340" y="1903810"/>
            <a:ext cx="1635751" cy="927279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latin typeface="Gill Sans MT" panose="020B0502020104020203" pitchFamily="34" charset="77"/>
              </a:rPr>
              <a:t>HoG</a:t>
            </a:r>
            <a:endParaRPr lang="en-US" dirty="0">
              <a:latin typeface="Gill Sans MT" panose="020B0502020104020203" pitchFamily="34" charset="77"/>
            </a:endParaRP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ECE5A37E-C3B0-944E-B96F-7FCCD722CB76}"/>
              </a:ext>
            </a:extLst>
          </p:cNvPr>
          <p:cNvCxnSpPr>
            <a:cxnSpLocks/>
            <a:stCxn id="7" idx="3"/>
            <a:endCxn id="9" idx="1"/>
          </p:cNvCxnSpPr>
          <p:nvPr/>
        </p:nvCxnSpPr>
        <p:spPr>
          <a:xfrm flipV="1">
            <a:off x="5980090" y="2367449"/>
            <a:ext cx="343302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>
            <a:extLst>
              <a:ext uri="{FF2B5EF4-FFF2-40B4-BE49-F238E27FC236}">
                <a16:creationId xmlns:a16="http://schemas.microsoft.com/office/drawing/2014/main" id="{A14F9698-3CCF-8D4F-B438-35AC851EB301}"/>
              </a:ext>
            </a:extLst>
          </p:cNvPr>
          <p:cNvSpPr/>
          <p:nvPr/>
        </p:nvSpPr>
        <p:spPr>
          <a:xfrm>
            <a:off x="6323392" y="1903809"/>
            <a:ext cx="1279300" cy="927279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 err="1">
                <a:latin typeface="Gill Sans MT" panose="020B0502020104020203" pitchFamily="34" charset="77"/>
              </a:rPr>
              <a:t>Codificación</a:t>
            </a:r>
            <a:endParaRPr lang="en-US" sz="1600" dirty="0">
              <a:latin typeface="Gill Sans MT" panose="020B0502020104020203" pitchFamily="34" charset="77"/>
            </a:endParaRP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293BA4E6-F675-B04D-8CD6-B218E90C86F8}"/>
              </a:ext>
            </a:extLst>
          </p:cNvPr>
          <p:cNvCxnSpPr>
            <a:cxnSpLocks/>
          </p:cNvCxnSpPr>
          <p:nvPr/>
        </p:nvCxnSpPr>
        <p:spPr>
          <a:xfrm flipV="1">
            <a:off x="7602693" y="2342314"/>
            <a:ext cx="304803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5D1540F7-C9C5-DB49-A1FA-6BB6BCB8777F}"/>
              </a:ext>
            </a:extLst>
          </p:cNvPr>
          <p:cNvCxnSpPr>
            <a:cxnSpLocks/>
          </p:cNvCxnSpPr>
          <p:nvPr/>
        </p:nvCxnSpPr>
        <p:spPr>
          <a:xfrm flipV="1">
            <a:off x="4043973" y="2363784"/>
            <a:ext cx="304803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E576CBE9-7FE7-E149-AAFD-37E48A243A36}"/>
              </a:ext>
            </a:extLst>
          </p:cNvPr>
          <p:cNvSpPr/>
          <p:nvPr/>
        </p:nvSpPr>
        <p:spPr>
          <a:xfrm>
            <a:off x="7907495" y="1903809"/>
            <a:ext cx="1279300" cy="927279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 err="1">
                <a:latin typeface="Gill Sans MT" panose="020B0502020104020203" pitchFamily="34" charset="77"/>
              </a:rPr>
              <a:t>Histograma</a:t>
            </a:r>
            <a:endParaRPr lang="en-US" sz="1600" dirty="0">
              <a:latin typeface="Gill Sans MT" panose="020B0502020104020203" pitchFamily="34" charset="77"/>
            </a:endParaRP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8D82264C-BECD-AF4A-8E4F-6DC79BF7D913}"/>
              </a:ext>
            </a:extLst>
          </p:cNvPr>
          <p:cNvCxnSpPr>
            <a:cxnSpLocks/>
          </p:cNvCxnSpPr>
          <p:nvPr/>
        </p:nvCxnSpPr>
        <p:spPr>
          <a:xfrm flipV="1">
            <a:off x="9186796" y="2342314"/>
            <a:ext cx="304803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3" name="Group 2">
            <a:extLst>
              <a:ext uri="{FF2B5EF4-FFF2-40B4-BE49-F238E27FC236}">
                <a16:creationId xmlns:a16="http://schemas.microsoft.com/office/drawing/2014/main" id="{3E2CDEA5-0247-1F47-8245-88F17D9022A9}"/>
              </a:ext>
            </a:extLst>
          </p:cNvPr>
          <p:cNvGrpSpPr/>
          <p:nvPr/>
        </p:nvGrpSpPr>
        <p:grpSpPr>
          <a:xfrm>
            <a:off x="9546056" y="1981100"/>
            <a:ext cx="937073" cy="637508"/>
            <a:chOff x="5038724" y="2361906"/>
            <a:chExt cx="1728788" cy="761220"/>
          </a:xfrm>
        </p:grpSpPr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B5875C6A-79CA-5E45-BD2D-702B16A379A5}"/>
                </a:ext>
              </a:extLst>
            </p:cNvPr>
            <p:cNvCxnSpPr/>
            <p:nvPr/>
          </p:nvCxnSpPr>
          <p:spPr>
            <a:xfrm>
              <a:off x="5038724" y="3013589"/>
              <a:ext cx="1728788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BB0CE80F-1A3E-F24F-8A4D-CC1711AA6680}"/>
                </a:ext>
              </a:extLst>
            </p:cNvPr>
            <p:cNvCxnSpPr/>
            <p:nvPr/>
          </p:nvCxnSpPr>
          <p:spPr>
            <a:xfrm flipH="1" flipV="1">
              <a:off x="5146625" y="2361906"/>
              <a:ext cx="1635" cy="76122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8EE3F9B9-5F2A-2B4B-9A05-3DD66F1B40F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281608" y="2604183"/>
              <a:ext cx="0" cy="414331"/>
            </a:xfrm>
            <a:prstGeom prst="line">
              <a:avLst/>
            </a:prstGeom>
            <a:ln w="60325">
              <a:solidFill>
                <a:srgbClr val="FFC00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225BBD1F-98BE-674B-8B2F-37D3A60C5E93}"/>
                </a:ext>
              </a:extLst>
            </p:cNvPr>
            <p:cNvCxnSpPr/>
            <p:nvPr/>
          </p:nvCxnSpPr>
          <p:spPr>
            <a:xfrm flipV="1">
              <a:off x="6158919" y="2604183"/>
              <a:ext cx="953" cy="409566"/>
            </a:xfrm>
            <a:prstGeom prst="line">
              <a:avLst/>
            </a:prstGeom>
            <a:ln w="60325">
              <a:solidFill>
                <a:srgbClr val="FFC00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BFC4725E-2617-8B40-9F0B-EC51B9655F2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423417" y="2604183"/>
              <a:ext cx="0" cy="416953"/>
            </a:xfrm>
            <a:prstGeom prst="line">
              <a:avLst/>
            </a:prstGeom>
            <a:ln w="60325">
              <a:solidFill>
                <a:srgbClr val="FFC00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D8B65A3F-1E6B-104B-87AF-44B8F8F6DD7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579674" y="2604183"/>
              <a:ext cx="0" cy="412947"/>
            </a:xfrm>
            <a:prstGeom prst="line">
              <a:avLst/>
            </a:prstGeom>
            <a:ln w="60325">
              <a:solidFill>
                <a:srgbClr val="FFC00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D3D1FAF8-DAD1-7B4A-A8CE-7FE3F857CA90}"/>
                </a:ext>
              </a:extLst>
            </p:cNvPr>
            <p:cNvCxnSpPr/>
            <p:nvPr/>
          </p:nvCxnSpPr>
          <p:spPr>
            <a:xfrm flipV="1">
              <a:off x="5735606" y="2545355"/>
              <a:ext cx="0" cy="472847"/>
            </a:xfrm>
            <a:prstGeom prst="line">
              <a:avLst/>
            </a:prstGeom>
            <a:ln w="60325">
              <a:solidFill>
                <a:srgbClr val="FFC00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9340D648-BF68-FF4F-82EA-33187EE032E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888006" y="2483614"/>
              <a:ext cx="0" cy="526268"/>
            </a:xfrm>
            <a:prstGeom prst="line">
              <a:avLst/>
            </a:prstGeom>
            <a:ln w="60325">
              <a:solidFill>
                <a:srgbClr val="FFC00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9F73A25A-3DF5-6749-837A-0BE9862D22A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026281" y="2604183"/>
              <a:ext cx="0" cy="408177"/>
            </a:xfrm>
            <a:prstGeom prst="line">
              <a:avLst/>
            </a:prstGeom>
            <a:ln w="60325">
              <a:solidFill>
                <a:srgbClr val="FFC00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9BF9F50A-B231-B546-B966-EF26D5A4C917}"/>
                </a:ext>
              </a:extLst>
            </p:cNvPr>
            <p:cNvCxnSpPr/>
            <p:nvPr/>
          </p:nvCxnSpPr>
          <p:spPr>
            <a:xfrm flipV="1">
              <a:off x="6308143" y="2761379"/>
              <a:ext cx="0" cy="254176"/>
            </a:xfrm>
            <a:prstGeom prst="line">
              <a:avLst/>
            </a:prstGeom>
            <a:ln w="60325">
              <a:solidFill>
                <a:srgbClr val="FFC00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823F8333-77FB-4B48-B917-99D5DC68A4CE}"/>
                </a:ext>
              </a:extLst>
            </p:cNvPr>
            <p:cNvCxnSpPr/>
            <p:nvPr/>
          </p:nvCxnSpPr>
          <p:spPr>
            <a:xfrm flipV="1">
              <a:off x="6460543" y="2756290"/>
              <a:ext cx="0" cy="254176"/>
            </a:xfrm>
            <a:prstGeom prst="line">
              <a:avLst/>
            </a:prstGeom>
            <a:ln w="60325">
              <a:solidFill>
                <a:srgbClr val="FFC00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762EED3A-9F07-7E4D-AFFD-9F00DE03475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598820" y="2604183"/>
              <a:ext cx="0" cy="404837"/>
            </a:xfrm>
            <a:prstGeom prst="line">
              <a:avLst/>
            </a:prstGeom>
            <a:ln w="60325">
              <a:solidFill>
                <a:srgbClr val="FFC00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D18DABD0-77B4-1F4E-9B72-74FB41D38096}"/>
              </a:ext>
            </a:extLst>
          </p:cNvPr>
          <p:cNvCxnSpPr>
            <a:cxnSpLocks/>
          </p:cNvCxnSpPr>
          <p:nvPr/>
        </p:nvCxnSpPr>
        <p:spPr>
          <a:xfrm flipH="1">
            <a:off x="6941721" y="1231145"/>
            <a:ext cx="0" cy="68554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1" name="Picture 30">
            <a:extLst>
              <a:ext uri="{FF2B5EF4-FFF2-40B4-BE49-F238E27FC236}">
                <a16:creationId xmlns:a16="http://schemas.microsoft.com/office/drawing/2014/main" id="{36AAB051-C335-9748-A004-C76C84FABB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5834" y="836371"/>
            <a:ext cx="342900" cy="317500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4F6900BD-C837-CC47-826E-4CF22170A143}"/>
              </a:ext>
            </a:extLst>
          </p:cNvPr>
          <p:cNvPicPr>
            <a:picLocks/>
          </p:cNvPicPr>
          <p:nvPr/>
        </p:nvPicPr>
        <p:blipFill>
          <a:blip r:embed="rId4"/>
          <a:stretch>
            <a:fillRect/>
          </a:stretch>
        </p:blipFill>
        <p:spPr>
          <a:xfrm>
            <a:off x="2866857" y="1778810"/>
            <a:ext cx="1080000" cy="1080000"/>
          </a:xfrm>
          <a:prstGeom prst="rect">
            <a:avLst/>
          </a:prstGeom>
        </p:spPr>
      </p:pic>
      <p:sp>
        <p:nvSpPr>
          <p:cNvPr id="33" name="TextBox 32">
            <a:extLst>
              <a:ext uri="{FF2B5EF4-FFF2-40B4-BE49-F238E27FC236}">
                <a16:creationId xmlns:a16="http://schemas.microsoft.com/office/drawing/2014/main" id="{3F0FF79E-FB1C-C740-87AB-91102E20B292}"/>
              </a:ext>
            </a:extLst>
          </p:cNvPr>
          <p:cNvSpPr txBox="1"/>
          <p:nvPr/>
        </p:nvSpPr>
        <p:spPr>
          <a:xfrm>
            <a:off x="2124232" y="278486"/>
            <a:ext cx="10935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Gill Sans MT" panose="020B0502020104020203" pitchFamily="34" charset="77"/>
              </a:rPr>
              <a:t>TESTING</a:t>
            </a:r>
          </a:p>
        </p:txBody>
      </p: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1DBB358A-7DE7-B149-88C5-02D86A73F751}"/>
              </a:ext>
            </a:extLst>
          </p:cNvPr>
          <p:cNvCxnSpPr>
            <a:cxnSpLocks/>
          </p:cNvCxnSpPr>
          <p:nvPr/>
        </p:nvCxnSpPr>
        <p:spPr>
          <a:xfrm>
            <a:off x="8146084" y="792418"/>
            <a:ext cx="2245606" cy="0"/>
          </a:xfrm>
          <a:prstGeom prst="straightConnector1">
            <a:avLst/>
          </a:prstGeom>
          <a:ln w="15875">
            <a:solidFill>
              <a:schemeClr val="bg1">
                <a:lumMod val="65000"/>
              </a:schemeClr>
            </a:solidFill>
            <a:prstDash val="sysDash"/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A0699540-CC0B-014B-A425-C0C5DC4C0E58}"/>
              </a:ext>
            </a:extLst>
          </p:cNvPr>
          <p:cNvSpPr txBox="1"/>
          <p:nvPr/>
        </p:nvSpPr>
        <p:spPr>
          <a:xfrm>
            <a:off x="9195850" y="390781"/>
            <a:ext cx="3353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Gill Sans MT" panose="020B0502020104020203" pitchFamily="34" charset="77"/>
              </a:rPr>
              <a:t>K</a:t>
            </a:r>
          </a:p>
        </p:txBody>
      </p: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00B5F0A0-5CDD-1245-B85D-6D8741869D60}"/>
              </a:ext>
            </a:extLst>
          </p:cNvPr>
          <p:cNvCxnSpPr>
            <a:cxnSpLocks/>
          </p:cNvCxnSpPr>
          <p:nvPr/>
        </p:nvCxnSpPr>
        <p:spPr>
          <a:xfrm flipV="1">
            <a:off x="10006401" y="1153871"/>
            <a:ext cx="8191" cy="655862"/>
          </a:xfrm>
          <a:prstGeom prst="straightConnector1">
            <a:avLst/>
          </a:prstGeom>
          <a:ln w="9525">
            <a:solidFill>
              <a:schemeClr val="bg1">
                <a:lumMod val="75000"/>
              </a:schemeClr>
            </a:solidFill>
            <a:prstDash val="solid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" name="Picture 4">
            <a:extLst>
              <a:ext uri="{FF2B5EF4-FFF2-40B4-BE49-F238E27FC236}">
                <a16:creationId xmlns:a16="http://schemas.microsoft.com/office/drawing/2014/main" id="{834C9136-E0BB-8B4B-8533-5BD7967BE3F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71728" y="937617"/>
            <a:ext cx="2311400" cy="279400"/>
          </a:xfrm>
          <a:prstGeom prst="rect">
            <a:avLst/>
          </a:prstGeom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77CE829-C3FE-0B32-40A1-CA3E694A30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PR04D</a:t>
            </a:r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3535772242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C539B56-22B5-AF4E-9446-C5309E1461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0B2870-7350-8D40-A01A-CE539DF873CB}" type="slidenum">
              <a:rPr lang="en-US" smtClean="0"/>
              <a:t>84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DE59A26-69CF-A147-9F1C-BFAD1FA95012}"/>
              </a:ext>
            </a:extLst>
          </p:cNvPr>
          <p:cNvSpPr/>
          <p:nvPr/>
        </p:nvSpPr>
        <p:spPr>
          <a:xfrm>
            <a:off x="4344340" y="1903810"/>
            <a:ext cx="1635751" cy="927279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latin typeface="Gill Sans MT" panose="020B0502020104020203" pitchFamily="34" charset="77"/>
              </a:rPr>
              <a:t>HoG</a:t>
            </a:r>
            <a:endParaRPr lang="en-US" dirty="0">
              <a:latin typeface="Gill Sans MT" panose="020B0502020104020203" pitchFamily="34" charset="77"/>
            </a:endParaRP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ECE5A37E-C3B0-944E-B96F-7FCCD722CB76}"/>
              </a:ext>
            </a:extLst>
          </p:cNvPr>
          <p:cNvCxnSpPr>
            <a:cxnSpLocks/>
            <a:stCxn id="7" idx="3"/>
            <a:endCxn id="9" idx="1"/>
          </p:cNvCxnSpPr>
          <p:nvPr/>
        </p:nvCxnSpPr>
        <p:spPr>
          <a:xfrm flipV="1">
            <a:off x="5980090" y="2367449"/>
            <a:ext cx="343302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>
            <a:extLst>
              <a:ext uri="{FF2B5EF4-FFF2-40B4-BE49-F238E27FC236}">
                <a16:creationId xmlns:a16="http://schemas.microsoft.com/office/drawing/2014/main" id="{A14F9698-3CCF-8D4F-B438-35AC851EB301}"/>
              </a:ext>
            </a:extLst>
          </p:cNvPr>
          <p:cNvSpPr/>
          <p:nvPr/>
        </p:nvSpPr>
        <p:spPr>
          <a:xfrm>
            <a:off x="6323392" y="1903809"/>
            <a:ext cx="1279300" cy="927279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 err="1">
                <a:latin typeface="Gill Sans MT" panose="020B0502020104020203" pitchFamily="34" charset="77"/>
              </a:rPr>
              <a:t>Codificación</a:t>
            </a:r>
            <a:endParaRPr lang="en-US" sz="1600" dirty="0">
              <a:latin typeface="Gill Sans MT" panose="020B0502020104020203" pitchFamily="34" charset="77"/>
            </a:endParaRP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293BA4E6-F675-B04D-8CD6-B218E90C86F8}"/>
              </a:ext>
            </a:extLst>
          </p:cNvPr>
          <p:cNvCxnSpPr>
            <a:cxnSpLocks/>
          </p:cNvCxnSpPr>
          <p:nvPr/>
        </p:nvCxnSpPr>
        <p:spPr>
          <a:xfrm flipV="1">
            <a:off x="7602693" y="2342314"/>
            <a:ext cx="304803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5D1540F7-C9C5-DB49-A1FA-6BB6BCB8777F}"/>
              </a:ext>
            </a:extLst>
          </p:cNvPr>
          <p:cNvCxnSpPr>
            <a:cxnSpLocks/>
          </p:cNvCxnSpPr>
          <p:nvPr/>
        </p:nvCxnSpPr>
        <p:spPr>
          <a:xfrm flipV="1">
            <a:off x="4043973" y="2363784"/>
            <a:ext cx="304803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E576CBE9-7FE7-E149-AAFD-37E48A243A36}"/>
              </a:ext>
            </a:extLst>
          </p:cNvPr>
          <p:cNvSpPr/>
          <p:nvPr/>
        </p:nvSpPr>
        <p:spPr>
          <a:xfrm>
            <a:off x="7907495" y="1903809"/>
            <a:ext cx="1279300" cy="927279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 err="1">
                <a:latin typeface="Gill Sans MT" panose="020B0502020104020203" pitchFamily="34" charset="77"/>
              </a:rPr>
              <a:t>Histograma</a:t>
            </a:r>
            <a:endParaRPr lang="en-US" sz="1600" dirty="0">
              <a:latin typeface="Gill Sans MT" panose="020B0502020104020203" pitchFamily="34" charset="77"/>
            </a:endParaRP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8D82264C-BECD-AF4A-8E4F-6DC79BF7D913}"/>
              </a:ext>
            </a:extLst>
          </p:cNvPr>
          <p:cNvCxnSpPr>
            <a:cxnSpLocks/>
          </p:cNvCxnSpPr>
          <p:nvPr/>
        </p:nvCxnSpPr>
        <p:spPr>
          <a:xfrm flipV="1">
            <a:off x="9186796" y="2342314"/>
            <a:ext cx="304803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3" name="Group 2">
            <a:extLst>
              <a:ext uri="{FF2B5EF4-FFF2-40B4-BE49-F238E27FC236}">
                <a16:creationId xmlns:a16="http://schemas.microsoft.com/office/drawing/2014/main" id="{3E2CDEA5-0247-1F47-8245-88F17D9022A9}"/>
              </a:ext>
            </a:extLst>
          </p:cNvPr>
          <p:cNvGrpSpPr/>
          <p:nvPr/>
        </p:nvGrpSpPr>
        <p:grpSpPr>
          <a:xfrm>
            <a:off x="9546056" y="1981100"/>
            <a:ext cx="937073" cy="637508"/>
            <a:chOff x="5038724" y="2361906"/>
            <a:chExt cx="1728788" cy="761220"/>
          </a:xfrm>
        </p:grpSpPr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B5875C6A-79CA-5E45-BD2D-702B16A379A5}"/>
                </a:ext>
              </a:extLst>
            </p:cNvPr>
            <p:cNvCxnSpPr/>
            <p:nvPr/>
          </p:nvCxnSpPr>
          <p:spPr>
            <a:xfrm>
              <a:off x="5038724" y="3013589"/>
              <a:ext cx="1728788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BB0CE80F-1A3E-F24F-8A4D-CC1711AA6680}"/>
                </a:ext>
              </a:extLst>
            </p:cNvPr>
            <p:cNvCxnSpPr/>
            <p:nvPr/>
          </p:nvCxnSpPr>
          <p:spPr>
            <a:xfrm flipH="1" flipV="1">
              <a:off x="5146625" y="2361906"/>
              <a:ext cx="1635" cy="76122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8EE3F9B9-5F2A-2B4B-9A05-3DD66F1B40F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281608" y="2604183"/>
              <a:ext cx="0" cy="414331"/>
            </a:xfrm>
            <a:prstGeom prst="line">
              <a:avLst/>
            </a:prstGeom>
            <a:ln w="60325">
              <a:solidFill>
                <a:srgbClr val="FFC00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225BBD1F-98BE-674B-8B2F-37D3A60C5E93}"/>
                </a:ext>
              </a:extLst>
            </p:cNvPr>
            <p:cNvCxnSpPr/>
            <p:nvPr/>
          </p:nvCxnSpPr>
          <p:spPr>
            <a:xfrm flipV="1">
              <a:off x="6158919" y="2604183"/>
              <a:ext cx="953" cy="409566"/>
            </a:xfrm>
            <a:prstGeom prst="line">
              <a:avLst/>
            </a:prstGeom>
            <a:ln w="60325">
              <a:solidFill>
                <a:srgbClr val="FFC00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BFC4725E-2617-8B40-9F0B-EC51B9655F2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423417" y="2604183"/>
              <a:ext cx="0" cy="416953"/>
            </a:xfrm>
            <a:prstGeom prst="line">
              <a:avLst/>
            </a:prstGeom>
            <a:ln w="60325">
              <a:solidFill>
                <a:srgbClr val="FFC00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D8B65A3F-1E6B-104B-87AF-44B8F8F6DD7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579674" y="2604183"/>
              <a:ext cx="0" cy="412947"/>
            </a:xfrm>
            <a:prstGeom prst="line">
              <a:avLst/>
            </a:prstGeom>
            <a:ln w="60325">
              <a:solidFill>
                <a:srgbClr val="FFC00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D3D1FAF8-DAD1-7B4A-A8CE-7FE3F857CA90}"/>
                </a:ext>
              </a:extLst>
            </p:cNvPr>
            <p:cNvCxnSpPr/>
            <p:nvPr/>
          </p:nvCxnSpPr>
          <p:spPr>
            <a:xfrm flipV="1">
              <a:off x="5735606" y="2545355"/>
              <a:ext cx="0" cy="472847"/>
            </a:xfrm>
            <a:prstGeom prst="line">
              <a:avLst/>
            </a:prstGeom>
            <a:ln w="60325">
              <a:solidFill>
                <a:srgbClr val="FFC00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9340D648-BF68-FF4F-82EA-33187EE032E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888006" y="2483614"/>
              <a:ext cx="0" cy="526268"/>
            </a:xfrm>
            <a:prstGeom prst="line">
              <a:avLst/>
            </a:prstGeom>
            <a:ln w="60325">
              <a:solidFill>
                <a:srgbClr val="FFC00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9F73A25A-3DF5-6749-837A-0BE9862D22A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026281" y="2604183"/>
              <a:ext cx="0" cy="408177"/>
            </a:xfrm>
            <a:prstGeom prst="line">
              <a:avLst/>
            </a:prstGeom>
            <a:ln w="60325">
              <a:solidFill>
                <a:srgbClr val="FFC00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9BF9F50A-B231-B546-B966-EF26D5A4C917}"/>
                </a:ext>
              </a:extLst>
            </p:cNvPr>
            <p:cNvCxnSpPr/>
            <p:nvPr/>
          </p:nvCxnSpPr>
          <p:spPr>
            <a:xfrm flipV="1">
              <a:off x="6308143" y="2761379"/>
              <a:ext cx="0" cy="254176"/>
            </a:xfrm>
            <a:prstGeom prst="line">
              <a:avLst/>
            </a:prstGeom>
            <a:ln w="60325">
              <a:solidFill>
                <a:srgbClr val="FFC00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823F8333-77FB-4B48-B917-99D5DC68A4CE}"/>
                </a:ext>
              </a:extLst>
            </p:cNvPr>
            <p:cNvCxnSpPr/>
            <p:nvPr/>
          </p:nvCxnSpPr>
          <p:spPr>
            <a:xfrm flipV="1">
              <a:off x="6460543" y="2756290"/>
              <a:ext cx="0" cy="254176"/>
            </a:xfrm>
            <a:prstGeom prst="line">
              <a:avLst/>
            </a:prstGeom>
            <a:ln w="60325">
              <a:solidFill>
                <a:srgbClr val="FFC00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762EED3A-9F07-7E4D-AFFD-9F00DE03475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598820" y="2604183"/>
              <a:ext cx="0" cy="404837"/>
            </a:xfrm>
            <a:prstGeom prst="line">
              <a:avLst/>
            </a:prstGeom>
            <a:ln w="60325">
              <a:solidFill>
                <a:srgbClr val="FFC00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D18DABD0-77B4-1F4E-9B72-74FB41D38096}"/>
              </a:ext>
            </a:extLst>
          </p:cNvPr>
          <p:cNvCxnSpPr>
            <a:cxnSpLocks/>
          </p:cNvCxnSpPr>
          <p:nvPr/>
        </p:nvCxnSpPr>
        <p:spPr>
          <a:xfrm flipH="1">
            <a:off x="6941721" y="1231145"/>
            <a:ext cx="0" cy="68554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1" name="Picture 30">
            <a:extLst>
              <a:ext uri="{FF2B5EF4-FFF2-40B4-BE49-F238E27FC236}">
                <a16:creationId xmlns:a16="http://schemas.microsoft.com/office/drawing/2014/main" id="{36AAB051-C335-9748-A004-C76C84FABB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5834" y="836371"/>
            <a:ext cx="342900" cy="317500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4F6900BD-C837-CC47-826E-4CF22170A143}"/>
              </a:ext>
            </a:extLst>
          </p:cNvPr>
          <p:cNvPicPr>
            <a:picLocks/>
          </p:cNvPicPr>
          <p:nvPr/>
        </p:nvPicPr>
        <p:blipFill>
          <a:blip r:embed="rId4"/>
          <a:stretch>
            <a:fillRect/>
          </a:stretch>
        </p:blipFill>
        <p:spPr>
          <a:xfrm>
            <a:off x="2866857" y="1778810"/>
            <a:ext cx="1080000" cy="1080000"/>
          </a:xfrm>
          <a:prstGeom prst="rect">
            <a:avLst/>
          </a:prstGeom>
        </p:spPr>
      </p:pic>
      <p:sp>
        <p:nvSpPr>
          <p:cNvPr id="33" name="TextBox 32">
            <a:extLst>
              <a:ext uri="{FF2B5EF4-FFF2-40B4-BE49-F238E27FC236}">
                <a16:creationId xmlns:a16="http://schemas.microsoft.com/office/drawing/2014/main" id="{3F0FF79E-FB1C-C740-87AB-91102E20B292}"/>
              </a:ext>
            </a:extLst>
          </p:cNvPr>
          <p:cNvSpPr txBox="1"/>
          <p:nvPr/>
        </p:nvSpPr>
        <p:spPr>
          <a:xfrm>
            <a:off x="2124232" y="278486"/>
            <a:ext cx="10935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Gill Sans MT" panose="020B0502020104020203" pitchFamily="34" charset="77"/>
              </a:rPr>
              <a:t>TESTING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34C9136-E0BB-8B4B-8533-5BD7967BE3F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71728" y="937617"/>
            <a:ext cx="2311400" cy="279400"/>
          </a:xfrm>
          <a:prstGeom prst="rect">
            <a:avLst/>
          </a:prstGeom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ADEE0BCB-DE20-EB4D-8F71-E5930F2AF65A}"/>
              </a:ext>
            </a:extLst>
          </p:cNvPr>
          <p:cNvGrpSpPr/>
          <p:nvPr/>
        </p:nvGrpSpPr>
        <p:grpSpPr>
          <a:xfrm>
            <a:off x="5181330" y="4490553"/>
            <a:ext cx="2423054" cy="927279"/>
            <a:chOff x="3657329" y="4490552"/>
            <a:chExt cx="2423054" cy="927279"/>
          </a:xfrm>
        </p:grpSpPr>
        <p:cxnSp>
          <p:nvCxnSpPr>
            <p:cNvPr id="64" name="Straight Arrow Connector 63">
              <a:extLst>
                <a:ext uri="{FF2B5EF4-FFF2-40B4-BE49-F238E27FC236}">
                  <a16:creationId xmlns:a16="http://schemas.microsoft.com/office/drawing/2014/main" id="{E28AB140-E08A-0249-8311-94F594D6022E}"/>
                </a:ext>
              </a:extLst>
            </p:cNvPr>
            <p:cNvCxnSpPr>
              <a:cxnSpLocks/>
              <a:endCxn id="65" idx="1"/>
            </p:cNvCxnSpPr>
            <p:nvPr/>
          </p:nvCxnSpPr>
          <p:spPr>
            <a:xfrm flipV="1">
              <a:off x="3657329" y="4954192"/>
              <a:ext cx="343302" cy="1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5" name="Rectangle 64">
              <a:extLst>
                <a:ext uri="{FF2B5EF4-FFF2-40B4-BE49-F238E27FC236}">
                  <a16:creationId xmlns:a16="http://schemas.microsoft.com/office/drawing/2014/main" id="{570B8A01-0586-2A44-868A-8A4DFDC97BF5}"/>
                </a:ext>
              </a:extLst>
            </p:cNvPr>
            <p:cNvSpPr/>
            <p:nvPr/>
          </p:nvSpPr>
          <p:spPr>
            <a:xfrm>
              <a:off x="4000631" y="4490552"/>
              <a:ext cx="1279300" cy="927279"/>
            </a:xfrm>
            <a:prstGeom prst="rect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 err="1">
                  <a:latin typeface="Gill Sans MT" panose="020B0502020104020203" pitchFamily="34" charset="77"/>
                </a:rPr>
                <a:t>Clasificación</a:t>
              </a:r>
              <a:endParaRPr lang="en-US" sz="1600" dirty="0">
                <a:latin typeface="Gill Sans MT" panose="020B0502020104020203" pitchFamily="34" charset="77"/>
              </a:endParaRPr>
            </a:p>
          </p:txBody>
        </p:sp>
        <p:cxnSp>
          <p:nvCxnSpPr>
            <p:cNvPr id="66" name="Straight Arrow Connector 65">
              <a:extLst>
                <a:ext uri="{FF2B5EF4-FFF2-40B4-BE49-F238E27FC236}">
                  <a16:creationId xmlns:a16="http://schemas.microsoft.com/office/drawing/2014/main" id="{DD304D00-1BEF-904A-9955-908B6256586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279931" y="4929057"/>
              <a:ext cx="304803" cy="1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B1F9BE69-E20E-1A42-B073-3C79DB668BD2}"/>
                </a:ext>
              </a:extLst>
            </p:cNvPr>
            <p:cNvSpPr txBox="1"/>
            <p:nvPr/>
          </p:nvSpPr>
          <p:spPr>
            <a:xfrm>
              <a:off x="5584734" y="4769525"/>
              <a:ext cx="49564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Gill Sans MT" panose="020B0502020104020203" pitchFamily="34" charset="77"/>
                </a:rPr>
                <a:t>“3”</a:t>
              </a:r>
            </a:p>
          </p:txBody>
        </p:sp>
      </p:grpSp>
      <p:sp>
        <p:nvSpPr>
          <p:cNvPr id="37" name="TextBox 36">
            <a:extLst>
              <a:ext uri="{FF2B5EF4-FFF2-40B4-BE49-F238E27FC236}">
                <a16:creationId xmlns:a16="http://schemas.microsoft.com/office/drawing/2014/main" id="{08F24ED4-F0A8-594C-9FF2-3A267C7A00BA}"/>
              </a:ext>
            </a:extLst>
          </p:cNvPr>
          <p:cNvSpPr txBox="1"/>
          <p:nvPr/>
        </p:nvSpPr>
        <p:spPr>
          <a:xfrm>
            <a:off x="2338053" y="1295285"/>
            <a:ext cx="23589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Gill Sans MT" panose="020B0502020104020203" pitchFamily="34" charset="77"/>
              </a:rPr>
              <a:t>Para el </a:t>
            </a:r>
            <a:r>
              <a:rPr lang="en-US" dirty="0" err="1">
                <a:latin typeface="Gill Sans MT" panose="020B0502020104020203" pitchFamily="34" charset="77"/>
              </a:rPr>
              <a:t>tigre</a:t>
            </a:r>
            <a:r>
              <a:rPr lang="en-US" dirty="0">
                <a:latin typeface="Gill Sans MT" panose="020B0502020104020203" pitchFamily="34" charset="77"/>
              </a:rPr>
              <a:t> de testing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C0BB5505-6CC3-5ACE-DE4D-3E21D5CA8A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PR04D</a:t>
            </a:r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16356303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208 -0.00348 L -0.57795 0.56157 " pathEditMode="relative" ptsTypes="AA">
                                      <p:cBhvr>
                                        <p:cTn id="6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2000"/>
                            </p:stCondLst>
                            <p:childTnLst>
                              <p:par>
                                <p:cTn id="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C539B56-22B5-AF4E-9446-C5309E1461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0B2870-7350-8D40-A01A-CE539DF873CB}" type="slidenum">
              <a:rPr lang="en-US" smtClean="0"/>
              <a:t>85</a:t>
            </a:fld>
            <a:endParaRPr lang="en-US"/>
          </a:p>
        </p:txBody>
      </p:sp>
      <p:pic>
        <p:nvPicPr>
          <p:cNvPr id="1026" name="Picture 2" descr="Las vacas &amp;#39;hablan&amp;#39; entre ellas y mantienen su identidad individual en el  rebaño">
            <a:extLst>
              <a:ext uri="{FF2B5EF4-FFF2-40B4-BE49-F238E27FC236}">
                <a16:creationId xmlns:a16="http://schemas.microsoft.com/office/drawing/2014/main" id="{9F74A1A2-14A5-C346-A265-CE91F9B33B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0" y="896598"/>
            <a:ext cx="9144000" cy="3416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EC018D3-D555-2A4A-8BB9-22EF5D97611B}"/>
              </a:ext>
            </a:extLst>
          </p:cNvPr>
          <p:cNvSpPr txBox="1"/>
          <p:nvPr/>
        </p:nvSpPr>
        <p:spPr>
          <a:xfrm>
            <a:off x="2354303" y="5073014"/>
            <a:ext cx="765940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latin typeface="Gill Sans MT" panose="020B0502020104020203" pitchFamily="34" charset="77"/>
              </a:rPr>
              <a:t>Se </a:t>
            </a:r>
            <a:r>
              <a:rPr lang="en-US" sz="2800" dirty="0" err="1">
                <a:latin typeface="Gill Sans MT" panose="020B0502020104020203" pitchFamily="34" charset="77"/>
              </a:rPr>
              <a:t>puede</a:t>
            </a:r>
            <a:r>
              <a:rPr lang="en-US" sz="2800" dirty="0">
                <a:latin typeface="Gill Sans MT" panose="020B0502020104020203" pitchFamily="34" charset="77"/>
              </a:rPr>
              <a:t> usar </a:t>
            </a:r>
            <a:r>
              <a:rPr lang="en-US" sz="2800" dirty="0" err="1">
                <a:latin typeface="Gill Sans MT" panose="020B0502020104020203" pitchFamily="34" charset="77"/>
              </a:rPr>
              <a:t>este</a:t>
            </a:r>
            <a:r>
              <a:rPr lang="en-US" sz="2800" dirty="0">
                <a:latin typeface="Gill Sans MT" panose="020B0502020104020203" pitchFamily="34" charset="77"/>
              </a:rPr>
              <a:t> </a:t>
            </a:r>
            <a:r>
              <a:rPr lang="en-US" sz="2800" dirty="0" err="1">
                <a:latin typeface="Gill Sans MT" panose="020B0502020104020203" pitchFamily="34" charset="77"/>
              </a:rPr>
              <a:t>método</a:t>
            </a:r>
            <a:r>
              <a:rPr lang="en-US" sz="2800" dirty="0">
                <a:latin typeface="Gill Sans MT" panose="020B0502020104020203" pitchFamily="34" charset="77"/>
              </a:rPr>
              <a:t> para </a:t>
            </a:r>
            <a:r>
              <a:rPr lang="en-US" sz="2800" dirty="0" err="1">
                <a:latin typeface="Gill Sans MT" panose="020B0502020104020203" pitchFamily="34" charset="77"/>
              </a:rPr>
              <a:t>reconocer</a:t>
            </a:r>
            <a:r>
              <a:rPr lang="en-US" sz="2800" dirty="0">
                <a:latin typeface="Gill Sans MT" panose="020B0502020104020203" pitchFamily="34" charset="77"/>
              </a:rPr>
              <a:t> </a:t>
            </a:r>
            <a:r>
              <a:rPr lang="en-US" sz="2800" dirty="0" err="1">
                <a:latin typeface="Gill Sans MT" panose="020B0502020104020203" pitchFamily="34" charset="77"/>
              </a:rPr>
              <a:t>vacas</a:t>
            </a:r>
            <a:r>
              <a:rPr lang="en-US" sz="2800" dirty="0">
                <a:latin typeface="Gill Sans MT" panose="020B0502020104020203" pitchFamily="34" charset="77"/>
              </a:rPr>
              <a:t>?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3F6519E-3A79-8434-E077-1711119EFF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PR04D</a:t>
            </a:r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345077402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1006</TotalTime>
  <Words>2631</Words>
  <Application>Microsoft Macintosh PowerPoint</Application>
  <PresentationFormat>Widescreen</PresentationFormat>
  <Paragraphs>1469</Paragraphs>
  <Slides>85</Slides>
  <Notes>14</Notes>
  <HiddenSlides>2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85</vt:i4>
      </vt:variant>
    </vt:vector>
  </HeadingPairs>
  <TitlesOfParts>
    <vt:vector size="89" baseType="lpstr">
      <vt:lpstr>Arial</vt:lpstr>
      <vt:lpstr>Gill Sans MT</vt:lpstr>
      <vt:lpstr>LM Roman 10 Regular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Example: Two Clouds of Points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Example: Color Segmentation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Bag of  Visual Words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Ejemplo Reconocimiento de Tigres (Biometría)</vt:lpstr>
      <vt:lpstr>PowerPoint Presentation</vt:lpstr>
      <vt:lpstr>TRAINING</vt:lpstr>
      <vt:lpstr>PowerPoint Presentation</vt:lpstr>
      <vt:lpstr>PowerPoint Presentation</vt:lpstr>
      <vt:lpstr>PowerPoint Presentation</vt:lpstr>
      <vt:lpstr>TESTING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Domingo Mery</dc:creator>
  <cp:lastModifiedBy>Domingo Mery</cp:lastModifiedBy>
  <cp:revision>19</cp:revision>
  <dcterms:created xsi:type="dcterms:W3CDTF">2026-03-08T16:41:49Z</dcterms:created>
  <dcterms:modified xsi:type="dcterms:W3CDTF">2026-10-18T23:42:26Z</dcterms:modified>
</cp:coreProperties>
</file>