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7" r:id="rId2"/>
    <p:sldId id="321" r:id="rId3"/>
    <p:sldId id="322" r:id="rId4"/>
    <p:sldId id="323" r:id="rId5"/>
    <p:sldId id="259" r:id="rId6"/>
    <p:sldId id="260" r:id="rId7"/>
    <p:sldId id="261" r:id="rId8"/>
    <p:sldId id="262" r:id="rId9"/>
    <p:sldId id="277" r:id="rId10"/>
    <p:sldId id="272" r:id="rId11"/>
    <p:sldId id="274" r:id="rId12"/>
    <p:sldId id="278" r:id="rId13"/>
    <p:sldId id="275" r:id="rId14"/>
    <p:sldId id="276" r:id="rId15"/>
    <p:sldId id="279" r:id="rId16"/>
    <p:sldId id="263" r:id="rId17"/>
    <p:sldId id="264" r:id="rId18"/>
    <p:sldId id="265" r:id="rId19"/>
    <p:sldId id="267" r:id="rId20"/>
    <p:sldId id="268" r:id="rId21"/>
    <p:sldId id="269" r:id="rId22"/>
    <p:sldId id="270" r:id="rId23"/>
    <p:sldId id="271" r:id="rId24"/>
    <p:sldId id="324" r:id="rId25"/>
    <p:sldId id="291" r:id="rId26"/>
    <p:sldId id="289" r:id="rId27"/>
    <p:sldId id="287" r:id="rId28"/>
    <p:sldId id="299" r:id="rId29"/>
    <p:sldId id="292" r:id="rId30"/>
    <p:sldId id="293" r:id="rId31"/>
    <p:sldId id="300" r:id="rId32"/>
    <p:sldId id="301" r:id="rId33"/>
    <p:sldId id="294" r:id="rId34"/>
    <p:sldId id="317" r:id="rId35"/>
    <p:sldId id="303" r:id="rId36"/>
    <p:sldId id="304" r:id="rId37"/>
    <p:sldId id="309" r:id="rId38"/>
    <p:sldId id="295" r:id="rId39"/>
    <p:sldId id="305" r:id="rId40"/>
    <p:sldId id="306" r:id="rId41"/>
    <p:sldId id="307" r:id="rId42"/>
    <p:sldId id="318" r:id="rId43"/>
    <p:sldId id="319" r:id="rId44"/>
    <p:sldId id="320" r:id="rId45"/>
    <p:sldId id="296" r:id="rId46"/>
    <p:sldId id="308" r:id="rId47"/>
    <p:sldId id="310" r:id="rId48"/>
    <p:sldId id="297" r:id="rId49"/>
    <p:sldId id="311" r:id="rId50"/>
    <p:sldId id="298" r:id="rId51"/>
    <p:sldId id="314" r:id="rId52"/>
    <p:sldId id="312" r:id="rId53"/>
    <p:sldId id="313" r:id="rId54"/>
    <p:sldId id="315" r:id="rId55"/>
    <p:sldId id="316" r:id="rId56"/>
    <p:sldId id="326" r:id="rId57"/>
    <p:sldId id="283" r:id="rId58"/>
    <p:sldId id="282" r:id="rId59"/>
    <p:sldId id="285" r:id="rId60"/>
    <p:sldId id="286" r:id="rId61"/>
    <p:sldId id="327" r:id="rId62"/>
    <p:sldId id="288" r:id="rId63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88"/>
    <p:restoredTop sz="94658"/>
  </p:normalViewPr>
  <p:slideViewPr>
    <p:cSldViewPr snapToGrid="0">
      <p:cViewPr varScale="1">
        <p:scale>
          <a:sx n="120" d="100"/>
          <a:sy n="120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04-08-26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33814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5398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38B05D-FD04-9247-A09E-5A81F5BAA23E}" type="slidenum">
              <a:rPr lang="en-US"/>
              <a:pPr/>
              <a:t>5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713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6C48E1-00D8-B84D-8B17-ECB8668D277F}" type="slidenum">
              <a:rPr lang="en-US"/>
              <a:pPr/>
              <a:t>6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6911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7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1057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B48B6B-51EB-CF43-8569-F71483022BEB}" type="slidenum">
              <a:rPr lang="en-US"/>
              <a:pPr/>
              <a:t>8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5871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C7B592-F7C7-8240-9D42-7F257EA50DC4}" type="slidenum">
              <a:rPr lang="en-US"/>
              <a:pPr/>
              <a:t>9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6223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1509D-C680-0E4D-9BBA-4A76974DCB3C}" type="slidenum">
              <a:rPr lang="en-US"/>
              <a:pPr/>
              <a:t>10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5444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765A63-1613-614A-8327-A21BEBE4E51E}" type="slidenum">
              <a:rPr lang="en-US"/>
              <a:pPr/>
              <a:t>11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57741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199892-A871-2748-A978-3D34311E71A0}" type="slidenum">
              <a:rPr lang="en-US"/>
              <a:pPr/>
              <a:t>12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6547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4EDB72-0FFB-1D43-8D46-4A7CFCBA0869}" type="slidenum">
              <a:rPr lang="en-US"/>
              <a:pPr/>
              <a:t>13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1124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054B34-BC46-AF47-A649-0A476A43B61D}" type="slidenum">
              <a:rPr lang="en-US"/>
              <a:pPr/>
              <a:t>14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375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37C008-256B-424B-A11B-6F164C9C9BCB}" type="slidenum">
              <a:rPr lang="en-US"/>
              <a:pPr/>
              <a:t>15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00604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C4434A-1110-DD48-AA0D-5851173680BD}" type="slidenum">
              <a:rPr lang="en-US"/>
              <a:pPr/>
              <a:t>16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29160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660E79-4186-9946-AF79-60B84A4C1AE0}" type="slidenum">
              <a:rPr lang="en-US"/>
              <a:pPr/>
              <a:t>17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9962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947186-941B-3446-A256-EDFFE9101F4F}" type="slidenum">
              <a:rPr lang="en-US"/>
              <a:pPr/>
              <a:t>18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77801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5F6F63-CA74-9748-B5A4-6161E1316516}" type="slidenum">
              <a:rPr lang="en-US"/>
              <a:pPr/>
              <a:t>19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7601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F5800D-3179-E040-8AB0-9B6A77C82426}" type="slidenum">
              <a:rPr lang="en-US"/>
              <a:pPr/>
              <a:t>20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1384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815D40-3017-714F-9D84-6A30A7C61581}" type="slidenum">
              <a:rPr lang="en-US"/>
              <a:pPr/>
              <a:t>21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042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F4C6CB-DF56-0247-BBAB-31157F0869C8}" type="slidenum">
              <a:rPr lang="en-US"/>
              <a:pPr/>
              <a:t>22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83916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9EEF1E-AA51-9549-BC93-9582720DF933}" type="slidenum">
              <a:rPr lang="en-US"/>
              <a:pPr/>
              <a:t>23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89715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25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93384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26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664026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27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338141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28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88923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29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8860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30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22377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31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73675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32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89252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33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76419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34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24802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35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56847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36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57269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37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37176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38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60008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39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71222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40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6462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41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78114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42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828392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43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50091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44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76064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45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80006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46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00681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47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88442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48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15887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49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81726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50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16680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51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169431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52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02752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53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133113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54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13793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55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7955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PR01B</a:t>
            </a:r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0.png"/><Relationship Id="rId7" Type="http://schemas.openxmlformats.org/officeDocument/2006/relationships/image" Target="../media/image14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emf"/><Relationship Id="rId11" Type="http://schemas.openxmlformats.org/officeDocument/2006/relationships/image" Target="../media/image18.emf"/><Relationship Id="rId5" Type="http://schemas.openxmlformats.org/officeDocument/2006/relationships/image" Target="../media/image12.emf"/><Relationship Id="rId10" Type="http://schemas.openxmlformats.org/officeDocument/2006/relationships/image" Target="../media/image17.emf"/><Relationship Id="rId4" Type="http://schemas.openxmlformats.org/officeDocument/2006/relationships/image" Target="../media/image11.png"/><Relationship Id="rId9" Type="http://schemas.openxmlformats.org/officeDocument/2006/relationships/image" Target="../media/image16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emf"/><Relationship Id="rId5" Type="http://schemas.openxmlformats.org/officeDocument/2006/relationships/image" Target="../media/image21.png"/><Relationship Id="rId4" Type="http://schemas.openxmlformats.org/officeDocument/2006/relationships/image" Target="../media/image20.emf"/><Relationship Id="rId9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21.png"/><Relationship Id="rId7" Type="http://schemas.openxmlformats.org/officeDocument/2006/relationships/image" Target="../media/image26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2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8.emf"/><Relationship Id="rId7" Type="http://schemas.openxmlformats.org/officeDocument/2006/relationships/image" Target="../media/image30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Relationship Id="rId9" Type="http://schemas.openxmlformats.org/officeDocument/2006/relationships/image" Target="../media/image3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7" Type="http://schemas.openxmlformats.org/officeDocument/2006/relationships/image" Target="../media/image41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46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4" Type="http://schemas.openxmlformats.org/officeDocument/2006/relationships/image" Target="../media/image48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46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emf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46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emf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image" Target="../media/image37.emf"/><Relationship Id="rId7" Type="http://schemas.openxmlformats.org/officeDocument/2006/relationships/image" Target="../media/image39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8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e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image" Target="../media/image52.e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emf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6313331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Formulación Metodológica</a:t>
            </a:r>
            <a:r>
              <a:rPr lang="es-ES_tradnl" sz="1400" noProof="1">
                <a:latin typeface="Gill Sans MT" panose="020B0502020104020203" pitchFamily="34" charset="77"/>
              </a:rPr>
              <a:t> </a:t>
            </a: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1 – PR01B)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66D65B-3884-95C1-693B-2BFF55B7C6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28" b="89992" l="10000" r="90781">
                        <a14:foregroundMark x1="73073" y1="25380" x2="73073" y2="25380"/>
                        <a14:foregroundMark x1="61146" y1="51081" x2="61146" y2="51081"/>
                        <a14:foregroundMark x1="64896" y1="32906" x2="64896" y2="32906"/>
                        <a14:foregroundMark x1="73646" y1="28263" x2="73646" y2="28263"/>
                        <a14:foregroundMark x1="90781" y1="27702" x2="90781" y2="27702"/>
                        <a14:backgroundMark x1="68698" y1="54043" x2="78021" y2="54043"/>
                        <a14:backgroundMark x1="78438" y1="35629" x2="79375" y2="29784"/>
                        <a14:backgroundMark x1="58438" y1="34748" x2="59531" y2="45236"/>
                        <a14:backgroundMark x1="59531" y1="45236" x2="58802" y2="47638"/>
                        <a14:backgroundMark x1="58229" y1="64291" x2="58646" y2="69015"/>
                        <a14:backgroundMark x1="28177" y1="54043" x2="28177" y2="540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8393" y="2363235"/>
            <a:ext cx="6963774" cy="452645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59FDC-28D2-AAD3-F8A8-4F3558344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E6678-3BC3-BA8C-8ED1-11CE0403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oranges with leaves&#10;&#10;AI-generated content may be incorrect.">
            <a:extLst>
              <a:ext uri="{FF2B5EF4-FFF2-40B4-BE49-F238E27FC236}">
                <a16:creationId xmlns:a16="http://schemas.microsoft.com/office/drawing/2014/main" id="{754FAFCB-1671-02BE-D3F9-6CBBD8195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683" y="1931309"/>
            <a:ext cx="7772400" cy="51724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771320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Ejemplo: Mandarinas vs. Naranjas</a:t>
            </a:r>
            <a:r>
              <a:rPr lang="es-ES_tradnl" sz="1400" noProof="1">
                <a:latin typeface="Gill Sans MT" panose="020B0502020104020203" pitchFamily="34" charset="77"/>
              </a:rPr>
              <a:t> </a:t>
            </a:r>
          </a:p>
          <a:p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A2F8F-AE9A-BF11-2C01-3DB6528FF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41053-FDA4-06CE-F4FE-465DC01F0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08899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352800" y="5715001"/>
            <a:ext cx="44550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¿cómo separar las mandarinas de las naranjas?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6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525589"/>
            <a:ext cx="8153400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8368A-B937-95A7-E4AA-B837071B9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0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352800" y="5715001"/>
            <a:ext cx="44550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¿cómo separar las mandarinas de las naranjas?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6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66E4CB-DD73-CC4E-BAFD-E210A9F32E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30" b="3333"/>
          <a:stretch/>
        </p:blipFill>
        <p:spPr>
          <a:xfrm rot="16200000">
            <a:off x="6465482" y="1652546"/>
            <a:ext cx="3645646" cy="4155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66B765-4006-8B44-B527-4B0D48FE36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66655" y="1666775"/>
            <a:ext cx="3633608" cy="41147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FE071A-5C41-614B-8154-B64A8F1C272C}"/>
              </a:ext>
            </a:extLst>
          </p:cNvPr>
          <p:cNvSpPr txBox="1"/>
          <p:nvPr/>
        </p:nvSpPr>
        <p:spPr>
          <a:xfrm>
            <a:off x="1810276" y="121513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606DBC-EEE0-674B-ABDD-C948DB29753E}"/>
              </a:ext>
            </a:extLst>
          </p:cNvPr>
          <p:cNvSpPr txBox="1"/>
          <p:nvPr/>
        </p:nvSpPr>
        <p:spPr>
          <a:xfrm>
            <a:off x="6282045" y="1215138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9919C-62E7-F242-9D2E-AF3427677ABA}"/>
              </a:ext>
            </a:extLst>
          </p:cNvPr>
          <p:cNvSpPr/>
          <p:nvPr/>
        </p:nvSpPr>
        <p:spPr bwMode="auto">
          <a:xfrm>
            <a:off x="1676400" y="1733348"/>
            <a:ext cx="8839200" cy="24785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C05023-3F6A-CC45-9818-58950CE4C41A}"/>
              </a:ext>
            </a:extLst>
          </p:cNvPr>
          <p:cNvSpPr/>
          <p:nvPr/>
        </p:nvSpPr>
        <p:spPr bwMode="auto">
          <a:xfrm>
            <a:off x="1553017" y="5486401"/>
            <a:ext cx="8839200" cy="24785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DCC5F8-EB0F-0644-B163-203AB3CE0368}"/>
              </a:ext>
            </a:extLst>
          </p:cNvPr>
          <p:cNvSpPr/>
          <p:nvPr/>
        </p:nvSpPr>
        <p:spPr bwMode="auto">
          <a:xfrm>
            <a:off x="5940860" y="1905837"/>
            <a:ext cx="341185" cy="364564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A2C90-473A-F17C-AB0E-DC7C8B179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49273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778546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Medición del tamaño es una buena alternativa: (las mandarinas son más pequeñas)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00" name="Line 5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01" name="Text Box 10"/>
          <p:cNvSpPr txBox="1">
            <a:spLocks noChangeArrowheads="1"/>
          </p:cNvSpPr>
          <p:nvPr/>
        </p:nvSpPr>
        <p:spPr bwMode="auto">
          <a:xfrm>
            <a:off x="5965826" y="2551113"/>
            <a:ext cx="22841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 = 15.457 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02" name="Text Box 11"/>
          <p:cNvSpPr txBox="1">
            <a:spLocks noChangeArrowheads="1"/>
          </p:cNvSpPr>
          <p:nvPr/>
        </p:nvSpPr>
        <p:spPr bwMode="auto">
          <a:xfrm>
            <a:off x="6057901" y="4800600"/>
            <a:ext cx="22841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 = 18.583 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4103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1" y="1905001"/>
            <a:ext cx="3444875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B25A18-53AD-254C-8482-DB05AB23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FAE02-01B9-4C3A-FC7D-68C0CA260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676400" y="1143001"/>
            <a:ext cx="431887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Recolección de información: Área en Pixeles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24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10399" name="Group 159"/>
          <p:cNvGraphicFramePr>
            <a:graphicFrameLocks noGrp="1"/>
          </p:cNvGraphicFramePr>
          <p:nvPr/>
        </p:nvGraphicFramePr>
        <p:xfrm>
          <a:off x="1752600" y="1676400"/>
          <a:ext cx="8153400" cy="466344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19.327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13.221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18.265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14.987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17.456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15.321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19.341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15.987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16.342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16.345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16.987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15.965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17.001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16.341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19.056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Naranja-75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15.900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Mandarina-50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13.439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2F1526-B8F5-5F46-BD4E-D8500F162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976DE-D7AF-93AE-42B8-96AF852E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3981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2" name="Text Box 60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3" name="Text Box 61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4" name="Text Box 62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5" name="Text Box 63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4" name="Rectangle 84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5" name="Rectangle 85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8420BE-31C1-4044-AC7C-6285F47EF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485990-19FA-8093-AB28-FDFB6637B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84217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Línea de decisión: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3" name="Line 5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0" name="Line 12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1" name="Line 13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2" name="Line 14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4" name="Line 16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5" name="Line 17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187" name="Rectangle 19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89" name="Rectangle 21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0" name="Rectangle 22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1" name="Rectangle 23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2" name="Rectangle 24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3" name="Rectangle 25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4" name="Rectangle 27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5" name="Rectangle 28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6" name="Rectangle 29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7" name="Rectangle 30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8" name="Rectangle 31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199" name="Rectangle 32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7200" name="Line 33"/>
          <p:cNvSpPr>
            <a:spLocks noChangeShapeType="1"/>
          </p:cNvSpPr>
          <p:nvPr/>
        </p:nvSpPr>
        <p:spPr bwMode="auto">
          <a:xfrm>
            <a:off x="6705600" y="1295400"/>
            <a:ext cx="0" cy="49530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201" name="Line 34"/>
          <p:cNvSpPr>
            <a:spLocks noChangeShapeType="1"/>
          </p:cNvSpPr>
          <p:nvPr/>
        </p:nvSpPr>
        <p:spPr bwMode="auto">
          <a:xfrm>
            <a:off x="67056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202" name="Text Box 35"/>
          <p:cNvSpPr txBox="1">
            <a:spLocks noChangeArrowheads="1"/>
          </p:cNvSpPr>
          <p:nvPr/>
        </p:nvSpPr>
        <p:spPr bwMode="auto">
          <a:xfrm>
            <a:off x="6858000" y="1447801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203" name="Line 36"/>
          <p:cNvSpPr>
            <a:spLocks noChangeShapeType="1"/>
          </p:cNvSpPr>
          <p:nvPr/>
        </p:nvSpPr>
        <p:spPr bwMode="auto">
          <a:xfrm flipH="1">
            <a:off x="57912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204" name="Text Box 37"/>
          <p:cNvSpPr txBox="1">
            <a:spLocks noChangeArrowheads="1"/>
          </p:cNvSpPr>
          <p:nvPr/>
        </p:nvSpPr>
        <p:spPr bwMode="auto">
          <a:xfrm>
            <a:off x="5334000" y="1447801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205" name="Text Box 38"/>
          <p:cNvSpPr txBox="1">
            <a:spLocks noChangeArrowheads="1"/>
          </p:cNvSpPr>
          <p:nvPr/>
        </p:nvSpPr>
        <p:spPr bwMode="auto">
          <a:xfrm>
            <a:off x="9296400" y="6324601"/>
            <a:ext cx="8206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CCE840-6877-A54D-90C1-5DC9383C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718C8-342C-1930-F18B-9085B70B7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5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525589"/>
            <a:ext cx="8153400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196" name="Text Box 3"/>
          <p:cNvSpPr txBox="1">
            <a:spLocks noChangeArrowheads="1"/>
          </p:cNvSpPr>
          <p:nvPr/>
        </p:nvSpPr>
        <p:spPr bwMode="auto">
          <a:xfrm>
            <a:off x="3352800" y="5715001"/>
            <a:ext cx="42322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La separación es buena pero no es perfecta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198" name="Group 8"/>
          <p:cNvGrpSpPr>
            <a:grpSpLocks/>
          </p:cNvGrpSpPr>
          <p:nvPr/>
        </p:nvGrpSpPr>
        <p:grpSpPr bwMode="auto">
          <a:xfrm>
            <a:off x="3733800" y="2667000"/>
            <a:ext cx="609600" cy="685800"/>
            <a:chOff x="1392" y="1680"/>
            <a:chExt cx="384" cy="432"/>
          </a:xfrm>
        </p:grpSpPr>
        <p:sp>
          <p:nvSpPr>
            <p:cNvPr id="8228" name="Line 6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229" name="Line 7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8199" name="Group 9"/>
          <p:cNvGrpSpPr>
            <a:grpSpLocks/>
          </p:cNvGrpSpPr>
          <p:nvPr/>
        </p:nvGrpSpPr>
        <p:grpSpPr bwMode="auto">
          <a:xfrm>
            <a:off x="7315200" y="4267200"/>
            <a:ext cx="609600" cy="685800"/>
            <a:chOff x="1392" y="1680"/>
            <a:chExt cx="384" cy="432"/>
          </a:xfrm>
        </p:grpSpPr>
        <p:sp>
          <p:nvSpPr>
            <p:cNvPr id="8226" name="Line 10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227" name="Line 11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8200" name="Group 12"/>
          <p:cNvGrpSpPr>
            <a:grpSpLocks/>
          </p:cNvGrpSpPr>
          <p:nvPr/>
        </p:nvGrpSpPr>
        <p:grpSpPr bwMode="auto">
          <a:xfrm>
            <a:off x="7239000" y="3124200"/>
            <a:ext cx="304800" cy="381000"/>
            <a:chOff x="1392" y="1680"/>
            <a:chExt cx="384" cy="432"/>
          </a:xfrm>
        </p:grpSpPr>
        <p:sp>
          <p:nvSpPr>
            <p:cNvPr id="8224" name="Line 13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225" name="Line 14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8201" name="Group 18"/>
          <p:cNvGrpSpPr>
            <a:grpSpLocks/>
          </p:cNvGrpSpPr>
          <p:nvPr/>
        </p:nvGrpSpPr>
        <p:grpSpPr bwMode="auto">
          <a:xfrm>
            <a:off x="3276600" y="4267200"/>
            <a:ext cx="304800" cy="381000"/>
            <a:chOff x="1392" y="1680"/>
            <a:chExt cx="384" cy="432"/>
          </a:xfrm>
        </p:grpSpPr>
        <p:sp>
          <p:nvSpPr>
            <p:cNvPr id="8222" name="Line 19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223" name="Line 20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8202" name="Freeform 21"/>
          <p:cNvSpPr>
            <a:spLocks/>
          </p:cNvSpPr>
          <p:nvPr/>
        </p:nvSpPr>
        <p:spPr bwMode="auto">
          <a:xfrm>
            <a:off x="2362200" y="16764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03" name="Freeform 22"/>
          <p:cNvSpPr>
            <a:spLocks/>
          </p:cNvSpPr>
          <p:nvPr/>
        </p:nvSpPr>
        <p:spPr bwMode="auto">
          <a:xfrm>
            <a:off x="7162800" y="18288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04" name="Freeform 23"/>
          <p:cNvSpPr>
            <a:spLocks/>
          </p:cNvSpPr>
          <p:nvPr/>
        </p:nvSpPr>
        <p:spPr bwMode="auto">
          <a:xfrm>
            <a:off x="2057400" y="41910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05" name="Freeform 24"/>
          <p:cNvSpPr>
            <a:spLocks/>
          </p:cNvSpPr>
          <p:nvPr/>
        </p:nvSpPr>
        <p:spPr bwMode="auto">
          <a:xfrm>
            <a:off x="5943600" y="2743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06" name="Freeform 25"/>
          <p:cNvSpPr>
            <a:spLocks/>
          </p:cNvSpPr>
          <p:nvPr/>
        </p:nvSpPr>
        <p:spPr bwMode="auto">
          <a:xfrm>
            <a:off x="4953000" y="38100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07" name="Freeform 26"/>
          <p:cNvSpPr>
            <a:spLocks/>
          </p:cNvSpPr>
          <p:nvPr/>
        </p:nvSpPr>
        <p:spPr bwMode="auto">
          <a:xfrm>
            <a:off x="8229600" y="3124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08" name="Freeform 27"/>
          <p:cNvSpPr>
            <a:spLocks/>
          </p:cNvSpPr>
          <p:nvPr/>
        </p:nvSpPr>
        <p:spPr bwMode="auto">
          <a:xfrm>
            <a:off x="9372600" y="3124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09" name="Freeform 28"/>
          <p:cNvSpPr>
            <a:spLocks/>
          </p:cNvSpPr>
          <p:nvPr/>
        </p:nvSpPr>
        <p:spPr bwMode="auto">
          <a:xfrm>
            <a:off x="8534400" y="41910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0" name="Freeform 29"/>
          <p:cNvSpPr>
            <a:spLocks/>
          </p:cNvSpPr>
          <p:nvPr/>
        </p:nvSpPr>
        <p:spPr bwMode="auto">
          <a:xfrm>
            <a:off x="3657600" y="18288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1" name="Freeform 31"/>
          <p:cNvSpPr>
            <a:spLocks/>
          </p:cNvSpPr>
          <p:nvPr/>
        </p:nvSpPr>
        <p:spPr bwMode="auto">
          <a:xfrm>
            <a:off x="4876800" y="1981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2" name="Freeform 32"/>
          <p:cNvSpPr>
            <a:spLocks/>
          </p:cNvSpPr>
          <p:nvPr/>
        </p:nvSpPr>
        <p:spPr bwMode="auto">
          <a:xfrm>
            <a:off x="5943600" y="19050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3" name="Freeform 33"/>
          <p:cNvSpPr>
            <a:spLocks/>
          </p:cNvSpPr>
          <p:nvPr/>
        </p:nvSpPr>
        <p:spPr bwMode="auto">
          <a:xfrm>
            <a:off x="8305800" y="2057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4" name="Freeform 34"/>
          <p:cNvSpPr>
            <a:spLocks/>
          </p:cNvSpPr>
          <p:nvPr/>
        </p:nvSpPr>
        <p:spPr bwMode="auto">
          <a:xfrm>
            <a:off x="9144000" y="22860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5" name="Freeform 35"/>
          <p:cNvSpPr>
            <a:spLocks/>
          </p:cNvSpPr>
          <p:nvPr/>
        </p:nvSpPr>
        <p:spPr bwMode="auto">
          <a:xfrm>
            <a:off x="9753600" y="44196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6" name="Freeform 36"/>
          <p:cNvSpPr>
            <a:spLocks/>
          </p:cNvSpPr>
          <p:nvPr/>
        </p:nvSpPr>
        <p:spPr bwMode="auto">
          <a:xfrm>
            <a:off x="6324600" y="40386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7" name="Freeform 45"/>
          <p:cNvSpPr>
            <a:spLocks/>
          </p:cNvSpPr>
          <p:nvPr/>
        </p:nvSpPr>
        <p:spPr bwMode="auto">
          <a:xfrm>
            <a:off x="4953000" y="2819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8" name="Freeform 46"/>
          <p:cNvSpPr>
            <a:spLocks/>
          </p:cNvSpPr>
          <p:nvPr/>
        </p:nvSpPr>
        <p:spPr bwMode="auto">
          <a:xfrm>
            <a:off x="4114800" y="37338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19" name="Freeform 47"/>
          <p:cNvSpPr>
            <a:spLocks/>
          </p:cNvSpPr>
          <p:nvPr/>
        </p:nvSpPr>
        <p:spPr bwMode="auto">
          <a:xfrm>
            <a:off x="2743200" y="3124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20" name="Freeform 48"/>
          <p:cNvSpPr>
            <a:spLocks/>
          </p:cNvSpPr>
          <p:nvPr/>
        </p:nvSpPr>
        <p:spPr bwMode="auto">
          <a:xfrm>
            <a:off x="1828800" y="3200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8221" name="Freeform 49"/>
          <p:cNvSpPr>
            <a:spLocks/>
          </p:cNvSpPr>
          <p:nvPr/>
        </p:nvSpPr>
        <p:spPr bwMode="auto">
          <a:xfrm>
            <a:off x="4114800" y="4648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04FDB-B613-C24C-9A9B-8FB134F6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9CC21-78B9-BF44-3135-F5FAB69C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84217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Línea de decisión: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8" name="Line 12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29" name="Line 13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30" name="Line 14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31" name="Line 15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32" name="Line 16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33" name="Line 17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39" name="Rectangle 23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0" name="Rectangle 24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1" name="Rectangle 25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2" name="Rectangle 27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3" name="Rectangle 28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4" name="Rectangle 29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5" name="Rectangle 30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6" name="Rectangle 31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7" name="Rectangle 32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9248" name="Line 33"/>
          <p:cNvSpPr>
            <a:spLocks noChangeShapeType="1"/>
          </p:cNvSpPr>
          <p:nvPr/>
        </p:nvSpPr>
        <p:spPr bwMode="auto">
          <a:xfrm>
            <a:off x="6705600" y="1295400"/>
            <a:ext cx="0" cy="49530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49" name="Line 34"/>
          <p:cNvSpPr>
            <a:spLocks noChangeShapeType="1"/>
          </p:cNvSpPr>
          <p:nvPr/>
        </p:nvSpPr>
        <p:spPr bwMode="auto">
          <a:xfrm>
            <a:off x="67056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50" name="Text Box 35"/>
          <p:cNvSpPr txBox="1">
            <a:spLocks noChangeArrowheads="1"/>
          </p:cNvSpPr>
          <p:nvPr/>
        </p:nvSpPr>
        <p:spPr bwMode="auto">
          <a:xfrm>
            <a:off x="6858000" y="1447801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51" name="Line 36"/>
          <p:cNvSpPr>
            <a:spLocks noChangeShapeType="1"/>
          </p:cNvSpPr>
          <p:nvPr/>
        </p:nvSpPr>
        <p:spPr bwMode="auto">
          <a:xfrm flipH="1">
            <a:off x="57912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52" name="Text Box 37"/>
          <p:cNvSpPr txBox="1">
            <a:spLocks noChangeArrowheads="1"/>
          </p:cNvSpPr>
          <p:nvPr/>
        </p:nvSpPr>
        <p:spPr bwMode="auto">
          <a:xfrm>
            <a:off x="5334000" y="1447801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53" name="Text Box 38"/>
          <p:cNvSpPr txBox="1">
            <a:spLocks noChangeArrowheads="1"/>
          </p:cNvSpPr>
          <p:nvPr/>
        </p:nvSpPr>
        <p:spPr bwMode="auto">
          <a:xfrm>
            <a:off x="9296400" y="6324601"/>
            <a:ext cx="8206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54" name="Rectangle 39"/>
          <p:cNvSpPr>
            <a:spLocks noChangeArrowheads="1"/>
          </p:cNvSpPr>
          <p:nvPr/>
        </p:nvSpPr>
        <p:spPr bwMode="auto">
          <a:xfrm rot="-1663695">
            <a:off x="1228725" y="2397125"/>
            <a:ext cx="4572000" cy="106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s-CL" sz="2000" dirty="0">
                <a:latin typeface="Gill Sans MT" panose="020B0502020104020203" pitchFamily="34" charset="77"/>
              </a:rPr>
              <a:t>¿Y si las mandarinas son mucho</a:t>
            </a:r>
          </a:p>
          <a:p>
            <a:pPr algn="ctr"/>
            <a:r>
              <a:rPr lang="es-CL" sz="2000" dirty="0">
                <a:latin typeface="Gill Sans MT" panose="020B0502020104020203" pitchFamily="34" charset="77"/>
              </a:rPr>
              <a:t>más caras que las naranjas?</a:t>
            </a:r>
            <a:endParaRPr lang="en-US" sz="2000" dirty="0">
              <a:latin typeface="Gill Sans MT" panose="020B0502020104020203" pitchFamily="34" charset="77"/>
            </a:endParaRPr>
          </a:p>
        </p:txBody>
      </p:sp>
      <p:sp>
        <p:nvSpPr>
          <p:cNvPr id="9255" name="Text Box 41"/>
          <p:cNvSpPr txBox="1">
            <a:spLocks noChangeArrowheads="1"/>
          </p:cNvSpPr>
          <p:nvPr/>
        </p:nvSpPr>
        <p:spPr bwMode="auto">
          <a:xfrm>
            <a:off x="6267451" y="3962400"/>
            <a:ext cx="5693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solidFill>
                  <a:srgbClr val="FF3300"/>
                </a:solidFill>
                <a:latin typeface="Gill Sans MT" panose="020B0502020104020203" pitchFamily="34" charset="77"/>
              </a:rPr>
              <a:t>?????</a:t>
            </a:r>
            <a:endParaRPr lang="en-US" dirty="0">
              <a:solidFill>
                <a:srgbClr val="FF3300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Line 42"/>
          <p:cNvSpPr>
            <a:spLocks noChangeShapeType="1"/>
          </p:cNvSpPr>
          <p:nvPr/>
        </p:nvSpPr>
        <p:spPr bwMode="auto">
          <a:xfrm>
            <a:off x="6705600" y="43434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257" name="Line 43"/>
          <p:cNvSpPr>
            <a:spLocks noChangeShapeType="1"/>
          </p:cNvSpPr>
          <p:nvPr/>
        </p:nvSpPr>
        <p:spPr bwMode="auto">
          <a:xfrm flipH="1">
            <a:off x="5791200" y="43434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E444A4-6C8D-3C44-A75D-EFE601BCE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70D66D-E57B-2D5B-F042-21599141C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84217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Línea de decisión: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44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6" name="Line 16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7" name="Line 17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8" name="Text Box 18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59" name="Rectangle 19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0" name="Rectangle 20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1" name="Rectangle 21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3" name="Rectangle 23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4" name="Rectangle 24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5" name="Rectangle 25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6" name="Rectangle 27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7" name="Rectangle 28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8" name="Rectangle 29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69" name="Rectangle 30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70" name="Rectangle 31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71" name="Rectangle 32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0272" name="Line 33"/>
          <p:cNvSpPr>
            <a:spLocks noChangeShapeType="1"/>
          </p:cNvSpPr>
          <p:nvPr/>
        </p:nvSpPr>
        <p:spPr bwMode="auto">
          <a:xfrm>
            <a:off x="7391400" y="1295400"/>
            <a:ext cx="0" cy="49530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73" name="Line 34"/>
          <p:cNvSpPr>
            <a:spLocks noChangeShapeType="1"/>
          </p:cNvSpPr>
          <p:nvPr/>
        </p:nvSpPr>
        <p:spPr bwMode="auto">
          <a:xfrm>
            <a:off x="73914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74" name="Text Box 35"/>
          <p:cNvSpPr txBox="1">
            <a:spLocks noChangeArrowheads="1"/>
          </p:cNvSpPr>
          <p:nvPr/>
        </p:nvSpPr>
        <p:spPr bwMode="auto">
          <a:xfrm>
            <a:off x="7543800" y="1447801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75" name="Line 36"/>
          <p:cNvSpPr>
            <a:spLocks noChangeShapeType="1"/>
          </p:cNvSpPr>
          <p:nvPr/>
        </p:nvSpPr>
        <p:spPr bwMode="auto">
          <a:xfrm flipH="1">
            <a:off x="64770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76" name="Text Box 37"/>
          <p:cNvSpPr txBox="1">
            <a:spLocks noChangeArrowheads="1"/>
          </p:cNvSpPr>
          <p:nvPr/>
        </p:nvSpPr>
        <p:spPr bwMode="auto">
          <a:xfrm>
            <a:off x="6019800" y="1447801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77" name="Text Box 38"/>
          <p:cNvSpPr txBox="1">
            <a:spLocks noChangeArrowheads="1"/>
          </p:cNvSpPr>
          <p:nvPr/>
        </p:nvSpPr>
        <p:spPr bwMode="auto">
          <a:xfrm>
            <a:off x="9296400" y="6324601"/>
            <a:ext cx="8206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278" name="Rectangle 39"/>
          <p:cNvSpPr>
            <a:spLocks noChangeArrowheads="1"/>
          </p:cNvSpPr>
          <p:nvPr/>
        </p:nvSpPr>
        <p:spPr bwMode="auto">
          <a:xfrm rot="-1663695">
            <a:off x="1228725" y="2397125"/>
            <a:ext cx="4572000" cy="106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s-CL" sz="2000" dirty="0">
                <a:latin typeface="Gill Sans MT" panose="020B0502020104020203" pitchFamily="34" charset="77"/>
              </a:rPr>
              <a:t>¿Y si las mandarinas son mucho</a:t>
            </a:r>
          </a:p>
          <a:p>
            <a:pPr algn="ctr"/>
            <a:r>
              <a:rPr lang="es-CL" sz="2000" dirty="0">
                <a:latin typeface="Gill Sans MT" panose="020B0502020104020203" pitchFamily="34" charset="77"/>
              </a:rPr>
              <a:t>más caras que las naranjas?</a:t>
            </a:r>
            <a:endParaRPr lang="en-US" sz="2000" dirty="0">
              <a:latin typeface="Gill Sans MT" panose="020B0502020104020203" pitchFamily="34" charset="77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FD484F4-347F-6947-B2BC-048C36656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505199"/>
            <a:ext cx="4572000" cy="106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s-CL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¿Es ético esto?</a:t>
            </a:r>
            <a:endParaRPr lang="en-US" sz="40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EFE547-9685-DA49-B866-F961841C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134A30-C4E9-6338-5472-01FA17302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4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525589"/>
            <a:ext cx="8153400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2362201" y="5431553"/>
            <a:ext cx="650646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Todas las mandarinas son clasificadas perfectamente</a:t>
            </a:r>
          </a:p>
          <a:p>
            <a:r>
              <a:rPr lang="es-CL" dirty="0">
                <a:latin typeface="Gill Sans MT" panose="020B0502020104020203" pitchFamily="34" charset="77"/>
              </a:rPr>
              <a:t>… pero el costo es que hay varias naranjas mal clasificadas</a:t>
            </a:r>
          </a:p>
          <a:p>
            <a:r>
              <a:rPr lang="es-CL" dirty="0">
                <a:latin typeface="Gill Sans MT" panose="020B0502020104020203" pitchFamily="34" charset="77"/>
              </a:rPr>
              <a:t>se venden muchas naranjas como si fueran mandarinas (no es ético)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1270" name="Group 6"/>
          <p:cNvGrpSpPr>
            <a:grpSpLocks/>
          </p:cNvGrpSpPr>
          <p:nvPr/>
        </p:nvGrpSpPr>
        <p:grpSpPr bwMode="auto">
          <a:xfrm>
            <a:off x="3733800" y="2667000"/>
            <a:ext cx="609600" cy="685800"/>
            <a:chOff x="1392" y="1680"/>
            <a:chExt cx="384" cy="432"/>
          </a:xfrm>
        </p:grpSpPr>
        <p:sp>
          <p:nvSpPr>
            <p:cNvPr id="11300" name="Line 7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301" name="Line 8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1271" name="Group 9"/>
          <p:cNvGrpSpPr>
            <a:grpSpLocks/>
          </p:cNvGrpSpPr>
          <p:nvPr/>
        </p:nvGrpSpPr>
        <p:grpSpPr bwMode="auto">
          <a:xfrm>
            <a:off x="7315200" y="4267200"/>
            <a:ext cx="609600" cy="685800"/>
            <a:chOff x="1392" y="1680"/>
            <a:chExt cx="384" cy="432"/>
          </a:xfrm>
        </p:grpSpPr>
        <p:sp>
          <p:nvSpPr>
            <p:cNvPr id="11298" name="Line 10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299" name="Line 11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1272" name="Freeform 18"/>
          <p:cNvSpPr>
            <a:spLocks/>
          </p:cNvSpPr>
          <p:nvPr/>
        </p:nvSpPr>
        <p:spPr bwMode="auto">
          <a:xfrm>
            <a:off x="2362200" y="16764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73" name="Freeform 19"/>
          <p:cNvSpPr>
            <a:spLocks/>
          </p:cNvSpPr>
          <p:nvPr/>
        </p:nvSpPr>
        <p:spPr bwMode="auto">
          <a:xfrm>
            <a:off x="7162800" y="18288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74" name="Freeform 20"/>
          <p:cNvSpPr>
            <a:spLocks/>
          </p:cNvSpPr>
          <p:nvPr/>
        </p:nvSpPr>
        <p:spPr bwMode="auto">
          <a:xfrm>
            <a:off x="2057400" y="41910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75" name="Freeform 23"/>
          <p:cNvSpPr>
            <a:spLocks/>
          </p:cNvSpPr>
          <p:nvPr/>
        </p:nvSpPr>
        <p:spPr bwMode="auto">
          <a:xfrm>
            <a:off x="8229600" y="3124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76" name="Freeform 24"/>
          <p:cNvSpPr>
            <a:spLocks/>
          </p:cNvSpPr>
          <p:nvPr/>
        </p:nvSpPr>
        <p:spPr bwMode="auto">
          <a:xfrm>
            <a:off x="9372600" y="3124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77" name="Freeform 25"/>
          <p:cNvSpPr>
            <a:spLocks/>
          </p:cNvSpPr>
          <p:nvPr/>
        </p:nvSpPr>
        <p:spPr bwMode="auto">
          <a:xfrm>
            <a:off x="8534400" y="41910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78" name="Freeform 26"/>
          <p:cNvSpPr>
            <a:spLocks/>
          </p:cNvSpPr>
          <p:nvPr/>
        </p:nvSpPr>
        <p:spPr bwMode="auto">
          <a:xfrm>
            <a:off x="3657600" y="18288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79" name="Freeform 27"/>
          <p:cNvSpPr>
            <a:spLocks/>
          </p:cNvSpPr>
          <p:nvPr/>
        </p:nvSpPr>
        <p:spPr bwMode="auto">
          <a:xfrm>
            <a:off x="4876800" y="1981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0" name="Freeform 28"/>
          <p:cNvSpPr>
            <a:spLocks/>
          </p:cNvSpPr>
          <p:nvPr/>
        </p:nvSpPr>
        <p:spPr bwMode="auto">
          <a:xfrm>
            <a:off x="5943600" y="19050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1" name="Freeform 29"/>
          <p:cNvSpPr>
            <a:spLocks/>
          </p:cNvSpPr>
          <p:nvPr/>
        </p:nvSpPr>
        <p:spPr bwMode="auto">
          <a:xfrm>
            <a:off x="8305800" y="2057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2" name="Freeform 30"/>
          <p:cNvSpPr>
            <a:spLocks/>
          </p:cNvSpPr>
          <p:nvPr/>
        </p:nvSpPr>
        <p:spPr bwMode="auto">
          <a:xfrm>
            <a:off x="9144000" y="22860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3" name="Freeform 31"/>
          <p:cNvSpPr>
            <a:spLocks/>
          </p:cNvSpPr>
          <p:nvPr/>
        </p:nvSpPr>
        <p:spPr bwMode="auto">
          <a:xfrm>
            <a:off x="9753600" y="44196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4" name="Freeform 32"/>
          <p:cNvSpPr>
            <a:spLocks/>
          </p:cNvSpPr>
          <p:nvPr/>
        </p:nvSpPr>
        <p:spPr bwMode="auto">
          <a:xfrm>
            <a:off x="6324600" y="40386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5" name="Freeform 33"/>
          <p:cNvSpPr>
            <a:spLocks/>
          </p:cNvSpPr>
          <p:nvPr/>
        </p:nvSpPr>
        <p:spPr bwMode="auto">
          <a:xfrm>
            <a:off x="4953000" y="2819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6" name="Freeform 34"/>
          <p:cNvSpPr>
            <a:spLocks/>
          </p:cNvSpPr>
          <p:nvPr/>
        </p:nvSpPr>
        <p:spPr bwMode="auto">
          <a:xfrm>
            <a:off x="4114800" y="37338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7" name="Freeform 35"/>
          <p:cNvSpPr>
            <a:spLocks/>
          </p:cNvSpPr>
          <p:nvPr/>
        </p:nvSpPr>
        <p:spPr bwMode="auto">
          <a:xfrm>
            <a:off x="2743200" y="3124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8" name="Freeform 36"/>
          <p:cNvSpPr>
            <a:spLocks/>
          </p:cNvSpPr>
          <p:nvPr/>
        </p:nvSpPr>
        <p:spPr bwMode="auto">
          <a:xfrm>
            <a:off x="1828800" y="3200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89" name="Freeform 37"/>
          <p:cNvSpPr>
            <a:spLocks/>
          </p:cNvSpPr>
          <p:nvPr/>
        </p:nvSpPr>
        <p:spPr bwMode="auto">
          <a:xfrm>
            <a:off x="4114800" y="4648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90" name="Freeform 38"/>
          <p:cNvSpPr>
            <a:spLocks/>
          </p:cNvSpPr>
          <p:nvPr/>
        </p:nvSpPr>
        <p:spPr bwMode="auto">
          <a:xfrm>
            <a:off x="3276600" y="4267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1291" name="Freeform 39"/>
          <p:cNvSpPr>
            <a:spLocks/>
          </p:cNvSpPr>
          <p:nvPr/>
        </p:nvSpPr>
        <p:spPr bwMode="auto">
          <a:xfrm>
            <a:off x="7315200" y="30480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1292" name="Group 40"/>
          <p:cNvGrpSpPr>
            <a:grpSpLocks/>
          </p:cNvGrpSpPr>
          <p:nvPr/>
        </p:nvGrpSpPr>
        <p:grpSpPr bwMode="auto">
          <a:xfrm>
            <a:off x="6019800" y="2819400"/>
            <a:ext cx="609600" cy="685800"/>
            <a:chOff x="1392" y="1680"/>
            <a:chExt cx="384" cy="432"/>
          </a:xfrm>
        </p:grpSpPr>
        <p:sp>
          <p:nvSpPr>
            <p:cNvPr id="11296" name="Line 41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297" name="Line 42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1293" name="Group 43"/>
          <p:cNvGrpSpPr>
            <a:grpSpLocks/>
          </p:cNvGrpSpPr>
          <p:nvPr/>
        </p:nvGrpSpPr>
        <p:grpSpPr bwMode="auto">
          <a:xfrm>
            <a:off x="5029200" y="3810000"/>
            <a:ext cx="609600" cy="685800"/>
            <a:chOff x="1392" y="1680"/>
            <a:chExt cx="384" cy="432"/>
          </a:xfrm>
        </p:grpSpPr>
        <p:sp>
          <p:nvSpPr>
            <p:cNvPr id="11294" name="Line 44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295" name="Line 45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07E73A-F13E-B944-9EDA-5A954807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796033-2CBF-B5C2-C52C-A2840D252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84217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Línea de decisión: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2" name="Line 14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3" name="Line 15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5" name="Line 17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6" name="Text Box 18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07" name="Rectangle 19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08" name="Rectangle 20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09" name="Rectangle 21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0" name="Rectangle 22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2" name="Rectangle 24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3" name="Rectangle 25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4" name="Rectangle 26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5" name="Rectangle 27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6" name="Rectangle 28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7" name="Rectangle 29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8" name="Rectangle 30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19" name="Rectangle 31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2320" name="Line 32"/>
          <p:cNvSpPr>
            <a:spLocks noChangeShapeType="1"/>
          </p:cNvSpPr>
          <p:nvPr/>
        </p:nvSpPr>
        <p:spPr bwMode="auto">
          <a:xfrm>
            <a:off x="6705600" y="1295400"/>
            <a:ext cx="0" cy="49530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1" name="Line 33"/>
          <p:cNvSpPr>
            <a:spLocks noChangeShapeType="1"/>
          </p:cNvSpPr>
          <p:nvPr/>
        </p:nvSpPr>
        <p:spPr bwMode="auto">
          <a:xfrm>
            <a:off x="67056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2" name="Text Box 34"/>
          <p:cNvSpPr txBox="1">
            <a:spLocks noChangeArrowheads="1"/>
          </p:cNvSpPr>
          <p:nvPr/>
        </p:nvSpPr>
        <p:spPr bwMode="auto">
          <a:xfrm>
            <a:off x="6858000" y="1447801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3" name="Line 35"/>
          <p:cNvSpPr>
            <a:spLocks noChangeShapeType="1"/>
          </p:cNvSpPr>
          <p:nvPr/>
        </p:nvSpPr>
        <p:spPr bwMode="auto">
          <a:xfrm flipH="1">
            <a:off x="57912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4" name="Text Box 36"/>
          <p:cNvSpPr txBox="1">
            <a:spLocks noChangeArrowheads="1"/>
          </p:cNvSpPr>
          <p:nvPr/>
        </p:nvSpPr>
        <p:spPr bwMode="auto">
          <a:xfrm>
            <a:off x="5334000" y="1447801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5" name="Text Box 37"/>
          <p:cNvSpPr txBox="1">
            <a:spLocks noChangeArrowheads="1"/>
          </p:cNvSpPr>
          <p:nvPr/>
        </p:nvSpPr>
        <p:spPr bwMode="auto">
          <a:xfrm>
            <a:off x="9296400" y="6324601"/>
            <a:ext cx="8206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6" name="Text Box 39"/>
          <p:cNvSpPr txBox="1">
            <a:spLocks noChangeArrowheads="1"/>
          </p:cNvSpPr>
          <p:nvPr/>
        </p:nvSpPr>
        <p:spPr bwMode="auto">
          <a:xfrm>
            <a:off x="6267451" y="3962400"/>
            <a:ext cx="5693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solidFill>
                  <a:srgbClr val="FF3300"/>
                </a:solidFill>
                <a:latin typeface="Gill Sans MT" panose="020B0502020104020203" pitchFamily="34" charset="77"/>
              </a:rPr>
              <a:t>?????</a:t>
            </a:r>
            <a:endParaRPr lang="en-US" dirty="0">
              <a:solidFill>
                <a:srgbClr val="FF33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327" name="Line 40"/>
          <p:cNvSpPr>
            <a:spLocks noChangeShapeType="1"/>
          </p:cNvSpPr>
          <p:nvPr/>
        </p:nvSpPr>
        <p:spPr bwMode="auto">
          <a:xfrm>
            <a:off x="6705600" y="43434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8" name="Line 41"/>
          <p:cNvSpPr>
            <a:spLocks noChangeShapeType="1"/>
          </p:cNvSpPr>
          <p:nvPr/>
        </p:nvSpPr>
        <p:spPr bwMode="auto">
          <a:xfrm flipH="1">
            <a:off x="5791200" y="43434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329" name="Rectangle 42"/>
          <p:cNvSpPr>
            <a:spLocks noChangeArrowheads="1"/>
          </p:cNvSpPr>
          <p:nvPr/>
        </p:nvSpPr>
        <p:spPr bwMode="auto">
          <a:xfrm rot="2445352">
            <a:off x="6629400" y="1371600"/>
            <a:ext cx="4572000" cy="106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s-CL" sz="2000" dirty="0">
                <a:latin typeface="Gill Sans MT" panose="020B0502020104020203" pitchFamily="34" charset="77"/>
              </a:rPr>
              <a:t>¿Y si hay muchas más naranjas </a:t>
            </a:r>
          </a:p>
          <a:p>
            <a:pPr algn="ctr"/>
            <a:r>
              <a:rPr lang="es-CL" sz="2000" dirty="0">
                <a:latin typeface="Gill Sans MT" panose="020B0502020104020203" pitchFamily="34" charset="77"/>
              </a:rPr>
              <a:t>que mandarinas (y valen lo mismo)?</a:t>
            </a:r>
            <a:endParaRPr lang="en-US" sz="2000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91EB32-D8FD-4B43-A186-BF72B393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7A19F9-4E84-DF21-500C-667DC407B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84217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Línea de decisión: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19" name="Line 7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29" name="Line 17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30" name="Text Box 18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7" name="Rectangle 25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8" name="Rectangle 26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39" name="Rectangle 27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40" name="Rectangle 28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41" name="Rectangle 29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42" name="Rectangle 30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43" name="Rectangle 31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3344" name="Line 32"/>
          <p:cNvSpPr>
            <a:spLocks noChangeShapeType="1"/>
          </p:cNvSpPr>
          <p:nvPr/>
        </p:nvSpPr>
        <p:spPr bwMode="auto">
          <a:xfrm>
            <a:off x="6172200" y="1295400"/>
            <a:ext cx="0" cy="49530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45" name="Line 33"/>
          <p:cNvSpPr>
            <a:spLocks noChangeShapeType="1"/>
          </p:cNvSpPr>
          <p:nvPr/>
        </p:nvSpPr>
        <p:spPr bwMode="auto">
          <a:xfrm>
            <a:off x="61722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46" name="Text Box 34"/>
          <p:cNvSpPr txBox="1">
            <a:spLocks noChangeArrowheads="1"/>
          </p:cNvSpPr>
          <p:nvPr/>
        </p:nvSpPr>
        <p:spPr bwMode="auto">
          <a:xfrm>
            <a:off x="6324600" y="1447801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47" name="Line 35"/>
          <p:cNvSpPr>
            <a:spLocks noChangeShapeType="1"/>
          </p:cNvSpPr>
          <p:nvPr/>
        </p:nvSpPr>
        <p:spPr bwMode="auto">
          <a:xfrm flipH="1">
            <a:off x="52578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48" name="Text Box 36"/>
          <p:cNvSpPr txBox="1">
            <a:spLocks noChangeArrowheads="1"/>
          </p:cNvSpPr>
          <p:nvPr/>
        </p:nvSpPr>
        <p:spPr bwMode="auto">
          <a:xfrm>
            <a:off x="4800600" y="1447801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49" name="Text Box 37"/>
          <p:cNvSpPr txBox="1">
            <a:spLocks noChangeArrowheads="1"/>
          </p:cNvSpPr>
          <p:nvPr/>
        </p:nvSpPr>
        <p:spPr bwMode="auto">
          <a:xfrm>
            <a:off x="9296400" y="6324601"/>
            <a:ext cx="8206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350" name="Rectangle 38"/>
          <p:cNvSpPr>
            <a:spLocks noChangeArrowheads="1"/>
          </p:cNvSpPr>
          <p:nvPr/>
        </p:nvSpPr>
        <p:spPr bwMode="auto">
          <a:xfrm rot="2445352">
            <a:off x="6629400" y="1371600"/>
            <a:ext cx="4572000" cy="106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s-CL" sz="2000" dirty="0">
                <a:latin typeface="Gill Sans MT" panose="020B0502020104020203" pitchFamily="34" charset="77"/>
              </a:rPr>
              <a:t>¿Y si hay muchas más naranjas </a:t>
            </a:r>
          </a:p>
          <a:p>
            <a:pPr algn="ctr"/>
            <a:r>
              <a:rPr lang="es-CL" sz="2000" dirty="0">
                <a:latin typeface="Gill Sans MT" panose="020B0502020104020203" pitchFamily="34" charset="77"/>
              </a:rPr>
              <a:t>que mandarinas (y valen lo mismo)?</a:t>
            </a:r>
            <a:endParaRPr lang="en-US" sz="2000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973264-F1DD-A34A-8010-89BB4117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0524AE-E936-D0A7-B542-127E6B1D8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5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525589"/>
            <a:ext cx="8153400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340" name="Text Box 3"/>
          <p:cNvSpPr txBox="1">
            <a:spLocks noChangeArrowheads="1"/>
          </p:cNvSpPr>
          <p:nvPr/>
        </p:nvSpPr>
        <p:spPr bwMode="auto">
          <a:xfrm>
            <a:off x="3194050" y="5715000"/>
            <a:ext cx="592604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Todas las naranjas son clasificadas perfectamente</a:t>
            </a:r>
          </a:p>
          <a:p>
            <a:r>
              <a:rPr lang="es-CL" dirty="0">
                <a:latin typeface="Gill Sans MT" panose="020B0502020104020203" pitchFamily="34" charset="77"/>
              </a:rPr>
              <a:t>… pero el costo es que hay varias mandarinas mal clasificadas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342" name="Freeform 12"/>
          <p:cNvSpPr>
            <a:spLocks/>
          </p:cNvSpPr>
          <p:nvPr/>
        </p:nvSpPr>
        <p:spPr bwMode="auto">
          <a:xfrm>
            <a:off x="2362200" y="16764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43" name="Freeform 13"/>
          <p:cNvSpPr>
            <a:spLocks/>
          </p:cNvSpPr>
          <p:nvPr/>
        </p:nvSpPr>
        <p:spPr bwMode="auto">
          <a:xfrm>
            <a:off x="7162800" y="18288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44" name="Freeform 14"/>
          <p:cNvSpPr>
            <a:spLocks/>
          </p:cNvSpPr>
          <p:nvPr/>
        </p:nvSpPr>
        <p:spPr bwMode="auto">
          <a:xfrm>
            <a:off x="2057400" y="41910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45" name="Freeform 15"/>
          <p:cNvSpPr>
            <a:spLocks/>
          </p:cNvSpPr>
          <p:nvPr/>
        </p:nvSpPr>
        <p:spPr bwMode="auto">
          <a:xfrm>
            <a:off x="8229600" y="3124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46" name="Freeform 16"/>
          <p:cNvSpPr>
            <a:spLocks/>
          </p:cNvSpPr>
          <p:nvPr/>
        </p:nvSpPr>
        <p:spPr bwMode="auto">
          <a:xfrm>
            <a:off x="9372600" y="3124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47" name="Freeform 17"/>
          <p:cNvSpPr>
            <a:spLocks/>
          </p:cNvSpPr>
          <p:nvPr/>
        </p:nvSpPr>
        <p:spPr bwMode="auto">
          <a:xfrm>
            <a:off x="8534400" y="41910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48" name="Freeform 18"/>
          <p:cNvSpPr>
            <a:spLocks/>
          </p:cNvSpPr>
          <p:nvPr/>
        </p:nvSpPr>
        <p:spPr bwMode="auto">
          <a:xfrm>
            <a:off x="3657600" y="18288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49" name="Freeform 19"/>
          <p:cNvSpPr>
            <a:spLocks/>
          </p:cNvSpPr>
          <p:nvPr/>
        </p:nvSpPr>
        <p:spPr bwMode="auto">
          <a:xfrm>
            <a:off x="4876800" y="1981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0" name="Freeform 20"/>
          <p:cNvSpPr>
            <a:spLocks/>
          </p:cNvSpPr>
          <p:nvPr/>
        </p:nvSpPr>
        <p:spPr bwMode="auto">
          <a:xfrm>
            <a:off x="5943600" y="19050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1" name="Freeform 21"/>
          <p:cNvSpPr>
            <a:spLocks/>
          </p:cNvSpPr>
          <p:nvPr/>
        </p:nvSpPr>
        <p:spPr bwMode="auto">
          <a:xfrm>
            <a:off x="8305800" y="2057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2" name="Freeform 23"/>
          <p:cNvSpPr>
            <a:spLocks/>
          </p:cNvSpPr>
          <p:nvPr/>
        </p:nvSpPr>
        <p:spPr bwMode="auto">
          <a:xfrm>
            <a:off x="9753600" y="44196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3" name="Freeform 28"/>
          <p:cNvSpPr>
            <a:spLocks/>
          </p:cNvSpPr>
          <p:nvPr/>
        </p:nvSpPr>
        <p:spPr bwMode="auto">
          <a:xfrm>
            <a:off x="1828800" y="32004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4" name="Freeform 29"/>
          <p:cNvSpPr>
            <a:spLocks/>
          </p:cNvSpPr>
          <p:nvPr/>
        </p:nvSpPr>
        <p:spPr bwMode="auto">
          <a:xfrm>
            <a:off x="4114800" y="46482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5" name="Freeform 31"/>
          <p:cNvSpPr>
            <a:spLocks/>
          </p:cNvSpPr>
          <p:nvPr/>
        </p:nvSpPr>
        <p:spPr bwMode="auto">
          <a:xfrm>
            <a:off x="7315200" y="3048000"/>
            <a:ext cx="228600" cy="381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6" name="Freeform 38"/>
          <p:cNvSpPr>
            <a:spLocks/>
          </p:cNvSpPr>
          <p:nvPr/>
        </p:nvSpPr>
        <p:spPr bwMode="auto">
          <a:xfrm>
            <a:off x="6019800" y="27432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7" name="Freeform 39"/>
          <p:cNvSpPr>
            <a:spLocks/>
          </p:cNvSpPr>
          <p:nvPr/>
        </p:nvSpPr>
        <p:spPr bwMode="auto">
          <a:xfrm>
            <a:off x="3657600" y="25908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4358" name="Freeform 40"/>
          <p:cNvSpPr>
            <a:spLocks/>
          </p:cNvSpPr>
          <p:nvPr/>
        </p:nvSpPr>
        <p:spPr bwMode="auto">
          <a:xfrm>
            <a:off x="4953000" y="3657600"/>
            <a:ext cx="685800" cy="762000"/>
          </a:xfrm>
          <a:custGeom>
            <a:avLst/>
            <a:gdLst>
              <a:gd name="T0" fmla="*/ 0 w 432"/>
              <a:gd name="T1" fmla="*/ 2147483647 h 480"/>
              <a:gd name="T2" fmla="*/ 2147483647 w 432"/>
              <a:gd name="T3" fmla="*/ 2147483647 h 480"/>
              <a:gd name="T4" fmla="*/ 2147483647 w 432"/>
              <a:gd name="T5" fmla="*/ 0 h 480"/>
              <a:gd name="T6" fmla="*/ 0 60000 65536"/>
              <a:gd name="T7" fmla="*/ 0 60000 65536"/>
              <a:gd name="T8" fmla="*/ 0 60000 65536"/>
              <a:gd name="T9" fmla="*/ 0 w 432"/>
              <a:gd name="T10" fmla="*/ 0 h 480"/>
              <a:gd name="T11" fmla="*/ 432 w 432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480">
                <a:moveTo>
                  <a:pt x="0" y="336"/>
                </a:moveTo>
                <a:lnTo>
                  <a:pt x="96" y="480"/>
                </a:lnTo>
                <a:lnTo>
                  <a:pt x="432" y="0"/>
                </a:lnTo>
              </a:path>
            </a:pathLst>
          </a:custGeom>
          <a:noFill/>
          <a:ln w="57150">
            <a:solidFill>
              <a:srgbClr val="00FF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4359" name="Group 41"/>
          <p:cNvGrpSpPr>
            <a:grpSpLocks/>
          </p:cNvGrpSpPr>
          <p:nvPr/>
        </p:nvGrpSpPr>
        <p:grpSpPr bwMode="auto">
          <a:xfrm>
            <a:off x="3276600" y="4267200"/>
            <a:ext cx="304800" cy="381000"/>
            <a:chOff x="1392" y="1680"/>
            <a:chExt cx="384" cy="432"/>
          </a:xfrm>
        </p:grpSpPr>
        <p:sp>
          <p:nvSpPr>
            <p:cNvPr id="14375" name="Line 42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376" name="Line 43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4360" name="Group 44"/>
          <p:cNvGrpSpPr>
            <a:grpSpLocks/>
          </p:cNvGrpSpPr>
          <p:nvPr/>
        </p:nvGrpSpPr>
        <p:grpSpPr bwMode="auto">
          <a:xfrm>
            <a:off x="4114800" y="3733800"/>
            <a:ext cx="304800" cy="381000"/>
            <a:chOff x="1392" y="1680"/>
            <a:chExt cx="384" cy="432"/>
          </a:xfrm>
        </p:grpSpPr>
        <p:sp>
          <p:nvSpPr>
            <p:cNvPr id="14373" name="Line 45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374" name="Line 46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4361" name="Group 47"/>
          <p:cNvGrpSpPr>
            <a:grpSpLocks/>
          </p:cNvGrpSpPr>
          <p:nvPr/>
        </p:nvGrpSpPr>
        <p:grpSpPr bwMode="auto">
          <a:xfrm>
            <a:off x="6324600" y="4114800"/>
            <a:ext cx="304800" cy="381000"/>
            <a:chOff x="1392" y="1680"/>
            <a:chExt cx="384" cy="432"/>
          </a:xfrm>
        </p:grpSpPr>
        <p:sp>
          <p:nvSpPr>
            <p:cNvPr id="14371" name="Line 48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372" name="Line 49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4362" name="Group 50"/>
          <p:cNvGrpSpPr>
            <a:grpSpLocks/>
          </p:cNvGrpSpPr>
          <p:nvPr/>
        </p:nvGrpSpPr>
        <p:grpSpPr bwMode="auto">
          <a:xfrm>
            <a:off x="4876800" y="2895600"/>
            <a:ext cx="304800" cy="381000"/>
            <a:chOff x="1392" y="1680"/>
            <a:chExt cx="384" cy="432"/>
          </a:xfrm>
        </p:grpSpPr>
        <p:sp>
          <p:nvSpPr>
            <p:cNvPr id="14369" name="Line 51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370" name="Line 52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4363" name="Group 53"/>
          <p:cNvGrpSpPr>
            <a:grpSpLocks/>
          </p:cNvGrpSpPr>
          <p:nvPr/>
        </p:nvGrpSpPr>
        <p:grpSpPr bwMode="auto">
          <a:xfrm>
            <a:off x="2743200" y="3200400"/>
            <a:ext cx="304800" cy="381000"/>
            <a:chOff x="1392" y="1680"/>
            <a:chExt cx="384" cy="432"/>
          </a:xfrm>
        </p:grpSpPr>
        <p:sp>
          <p:nvSpPr>
            <p:cNvPr id="14367" name="Line 54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368" name="Line 55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4364" name="Group 56"/>
          <p:cNvGrpSpPr>
            <a:grpSpLocks/>
          </p:cNvGrpSpPr>
          <p:nvPr/>
        </p:nvGrpSpPr>
        <p:grpSpPr bwMode="auto">
          <a:xfrm>
            <a:off x="9144000" y="2209800"/>
            <a:ext cx="304800" cy="381000"/>
            <a:chOff x="1392" y="1680"/>
            <a:chExt cx="384" cy="432"/>
          </a:xfrm>
        </p:grpSpPr>
        <p:sp>
          <p:nvSpPr>
            <p:cNvPr id="14365" name="Line 57"/>
            <p:cNvSpPr>
              <a:spLocks noChangeShapeType="1"/>
            </p:cNvSpPr>
            <p:nvPr/>
          </p:nvSpPr>
          <p:spPr bwMode="auto">
            <a:xfrm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366" name="Line 58"/>
            <p:cNvSpPr>
              <a:spLocks noChangeShapeType="1"/>
            </p:cNvSpPr>
            <p:nvPr/>
          </p:nvSpPr>
          <p:spPr bwMode="auto">
            <a:xfrm flipH="1">
              <a:off x="1392" y="1680"/>
              <a:ext cx="384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B62678-20E7-E945-8AD3-4E71EFB3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0B679-EA51-6CCA-C345-4FAACE60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676400" y="685801"/>
            <a:ext cx="4487126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¿Cómo mejorar el desempeño?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r>
              <a:rPr lang="es-CL" dirty="0">
                <a:latin typeface="Gill Sans MT" panose="020B0502020104020203" pitchFamily="34" charset="77"/>
              </a:rPr>
              <a:t>Medición del color es una segunda alternativa: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5965825" y="2551113"/>
            <a:ext cx="15999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 = 23.6%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6057901" y="4800600"/>
            <a:ext cx="14108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 = 46%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367" name="Rectangle 8"/>
          <p:cNvSpPr>
            <a:spLocks noChangeArrowheads="1"/>
          </p:cNvSpPr>
          <p:nvPr/>
        </p:nvSpPr>
        <p:spPr bwMode="auto">
          <a:xfrm>
            <a:off x="6629400" y="1219201"/>
            <a:ext cx="28808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(las naranjas son más verdes)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5368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1" y="1981201"/>
            <a:ext cx="1876425" cy="404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4562CE-97F3-8B43-BEC9-DD5A346D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478B5-127C-9F8C-17CF-C01E94A8A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676401" y="1143001"/>
            <a:ext cx="472892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Recolección de información: Porcentaje de Verde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38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18437" name="Group 5"/>
          <p:cNvGraphicFramePr>
            <a:graphicFrameLocks noGrp="1"/>
          </p:cNvGraphicFramePr>
          <p:nvPr/>
        </p:nvGraphicFramePr>
        <p:xfrm>
          <a:off x="1752600" y="1676400"/>
          <a:ext cx="8153400" cy="466344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41.3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23.6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39.8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30.1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36.5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Mandarina-03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37.1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44.6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17.9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41.2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19.7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44.9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30.5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Naranja-07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44.4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Mandarina-07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35.4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Naranja-75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38.7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Mandarina-50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33.6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6891BA-CA1A-424D-BE31-8F46CF90C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6C1023-D32B-BCAB-6970-B4C4BDD2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3981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2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9448800" y="3541713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9525000" y="5791201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6" name="Text Box 18"/>
          <p:cNvSpPr txBox="1">
            <a:spLocks noChangeArrowheads="1"/>
          </p:cNvSpPr>
          <p:nvPr/>
        </p:nvSpPr>
        <p:spPr bwMode="auto">
          <a:xfrm>
            <a:off x="1981201" y="6019800"/>
            <a:ext cx="79191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15                20              25               30                35               40                 45%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427" name="Rectangle 20"/>
          <p:cNvSpPr>
            <a:spLocks noChangeArrowheads="1"/>
          </p:cNvSpPr>
          <p:nvPr/>
        </p:nvSpPr>
        <p:spPr bwMode="auto">
          <a:xfrm>
            <a:off x="3810000" y="3200400"/>
            <a:ext cx="533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28" name="Rectangle 21"/>
          <p:cNvSpPr>
            <a:spLocks noChangeArrowheads="1"/>
          </p:cNvSpPr>
          <p:nvPr/>
        </p:nvSpPr>
        <p:spPr bwMode="auto">
          <a:xfrm>
            <a:off x="4419600" y="2895600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29" name="Rectangle 22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0" name="Rectangle 23"/>
          <p:cNvSpPr>
            <a:spLocks noChangeArrowheads="1"/>
          </p:cNvSpPr>
          <p:nvPr/>
        </p:nvSpPr>
        <p:spPr bwMode="auto">
          <a:xfrm>
            <a:off x="5638800" y="2819400"/>
            <a:ext cx="457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1" name="Rectangle 24"/>
          <p:cNvSpPr>
            <a:spLocks noChangeArrowheads="1"/>
          </p:cNvSpPr>
          <p:nvPr/>
        </p:nvSpPr>
        <p:spPr bwMode="auto">
          <a:xfrm>
            <a:off x="6248400" y="31242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2" name="Rectangle 25"/>
          <p:cNvSpPr>
            <a:spLocks noChangeArrowheads="1"/>
          </p:cNvSpPr>
          <p:nvPr/>
        </p:nvSpPr>
        <p:spPr bwMode="auto">
          <a:xfrm>
            <a:off x="6858000" y="3276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3" name="Rectangle 27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4" name="Rectangle 28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5" name="Rectangle 29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6" name="Rectangle 30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437" name="Rectangle 31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ABA9DA-FD68-4D48-B1AE-CEB934779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5E890-6FAE-6A90-080E-EF1846B48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3981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36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37" name="Line 5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38" name="Line 6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9448800" y="3541713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9525000" y="5791201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4" name="Line 12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49" name="Line 17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1981201" y="6019800"/>
            <a:ext cx="79191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15                20              25               30                35               40                 45%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3810000" y="3200400"/>
            <a:ext cx="533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2" name="Rectangle 20"/>
          <p:cNvSpPr>
            <a:spLocks noChangeArrowheads="1"/>
          </p:cNvSpPr>
          <p:nvPr/>
        </p:nvSpPr>
        <p:spPr bwMode="auto">
          <a:xfrm>
            <a:off x="4419600" y="2895600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3" name="Rectangle 21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4" name="Rectangle 22"/>
          <p:cNvSpPr>
            <a:spLocks noChangeArrowheads="1"/>
          </p:cNvSpPr>
          <p:nvPr/>
        </p:nvSpPr>
        <p:spPr bwMode="auto">
          <a:xfrm>
            <a:off x="5638800" y="2819400"/>
            <a:ext cx="457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5" name="Rectangle 23"/>
          <p:cNvSpPr>
            <a:spLocks noChangeArrowheads="1"/>
          </p:cNvSpPr>
          <p:nvPr/>
        </p:nvSpPr>
        <p:spPr bwMode="auto">
          <a:xfrm>
            <a:off x="6248400" y="3124200"/>
            <a:ext cx="457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6" name="Rectangle 24"/>
          <p:cNvSpPr>
            <a:spLocks noChangeArrowheads="1"/>
          </p:cNvSpPr>
          <p:nvPr/>
        </p:nvSpPr>
        <p:spPr bwMode="auto">
          <a:xfrm>
            <a:off x="6858000" y="3276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7" name="Rectangle 25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8" name="Rectangle 26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59" name="Rectangle 27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60" name="Rectangle 28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61" name="Rectangle 29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462" name="Line 30"/>
          <p:cNvSpPr>
            <a:spLocks noChangeShapeType="1"/>
          </p:cNvSpPr>
          <p:nvPr/>
        </p:nvSpPr>
        <p:spPr bwMode="auto">
          <a:xfrm>
            <a:off x="7086600" y="1295400"/>
            <a:ext cx="0" cy="49530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63" name="Text Box 31"/>
          <p:cNvSpPr txBox="1">
            <a:spLocks noChangeArrowheads="1"/>
          </p:cNvSpPr>
          <p:nvPr/>
        </p:nvSpPr>
        <p:spPr bwMode="auto">
          <a:xfrm>
            <a:off x="7239000" y="1447801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64" name="Line 32"/>
          <p:cNvSpPr>
            <a:spLocks noChangeShapeType="1"/>
          </p:cNvSpPr>
          <p:nvPr/>
        </p:nvSpPr>
        <p:spPr bwMode="auto">
          <a:xfrm flipH="1">
            <a:off x="61722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65" name="Text Box 33"/>
          <p:cNvSpPr txBox="1">
            <a:spLocks noChangeArrowheads="1"/>
          </p:cNvSpPr>
          <p:nvPr/>
        </p:nvSpPr>
        <p:spPr bwMode="auto">
          <a:xfrm>
            <a:off x="5715000" y="1447801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466" name="Line 34"/>
          <p:cNvSpPr>
            <a:spLocks noChangeShapeType="1"/>
          </p:cNvSpPr>
          <p:nvPr/>
        </p:nvSpPr>
        <p:spPr bwMode="auto">
          <a:xfrm>
            <a:off x="7086600" y="1905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69B97E-B11A-E644-88D5-D639E03EE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EC5AC2-54F1-6397-7BF8-E8348178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676400" y="838200"/>
            <a:ext cx="268855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Uso de dos características: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461" name="Line 35"/>
          <p:cNvSpPr>
            <a:spLocks noChangeShapeType="1"/>
          </p:cNvSpPr>
          <p:nvPr/>
        </p:nvSpPr>
        <p:spPr bwMode="auto">
          <a:xfrm flipV="1">
            <a:off x="2590800" y="1447800"/>
            <a:ext cx="0" cy="487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462" name="Line 36"/>
          <p:cNvSpPr>
            <a:spLocks noChangeShapeType="1"/>
          </p:cNvSpPr>
          <p:nvPr/>
        </p:nvSpPr>
        <p:spPr bwMode="auto">
          <a:xfrm>
            <a:off x="2286000" y="6096000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463" name="Text Box 37"/>
          <p:cNvSpPr txBox="1">
            <a:spLocks noChangeArrowheads="1"/>
          </p:cNvSpPr>
          <p:nvPr/>
        </p:nvSpPr>
        <p:spPr bwMode="auto">
          <a:xfrm>
            <a:off x="8823325" y="6132513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464" name="Text Box 38"/>
          <p:cNvSpPr txBox="1">
            <a:spLocks noChangeArrowheads="1"/>
          </p:cNvSpPr>
          <p:nvPr/>
        </p:nvSpPr>
        <p:spPr bwMode="auto">
          <a:xfrm>
            <a:off x="1584325" y="15605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465" name="Oval 39"/>
          <p:cNvSpPr>
            <a:spLocks noChangeArrowheads="1"/>
          </p:cNvSpPr>
          <p:nvPr/>
        </p:nvSpPr>
        <p:spPr bwMode="auto">
          <a:xfrm>
            <a:off x="6400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66" name="Oval 40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67" name="Oval 41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68" name="Oval 42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69" name="Oval 43"/>
          <p:cNvSpPr>
            <a:spLocks noChangeArrowheads="1"/>
          </p:cNvSpPr>
          <p:nvPr/>
        </p:nvSpPr>
        <p:spPr bwMode="auto">
          <a:xfrm>
            <a:off x="6477000" y="228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0" name="Oval 44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1" name="Oval 45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2" name="Oval 46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473" name="Group 51"/>
          <p:cNvGrpSpPr>
            <a:grpSpLocks/>
          </p:cNvGrpSpPr>
          <p:nvPr/>
        </p:nvGrpSpPr>
        <p:grpSpPr bwMode="auto">
          <a:xfrm flipH="1">
            <a:off x="6477000" y="2590800"/>
            <a:ext cx="304800" cy="304800"/>
            <a:chOff x="3696" y="1728"/>
            <a:chExt cx="192" cy="192"/>
          </a:xfrm>
        </p:grpSpPr>
        <p:sp>
          <p:nvSpPr>
            <p:cNvPr id="20643" name="Oval 4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44" name="Oval 4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45" name="Oval 4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46" name="Oval 5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474" name="Oval 52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5" name="Oval 53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6" name="Oval 54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7" name="Oval 55"/>
          <p:cNvSpPr>
            <a:spLocks noChangeArrowheads="1"/>
          </p:cNvSpPr>
          <p:nvPr/>
        </p:nvSpPr>
        <p:spPr bwMode="auto">
          <a:xfrm>
            <a:off x="7010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8" name="Oval 56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79" name="Oval 57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0" name="Oval 58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1" name="Oval 59"/>
          <p:cNvSpPr>
            <a:spLocks noChangeArrowheads="1"/>
          </p:cNvSpPr>
          <p:nvPr/>
        </p:nvSpPr>
        <p:spPr bwMode="auto">
          <a:xfrm>
            <a:off x="7086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482" name="Group 60"/>
          <p:cNvGrpSpPr>
            <a:grpSpLocks/>
          </p:cNvGrpSpPr>
          <p:nvPr/>
        </p:nvGrpSpPr>
        <p:grpSpPr bwMode="auto">
          <a:xfrm flipH="1">
            <a:off x="6629400" y="2743200"/>
            <a:ext cx="304800" cy="304800"/>
            <a:chOff x="3696" y="1728"/>
            <a:chExt cx="192" cy="192"/>
          </a:xfrm>
        </p:grpSpPr>
        <p:sp>
          <p:nvSpPr>
            <p:cNvPr id="20639" name="Oval 6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40" name="Oval 6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41" name="Oval 6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42" name="Oval 6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483" name="Oval 65"/>
          <p:cNvSpPr>
            <a:spLocks noChangeArrowheads="1"/>
          </p:cNvSpPr>
          <p:nvPr/>
        </p:nvSpPr>
        <p:spPr bwMode="auto">
          <a:xfrm>
            <a:off x="67056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4" name="Oval 66"/>
          <p:cNvSpPr>
            <a:spLocks noChangeArrowheads="1"/>
          </p:cNvSpPr>
          <p:nvPr/>
        </p:nvSpPr>
        <p:spPr bwMode="auto">
          <a:xfrm>
            <a:off x="68580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5" name="Oval 67"/>
          <p:cNvSpPr>
            <a:spLocks noChangeArrowheads="1"/>
          </p:cNvSpPr>
          <p:nvPr/>
        </p:nvSpPr>
        <p:spPr bwMode="auto">
          <a:xfrm>
            <a:off x="70104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6" name="Oval 68"/>
          <p:cNvSpPr>
            <a:spLocks noChangeArrowheads="1"/>
          </p:cNvSpPr>
          <p:nvPr/>
        </p:nvSpPr>
        <p:spPr bwMode="auto">
          <a:xfrm>
            <a:off x="7162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7" name="Oval 69"/>
          <p:cNvSpPr>
            <a:spLocks noChangeArrowheads="1"/>
          </p:cNvSpPr>
          <p:nvPr/>
        </p:nvSpPr>
        <p:spPr bwMode="auto">
          <a:xfrm>
            <a:off x="6781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8" name="Oval 70"/>
          <p:cNvSpPr>
            <a:spLocks noChangeArrowheads="1"/>
          </p:cNvSpPr>
          <p:nvPr/>
        </p:nvSpPr>
        <p:spPr bwMode="auto">
          <a:xfrm>
            <a:off x="6934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89" name="Oval 71"/>
          <p:cNvSpPr>
            <a:spLocks noChangeArrowheads="1"/>
          </p:cNvSpPr>
          <p:nvPr/>
        </p:nvSpPr>
        <p:spPr bwMode="auto">
          <a:xfrm>
            <a:off x="7086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90" name="Oval 72"/>
          <p:cNvSpPr>
            <a:spLocks noChangeArrowheads="1"/>
          </p:cNvSpPr>
          <p:nvPr/>
        </p:nvSpPr>
        <p:spPr bwMode="auto">
          <a:xfrm>
            <a:off x="7239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491" name="Group 73"/>
          <p:cNvGrpSpPr>
            <a:grpSpLocks/>
          </p:cNvGrpSpPr>
          <p:nvPr/>
        </p:nvGrpSpPr>
        <p:grpSpPr bwMode="auto">
          <a:xfrm flipH="1">
            <a:off x="6781800" y="2667000"/>
            <a:ext cx="304800" cy="304800"/>
            <a:chOff x="3696" y="1728"/>
            <a:chExt cx="192" cy="192"/>
          </a:xfrm>
        </p:grpSpPr>
        <p:sp>
          <p:nvSpPr>
            <p:cNvPr id="20635" name="Oval 7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36" name="Oval 7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37" name="Oval 7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38" name="Oval 7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492" name="Oval 78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93" name="Oval 79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94" name="Oval 80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95" name="Oval 81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96" name="Oval 82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497" name="Oval 83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498" name="Group 84"/>
          <p:cNvGrpSpPr>
            <a:grpSpLocks/>
          </p:cNvGrpSpPr>
          <p:nvPr/>
        </p:nvGrpSpPr>
        <p:grpSpPr bwMode="auto">
          <a:xfrm flipH="1">
            <a:off x="6248400" y="2895600"/>
            <a:ext cx="304800" cy="304800"/>
            <a:chOff x="3696" y="1728"/>
            <a:chExt cx="192" cy="192"/>
          </a:xfrm>
        </p:grpSpPr>
        <p:sp>
          <p:nvSpPr>
            <p:cNvPr id="20631" name="Oval 8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32" name="Oval 8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33" name="Oval 8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34" name="Oval 8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499" name="Oval 89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0" name="Oval 90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1" name="Oval 91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2" name="Oval 92"/>
          <p:cNvSpPr>
            <a:spLocks noChangeArrowheads="1"/>
          </p:cNvSpPr>
          <p:nvPr/>
        </p:nvSpPr>
        <p:spPr bwMode="auto">
          <a:xfrm>
            <a:off x="6781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3" name="Oval 93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4" name="Oval 94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5" name="Oval 95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06" name="Group 96"/>
          <p:cNvGrpSpPr>
            <a:grpSpLocks/>
          </p:cNvGrpSpPr>
          <p:nvPr/>
        </p:nvGrpSpPr>
        <p:grpSpPr bwMode="auto">
          <a:xfrm flipH="1">
            <a:off x="6400800" y="3048000"/>
            <a:ext cx="304800" cy="304800"/>
            <a:chOff x="3696" y="1728"/>
            <a:chExt cx="192" cy="192"/>
          </a:xfrm>
        </p:grpSpPr>
        <p:sp>
          <p:nvSpPr>
            <p:cNvPr id="20627" name="Oval 9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8" name="Oval 9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9" name="Oval 9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30" name="Oval 10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07" name="Oval 101"/>
          <p:cNvSpPr>
            <a:spLocks noChangeArrowheads="1"/>
          </p:cNvSpPr>
          <p:nvPr/>
        </p:nvSpPr>
        <p:spPr bwMode="auto">
          <a:xfrm>
            <a:off x="64770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8" name="Oval 102"/>
          <p:cNvSpPr>
            <a:spLocks noChangeArrowheads="1"/>
          </p:cNvSpPr>
          <p:nvPr/>
        </p:nvSpPr>
        <p:spPr bwMode="auto">
          <a:xfrm>
            <a:off x="66294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09" name="Oval 103"/>
          <p:cNvSpPr>
            <a:spLocks noChangeArrowheads="1"/>
          </p:cNvSpPr>
          <p:nvPr/>
        </p:nvSpPr>
        <p:spPr bwMode="auto">
          <a:xfrm>
            <a:off x="67818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0" name="Oval 104"/>
          <p:cNvSpPr>
            <a:spLocks noChangeArrowheads="1"/>
          </p:cNvSpPr>
          <p:nvPr/>
        </p:nvSpPr>
        <p:spPr bwMode="auto">
          <a:xfrm>
            <a:off x="6705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11" name="Group 105"/>
          <p:cNvGrpSpPr>
            <a:grpSpLocks/>
          </p:cNvGrpSpPr>
          <p:nvPr/>
        </p:nvGrpSpPr>
        <p:grpSpPr bwMode="auto">
          <a:xfrm flipH="1">
            <a:off x="6553200" y="2971800"/>
            <a:ext cx="304800" cy="304800"/>
            <a:chOff x="3696" y="1728"/>
            <a:chExt cx="192" cy="192"/>
          </a:xfrm>
        </p:grpSpPr>
        <p:sp>
          <p:nvSpPr>
            <p:cNvPr id="20623" name="Oval 10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4" name="Oval 10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5" name="Oval 10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6" name="Oval 10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12" name="Oval 110"/>
          <p:cNvSpPr>
            <a:spLocks noChangeArrowheads="1"/>
          </p:cNvSpPr>
          <p:nvPr/>
        </p:nvSpPr>
        <p:spPr bwMode="auto">
          <a:xfrm>
            <a:off x="6858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3" name="Oval 111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4" name="Oval 112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5" name="Oval 113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6" name="Oval 114"/>
          <p:cNvSpPr>
            <a:spLocks noChangeArrowheads="1"/>
          </p:cNvSpPr>
          <p:nvPr/>
        </p:nvSpPr>
        <p:spPr bwMode="auto">
          <a:xfrm>
            <a:off x="69342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7" name="Oval 115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8" name="Oval 116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19" name="Oval 117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20" name="Group 118"/>
          <p:cNvGrpSpPr>
            <a:grpSpLocks/>
          </p:cNvGrpSpPr>
          <p:nvPr/>
        </p:nvGrpSpPr>
        <p:grpSpPr bwMode="auto">
          <a:xfrm flipH="1">
            <a:off x="6934200" y="3124200"/>
            <a:ext cx="304800" cy="304800"/>
            <a:chOff x="3696" y="1728"/>
            <a:chExt cx="192" cy="192"/>
          </a:xfrm>
        </p:grpSpPr>
        <p:sp>
          <p:nvSpPr>
            <p:cNvPr id="20619" name="Oval 11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0" name="Oval 12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1" name="Oval 12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22" name="Oval 12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21" name="Oval 123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22" name="Oval 124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23" name="Oval 125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24" name="Oval 126"/>
          <p:cNvSpPr>
            <a:spLocks noChangeArrowheads="1"/>
          </p:cNvSpPr>
          <p:nvPr/>
        </p:nvSpPr>
        <p:spPr bwMode="auto">
          <a:xfrm>
            <a:off x="7467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25" name="Oval 127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26" name="Oval 128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27" name="Oval 129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28" name="Oval 130"/>
          <p:cNvSpPr>
            <a:spLocks noChangeArrowheads="1"/>
          </p:cNvSpPr>
          <p:nvPr/>
        </p:nvSpPr>
        <p:spPr bwMode="auto">
          <a:xfrm>
            <a:off x="7543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29" name="Group 131"/>
          <p:cNvGrpSpPr>
            <a:grpSpLocks/>
          </p:cNvGrpSpPr>
          <p:nvPr/>
        </p:nvGrpSpPr>
        <p:grpSpPr bwMode="auto">
          <a:xfrm flipH="1">
            <a:off x="7086600" y="3276600"/>
            <a:ext cx="304800" cy="304800"/>
            <a:chOff x="3696" y="1728"/>
            <a:chExt cx="192" cy="192"/>
          </a:xfrm>
        </p:grpSpPr>
        <p:sp>
          <p:nvSpPr>
            <p:cNvPr id="20615" name="Oval 13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16" name="Oval 13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17" name="Oval 13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18" name="Oval 13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30" name="Oval 136"/>
          <p:cNvSpPr>
            <a:spLocks noChangeArrowheads="1"/>
          </p:cNvSpPr>
          <p:nvPr/>
        </p:nvSpPr>
        <p:spPr bwMode="auto">
          <a:xfrm>
            <a:off x="71628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31" name="Oval 137"/>
          <p:cNvSpPr>
            <a:spLocks noChangeArrowheads="1"/>
          </p:cNvSpPr>
          <p:nvPr/>
        </p:nvSpPr>
        <p:spPr bwMode="auto">
          <a:xfrm>
            <a:off x="7315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32" name="Oval 138"/>
          <p:cNvSpPr>
            <a:spLocks noChangeArrowheads="1"/>
          </p:cNvSpPr>
          <p:nvPr/>
        </p:nvSpPr>
        <p:spPr bwMode="auto">
          <a:xfrm>
            <a:off x="7467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33" name="Oval 139"/>
          <p:cNvSpPr>
            <a:spLocks noChangeArrowheads="1"/>
          </p:cNvSpPr>
          <p:nvPr/>
        </p:nvSpPr>
        <p:spPr bwMode="auto">
          <a:xfrm>
            <a:off x="7620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34" name="Oval 140"/>
          <p:cNvSpPr>
            <a:spLocks noChangeArrowheads="1"/>
          </p:cNvSpPr>
          <p:nvPr/>
        </p:nvSpPr>
        <p:spPr bwMode="auto">
          <a:xfrm>
            <a:off x="7239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35" name="Oval 141"/>
          <p:cNvSpPr>
            <a:spLocks noChangeArrowheads="1"/>
          </p:cNvSpPr>
          <p:nvPr/>
        </p:nvSpPr>
        <p:spPr bwMode="auto">
          <a:xfrm>
            <a:off x="7391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36" name="Oval 142"/>
          <p:cNvSpPr>
            <a:spLocks noChangeArrowheads="1"/>
          </p:cNvSpPr>
          <p:nvPr/>
        </p:nvSpPr>
        <p:spPr bwMode="auto">
          <a:xfrm>
            <a:off x="7543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37" name="Oval 143"/>
          <p:cNvSpPr>
            <a:spLocks noChangeArrowheads="1"/>
          </p:cNvSpPr>
          <p:nvPr/>
        </p:nvSpPr>
        <p:spPr bwMode="auto">
          <a:xfrm>
            <a:off x="7696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38" name="Group 144"/>
          <p:cNvGrpSpPr>
            <a:grpSpLocks/>
          </p:cNvGrpSpPr>
          <p:nvPr/>
        </p:nvGrpSpPr>
        <p:grpSpPr bwMode="auto">
          <a:xfrm flipH="1">
            <a:off x="7239000" y="3200400"/>
            <a:ext cx="304800" cy="304800"/>
            <a:chOff x="3696" y="1728"/>
            <a:chExt cx="192" cy="192"/>
          </a:xfrm>
        </p:grpSpPr>
        <p:sp>
          <p:nvSpPr>
            <p:cNvPr id="20611" name="Oval 14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12" name="Oval 14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13" name="Oval 14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14" name="Oval 14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39" name="Oval 149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0" name="Oval 150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1" name="Oval 151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2" name="Oval 152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3" name="Oval 153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4" name="Oval 154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45" name="Group 155"/>
          <p:cNvGrpSpPr>
            <a:grpSpLocks/>
          </p:cNvGrpSpPr>
          <p:nvPr/>
        </p:nvGrpSpPr>
        <p:grpSpPr bwMode="auto">
          <a:xfrm flipH="1">
            <a:off x="6705600" y="3429000"/>
            <a:ext cx="304800" cy="304800"/>
            <a:chOff x="3696" y="1728"/>
            <a:chExt cx="192" cy="192"/>
          </a:xfrm>
        </p:grpSpPr>
        <p:sp>
          <p:nvSpPr>
            <p:cNvPr id="20607" name="Oval 15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8" name="Oval 15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9" name="Oval 15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10" name="Oval 15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46" name="Oval 160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7" name="Oval 161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8" name="Oval 162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49" name="Oval 163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50" name="Oval 164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51" name="Oval 165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52" name="Oval 166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53" name="Group 167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0603" name="Oval 16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4" name="Oval 16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5" name="Oval 17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6" name="Oval 17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54" name="Oval 172"/>
          <p:cNvSpPr>
            <a:spLocks noChangeArrowheads="1"/>
          </p:cNvSpPr>
          <p:nvPr/>
        </p:nvSpPr>
        <p:spPr bwMode="auto">
          <a:xfrm>
            <a:off x="6934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55" name="Oval 173"/>
          <p:cNvSpPr>
            <a:spLocks noChangeArrowheads="1"/>
          </p:cNvSpPr>
          <p:nvPr/>
        </p:nvSpPr>
        <p:spPr bwMode="auto">
          <a:xfrm>
            <a:off x="7086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56" name="Oval 174"/>
          <p:cNvSpPr>
            <a:spLocks noChangeArrowheads="1"/>
          </p:cNvSpPr>
          <p:nvPr/>
        </p:nvSpPr>
        <p:spPr bwMode="auto">
          <a:xfrm>
            <a:off x="7239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57" name="Oval 175"/>
          <p:cNvSpPr>
            <a:spLocks noChangeArrowheads="1"/>
          </p:cNvSpPr>
          <p:nvPr/>
        </p:nvSpPr>
        <p:spPr bwMode="auto">
          <a:xfrm>
            <a:off x="7162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58" name="Group 176"/>
          <p:cNvGrpSpPr>
            <a:grpSpLocks/>
          </p:cNvGrpSpPr>
          <p:nvPr/>
        </p:nvGrpSpPr>
        <p:grpSpPr bwMode="auto">
          <a:xfrm flipH="1">
            <a:off x="7010400" y="3505200"/>
            <a:ext cx="304800" cy="304800"/>
            <a:chOff x="3696" y="1728"/>
            <a:chExt cx="192" cy="192"/>
          </a:xfrm>
        </p:grpSpPr>
        <p:sp>
          <p:nvSpPr>
            <p:cNvPr id="20599" name="Oval 17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0" name="Oval 17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1" name="Oval 17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2" name="Oval 18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59" name="Oval 181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0" name="Oval 182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1" name="Oval 183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2" name="Oval 184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3" name="Oval 185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4" name="Oval 186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5" name="Oval 187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6" name="Oval 188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7" name="Oval 189"/>
          <p:cNvSpPr>
            <a:spLocks noChangeArrowheads="1"/>
          </p:cNvSpPr>
          <p:nvPr/>
        </p:nvSpPr>
        <p:spPr bwMode="auto">
          <a:xfrm>
            <a:off x="6400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8" name="Oval 190"/>
          <p:cNvSpPr>
            <a:spLocks noChangeArrowheads="1"/>
          </p:cNvSpPr>
          <p:nvPr/>
        </p:nvSpPr>
        <p:spPr bwMode="auto">
          <a:xfrm>
            <a:off x="65532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69" name="Oval 191"/>
          <p:cNvSpPr>
            <a:spLocks noChangeArrowheads="1"/>
          </p:cNvSpPr>
          <p:nvPr/>
        </p:nvSpPr>
        <p:spPr bwMode="auto">
          <a:xfrm>
            <a:off x="6477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0" name="Oval 192"/>
          <p:cNvSpPr>
            <a:spLocks noChangeArrowheads="1"/>
          </p:cNvSpPr>
          <p:nvPr/>
        </p:nvSpPr>
        <p:spPr bwMode="auto">
          <a:xfrm>
            <a:off x="6629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71" name="Group 193"/>
          <p:cNvGrpSpPr>
            <a:grpSpLocks/>
          </p:cNvGrpSpPr>
          <p:nvPr/>
        </p:nvGrpSpPr>
        <p:grpSpPr bwMode="auto">
          <a:xfrm flipH="1">
            <a:off x="6172200" y="2819400"/>
            <a:ext cx="304800" cy="304800"/>
            <a:chOff x="3696" y="1728"/>
            <a:chExt cx="192" cy="192"/>
          </a:xfrm>
        </p:grpSpPr>
        <p:sp>
          <p:nvSpPr>
            <p:cNvPr id="20595" name="Oval 19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96" name="Oval 19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97" name="Oval 19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98" name="Oval 19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72" name="Oval 198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3" name="Oval 199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4" name="Oval 200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5" name="Oval 201"/>
          <p:cNvSpPr>
            <a:spLocks noChangeArrowheads="1"/>
          </p:cNvSpPr>
          <p:nvPr/>
        </p:nvSpPr>
        <p:spPr bwMode="auto">
          <a:xfrm>
            <a:off x="6172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6" name="Oval 202"/>
          <p:cNvSpPr>
            <a:spLocks noChangeArrowheads="1"/>
          </p:cNvSpPr>
          <p:nvPr/>
        </p:nvSpPr>
        <p:spPr bwMode="auto">
          <a:xfrm>
            <a:off x="6096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7" name="Oval 203"/>
          <p:cNvSpPr>
            <a:spLocks noChangeArrowheads="1"/>
          </p:cNvSpPr>
          <p:nvPr/>
        </p:nvSpPr>
        <p:spPr bwMode="auto">
          <a:xfrm>
            <a:off x="6248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8" name="Oval 204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79" name="Oval 205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0" name="Oval 206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1" name="Oval 207"/>
          <p:cNvSpPr>
            <a:spLocks noChangeArrowheads="1"/>
          </p:cNvSpPr>
          <p:nvPr/>
        </p:nvSpPr>
        <p:spPr bwMode="auto">
          <a:xfrm>
            <a:off x="6324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2" name="Oval 208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3" name="Oval 209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4" name="Oval 210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85" name="Group 211"/>
          <p:cNvGrpSpPr>
            <a:grpSpLocks/>
          </p:cNvGrpSpPr>
          <p:nvPr/>
        </p:nvGrpSpPr>
        <p:grpSpPr bwMode="auto">
          <a:xfrm flipH="1">
            <a:off x="6324600" y="3276600"/>
            <a:ext cx="304800" cy="304800"/>
            <a:chOff x="3696" y="1728"/>
            <a:chExt cx="192" cy="192"/>
          </a:xfrm>
        </p:grpSpPr>
        <p:sp>
          <p:nvSpPr>
            <p:cNvPr id="20591" name="Oval 21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92" name="Oval 21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93" name="Oval 21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94" name="Oval 21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86" name="Oval 216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7" name="Oval 217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8" name="Oval 218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89" name="Oval 219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0" name="Oval 220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1" name="Oval 221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2" name="Oval 222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3" name="Oval 223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594" name="Group 224"/>
          <p:cNvGrpSpPr>
            <a:grpSpLocks/>
          </p:cNvGrpSpPr>
          <p:nvPr/>
        </p:nvGrpSpPr>
        <p:grpSpPr bwMode="auto">
          <a:xfrm flipH="1">
            <a:off x="6477000" y="3429000"/>
            <a:ext cx="304800" cy="304800"/>
            <a:chOff x="3696" y="1728"/>
            <a:chExt cx="192" cy="192"/>
          </a:xfrm>
        </p:grpSpPr>
        <p:sp>
          <p:nvSpPr>
            <p:cNvPr id="20587" name="Oval 22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8" name="Oval 22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9" name="Oval 22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90" name="Oval 22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595" name="Oval 229"/>
          <p:cNvSpPr>
            <a:spLocks noChangeArrowheads="1"/>
          </p:cNvSpPr>
          <p:nvPr/>
        </p:nvSpPr>
        <p:spPr bwMode="auto">
          <a:xfrm>
            <a:off x="6553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6" name="Oval 230"/>
          <p:cNvSpPr>
            <a:spLocks noChangeArrowheads="1"/>
          </p:cNvSpPr>
          <p:nvPr/>
        </p:nvSpPr>
        <p:spPr bwMode="auto">
          <a:xfrm>
            <a:off x="6705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7" name="Oval 231"/>
          <p:cNvSpPr>
            <a:spLocks noChangeArrowheads="1"/>
          </p:cNvSpPr>
          <p:nvPr/>
        </p:nvSpPr>
        <p:spPr bwMode="auto">
          <a:xfrm>
            <a:off x="6858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8" name="Oval 232"/>
          <p:cNvSpPr>
            <a:spLocks noChangeArrowheads="1"/>
          </p:cNvSpPr>
          <p:nvPr/>
        </p:nvSpPr>
        <p:spPr bwMode="auto">
          <a:xfrm>
            <a:off x="7010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599" name="Oval 233"/>
          <p:cNvSpPr>
            <a:spLocks noChangeArrowheads="1"/>
          </p:cNvSpPr>
          <p:nvPr/>
        </p:nvSpPr>
        <p:spPr bwMode="auto">
          <a:xfrm>
            <a:off x="6629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0" name="Oval 234"/>
          <p:cNvSpPr>
            <a:spLocks noChangeArrowheads="1"/>
          </p:cNvSpPr>
          <p:nvPr/>
        </p:nvSpPr>
        <p:spPr bwMode="auto">
          <a:xfrm>
            <a:off x="6781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1" name="Oval 235"/>
          <p:cNvSpPr>
            <a:spLocks noChangeArrowheads="1"/>
          </p:cNvSpPr>
          <p:nvPr/>
        </p:nvSpPr>
        <p:spPr bwMode="auto">
          <a:xfrm>
            <a:off x="6934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2" name="Oval 236"/>
          <p:cNvSpPr>
            <a:spLocks noChangeArrowheads="1"/>
          </p:cNvSpPr>
          <p:nvPr/>
        </p:nvSpPr>
        <p:spPr bwMode="auto">
          <a:xfrm>
            <a:off x="7086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03" name="Group 237"/>
          <p:cNvGrpSpPr>
            <a:grpSpLocks/>
          </p:cNvGrpSpPr>
          <p:nvPr/>
        </p:nvGrpSpPr>
        <p:grpSpPr bwMode="auto">
          <a:xfrm flipH="1">
            <a:off x="6629400" y="3352800"/>
            <a:ext cx="304800" cy="304800"/>
            <a:chOff x="3696" y="1728"/>
            <a:chExt cx="192" cy="192"/>
          </a:xfrm>
        </p:grpSpPr>
        <p:sp>
          <p:nvSpPr>
            <p:cNvPr id="20583" name="Oval 23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4" name="Oval 23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5" name="Oval 24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6" name="Oval 24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04" name="Oval 242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5" name="Oval 243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6" name="Oval 244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7" name="Oval 245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8" name="Oval 246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09" name="Oval 247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10" name="Group 248"/>
          <p:cNvGrpSpPr>
            <a:grpSpLocks/>
          </p:cNvGrpSpPr>
          <p:nvPr/>
        </p:nvGrpSpPr>
        <p:grpSpPr bwMode="auto">
          <a:xfrm flipH="1">
            <a:off x="6096000" y="3581400"/>
            <a:ext cx="304800" cy="304800"/>
            <a:chOff x="3696" y="1728"/>
            <a:chExt cx="192" cy="192"/>
          </a:xfrm>
        </p:grpSpPr>
        <p:sp>
          <p:nvSpPr>
            <p:cNvPr id="20579" name="Oval 24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0" name="Oval 25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1" name="Oval 25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82" name="Oval 25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11" name="Oval 253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12" name="Oval 254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13" name="Oval 255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14" name="Oval 256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15" name="Oval 257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16" name="Oval 258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17" name="Oval 259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18" name="Group 260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0575" name="Oval 26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76" name="Oval 26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77" name="Oval 26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78" name="Oval 26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19" name="Oval 265"/>
          <p:cNvSpPr>
            <a:spLocks noChangeArrowheads="1"/>
          </p:cNvSpPr>
          <p:nvPr/>
        </p:nvSpPr>
        <p:spPr bwMode="auto">
          <a:xfrm>
            <a:off x="6324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0" name="Oval 266"/>
          <p:cNvSpPr>
            <a:spLocks noChangeArrowheads="1"/>
          </p:cNvSpPr>
          <p:nvPr/>
        </p:nvSpPr>
        <p:spPr bwMode="auto">
          <a:xfrm>
            <a:off x="6477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1" name="Oval 267"/>
          <p:cNvSpPr>
            <a:spLocks noChangeArrowheads="1"/>
          </p:cNvSpPr>
          <p:nvPr/>
        </p:nvSpPr>
        <p:spPr bwMode="auto">
          <a:xfrm>
            <a:off x="6629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2" name="Oval 268"/>
          <p:cNvSpPr>
            <a:spLocks noChangeArrowheads="1"/>
          </p:cNvSpPr>
          <p:nvPr/>
        </p:nvSpPr>
        <p:spPr bwMode="auto">
          <a:xfrm>
            <a:off x="6553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23" name="Group 269"/>
          <p:cNvGrpSpPr>
            <a:grpSpLocks/>
          </p:cNvGrpSpPr>
          <p:nvPr/>
        </p:nvGrpSpPr>
        <p:grpSpPr bwMode="auto">
          <a:xfrm flipH="1">
            <a:off x="6400800" y="3657600"/>
            <a:ext cx="304800" cy="304800"/>
            <a:chOff x="3696" y="1728"/>
            <a:chExt cx="192" cy="192"/>
          </a:xfrm>
        </p:grpSpPr>
        <p:sp>
          <p:nvSpPr>
            <p:cNvPr id="20571" name="Oval 27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72" name="Oval 27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73" name="Oval 27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74" name="Oval 27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24" name="Oval 274"/>
          <p:cNvSpPr>
            <a:spLocks noChangeArrowheads="1"/>
          </p:cNvSpPr>
          <p:nvPr/>
        </p:nvSpPr>
        <p:spPr bwMode="auto">
          <a:xfrm>
            <a:off x="5791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5" name="Oval 275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6" name="Oval 276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7" name="Oval 277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8" name="Oval 278"/>
          <p:cNvSpPr>
            <a:spLocks noChangeArrowheads="1"/>
          </p:cNvSpPr>
          <p:nvPr/>
        </p:nvSpPr>
        <p:spPr bwMode="auto">
          <a:xfrm>
            <a:off x="58674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29" name="Oval 279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0" name="Oval 280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1" name="Oval 281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32" name="Group 282"/>
          <p:cNvGrpSpPr>
            <a:grpSpLocks/>
          </p:cNvGrpSpPr>
          <p:nvPr/>
        </p:nvGrpSpPr>
        <p:grpSpPr bwMode="auto">
          <a:xfrm flipH="1">
            <a:off x="5867400" y="2971800"/>
            <a:ext cx="304800" cy="304800"/>
            <a:chOff x="3696" y="1728"/>
            <a:chExt cx="192" cy="192"/>
          </a:xfrm>
        </p:grpSpPr>
        <p:sp>
          <p:nvSpPr>
            <p:cNvPr id="20567" name="Oval 28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8" name="Oval 28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9" name="Oval 28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70" name="Oval 28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33" name="Oval 287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4" name="Oval 288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5" name="Oval 289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6" name="Oval 290"/>
          <p:cNvSpPr>
            <a:spLocks noChangeArrowheads="1"/>
          </p:cNvSpPr>
          <p:nvPr/>
        </p:nvSpPr>
        <p:spPr bwMode="auto">
          <a:xfrm>
            <a:off x="6400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7" name="Oval 291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8" name="Oval 292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39" name="Oval 293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0" name="Oval 294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41" name="Group 295"/>
          <p:cNvGrpSpPr>
            <a:grpSpLocks/>
          </p:cNvGrpSpPr>
          <p:nvPr/>
        </p:nvGrpSpPr>
        <p:grpSpPr bwMode="auto">
          <a:xfrm flipH="1">
            <a:off x="6019800" y="3124200"/>
            <a:ext cx="304800" cy="304800"/>
            <a:chOff x="3696" y="1728"/>
            <a:chExt cx="192" cy="192"/>
          </a:xfrm>
        </p:grpSpPr>
        <p:sp>
          <p:nvSpPr>
            <p:cNvPr id="20563" name="Oval 29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4" name="Oval 29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5" name="Oval 29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6" name="Oval 29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42" name="Oval 300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3" name="Oval 301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4" name="Oval 302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5" name="Oval 303"/>
          <p:cNvSpPr>
            <a:spLocks noChangeArrowheads="1"/>
          </p:cNvSpPr>
          <p:nvPr/>
        </p:nvSpPr>
        <p:spPr bwMode="auto">
          <a:xfrm>
            <a:off x="6553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6" name="Oval 304"/>
          <p:cNvSpPr>
            <a:spLocks noChangeArrowheads="1"/>
          </p:cNvSpPr>
          <p:nvPr/>
        </p:nvSpPr>
        <p:spPr bwMode="auto">
          <a:xfrm>
            <a:off x="6172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7" name="Oval 305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8" name="Oval 306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49" name="Oval 307"/>
          <p:cNvSpPr>
            <a:spLocks noChangeArrowheads="1"/>
          </p:cNvSpPr>
          <p:nvPr/>
        </p:nvSpPr>
        <p:spPr bwMode="auto">
          <a:xfrm>
            <a:off x="6629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50" name="Group 308"/>
          <p:cNvGrpSpPr>
            <a:grpSpLocks/>
          </p:cNvGrpSpPr>
          <p:nvPr/>
        </p:nvGrpSpPr>
        <p:grpSpPr bwMode="auto">
          <a:xfrm flipH="1">
            <a:off x="6172200" y="3048000"/>
            <a:ext cx="304800" cy="304800"/>
            <a:chOff x="3696" y="1728"/>
            <a:chExt cx="192" cy="192"/>
          </a:xfrm>
        </p:grpSpPr>
        <p:sp>
          <p:nvSpPr>
            <p:cNvPr id="20559" name="Oval 30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0" name="Oval 31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1" name="Oval 31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62" name="Oval 31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51" name="Oval 313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52" name="Oval 314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53" name="Oval 315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54" name="Oval 316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55" name="Oval 317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56" name="Oval 318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57" name="Group 319"/>
          <p:cNvGrpSpPr>
            <a:grpSpLocks/>
          </p:cNvGrpSpPr>
          <p:nvPr/>
        </p:nvGrpSpPr>
        <p:grpSpPr bwMode="auto">
          <a:xfrm flipH="1">
            <a:off x="5638800" y="3276600"/>
            <a:ext cx="304800" cy="304800"/>
            <a:chOff x="3696" y="1728"/>
            <a:chExt cx="192" cy="192"/>
          </a:xfrm>
        </p:grpSpPr>
        <p:sp>
          <p:nvSpPr>
            <p:cNvPr id="20555" name="Oval 32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56" name="Oval 32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57" name="Oval 32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58" name="Oval 32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58" name="Oval 324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59" name="Oval 325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0" name="Oval 326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1" name="Oval 327"/>
          <p:cNvSpPr>
            <a:spLocks noChangeArrowheads="1"/>
          </p:cNvSpPr>
          <p:nvPr/>
        </p:nvSpPr>
        <p:spPr bwMode="auto">
          <a:xfrm>
            <a:off x="6172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2" name="Oval 328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3" name="Oval 329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4" name="Oval 330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65" name="Group 331"/>
          <p:cNvGrpSpPr>
            <a:grpSpLocks/>
          </p:cNvGrpSpPr>
          <p:nvPr/>
        </p:nvGrpSpPr>
        <p:grpSpPr bwMode="auto">
          <a:xfrm flipH="1">
            <a:off x="5791200" y="3429000"/>
            <a:ext cx="304800" cy="304800"/>
            <a:chOff x="3696" y="1728"/>
            <a:chExt cx="192" cy="192"/>
          </a:xfrm>
        </p:grpSpPr>
        <p:sp>
          <p:nvSpPr>
            <p:cNvPr id="20551" name="Oval 33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52" name="Oval 33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53" name="Oval 33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54" name="Oval 33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66" name="Oval 336"/>
          <p:cNvSpPr>
            <a:spLocks noChangeArrowheads="1"/>
          </p:cNvSpPr>
          <p:nvPr/>
        </p:nvSpPr>
        <p:spPr bwMode="auto">
          <a:xfrm>
            <a:off x="5867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7" name="Oval 337"/>
          <p:cNvSpPr>
            <a:spLocks noChangeArrowheads="1"/>
          </p:cNvSpPr>
          <p:nvPr/>
        </p:nvSpPr>
        <p:spPr bwMode="auto">
          <a:xfrm>
            <a:off x="6019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8" name="Oval 338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69" name="Oval 339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70" name="Group 340"/>
          <p:cNvGrpSpPr>
            <a:grpSpLocks/>
          </p:cNvGrpSpPr>
          <p:nvPr/>
        </p:nvGrpSpPr>
        <p:grpSpPr bwMode="auto">
          <a:xfrm flipH="1">
            <a:off x="5943600" y="3352800"/>
            <a:ext cx="304800" cy="304800"/>
            <a:chOff x="3696" y="1728"/>
            <a:chExt cx="192" cy="192"/>
          </a:xfrm>
        </p:grpSpPr>
        <p:sp>
          <p:nvSpPr>
            <p:cNvPr id="20547" name="Oval 34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8" name="Oval 34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9" name="Oval 34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50" name="Oval 34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71" name="Oval 345"/>
          <p:cNvSpPr>
            <a:spLocks noChangeArrowheads="1"/>
          </p:cNvSpPr>
          <p:nvPr/>
        </p:nvSpPr>
        <p:spPr bwMode="auto">
          <a:xfrm>
            <a:off x="6248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72" name="Oval 346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73" name="Oval 347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74" name="Oval 348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75" name="Oval 349"/>
          <p:cNvSpPr>
            <a:spLocks noChangeArrowheads="1"/>
          </p:cNvSpPr>
          <p:nvPr/>
        </p:nvSpPr>
        <p:spPr bwMode="auto">
          <a:xfrm>
            <a:off x="63246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76" name="Oval 350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77" name="Oval 351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78" name="Oval 352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79" name="Group 353"/>
          <p:cNvGrpSpPr>
            <a:grpSpLocks/>
          </p:cNvGrpSpPr>
          <p:nvPr/>
        </p:nvGrpSpPr>
        <p:grpSpPr bwMode="auto">
          <a:xfrm flipH="1">
            <a:off x="6324600" y="3505200"/>
            <a:ext cx="304800" cy="304800"/>
            <a:chOff x="3696" y="1728"/>
            <a:chExt cx="192" cy="192"/>
          </a:xfrm>
        </p:grpSpPr>
        <p:sp>
          <p:nvSpPr>
            <p:cNvPr id="20543" name="Oval 35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4" name="Oval 35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5" name="Oval 35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6" name="Oval 35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80" name="Oval 358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81" name="Oval 359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82" name="Oval 360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83" name="Oval 361"/>
          <p:cNvSpPr>
            <a:spLocks noChangeArrowheads="1"/>
          </p:cNvSpPr>
          <p:nvPr/>
        </p:nvSpPr>
        <p:spPr bwMode="auto">
          <a:xfrm>
            <a:off x="6858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84" name="Oval 362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85" name="Oval 363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86" name="Oval 364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87" name="Oval 365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88" name="Group 366"/>
          <p:cNvGrpSpPr>
            <a:grpSpLocks/>
          </p:cNvGrpSpPr>
          <p:nvPr/>
        </p:nvGrpSpPr>
        <p:grpSpPr bwMode="auto">
          <a:xfrm flipH="1">
            <a:off x="6477000" y="3657600"/>
            <a:ext cx="304800" cy="304800"/>
            <a:chOff x="3696" y="1728"/>
            <a:chExt cx="192" cy="192"/>
          </a:xfrm>
        </p:grpSpPr>
        <p:sp>
          <p:nvSpPr>
            <p:cNvPr id="20539" name="Oval 36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0" name="Oval 36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1" name="Oval 36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42" name="Oval 37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89" name="Oval 371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0" name="Oval 372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1" name="Oval 373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2" name="Oval 374"/>
          <p:cNvSpPr>
            <a:spLocks noChangeArrowheads="1"/>
          </p:cNvSpPr>
          <p:nvPr/>
        </p:nvSpPr>
        <p:spPr bwMode="auto">
          <a:xfrm>
            <a:off x="7010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3" name="Oval 375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4" name="Oval 376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5" name="Oval 377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6" name="Oval 378"/>
          <p:cNvSpPr>
            <a:spLocks noChangeArrowheads="1"/>
          </p:cNvSpPr>
          <p:nvPr/>
        </p:nvSpPr>
        <p:spPr bwMode="auto">
          <a:xfrm>
            <a:off x="7086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697" name="Group 379"/>
          <p:cNvGrpSpPr>
            <a:grpSpLocks/>
          </p:cNvGrpSpPr>
          <p:nvPr/>
        </p:nvGrpSpPr>
        <p:grpSpPr bwMode="auto">
          <a:xfrm flipH="1">
            <a:off x="6629400" y="3581400"/>
            <a:ext cx="304800" cy="304800"/>
            <a:chOff x="3696" y="1728"/>
            <a:chExt cx="192" cy="192"/>
          </a:xfrm>
        </p:grpSpPr>
        <p:sp>
          <p:nvSpPr>
            <p:cNvPr id="20535" name="Oval 38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36" name="Oval 38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37" name="Oval 38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38" name="Oval 38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698" name="Oval 384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699" name="Oval 38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0" name="Oval 386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1" name="Oval 387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2" name="Oval 388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3" name="Oval 389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04" name="Group 390"/>
          <p:cNvGrpSpPr>
            <a:grpSpLocks/>
          </p:cNvGrpSpPr>
          <p:nvPr/>
        </p:nvGrpSpPr>
        <p:grpSpPr bwMode="auto">
          <a:xfrm flipH="1">
            <a:off x="6096000" y="3810000"/>
            <a:ext cx="304800" cy="304800"/>
            <a:chOff x="3696" y="1728"/>
            <a:chExt cx="192" cy="192"/>
          </a:xfrm>
        </p:grpSpPr>
        <p:sp>
          <p:nvSpPr>
            <p:cNvPr id="20531" name="Oval 39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32" name="Oval 39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33" name="Oval 39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34" name="Oval 39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05" name="Oval 395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6" name="Oval 396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7" name="Oval 397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8" name="Oval 398"/>
          <p:cNvSpPr>
            <a:spLocks noChangeArrowheads="1"/>
          </p:cNvSpPr>
          <p:nvPr/>
        </p:nvSpPr>
        <p:spPr bwMode="auto">
          <a:xfrm>
            <a:off x="6629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09" name="Oval 399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10" name="Oval 400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11" name="Oval 401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12" name="Group 402"/>
          <p:cNvGrpSpPr>
            <a:grpSpLocks/>
          </p:cNvGrpSpPr>
          <p:nvPr/>
        </p:nvGrpSpPr>
        <p:grpSpPr bwMode="auto">
          <a:xfrm flipH="1">
            <a:off x="6248400" y="3962400"/>
            <a:ext cx="304800" cy="304800"/>
            <a:chOff x="3696" y="1728"/>
            <a:chExt cx="192" cy="192"/>
          </a:xfrm>
        </p:grpSpPr>
        <p:sp>
          <p:nvSpPr>
            <p:cNvPr id="20527" name="Oval 40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8" name="Oval 40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9" name="Oval 40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30" name="Oval 40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13" name="Oval 407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14" name="Oval 408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15" name="Oval 409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16" name="Oval 410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17" name="Group 411"/>
          <p:cNvGrpSpPr>
            <a:grpSpLocks/>
          </p:cNvGrpSpPr>
          <p:nvPr/>
        </p:nvGrpSpPr>
        <p:grpSpPr bwMode="auto">
          <a:xfrm flipH="1">
            <a:off x="6400800" y="3886200"/>
            <a:ext cx="304800" cy="304800"/>
            <a:chOff x="3696" y="1728"/>
            <a:chExt cx="192" cy="192"/>
          </a:xfrm>
        </p:grpSpPr>
        <p:sp>
          <p:nvSpPr>
            <p:cNvPr id="20523" name="Oval 41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4" name="Oval 41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5" name="Oval 41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6" name="Oval 41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18" name="Oval 416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19" name="Oval 417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0" name="Oval 418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1" name="Oval 419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2" name="Oval 420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3" name="Oval 421"/>
          <p:cNvSpPr>
            <a:spLocks noChangeArrowheads="1"/>
          </p:cNvSpPr>
          <p:nvPr/>
        </p:nvSpPr>
        <p:spPr bwMode="auto">
          <a:xfrm>
            <a:off x="5791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4" name="Oval 422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5" name="Oval 423"/>
          <p:cNvSpPr>
            <a:spLocks noChangeArrowheads="1"/>
          </p:cNvSpPr>
          <p:nvPr/>
        </p:nvSpPr>
        <p:spPr bwMode="auto">
          <a:xfrm>
            <a:off x="5867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6" name="Oval 424"/>
          <p:cNvSpPr>
            <a:spLocks noChangeArrowheads="1"/>
          </p:cNvSpPr>
          <p:nvPr/>
        </p:nvSpPr>
        <p:spPr bwMode="auto">
          <a:xfrm>
            <a:off x="5791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7" name="Oval 425"/>
          <p:cNvSpPr>
            <a:spLocks noChangeArrowheads="1"/>
          </p:cNvSpPr>
          <p:nvPr/>
        </p:nvSpPr>
        <p:spPr bwMode="auto">
          <a:xfrm>
            <a:off x="5943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8" name="Oval 426"/>
          <p:cNvSpPr>
            <a:spLocks noChangeArrowheads="1"/>
          </p:cNvSpPr>
          <p:nvPr/>
        </p:nvSpPr>
        <p:spPr bwMode="auto">
          <a:xfrm>
            <a:off x="5867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29" name="Oval 427"/>
          <p:cNvSpPr>
            <a:spLocks noChangeArrowheads="1"/>
          </p:cNvSpPr>
          <p:nvPr/>
        </p:nvSpPr>
        <p:spPr bwMode="auto">
          <a:xfrm>
            <a:off x="6019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30" name="Group 428"/>
          <p:cNvGrpSpPr>
            <a:grpSpLocks/>
          </p:cNvGrpSpPr>
          <p:nvPr/>
        </p:nvGrpSpPr>
        <p:grpSpPr bwMode="auto">
          <a:xfrm flipH="1">
            <a:off x="5562600" y="3200400"/>
            <a:ext cx="304800" cy="304800"/>
            <a:chOff x="3696" y="1728"/>
            <a:chExt cx="192" cy="192"/>
          </a:xfrm>
        </p:grpSpPr>
        <p:sp>
          <p:nvSpPr>
            <p:cNvPr id="20519" name="Oval 42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0" name="Oval 43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1" name="Oval 43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22" name="Oval 43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31" name="Oval 433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2" name="Oval 434"/>
          <p:cNvSpPr>
            <a:spLocks noChangeArrowheads="1"/>
          </p:cNvSpPr>
          <p:nvPr/>
        </p:nvSpPr>
        <p:spPr bwMode="auto">
          <a:xfrm>
            <a:off x="5562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3" name="Oval 435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4" name="Oval 436"/>
          <p:cNvSpPr>
            <a:spLocks noChangeArrowheads="1"/>
          </p:cNvSpPr>
          <p:nvPr/>
        </p:nvSpPr>
        <p:spPr bwMode="auto">
          <a:xfrm>
            <a:off x="5562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5" name="Oval 437"/>
          <p:cNvSpPr>
            <a:spLocks noChangeArrowheads="1"/>
          </p:cNvSpPr>
          <p:nvPr/>
        </p:nvSpPr>
        <p:spPr bwMode="auto">
          <a:xfrm>
            <a:off x="5486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6" name="Oval 438"/>
          <p:cNvSpPr>
            <a:spLocks noChangeArrowheads="1"/>
          </p:cNvSpPr>
          <p:nvPr/>
        </p:nvSpPr>
        <p:spPr bwMode="auto">
          <a:xfrm>
            <a:off x="5638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7" name="Oval 439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8" name="Oval 440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39" name="Oval 441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0" name="Oval 442"/>
          <p:cNvSpPr>
            <a:spLocks noChangeArrowheads="1"/>
          </p:cNvSpPr>
          <p:nvPr/>
        </p:nvSpPr>
        <p:spPr bwMode="auto">
          <a:xfrm>
            <a:off x="5715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1" name="Oval 443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2" name="Oval 444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3" name="Oval 445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44" name="Group 446"/>
          <p:cNvGrpSpPr>
            <a:grpSpLocks/>
          </p:cNvGrpSpPr>
          <p:nvPr/>
        </p:nvGrpSpPr>
        <p:grpSpPr bwMode="auto">
          <a:xfrm flipH="1">
            <a:off x="5715000" y="3657600"/>
            <a:ext cx="304800" cy="304800"/>
            <a:chOff x="3696" y="1728"/>
            <a:chExt cx="192" cy="192"/>
          </a:xfrm>
        </p:grpSpPr>
        <p:sp>
          <p:nvSpPr>
            <p:cNvPr id="20515" name="Oval 44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16" name="Oval 44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17" name="Oval 44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18" name="Oval 45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45" name="Oval 451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6" name="Oval 452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7" name="Oval 453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8" name="Oval 454"/>
          <p:cNvSpPr>
            <a:spLocks noChangeArrowheads="1"/>
          </p:cNvSpPr>
          <p:nvPr/>
        </p:nvSpPr>
        <p:spPr bwMode="auto">
          <a:xfrm>
            <a:off x="6248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49" name="Oval 455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0" name="Oval 456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1" name="Oval 457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2" name="Oval 458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53" name="Group 459"/>
          <p:cNvGrpSpPr>
            <a:grpSpLocks/>
          </p:cNvGrpSpPr>
          <p:nvPr/>
        </p:nvGrpSpPr>
        <p:grpSpPr bwMode="auto">
          <a:xfrm flipH="1">
            <a:off x="5867400" y="3810000"/>
            <a:ext cx="304800" cy="304800"/>
            <a:chOff x="3696" y="1728"/>
            <a:chExt cx="192" cy="192"/>
          </a:xfrm>
        </p:grpSpPr>
        <p:sp>
          <p:nvSpPr>
            <p:cNvPr id="20511" name="Oval 46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12" name="Oval 46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13" name="Oval 46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14" name="Oval 46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54" name="Oval 464"/>
          <p:cNvSpPr>
            <a:spLocks noChangeArrowheads="1"/>
          </p:cNvSpPr>
          <p:nvPr/>
        </p:nvSpPr>
        <p:spPr bwMode="auto">
          <a:xfrm>
            <a:off x="5943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5" name="Oval 465"/>
          <p:cNvSpPr>
            <a:spLocks noChangeArrowheads="1"/>
          </p:cNvSpPr>
          <p:nvPr/>
        </p:nvSpPr>
        <p:spPr bwMode="auto">
          <a:xfrm>
            <a:off x="6096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6" name="Oval 466"/>
          <p:cNvSpPr>
            <a:spLocks noChangeArrowheads="1"/>
          </p:cNvSpPr>
          <p:nvPr/>
        </p:nvSpPr>
        <p:spPr bwMode="auto">
          <a:xfrm>
            <a:off x="6248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7" name="Oval 467"/>
          <p:cNvSpPr>
            <a:spLocks noChangeArrowheads="1"/>
          </p:cNvSpPr>
          <p:nvPr/>
        </p:nvSpPr>
        <p:spPr bwMode="auto">
          <a:xfrm>
            <a:off x="6400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8" name="Oval 468"/>
          <p:cNvSpPr>
            <a:spLocks noChangeArrowheads="1"/>
          </p:cNvSpPr>
          <p:nvPr/>
        </p:nvSpPr>
        <p:spPr bwMode="auto">
          <a:xfrm>
            <a:off x="6019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59" name="Oval 469"/>
          <p:cNvSpPr>
            <a:spLocks noChangeArrowheads="1"/>
          </p:cNvSpPr>
          <p:nvPr/>
        </p:nvSpPr>
        <p:spPr bwMode="auto">
          <a:xfrm>
            <a:off x="6172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60" name="Oval 470"/>
          <p:cNvSpPr>
            <a:spLocks noChangeArrowheads="1"/>
          </p:cNvSpPr>
          <p:nvPr/>
        </p:nvSpPr>
        <p:spPr bwMode="auto">
          <a:xfrm>
            <a:off x="6324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61" name="Oval 471"/>
          <p:cNvSpPr>
            <a:spLocks noChangeArrowheads="1"/>
          </p:cNvSpPr>
          <p:nvPr/>
        </p:nvSpPr>
        <p:spPr bwMode="auto">
          <a:xfrm>
            <a:off x="6477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62" name="Group 472"/>
          <p:cNvGrpSpPr>
            <a:grpSpLocks/>
          </p:cNvGrpSpPr>
          <p:nvPr/>
        </p:nvGrpSpPr>
        <p:grpSpPr bwMode="auto">
          <a:xfrm flipH="1">
            <a:off x="6019800" y="3733800"/>
            <a:ext cx="304800" cy="304800"/>
            <a:chOff x="3696" y="1728"/>
            <a:chExt cx="192" cy="192"/>
          </a:xfrm>
        </p:grpSpPr>
        <p:sp>
          <p:nvSpPr>
            <p:cNvPr id="20507" name="Oval 47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8" name="Oval 47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9" name="Oval 47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10" name="Oval 47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63" name="Oval 477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64" name="Oval 478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65" name="Oval 479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66" name="Oval 480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67" name="Oval 481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68" name="Oval 482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69" name="Group 483"/>
          <p:cNvGrpSpPr>
            <a:grpSpLocks/>
          </p:cNvGrpSpPr>
          <p:nvPr/>
        </p:nvGrpSpPr>
        <p:grpSpPr bwMode="auto">
          <a:xfrm flipH="1">
            <a:off x="5486400" y="3962400"/>
            <a:ext cx="304800" cy="304800"/>
            <a:chOff x="3696" y="1728"/>
            <a:chExt cx="192" cy="192"/>
          </a:xfrm>
        </p:grpSpPr>
        <p:sp>
          <p:nvSpPr>
            <p:cNvPr id="20503" name="Oval 48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4" name="Oval 48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5" name="Oval 48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6" name="Oval 48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70" name="Oval 488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71" name="Oval 489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72" name="Oval 490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73" name="Oval 491"/>
          <p:cNvSpPr>
            <a:spLocks noChangeArrowheads="1"/>
          </p:cNvSpPr>
          <p:nvPr/>
        </p:nvSpPr>
        <p:spPr bwMode="auto">
          <a:xfrm>
            <a:off x="6019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74" name="Oval 492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75" name="Oval 493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76" name="Oval 494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77" name="Group 495"/>
          <p:cNvGrpSpPr>
            <a:grpSpLocks/>
          </p:cNvGrpSpPr>
          <p:nvPr/>
        </p:nvGrpSpPr>
        <p:grpSpPr bwMode="auto">
          <a:xfrm flipH="1">
            <a:off x="5638800" y="4114800"/>
            <a:ext cx="304800" cy="304800"/>
            <a:chOff x="3696" y="1728"/>
            <a:chExt cx="192" cy="192"/>
          </a:xfrm>
        </p:grpSpPr>
        <p:sp>
          <p:nvSpPr>
            <p:cNvPr id="20499" name="Oval 49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0" name="Oval 49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1" name="Oval 49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502" name="Oval 49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78" name="Oval 500"/>
          <p:cNvSpPr>
            <a:spLocks noChangeArrowheads="1"/>
          </p:cNvSpPr>
          <p:nvPr/>
        </p:nvSpPr>
        <p:spPr bwMode="auto">
          <a:xfrm>
            <a:off x="5715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79" name="Oval 501"/>
          <p:cNvSpPr>
            <a:spLocks noChangeArrowheads="1"/>
          </p:cNvSpPr>
          <p:nvPr/>
        </p:nvSpPr>
        <p:spPr bwMode="auto">
          <a:xfrm>
            <a:off x="5867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0" name="Oval 502"/>
          <p:cNvSpPr>
            <a:spLocks noChangeArrowheads="1"/>
          </p:cNvSpPr>
          <p:nvPr/>
        </p:nvSpPr>
        <p:spPr bwMode="auto">
          <a:xfrm>
            <a:off x="60198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1" name="Oval 503"/>
          <p:cNvSpPr>
            <a:spLocks noChangeArrowheads="1"/>
          </p:cNvSpPr>
          <p:nvPr/>
        </p:nvSpPr>
        <p:spPr bwMode="auto">
          <a:xfrm>
            <a:off x="5943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82" name="Group 504"/>
          <p:cNvGrpSpPr>
            <a:grpSpLocks/>
          </p:cNvGrpSpPr>
          <p:nvPr/>
        </p:nvGrpSpPr>
        <p:grpSpPr bwMode="auto">
          <a:xfrm flipH="1">
            <a:off x="5791200" y="4038600"/>
            <a:ext cx="304800" cy="304800"/>
            <a:chOff x="3696" y="1728"/>
            <a:chExt cx="192" cy="192"/>
          </a:xfrm>
        </p:grpSpPr>
        <p:sp>
          <p:nvSpPr>
            <p:cNvPr id="20495" name="Oval 50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96" name="Oval 50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97" name="Oval 50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98" name="Oval 50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83" name="Oval 744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4" name="Oval 745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5" name="Oval 746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6" name="Oval 747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7" name="Oval 748"/>
          <p:cNvSpPr>
            <a:spLocks noChangeArrowheads="1"/>
          </p:cNvSpPr>
          <p:nvPr/>
        </p:nvSpPr>
        <p:spPr bwMode="auto">
          <a:xfrm>
            <a:off x="6553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8" name="Oval 749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89" name="Oval 750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0" name="Oval 751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791" name="Group 752"/>
          <p:cNvGrpSpPr>
            <a:grpSpLocks/>
          </p:cNvGrpSpPr>
          <p:nvPr/>
        </p:nvGrpSpPr>
        <p:grpSpPr bwMode="auto">
          <a:xfrm flipH="1">
            <a:off x="6553200" y="3505200"/>
            <a:ext cx="304800" cy="304800"/>
            <a:chOff x="3696" y="1728"/>
            <a:chExt cx="192" cy="192"/>
          </a:xfrm>
        </p:grpSpPr>
        <p:sp>
          <p:nvSpPr>
            <p:cNvPr id="20491" name="Oval 75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92" name="Oval 75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93" name="Oval 75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94" name="Oval 75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792" name="Oval 757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3" name="Oval 758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4" name="Oval 759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5" name="Oval 760"/>
          <p:cNvSpPr>
            <a:spLocks noChangeArrowheads="1"/>
          </p:cNvSpPr>
          <p:nvPr/>
        </p:nvSpPr>
        <p:spPr bwMode="auto">
          <a:xfrm>
            <a:off x="7086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6" name="Oval 761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7" name="Oval 762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8" name="Oval 763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799" name="Oval 764"/>
          <p:cNvSpPr>
            <a:spLocks noChangeArrowheads="1"/>
          </p:cNvSpPr>
          <p:nvPr/>
        </p:nvSpPr>
        <p:spPr bwMode="auto">
          <a:xfrm>
            <a:off x="7162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00" name="Group 765"/>
          <p:cNvGrpSpPr>
            <a:grpSpLocks/>
          </p:cNvGrpSpPr>
          <p:nvPr/>
        </p:nvGrpSpPr>
        <p:grpSpPr bwMode="auto">
          <a:xfrm flipH="1">
            <a:off x="6705600" y="3657600"/>
            <a:ext cx="304800" cy="304800"/>
            <a:chOff x="3696" y="1728"/>
            <a:chExt cx="192" cy="192"/>
          </a:xfrm>
        </p:grpSpPr>
        <p:sp>
          <p:nvSpPr>
            <p:cNvPr id="20487" name="Oval 7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8" name="Oval 7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9" name="Oval 7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90" name="Oval 7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01" name="Oval 770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02" name="Oval 771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03" name="Oval 772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04" name="Oval 773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05" name="Oval 774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06" name="Oval 775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07" name="Oval 776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08" name="Oval 777"/>
          <p:cNvSpPr>
            <a:spLocks noChangeArrowheads="1"/>
          </p:cNvSpPr>
          <p:nvPr/>
        </p:nvSpPr>
        <p:spPr bwMode="auto">
          <a:xfrm>
            <a:off x="7315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09" name="Group 778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0483" name="Oval 77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4" name="Oval 78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5" name="Oval 78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6" name="Oval 78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10" name="Oval 783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11" name="Oval 784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12" name="Oval 785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13" name="Oval 786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14" name="Oval 787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15" name="Oval 788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16" name="Group 789"/>
          <p:cNvGrpSpPr>
            <a:grpSpLocks/>
          </p:cNvGrpSpPr>
          <p:nvPr/>
        </p:nvGrpSpPr>
        <p:grpSpPr bwMode="auto">
          <a:xfrm flipH="1">
            <a:off x="6324600" y="3810000"/>
            <a:ext cx="304800" cy="304800"/>
            <a:chOff x="3696" y="1728"/>
            <a:chExt cx="192" cy="192"/>
          </a:xfrm>
        </p:grpSpPr>
        <p:sp>
          <p:nvSpPr>
            <p:cNvPr id="20479" name="Oval 79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0" name="Oval 79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1" name="Oval 79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82" name="Oval 79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17" name="Oval 794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18" name="Oval 795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19" name="Oval 796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20" name="Oval 797"/>
          <p:cNvSpPr>
            <a:spLocks noChangeArrowheads="1"/>
          </p:cNvSpPr>
          <p:nvPr/>
        </p:nvSpPr>
        <p:spPr bwMode="auto">
          <a:xfrm>
            <a:off x="68580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21" name="Oval 798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22" name="Oval 799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23" name="Oval 800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24" name="Group 801"/>
          <p:cNvGrpSpPr>
            <a:grpSpLocks/>
          </p:cNvGrpSpPr>
          <p:nvPr/>
        </p:nvGrpSpPr>
        <p:grpSpPr bwMode="auto">
          <a:xfrm flipH="1">
            <a:off x="6477000" y="3962400"/>
            <a:ext cx="304800" cy="304800"/>
            <a:chOff x="3696" y="1728"/>
            <a:chExt cx="192" cy="192"/>
          </a:xfrm>
        </p:grpSpPr>
        <p:sp>
          <p:nvSpPr>
            <p:cNvPr id="20475" name="Oval 80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76" name="Oval 80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77" name="Oval 80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78" name="Oval 80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25" name="Oval 806"/>
          <p:cNvSpPr>
            <a:spLocks noChangeArrowheads="1"/>
          </p:cNvSpPr>
          <p:nvPr/>
        </p:nvSpPr>
        <p:spPr bwMode="auto">
          <a:xfrm>
            <a:off x="6553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26" name="Oval 807"/>
          <p:cNvSpPr>
            <a:spLocks noChangeArrowheads="1"/>
          </p:cNvSpPr>
          <p:nvPr/>
        </p:nvSpPr>
        <p:spPr bwMode="auto">
          <a:xfrm>
            <a:off x="6705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27" name="Oval 808"/>
          <p:cNvSpPr>
            <a:spLocks noChangeArrowheads="1"/>
          </p:cNvSpPr>
          <p:nvPr/>
        </p:nvSpPr>
        <p:spPr bwMode="auto">
          <a:xfrm>
            <a:off x="68580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28" name="Oval 809"/>
          <p:cNvSpPr>
            <a:spLocks noChangeArrowheads="1"/>
          </p:cNvSpPr>
          <p:nvPr/>
        </p:nvSpPr>
        <p:spPr bwMode="auto">
          <a:xfrm>
            <a:off x="6781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29" name="Group 810"/>
          <p:cNvGrpSpPr>
            <a:grpSpLocks/>
          </p:cNvGrpSpPr>
          <p:nvPr/>
        </p:nvGrpSpPr>
        <p:grpSpPr bwMode="auto">
          <a:xfrm flipH="1">
            <a:off x="6629400" y="3886200"/>
            <a:ext cx="304800" cy="304800"/>
            <a:chOff x="3696" y="1728"/>
            <a:chExt cx="192" cy="192"/>
          </a:xfrm>
        </p:grpSpPr>
        <p:sp>
          <p:nvSpPr>
            <p:cNvPr id="20471" name="Oval 81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72" name="Oval 81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73" name="Oval 81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74" name="Oval 81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30" name="Oval 815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31" name="Oval 816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32" name="Oval 817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33" name="Oval 818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34" name="Oval 819"/>
          <p:cNvSpPr>
            <a:spLocks noChangeArrowheads="1"/>
          </p:cNvSpPr>
          <p:nvPr/>
        </p:nvSpPr>
        <p:spPr bwMode="auto">
          <a:xfrm>
            <a:off x="7010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35" name="Oval 820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36" name="Oval 821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37" name="Oval 822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38" name="Group 823"/>
          <p:cNvGrpSpPr>
            <a:grpSpLocks/>
          </p:cNvGrpSpPr>
          <p:nvPr/>
        </p:nvGrpSpPr>
        <p:grpSpPr bwMode="auto">
          <a:xfrm flipH="1">
            <a:off x="7010400" y="4038600"/>
            <a:ext cx="304800" cy="304800"/>
            <a:chOff x="3696" y="1728"/>
            <a:chExt cx="192" cy="192"/>
          </a:xfrm>
        </p:grpSpPr>
        <p:sp>
          <p:nvSpPr>
            <p:cNvPr id="20467" name="Oval 82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8" name="Oval 82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9" name="Oval 82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70" name="Oval 82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39" name="Oval 828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0" name="Oval 829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1" name="Oval 830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2" name="Oval 831"/>
          <p:cNvSpPr>
            <a:spLocks noChangeArrowheads="1"/>
          </p:cNvSpPr>
          <p:nvPr/>
        </p:nvSpPr>
        <p:spPr bwMode="auto">
          <a:xfrm>
            <a:off x="7543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3" name="Oval 832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4" name="Oval 833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5" name="Oval 834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6" name="Oval 835"/>
          <p:cNvSpPr>
            <a:spLocks noChangeArrowheads="1"/>
          </p:cNvSpPr>
          <p:nvPr/>
        </p:nvSpPr>
        <p:spPr bwMode="auto">
          <a:xfrm>
            <a:off x="7620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47" name="Group 836"/>
          <p:cNvGrpSpPr>
            <a:grpSpLocks/>
          </p:cNvGrpSpPr>
          <p:nvPr/>
        </p:nvGrpSpPr>
        <p:grpSpPr bwMode="auto">
          <a:xfrm flipH="1">
            <a:off x="7162800" y="4191000"/>
            <a:ext cx="304800" cy="304800"/>
            <a:chOff x="3696" y="1728"/>
            <a:chExt cx="192" cy="192"/>
          </a:xfrm>
        </p:grpSpPr>
        <p:sp>
          <p:nvSpPr>
            <p:cNvPr id="20463" name="Oval 83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4" name="Oval 83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5" name="Oval 83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6" name="Oval 84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48" name="Oval 841"/>
          <p:cNvSpPr>
            <a:spLocks noChangeArrowheads="1"/>
          </p:cNvSpPr>
          <p:nvPr/>
        </p:nvSpPr>
        <p:spPr bwMode="auto">
          <a:xfrm>
            <a:off x="7239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49" name="Oval 842"/>
          <p:cNvSpPr>
            <a:spLocks noChangeArrowheads="1"/>
          </p:cNvSpPr>
          <p:nvPr/>
        </p:nvSpPr>
        <p:spPr bwMode="auto">
          <a:xfrm>
            <a:off x="7391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0" name="Oval 843"/>
          <p:cNvSpPr>
            <a:spLocks noChangeArrowheads="1"/>
          </p:cNvSpPr>
          <p:nvPr/>
        </p:nvSpPr>
        <p:spPr bwMode="auto">
          <a:xfrm>
            <a:off x="7543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1" name="Oval 844"/>
          <p:cNvSpPr>
            <a:spLocks noChangeArrowheads="1"/>
          </p:cNvSpPr>
          <p:nvPr/>
        </p:nvSpPr>
        <p:spPr bwMode="auto">
          <a:xfrm>
            <a:off x="7696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2" name="Oval 845"/>
          <p:cNvSpPr>
            <a:spLocks noChangeArrowheads="1"/>
          </p:cNvSpPr>
          <p:nvPr/>
        </p:nvSpPr>
        <p:spPr bwMode="auto">
          <a:xfrm>
            <a:off x="7315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3" name="Oval 846"/>
          <p:cNvSpPr>
            <a:spLocks noChangeArrowheads="1"/>
          </p:cNvSpPr>
          <p:nvPr/>
        </p:nvSpPr>
        <p:spPr bwMode="auto">
          <a:xfrm>
            <a:off x="7467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4" name="Oval 847"/>
          <p:cNvSpPr>
            <a:spLocks noChangeArrowheads="1"/>
          </p:cNvSpPr>
          <p:nvPr/>
        </p:nvSpPr>
        <p:spPr bwMode="auto">
          <a:xfrm>
            <a:off x="7620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5" name="Oval 848"/>
          <p:cNvSpPr>
            <a:spLocks noChangeArrowheads="1"/>
          </p:cNvSpPr>
          <p:nvPr/>
        </p:nvSpPr>
        <p:spPr bwMode="auto">
          <a:xfrm>
            <a:off x="7772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56" name="Group 849"/>
          <p:cNvGrpSpPr>
            <a:grpSpLocks/>
          </p:cNvGrpSpPr>
          <p:nvPr/>
        </p:nvGrpSpPr>
        <p:grpSpPr bwMode="auto">
          <a:xfrm flipH="1">
            <a:off x="7315200" y="4114800"/>
            <a:ext cx="304800" cy="304800"/>
            <a:chOff x="3696" y="1728"/>
            <a:chExt cx="192" cy="192"/>
          </a:xfrm>
        </p:grpSpPr>
        <p:sp>
          <p:nvSpPr>
            <p:cNvPr id="20459" name="Oval 85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0" name="Oval 85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1" name="Oval 85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62" name="Oval 85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57" name="Oval 854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8" name="Oval 855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59" name="Oval 856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0" name="Oval 857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1" name="Oval 858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2" name="Oval 859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63" name="Group 860"/>
          <p:cNvGrpSpPr>
            <a:grpSpLocks/>
          </p:cNvGrpSpPr>
          <p:nvPr/>
        </p:nvGrpSpPr>
        <p:grpSpPr bwMode="auto">
          <a:xfrm flipH="1">
            <a:off x="6781800" y="4343400"/>
            <a:ext cx="304800" cy="304800"/>
            <a:chOff x="3696" y="1728"/>
            <a:chExt cx="192" cy="192"/>
          </a:xfrm>
        </p:grpSpPr>
        <p:sp>
          <p:nvSpPr>
            <p:cNvPr id="20455" name="Oval 86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56" name="Oval 86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57" name="Oval 86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58" name="Oval 86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64" name="Oval 865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5" name="Oval 866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6" name="Oval 867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7" name="Oval 868"/>
          <p:cNvSpPr>
            <a:spLocks noChangeArrowheads="1"/>
          </p:cNvSpPr>
          <p:nvPr/>
        </p:nvSpPr>
        <p:spPr bwMode="auto">
          <a:xfrm>
            <a:off x="7315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8" name="Oval 869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69" name="Oval 870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70" name="Oval 871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71" name="Group 872"/>
          <p:cNvGrpSpPr>
            <a:grpSpLocks/>
          </p:cNvGrpSpPr>
          <p:nvPr/>
        </p:nvGrpSpPr>
        <p:grpSpPr bwMode="auto">
          <a:xfrm flipH="1">
            <a:off x="6934200" y="4495800"/>
            <a:ext cx="304800" cy="304800"/>
            <a:chOff x="3696" y="1728"/>
            <a:chExt cx="192" cy="192"/>
          </a:xfrm>
        </p:grpSpPr>
        <p:sp>
          <p:nvSpPr>
            <p:cNvPr id="20451" name="Oval 87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52" name="Oval 87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53" name="Oval 87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54" name="Oval 87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72" name="Oval 877"/>
          <p:cNvSpPr>
            <a:spLocks noChangeArrowheads="1"/>
          </p:cNvSpPr>
          <p:nvPr/>
        </p:nvSpPr>
        <p:spPr bwMode="auto">
          <a:xfrm>
            <a:off x="7010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73" name="Oval 878"/>
          <p:cNvSpPr>
            <a:spLocks noChangeArrowheads="1"/>
          </p:cNvSpPr>
          <p:nvPr/>
        </p:nvSpPr>
        <p:spPr bwMode="auto">
          <a:xfrm>
            <a:off x="7162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74" name="Oval 879"/>
          <p:cNvSpPr>
            <a:spLocks noChangeArrowheads="1"/>
          </p:cNvSpPr>
          <p:nvPr/>
        </p:nvSpPr>
        <p:spPr bwMode="auto">
          <a:xfrm>
            <a:off x="7315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75" name="Oval 880"/>
          <p:cNvSpPr>
            <a:spLocks noChangeArrowheads="1"/>
          </p:cNvSpPr>
          <p:nvPr/>
        </p:nvSpPr>
        <p:spPr bwMode="auto">
          <a:xfrm>
            <a:off x="7239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76" name="Group 881"/>
          <p:cNvGrpSpPr>
            <a:grpSpLocks/>
          </p:cNvGrpSpPr>
          <p:nvPr/>
        </p:nvGrpSpPr>
        <p:grpSpPr bwMode="auto">
          <a:xfrm flipH="1">
            <a:off x="7086600" y="4419600"/>
            <a:ext cx="304800" cy="304800"/>
            <a:chOff x="3696" y="1728"/>
            <a:chExt cx="192" cy="192"/>
          </a:xfrm>
        </p:grpSpPr>
        <p:sp>
          <p:nvSpPr>
            <p:cNvPr id="20447" name="Oval 88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8" name="Oval 88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9" name="Oval 88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50" name="Oval 88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77" name="Oval 886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78" name="Oval 887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79" name="Oval 888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0" name="Oval 889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1" name="Oval 890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2" name="Oval 891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3" name="Oval 892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4" name="Oval 893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5" name="Oval 894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6" name="Oval 895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7" name="Oval 896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88" name="Oval 897"/>
          <p:cNvSpPr>
            <a:spLocks noChangeArrowheads="1"/>
          </p:cNvSpPr>
          <p:nvPr/>
        </p:nvSpPr>
        <p:spPr bwMode="auto">
          <a:xfrm>
            <a:off x="6705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889" name="Group 898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0443" name="Oval 89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4" name="Oval 90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5" name="Oval 90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6" name="Oval 90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890" name="Oval 903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1" name="Oval 904"/>
          <p:cNvSpPr>
            <a:spLocks noChangeArrowheads="1"/>
          </p:cNvSpPr>
          <p:nvPr/>
        </p:nvSpPr>
        <p:spPr bwMode="auto">
          <a:xfrm>
            <a:off x="62484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2" name="Oval 905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3" name="Oval 906"/>
          <p:cNvSpPr>
            <a:spLocks noChangeArrowheads="1"/>
          </p:cNvSpPr>
          <p:nvPr/>
        </p:nvSpPr>
        <p:spPr bwMode="auto">
          <a:xfrm>
            <a:off x="62484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4" name="Oval 907"/>
          <p:cNvSpPr>
            <a:spLocks noChangeArrowheads="1"/>
          </p:cNvSpPr>
          <p:nvPr/>
        </p:nvSpPr>
        <p:spPr bwMode="auto">
          <a:xfrm>
            <a:off x="6172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5" name="Oval 908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6" name="Oval 909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7" name="Oval 910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8" name="Oval 911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899" name="Oval 912"/>
          <p:cNvSpPr>
            <a:spLocks noChangeArrowheads="1"/>
          </p:cNvSpPr>
          <p:nvPr/>
        </p:nvSpPr>
        <p:spPr bwMode="auto">
          <a:xfrm>
            <a:off x="6400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0" name="Oval 913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1" name="Oval 914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2" name="Oval 915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903" name="Group 916"/>
          <p:cNvGrpSpPr>
            <a:grpSpLocks/>
          </p:cNvGrpSpPr>
          <p:nvPr/>
        </p:nvGrpSpPr>
        <p:grpSpPr bwMode="auto">
          <a:xfrm flipH="1">
            <a:off x="6400800" y="4191000"/>
            <a:ext cx="304800" cy="304800"/>
            <a:chOff x="3696" y="1728"/>
            <a:chExt cx="192" cy="192"/>
          </a:xfrm>
        </p:grpSpPr>
        <p:sp>
          <p:nvSpPr>
            <p:cNvPr id="20439" name="Oval 91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0" name="Oval 91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1" name="Oval 91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42" name="Oval 92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904" name="Oval 921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5" name="Oval 922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6" name="Oval 923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7" name="Oval 924"/>
          <p:cNvSpPr>
            <a:spLocks noChangeArrowheads="1"/>
          </p:cNvSpPr>
          <p:nvPr/>
        </p:nvSpPr>
        <p:spPr bwMode="auto">
          <a:xfrm>
            <a:off x="69342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8" name="Oval 925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09" name="Oval 926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0" name="Oval 927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1" name="Oval 928"/>
          <p:cNvSpPr>
            <a:spLocks noChangeArrowheads="1"/>
          </p:cNvSpPr>
          <p:nvPr/>
        </p:nvSpPr>
        <p:spPr bwMode="auto">
          <a:xfrm>
            <a:off x="70104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912" name="Group 929"/>
          <p:cNvGrpSpPr>
            <a:grpSpLocks/>
          </p:cNvGrpSpPr>
          <p:nvPr/>
        </p:nvGrpSpPr>
        <p:grpSpPr bwMode="auto">
          <a:xfrm flipH="1">
            <a:off x="6553200" y="4343400"/>
            <a:ext cx="304800" cy="304800"/>
            <a:chOff x="3696" y="1728"/>
            <a:chExt cx="192" cy="192"/>
          </a:xfrm>
        </p:grpSpPr>
        <p:sp>
          <p:nvSpPr>
            <p:cNvPr id="20435" name="Oval 93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36" name="Oval 93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37" name="Oval 93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38" name="Oval 93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913" name="Oval 934"/>
          <p:cNvSpPr>
            <a:spLocks noChangeArrowheads="1"/>
          </p:cNvSpPr>
          <p:nvPr/>
        </p:nvSpPr>
        <p:spPr bwMode="auto">
          <a:xfrm>
            <a:off x="6629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4" name="Oval 935"/>
          <p:cNvSpPr>
            <a:spLocks noChangeArrowheads="1"/>
          </p:cNvSpPr>
          <p:nvPr/>
        </p:nvSpPr>
        <p:spPr bwMode="auto">
          <a:xfrm>
            <a:off x="6781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5" name="Oval 936"/>
          <p:cNvSpPr>
            <a:spLocks noChangeArrowheads="1"/>
          </p:cNvSpPr>
          <p:nvPr/>
        </p:nvSpPr>
        <p:spPr bwMode="auto">
          <a:xfrm>
            <a:off x="6934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6" name="Oval 937"/>
          <p:cNvSpPr>
            <a:spLocks noChangeArrowheads="1"/>
          </p:cNvSpPr>
          <p:nvPr/>
        </p:nvSpPr>
        <p:spPr bwMode="auto">
          <a:xfrm>
            <a:off x="70866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7" name="Oval 938"/>
          <p:cNvSpPr>
            <a:spLocks noChangeArrowheads="1"/>
          </p:cNvSpPr>
          <p:nvPr/>
        </p:nvSpPr>
        <p:spPr bwMode="auto">
          <a:xfrm>
            <a:off x="6705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8" name="Oval 939"/>
          <p:cNvSpPr>
            <a:spLocks noChangeArrowheads="1"/>
          </p:cNvSpPr>
          <p:nvPr/>
        </p:nvSpPr>
        <p:spPr bwMode="auto">
          <a:xfrm>
            <a:off x="6858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19" name="Oval 940"/>
          <p:cNvSpPr>
            <a:spLocks noChangeArrowheads="1"/>
          </p:cNvSpPr>
          <p:nvPr/>
        </p:nvSpPr>
        <p:spPr bwMode="auto">
          <a:xfrm>
            <a:off x="7010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20" name="Oval 941"/>
          <p:cNvSpPr>
            <a:spLocks noChangeArrowheads="1"/>
          </p:cNvSpPr>
          <p:nvPr/>
        </p:nvSpPr>
        <p:spPr bwMode="auto">
          <a:xfrm>
            <a:off x="7162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921" name="Group 942"/>
          <p:cNvGrpSpPr>
            <a:grpSpLocks/>
          </p:cNvGrpSpPr>
          <p:nvPr/>
        </p:nvGrpSpPr>
        <p:grpSpPr bwMode="auto">
          <a:xfrm flipH="1">
            <a:off x="6705600" y="4267200"/>
            <a:ext cx="304800" cy="304800"/>
            <a:chOff x="3696" y="1728"/>
            <a:chExt cx="192" cy="192"/>
          </a:xfrm>
        </p:grpSpPr>
        <p:sp>
          <p:nvSpPr>
            <p:cNvPr id="20431" name="Oval 94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32" name="Oval 94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33" name="Oval 94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34" name="Oval 94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922" name="Oval 947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23" name="Oval 948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24" name="Oval 949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25" name="Oval 950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26" name="Oval 951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27" name="Oval 952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928" name="Group 953"/>
          <p:cNvGrpSpPr>
            <a:grpSpLocks/>
          </p:cNvGrpSpPr>
          <p:nvPr/>
        </p:nvGrpSpPr>
        <p:grpSpPr bwMode="auto">
          <a:xfrm flipH="1">
            <a:off x="6172200" y="4495800"/>
            <a:ext cx="304800" cy="304800"/>
            <a:chOff x="3696" y="1728"/>
            <a:chExt cx="192" cy="192"/>
          </a:xfrm>
        </p:grpSpPr>
        <p:sp>
          <p:nvSpPr>
            <p:cNvPr id="20427" name="Oval 95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8" name="Oval 95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9" name="Oval 95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30" name="Oval 95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929" name="Oval 958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0" name="Oval 959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1" name="Oval 960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2" name="Oval 961"/>
          <p:cNvSpPr>
            <a:spLocks noChangeArrowheads="1"/>
          </p:cNvSpPr>
          <p:nvPr/>
        </p:nvSpPr>
        <p:spPr bwMode="auto">
          <a:xfrm>
            <a:off x="6705600" y="4876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3" name="Oval 962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4" name="Oval 963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5" name="Oval 964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936" name="Group 965"/>
          <p:cNvGrpSpPr>
            <a:grpSpLocks/>
          </p:cNvGrpSpPr>
          <p:nvPr/>
        </p:nvGrpSpPr>
        <p:grpSpPr bwMode="auto">
          <a:xfrm flipH="1">
            <a:off x="6324600" y="4648200"/>
            <a:ext cx="304800" cy="304800"/>
            <a:chOff x="3696" y="1728"/>
            <a:chExt cx="192" cy="192"/>
          </a:xfrm>
        </p:grpSpPr>
        <p:sp>
          <p:nvSpPr>
            <p:cNvPr id="20423" name="Oval 9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4" name="Oval 9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5" name="Oval 9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6" name="Oval 9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937" name="Oval 970"/>
          <p:cNvSpPr>
            <a:spLocks noChangeArrowheads="1"/>
          </p:cNvSpPr>
          <p:nvPr/>
        </p:nvSpPr>
        <p:spPr bwMode="auto">
          <a:xfrm>
            <a:off x="6400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8" name="Oval 971"/>
          <p:cNvSpPr>
            <a:spLocks noChangeArrowheads="1"/>
          </p:cNvSpPr>
          <p:nvPr/>
        </p:nvSpPr>
        <p:spPr bwMode="auto">
          <a:xfrm>
            <a:off x="6553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39" name="Oval 972"/>
          <p:cNvSpPr>
            <a:spLocks noChangeArrowheads="1"/>
          </p:cNvSpPr>
          <p:nvPr/>
        </p:nvSpPr>
        <p:spPr bwMode="auto">
          <a:xfrm>
            <a:off x="67056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40" name="Oval 973"/>
          <p:cNvSpPr>
            <a:spLocks noChangeArrowheads="1"/>
          </p:cNvSpPr>
          <p:nvPr/>
        </p:nvSpPr>
        <p:spPr bwMode="auto">
          <a:xfrm>
            <a:off x="6629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941" name="Group 974"/>
          <p:cNvGrpSpPr>
            <a:grpSpLocks/>
          </p:cNvGrpSpPr>
          <p:nvPr/>
        </p:nvGrpSpPr>
        <p:grpSpPr bwMode="auto">
          <a:xfrm flipH="1">
            <a:off x="6477000" y="4572000"/>
            <a:ext cx="304800" cy="304800"/>
            <a:chOff x="3696" y="1728"/>
            <a:chExt cx="192" cy="192"/>
          </a:xfrm>
        </p:grpSpPr>
        <p:sp>
          <p:nvSpPr>
            <p:cNvPr id="20419" name="Oval 97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0" name="Oval 97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1" name="Oval 97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22" name="Oval 97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2" name="Group 983"/>
          <p:cNvGrpSpPr>
            <a:grpSpLocks/>
          </p:cNvGrpSpPr>
          <p:nvPr/>
        </p:nvGrpSpPr>
        <p:grpSpPr bwMode="auto">
          <a:xfrm>
            <a:off x="3962400" y="3657600"/>
            <a:ext cx="533400" cy="533400"/>
            <a:chOff x="1104" y="1632"/>
            <a:chExt cx="336" cy="336"/>
          </a:xfrm>
        </p:grpSpPr>
        <p:sp>
          <p:nvSpPr>
            <p:cNvPr id="20415" name="AutoShape 979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16" name="AutoShape 980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17" name="AutoShape 981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18" name="AutoShape 982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3" name="Group 984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0411" name="AutoShape 9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12" name="AutoShape 9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13" name="AutoShape 9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14" name="AutoShape 9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4" name="Group 989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0407" name="AutoShape 9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8" name="AutoShape 9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9" name="AutoShape 9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10" name="AutoShape 9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5" name="Group 994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0403" name="AutoShape 9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4" name="AutoShape 9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5" name="AutoShape 9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6" name="AutoShape 9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6" name="Group 999"/>
          <p:cNvGrpSpPr>
            <a:grpSpLocks/>
          </p:cNvGrpSpPr>
          <p:nvPr/>
        </p:nvGrpSpPr>
        <p:grpSpPr bwMode="auto">
          <a:xfrm>
            <a:off x="3810000" y="3886200"/>
            <a:ext cx="533400" cy="533400"/>
            <a:chOff x="1104" y="1632"/>
            <a:chExt cx="336" cy="336"/>
          </a:xfrm>
        </p:grpSpPr>
        <p:sp>
          <p:nvSpPr>
            <p:cNvPr id="20399" name="AutoShape 10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0" name="AutoShape 10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1" name="AutoShape 10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402" name="AutoShape 10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7" name="Group 1004"/>
          <p:cNvGrpSpPr>
            <a:grpSpLocks/>
          </p:cNvGrpSpPr>
          <p:nvPr/>
        </p:nvGrpSpPr>
        <p:grpSpPr bwMode="auto">
          <a:xfrm rot="-5400000">
            <a:off x="3962400" y="4038600"/>
            <a:ext cx="533400" cy="533400"/>
            <a:chOff x="1104" y="1632"/>
            <a:chExt cx="336" cy="336"/>
          </a:xfrm>
        </p:grpSpPr>
        <p:sp>
          <p:nvSpPr>
            <p:cNvPr id="20395" name="AutoShape 10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96" name="AutoShape 10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97" name="AutoShape 10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98" name="AutoShape 10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8" name="Group 1009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0391" name="AutoShape 10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92" name="AutoShape 10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93" name="AutoShape 10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94" name="AutoShape 10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49" name="Group 1014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0387" name="AutoShape 10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8" name="AutoShape 10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9" name="AutoShape 10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90" name="AutoShape 10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0" name="Group 1019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0383" name="AutoShape 10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4" name="AutoShape 10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5" name="AutoShape 10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6" name="AutoShape 10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1" name="Group 1024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0379" name="AutoShape 10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0" name="AutoShape 10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1" name="AutoShape 10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82" name="AutoShape 10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2" name="Group 1029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0375" name="AutoShape 10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76" name="AutoShape 10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77" name="AutoShape 10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78" name="AutoShape 10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3" name="Group 1034"/>
          <p:cNvGrpSpPr>
            <a:grpSpLocks/>
          </p:cNvGrpSpPr>
          <p:nvPr/>
        </p:nvGrpSpPr>
        <p:grpSpPr bwMode="auto">
          <a:xfrm rot="-5400000">
            <a:off x="4114800" y="4191000"/>
            <a:ext cx="533400" cy="533400"/>
            <a:chOff x="1104" y="1632"/>
            <a:chExt cx="336" cy="336"/>
          </a:xfrm>
        </p:grpSpPr>
        <p:sp>
          <p:nvSpPr>
            <p:cNvPr id="20371" name="AutoShape 10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72" name="AutoShape 10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73" name="AutoShape 10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74" name="AutoShape 10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4" name="Group 1039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0367" name="AutoShape 10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8" name="AutoShape 10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9" name="AutoShape 10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70" name="AutoShape 10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5" name="Group 1044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0363" name="AutoShape 10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4" name="AutoShape 10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5" name="AutoShape 10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6" name="AutoShape 10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6" name="Group 1049"/>
          <p:cNvGrpSpPr>
            <a:grpSpLocks/>
          </p:cNvGrpSpPr>
          <p:nvPr/>
        </p:nvGrpSpPr>
        <p:grpSpPr bwMode="auto">
          <a:xfrm rot="-5400000">
            <a:off x="4419600" y="4114800"/>
            <a:ext cx="533400" cy="533400"/>
            <a:chOff x="1104" y="1632"/>
            <a:chExt cx="336" cy="336"/>
          </a:xfrm>
        </p:grpSpPr>
        <p:sp>
          <p:nvSpPr>
            <p:cNvPr id="20359" name="AutoShape 10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0" name="AutoShape 10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1" name="AutoShape 10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62" name="AutoShape 10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7" name="Group 1054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0355" name="AutoShape 10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56" name="AutoShape 10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57" name="AutoShape 10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58" name="AutoShape 10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8" name="Group 1059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0351" name="AutoShape 10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52" name="AutoShape 10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53" name="AutoShape 10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54" name="AutoShape 10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59" name="Group 1064"/>
          <p:cNvGrpSpPr>
            <a:grpSpLocks/>
          </p:cNvGrpSpPr>
          <p:nvPr/>
        </p:nvGrpSpPr>
        <p:grpSpPr bwMode="auto">
          <a:xfrm rot="-5400000">
            <a:off x="4267200" y="4343400"/>
            <a:ext cx="533400" cy="533400"/>
            <a:chOff x="1104" y="1632"/>
            <a:chExt cx="336" cy="336"/>
          </a:xfrm>
        </p:grpSpPr>
        <p:sp>
          <p:nvSpPr>
            <p:cNvPr id="20347" name="AutoShape 10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8" name="AutoShape 10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9" name="AutoShape 10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50" name="AutoShape 10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0" name="Group 1069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0343" name="AutoShape 10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4" name="AutoShape 10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5" name="AutoShape 10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6" name="AutoShape 10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1" name="Group 1074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0339" name="AutoShape 10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0" name="AutoShape 10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1" name="AutoShape 10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42" name="AutoShape 10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2" name="Group 1079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0335" name="AutoShape 10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36" name="AutoShape 10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37" name="AutoShape 10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38" name="AutoShape 10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3" name="Group 1084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0331" name="AutoShape 10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32" name="AutoShape 10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33" name="AutoShape 10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34" name="AutoShape 10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4" name="Group 1089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0327" name="AutoShape 10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8" name="AutoShape 10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9" name="AutoShape 10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30" name="AutoShape 10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5" name="Group 1094"/>
          <p:cNvGrpSpPr>
            <a:grpSpLocks/>
          </p:cNvGrpSpPr>
          <p:nvPr/>
        </p:nvGrpSpPr>
        <p:grpSpPr bwMode="auto">
          <a:xfrm rot="-5400000">
            <a:off x="4419600" y="4495800"/>
            <a:ext cx="533400" cy="533400"/>
            <a:chOff x="1104" y="1632"/>
            <a:chExt cx="336" cy="336"/>
          </a:xfrm>
        </p:grpSpPr>
        <p:sp>
          <p:nvSpPr>
            <p:cNvPr id="20323" name="AutoShape 10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4" name="AutoShape 10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5" name="AutoShape 10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6" name="AutoShape 10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6" name="Group 1099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0319" name="AutoShape 11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0" name="AutoShape 11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1" name="AutoShape 11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22" name="AutoShape 11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7" name="Group 1104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0315" name="AutoShape 11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16" name="AutoShape 11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17" name="AutoShape 11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18" name="AutoShape 11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8" name="Group 1109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0311" name="AutoShape 11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12" name="AutoShape 11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13" name="AutoShape 11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14" name="AutoShape 11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69" name="Group 1114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0307" name="AutoShape 11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8" name="AutoShape 11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9" name="AutoShape 11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10" name="AutoShape 11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0" name="Group 1119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0303" name="AutoShape 11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4" name="AutoShape 11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5" name="AutoShape 11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6" name="AutoShape 11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1" name="Group 1124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0299" name="AutoShape 11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0" name="AutoShape 11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1" name="AutoShape 11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302" name="AutoShape 11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2" name="Group 1129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0295" name="AutoShape 11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96" name="AutoShape 11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97" name="AutoShape 11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98" name="AutoShape 11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3" name="Group 1134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0291" name="AutoShape 11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92" name="AutoShape 11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93" name="AutoShape 11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94" name="AutoShape 11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4" name="Group 1139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0287" name="AutoShape 11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8" name="AutoShape 11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9" name="AutoShape 11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90" name="AutoShape 11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5" name="Group 1144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0283" name="AutoShape 11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4" name="AutoShape 11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5" name="AutoShape 11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6" name="AutoShape 11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6" name="Group 1149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0279" name="AutoShape 11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0" name="AutoShape 11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1" name="AutoShape 11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82" name="AutoShape 11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7" name="Group 1154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0275" name="AutoShape 11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76" name="AutoShape 11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77" name="AutoShape 11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78" name="AutoShape 11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8" name="Group 1159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0271" name="AutoShape 11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72" name="AutoShape 11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73" name="AutoShape 11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74" name="AutoShape 11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79" name="Group 1164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0267" name="AutoShape 11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8" name="AutoShape 11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9" name="AutoShape 11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70" name="AutoShape 11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0" name="Group 1169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0263" name="AutoShape 11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4" name="AutoShape 11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5" name="AutoShape 11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6" name="AutoShape 11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1" name="Group 1174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0259" name="AutoShape 11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0" name="AutoShape 11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1" name="AutoShape 11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62" name="AutoShape 11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2" name="Group 1179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0255" name="AutoShape 11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56" name="AutoShape 11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57" name="AutoShape 11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58" name="AutoShape 11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3" name="Group 1184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0251" name="AutoShape 11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52" name="AutoShape 11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53" name="AutoShape 11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54" name="AutoShape 11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4" name="Group 1189"/>
          <p:cNvGrpSpPr>
            <a:grpSpLocks/>
          </p:cNvGrpSpPr>
          <p:nvPr/>
        </p:nvGrpSpPr>
        <p:grpSpPr bwMode="auto">
          <a:xfrm rot="-5400000">
            <a:off x="4800600" y="3505200"/>
            <a:ext cx="533400" cy="533400"/>
            <a:chOff x="1104" y="1632"/>
            <a:chExt cx="336" cy="336"/>
          </a:xfrm>
        </p:grpSpPr>
        <p:sp>
          <p:nvSpPr>
            <p:cNvPr id="20247" name="AutoShape 11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8" name="AutoShape 11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9" name="AutoShape 11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50" name="AutoShape 11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5" name="Group 1194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0243" name="AutoShape 11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4" name="AutoShape 11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5" name="AutoShape 11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6" name="AutoShape 11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6" name="Group 1199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0239" name="AutoShape 12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0" name="AutoShape 12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1" name="AutoShape 12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42" name="AutoShape 12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87" name="Group 1204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0235" name="AutoShape 12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36" name="AutoShape 12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37" name="AutoShape 12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38" name="AutoShape 12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9988" name="Oval 1209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89" name="Oval 1210"/>
          <p:cNvSpPr>
            <a:spLocks noChangeArrowheads="1"/>
          </p:cNvSpPr>
          <p:nvPr/>
        </p:nvSpPr>
        <p:spPr bwMode="auto">
          <a:xfrm>
            <a:off x="6324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90" name="Oval 1211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91" name="Oval 1212"/>
          <p:cNvSpPr>
            <a:spLocks noChangeArrowheads="1"/>
          </p:cNvSpPr>
          <p:nvPr/>
        </p:nvSpPr>
        <p:spPr bwMode="auto">
          <a:xfrm>
            <a:off x="6324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92" name="Oval 1213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93" name="Oval 1214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94" name="Oval 121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995" name="Oval 1216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19996" name="Group 1217"/>
          <p:cNvGrpSpPr>
            <a:grpSpLocks/>
          </p:cNvGrpSpPr>
          <p:nvPr/>
        </p:nvGrpSpPr>
        <p:grpSpPr bwMode="auto">
          <a:xfrm>
            <a:off x="4724400" y="3657600"/>
            <a:ext cx="533400" cy="533400"/>
            <a:chOff x="1104" y="1632"/>
            <a:chExt cx="336" cy="336"/>
          </a:xfrm>
        </p:grpSpPr>
        <p:sp>
          <p:nvSpPr>
            <p:cNvPr id="20231" name="AutoShape 12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32" name="AutoShape 12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33" name="AutoShape 12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34" name="AutoShape 12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97" name="Group 1222"/>
          <p:cNvGrpSpPr>
            <a:grpSpLocks/>
          </p:cNvGrpSpPr>
          <p:nvPr/>
        </p:nvGrpSpPr>
        <p:grpSpPr bwMode="auto">
          <a:xfrm rot="-5400000">
            <a:off x="4953000" y="3657600"/>
            <a:ext cx="533400" cy="533400"/>
            <a:chOff x="1104" y="1632"/>
            <a:chExt cx="336" cy="336"/>
          </a:xfrm>
        </p:grpSpPr>
        <p:sp>
          <p:nvSpPr>
            <p:cNvPr id="20227" name="AutoShape 12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8" name="AutoShape 12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9" name="AutoShape 12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30" name="AutoShape 12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98" name="Group 1227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0223" name="AutoShape 12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4" name="AutoShape 12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5" name="AutoShape 12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6" name="AutoShape 12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9999" name="Group 1232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0219" name="AutoShape 12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0" name="AutoShape 12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1" name="AutoShape 12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22" name="AutoShape 12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0" name="Group 1237"/>
          <p:cNvGrpSpPr>
            <a:grpSpLocks/>
          </p:cNvGrpSpPr>
          <p:nvPr/>
        </p:nvGrpSpPr>
        <p:grpSpPr bwMode="auto">
          <a:xfrm>
            <a:off x="4724400" y="3886200"/>
            <a:ext cx="533400" cy="533400"/>
            <a:chOff x="1104" y="1632"/>
            <a:chExt cx="336" cy="336"/>
          </a:xfrm>
        </p:grpSpPr>
        <p:sp>
          <p:nvSpPr>
            <p:cNvPr id="20215" name="AutoShape 12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16" name="AutoShape 12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17" name="AutoShape 12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18" name="AutoShape 12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1" name="Group 1242"/>
          <p:cNvGrpSpPr>
            <a:grpSpLocks/>
          </p:cNvGrpSpPr>
          <p:nvPr/>
        </p:nvGrpSpPr>
        <p:grpSpPr bwMode="auto">
          <a:xfrm rot="-5400000">
            <a:off x="4724400" y="4038600"/>
            <a:ext cx="533400" cy="533400"/>
            <a:chOff x="1104" y="1632"/>
            <a:chExt cx="336" cy="336"/>
          </a:xfrm>
        </p:grpSpPr>
        <p:sp>
          <p:nvSpPr>
            <p:cNvPr id="20211" name="AutoShape 12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12" name="AutoShape 12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13" name="AutoShape 12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14" name="AutoShape 12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2" name="Group 1247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0207" name="AutoShape 12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8" name="AutoShape 12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9" name="AutoShape 12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10" name="AutoShape 12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3" name="Group 1252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0203" name="AutoShape 12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4" name="AutoShape 12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5" name="AutoShape 12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6" name="AutoShape 12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4" name="Group 1257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0199" name="AutoShape 12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0" name="AutoShape 12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1" name="AutoShape 12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202" name="AutoShape 12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5" name="Group 1262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0195" name="AutoShape 12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96" name="AutoShape 12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97" name="AutoShape 12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98" name="AutoShape 12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6" name="Group 1267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0191" name="AutoShape 12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92" name="AutoShape 12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93" name="AutoShape 12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94" name="AutoShape 12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7" name="Group 1272"/>
          <p:cNvGrpSpPr>
            <a:grpSpLocks/>
          </p:cNvGrpSpPr>
          <p:nvPr/>
        </p:nvGrpSpPr>
        <p:grpSpPr bwMode="auto">
          <a:xfrm rot="-5400000">
            <a:off x="4876800" y="4191000"/>
            <a:ext cx="533400" cy="533400"/>
            <a:chOff x="1104" y="1632"/>
            <a:chExt cx="336" cy="336"/>
          </a:xfrm>
        </p:grpSpPr>
        <p:sp>
          <p:nvSpPr>
            <p:cNvPr id="20187" name="AutoShape 12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8" name="AutoShape 12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9" name="AutoShape 12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90" name="AutoShape 12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8" name="Group 1277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0183" name="AutoShape 12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4" name="AutoShape 12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5" name="AutoShape 12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6" name="AutoShape 12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09" name="Group 1282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0179" name="AutoShape 12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0" name="AutoShape 12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1" name="AutoShape 12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82" name="AutoShape 12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0" name="Group 1287"/>
          <p:cNvGrpSpPr>
            <a:grpSpLocks/>
          </p:cNvGrpSpPr>
          <p:nvPr/>
        </p:nvGrpSpPr>
        <p:grpSpPr bwMode="auto">
          <a:xfrm rot="-5400000">
            <a:off x="5181600" y="4114800"/>
            <a:ext cx="533400" cy="533400"/>
            <a:chOff x="1104" y="1632"/>
            <a:chExt cx="336" cy="336"/>
          </a:xfrm>
        </p:grpSpPr>
        <p:sp>
          <p:nvSpPr>
            <p:cNvPr id="20175" name="AutoShape 12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76" name="AutoShape 12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77" name="AutoShape 12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78" name="AutoShape 12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1" name="Group 1292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0171" name="AutoShape 12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72" name="AutoShape 12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73" name="AutoShape 12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74" name="AutoShape 12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2" name="Group 1297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0167" name="AutoShape 12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8" name="AutoShape 12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9" name="AutoShape 13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70" name="AutoShape 13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3" name="Group 1302"/>
          <p:cNvGrpSpPr>
            <a:grpSpLocks/>
          </p:cNvGrpSpPr>
          <p:nvPr/>
        </p:nvGrpSpPr>
        <p:grpSpPr bwMode="auto">
          <a:xfrm rot="-5400000">
            <a:off x="4876800" y="4343400"/>
            <a:ext cx="533400" cy="533400"/>
            <a:chOff x="1104" y="1632"/>
            <a:chExt cx="336" cy="336"/>
          </a:xfrm>
        </p:grpSpPr>
        <p:sp>
          <p:nvSpPr>
            <p:cNvPr id="20163" name="AutoShape 13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4" name="AutoShape 13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5" name="AutoShape 13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6" name="AutoShape 13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4" name="Group 1307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0159" name="AutoShape 13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0" name="AutoShape 13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1" name="AutoShape 13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62" name="AutoShape 13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5" name="Group 1312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0155" name="AutoShape 13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56" name="AutoShape 13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57" name="AutoShape 13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58" name="AutoShape 13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6" name="Group 1317"/>
          <p:cNvGrpSpPr>
            <a:grpSpLocks/>
          </p:cNvGrpSpPr>
          <p:nvPr/>
        </p:nvGrpSpPr>
        <p:grpSpPr bwMode="auto">
          <a:xfrm rot="-5400000">
            <a:off x="5334000" y="4267200"/>
            <a:ext cx="533400" cy="533400"/>
            <a:chOff x="1104" y="1632"/>
            <a:chExt cx="336" cy="336"/>
          </a:xfrm>
        </p:grpSpPr>
        <p:sp>
          <p:nvSpPr>
            <p:cNvPr id="20151" name="AutoShape 13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52" name="AutoShape 13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53" name="AutoShape 13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54" name="AutoShape 13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7" name="Group 1322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0147" name="AutoShape 13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8" name="AutoShape 13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9" name="AutoShape 13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50" name="AutoShape 13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8" name="Group 1327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0143" name="AutoShape 13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4" name="AutoShape 13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5" name="AutoShape 13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6" name="AutoShape 13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19" name="Group 1332"/>
          <p:cNvGrpSpPr>
            <a:grpSpLocks/>
          </p:cNvGrpSpPr>
          <p:nvPr/>
        </p:nvGrpSpPr>
        <p:grpSpPr bwMode="auto">
          <a:xfrm rot="-5400000">
            <a:off x="5181600" y="4495800"/>
            <a:ext cx="533400" cy="533400"/>
            <a:chOff x="1104" y="1632"/>
            <a:chExt cx="336" cy="336"/>
          </a:xfrm>
        </p:grpSpPr>
        <p:sp>
          <p:nvSpPr>
            <p:cNvPr id="20139" name="AutoShape 13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0" name="AutoShape 13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1" name="AutoShape 13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42" name="AutoShape 13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0" name="Group 1337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0135" name="AutoShape 13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36" name="AutoShape 13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37" name="AutoShape 13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38" name="AutoShape 13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1" name="Group 1342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0131" name="AutoShape 13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32" name="AutoShape 13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33" name="AutoShape 13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34" name="AutoShape 13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2" name="Group 1347"/>
          <p:cNvGrpSpPr>
            <a:grpSpLocks/>
          </p:cNvGrpSpPr>
          <p:nvPr/>
        </p:nvGrpSpPr>
        <p:grpSpPr bwMode="auto">
          <a:xfrm rot="-5400000">
            <a:off x="5486400" y="4419600"/>
            <a:ext cx="533400" cy="533400"/>
            <a:chOff x="1104" y="1632"/>
            <a:chExt cx="336" cy="336"/>
          </a:xfrm>
        </p:grpSpPr>
        <p:sp>
          <p:nvSpPr>
            <p:cNvPr id="20127" name="AutoShape 13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8" name="AutoShape 13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9" name="AutoShape 13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30" name="AutoShape 13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3" name="Group 1352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0123" name="AutoShape 13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4" name="AutoShape 13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5" name="AutoShape 13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6" name="AutoShape 13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4" name="Group 1357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0119" name="AutoShape 13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0" name="AutoShape 13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1" name="AutoShape 13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22" name="AutoShape 13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5" name="Group 1362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0115" name="AutoShape 13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16" name="AutoShape 13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17" name="AutoShape 13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18" name="AutoShape 13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6" name="Group 1367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0111" name="AutoShape 13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12" name="AutoShape 13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13" name="AutoShape 13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14" name="AutoShape 13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7" name="Group 1372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0107" name="AutoShape 13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8" name="AutoShape 13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9" name="AutoShape 13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10" name="AutoShape 13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8" name="Group 1377"/>
          <p:cNvGrpSpPr>
            <a:grpSpLocks/>
          </p:cNvGrpSpPr>
          <p:nvPr/>
        </p:nvGrpSpPr>
        <p:grpSpPr bwMode="auto">
          <a:xfrm rot="-5400000">
            <a:off x="5562600" y="4267200"/>
            <a:ext cx="533400" cy="533400"/>
            <a:chOff x="1104" y="1632"/>
            <a:chExt cx="336" cy="336"/>
          </a:xfrm>
        </p:grpSpPr>
        <p:sp>
          <p:nvSpPr>
            <p:cNvPr id="20103" name="AutoShape 13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4" name="AutoShape 13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5" name="AutoShape 13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6" name="AutoShape 13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29" name="Group 1382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0099" name="AutoShape 13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0" name="AutoShape 13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1" name="AutoShape 13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102" name="AutoShape 13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0" name="Group 1387"/>
          <p:cNvGrpSpPr>
            <a:grpSpLocks/>
          </p:cNvGrpSpPr>
          <p:nvPr/>
        </p:nvGrpSpPr>
        <p:grpSpPr bwMode="auto">
          <a:xfrm rot="-5400000">
            <a:off x="5638800" y="4572000"/>
            <a:ext cx="533400" cy="533400"/>
            <a:chOff x="1104" y="1632"/>
            <a:chExt cx="336" cy="336"/>
          </a:xfrm>
        </p:grpSpPr>
        <p:sp>
          <p:nvSpPr>
            <p:cNvPr id="20095" name="AutoShape 13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96" name="AutoShape 13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97" name="AutoShape 13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98" name="AutoShape 13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1" name="Group 1392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0091" name="AutoShape 13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92" name="AutoShape 13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93" name="AutoShape 13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94" name="AutoShape 13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2" name="Group 1397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0087" name="AutoShape 13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8" name="AutoShape 13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9" name="AutoShape 14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90" name="AutoShape 14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3" name="Group 1402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0083" name="AutoShape 14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4" name="AutoShape 14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5" name="AutoShape 14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6" name="AutoShape 14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4" name="Group 1407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0079" name="AutoShape 14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0" name="AutoShape 14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1" name="AutoShape 14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82" name="AutoShape 14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5" name="Group 1412"/>
          <p:cNvGrpSpPr>
            <a:grpSpLocks/>
          </p:cNvGrpSpPr>
          <p:nvPr/>
        </p:nvGrpSpPr>
        <p:grpSpPr bwMode="auto">
          <a:xfrm rot="-5400000">
            <a:off x="5638800" y="4419600"/>
            <a:ext cx="533400" cy="533400"/>
            <a:chOff x="1104" y="1632"/>
            <a:chExt cx="336" cy="336"/>
          </a:xfrm>
        </p:grpSpPr>
        <p:sp>
          <p:nvSpPr>
            <p:cNvPr id="20075" name="AutoShape 14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76" name="AutoShape 14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77" name="AutoShape 14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78" name="AutoShape 14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6" name="Group 1417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0071" name="AutoShape 14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72" name="AutoShape 14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73" name="AutoShape 14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74" name="AutoShape 14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7" name="Group 1422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0067" name="AutoShape 14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8" name="AutoShape 14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9" name="AutoShape 14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70" name="AutoShape 14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8" name="Group 1427"/>
          <p:cNvGrpSpPr>
            <a:grpSpLocks/>
          </p:cNvGrpSpPr>
          <p:nvPr/>
        </p:nvGrpSpPr>
        <p:grpSpPr bwMode="auto">
          <a:xfrm rot="-5400000">
            <a:off x="5486400" y="4800600"/>
            <a:ext cx="533400" cy="533400"/>
            <a:chOff x="1104" y="1632"/>
            <a:chExt cx="336" cy="336"/>
          </a:xfrm>
        </p:grpSpPr>
        <p:sp>
          <p:nvSpPr>
            <p:cNvPr id="20063" name="AutoShape 14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4" name="AutoShape 14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5" name="AutoShape 14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6" name="AutoShape 14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39" name="Group 1432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0059" name="AutoShape 14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0" name="AutoShape 14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1" name="AutoShape 14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62" name="AutoShape 14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40" name="Group 1437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0055" name="AutoShape 14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56" name="AutoShape 14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57" name="AutoShape 14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58" name="AutoShape 14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0041" name="Group 1442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0051" name="AutoShape 14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52" name="AutoShape 14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53" name="AutoShape 14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54" name="AutoShape 14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0042" name="Text Box 1447"/>
          <p:cNvSpPr txBox="1">
            <a:spLocks noChangeArrowheads="1"/>
          </p:cNvSpPr>
          <p:nvPr/>
        </p:nvSpPr>
        <p:spPr bwMode="auto">
          <a:xfrm rot="-2407244">
            <a:off x="4390717" y="2070378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043" name="Text Box 1449"/>
          <p:cNvSpPr txBox="1">
            <a:spLocks noChangeArrowheads="1"/>
          </p:cNvSpPr>
          <p:nvPr/>
        </p:nvSpPr>
        <p:spPr bwMode="auto">
          <a:xfrm rot="-2431308">
            <a:off x="3335191" y="2818092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044" name="Line 1451"/>
          <p:cNvSpPr>
            <a:spLocks noChangeShapeType="1"/>
          </p:cNvSpPr>
          <p:nvPr/>
        </p:nvSpPr>
        <p:spPr bwMode="auto">
          <a:xfrm>
            <a:off x="4343400" y="2438400"/>
            <a:ext cx="2971800" cy="3581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045" name="Line 1452"/>
          <p:cNvSpPr>
            <a:spLocks noChangeShapeType="1"/>
          </p:cNvSpPr>
          <p:nvPr/>
        </p:nvSpPr>
        <p:spPr bwMode="auto">
          <a:xfrm flipV="1">
            <a:off x="4267200" y="2438400"/>
            <a:ext cx="76200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med" len="med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20046" name="Group 1453"/>
          <p:cNvGrpSpPr>
            <a:grpSpLocks/>
          </p:cNvGrpSpPr>
          <p:nvPr/>
        </p:nvGrpSpPr>
        <p:grpSpPr bwMode="auto">
          <a:xfrm flipH="1">
            <a:off x="4800600" y="3276600"/>
            <a:ext cx="533400" cy="533400"/>
            <a:chOff x="1104" y="1632"/>
            <a:chExt cx="336" cy="336"/>
          </a:xfrm>
        </p:grpSpPr>
        <p:sp>
          <p:nvSpPr>
            <p:cNvPr id="20047" name="AutoShape 1454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48" name="AutoShape 1455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49" name="AutoShape 1456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050" name="AutoShape 1457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EC479F-AF3B-BB4C-AE15-9831C81C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F2F66-F9DE-BAEB-5145-51B2E16F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676400" y="838200"/>
            <a:ext cx="268855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Uso de dos características: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 flipV="1">
            <a:off x="2590800" y="1447800"/>
            <a:ext cx="0" cy="487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>
            <a:off x="2286000" y="6096000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511" name="Text Box 8"/>
          <p:cNvSpPr txBox="1">
            <a:spLocks noChangeArrowheads="1"/>
          </p:cNvSpPr>
          <p:nvPr/>
        </p:nvSpPr>
        <p:spPr bwMode="auto">
          <a:xfrm>
            <a:off x="1584325" y="15605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512" name="Oval 9"/>
          <p:cNvSpPr>
            <a:spLocks noChangeArrowheads="1"/>
          </p:cNvSpPr>
          <p:nvPr/>
        </p:nvSpPr>
        <p:spPr bwMode="auto">
          <a:xfrm>
            <a:off x="6400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13" name="Oval 10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14" name="Oval 11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15" name="Oval 12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16" name="Oval 13"/>
          <p:cNvSpPr>
            <a:spLocks noChangeArrowheads="1"/>
          </p:cNvSpPr>
          <p:nvPr/>
        </p:nvSpPr>
        <p:spPr bwMode="auto">
          <a:xfrm>
            <a:off x="6477000" y="228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17" name="Oval 14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18" name="Oval 15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19" name="Oval 16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20" name="Group 17"/>
          <p:cNvGrpSpPr>
            <a:grpSpLocks/>
          </p:cNvGrpSpPr>
          <p:nvPr/>
        </p:nvGrpSpPr>
        <p:grpSpPr bwMode="auto">
          <a:xfrm flipH="1">
            <a:off x="6477000" y="2590800"/>
            <a:ext cx="304800" cy="304800"/>
            <a:chOff x="3696" y="1728"/>
            <a:chExt cx="192" cy="192"/>
          </a:xfrm>
        </p:grpSpPr>
        <p:sp>
          <p:nvSpPr>
            <p:cNvPr id="22688" name="Oval 1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89" name="Oval 1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90" name="Oval 2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91" name="Oval 2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21" name="Oval 22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22" name="Oval 23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23" name="Oval 24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24" name="Oval 25"/>
          <p:cNvSpPr>
            <a:spLocks noChangeArrowheads="1"/>
          </p:cNvSpPr>
          <p:nvPr/>
        </p:nvSpPr>
        <p:spPr bwMode="auto">
          <a:xfrm>
            <a:off x="7010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25" name="Oval 26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26" name="Oval 27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27" name="Oval 28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28" name="Oval 29"/>
          <p:cNvSpPr>
            <a:spLocks noChangeArrowheads="1"/>
          </p:cNvSpPr>
          <p:nvPr/>
        </p:nvSpPr>
        <p:spPr bwMode="auto">
          <a:xfrm>
            <a:off x="7086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29" name="Group 30"/>
          <p:cNvGrpSpPr>
            <a:grpSpLocks/>
          </p:cNvGrpSpPr>
          <p:nvPr/>
        </p:nvGrpSpPr>
        <p:grpSpPr bwMode="auto">
          <a:xfrm flipH="1">
            <a:off x="6629400" y="2743200"/>
            <a:ext cx="304800" cy="304800"/>
            <a:chOff x="3696" y="1728"/>
            <a:chExt cx="192" cy="192"/>
          </a:xfrm>
        </p:grpSpPr>
        <p:sp>
          <p:nvSpPr>
            <p:cNvPr id="22684" name="Oval 3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85" name="Oval 3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86" name="Oval 3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87" name="Oval 3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30" name="Oval 35"/>
          <p:cNvSpPr>
            <a:spLocks noChangeArrowheads="1"/>
          </p:cNvSpPr>
          <p:nvPr/>
        </p:nvSpPr>
        <p:spPr bwMode="auto">
          <a:xfrm>
            <a:off x="67056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31" name="Oval 36"/>
          <p:cNvSpPr>
            <a:spLocks noChangeArrowheads="1"/>
          </p:cNvSpPr>
          <p:nvPr/>
        </p:nvSpPr>
        <p:spPr bwMode="auto">
          <a:xfrm>
            <a:off x="68580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32" name="Oval 37"/>
          <p:cNvSpPr>
            <a:spLocks noChangeArrowheads="1"/>
          </p:cNvSpPr>
          <p:nvPr/>
        </p:nvSpPr>
        <p:spPr bwMode="auto">
          <a:xfrm>
            <a:off x="70104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33" name="Oval 38"/>
          <p:cNvSpPr>
            <a:spLocks noChangeArrowheads="1"/>
          </p:cNvSpPr>
          <p:nvPr/>
        </p:nvSpPr>
        <p:spPr bwMode="auto">
          <a:xfrm>
            <a:off x="7162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34" name="Oval 39"/>
          <p:cNvSpPr>
            <a:spLocks noChangeArrowheads="1"/>
          </p:cNvSpPr>
          <p:nvPr/>
        </p:nvSpPr>
        <p:spPr bwMode="auto">
          <a:xfrm>
            <a:off x="6781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35" name="Oval 40"/>
          <p:cNvSpPr>
            <a:spLocks noChangeArrowheads="1"/>
          </p:cNvSpPr>
          <p:nvPr/>
        </p:nvSpPr>
        <p:spPr bwMode="auto">
          <a:xfrm>
            <a:off x="6934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36" name="Oval 41"/>
          <p:cNvSpPr>
            <a:spLocks noChangeArrowheads="1"/>
          </p:cNvSpPr>
          <p:nvPr/>
        </p:nvSpPr>
        <p:spPr bwMode="auto">
          <a:xfrm>
            <a:off x="7086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37" name="Oval 42"/>
          <p:cNvSpPr>
            <a:spLocks noChangeArrowheads="1"/>
          </p:cNvSpPr>
          <p:nvPr/>
        </p:nvSpPr>
        <p:spPr bwMode="auto">
          <a:xfrm>
            <a:off x="7239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38" name="Group 43"/>
          <p:cNvGrpSpPr>
            <a:grpSpLocks/>
          </p:cNvGrpSpPr>
          <p:nvPr/>
        </p:nvGrpSpPr>
        <p:grpSpPr bwMode="auto">
          <a:xfrm flipH="1">
            <a:off x="6781800" y="2667000"/>
            <a:ext cx="304800" cy="304800"/>
            <a:chOff x="3696" y="1728"/>
            <a:chExt cx="192" cy="192"/>
          </a:xfrm>
        </p:grpSpPr>
        <p:sp>
          <p:nvSpPr>
            <p:cNvPr id="22680" name="Oval 4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81" name="Oval 4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82" name="Oval 4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83" name="Oval 4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39" name="Oval 48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0" name="Oval 49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1" name="Oval 50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2" name="Oval 51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3" name="Oval 52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4" name="Oval 53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45" name="Group 54"/>
          <p:cNvGrpSpPr>
            <a:grpSpLocks/>
          </p:cNvGrpSpPr>
          <p:nvPr/>
        </p:nvGrpSpPr>
        <p:grpSpPr bwMode="auto">
          <a:xfrm flipH="1">
            <a:off x="6248400" y="2895600"/>
            <a:ext cx="304800" cy="304800"/>
            <a:chOff x="3696" y="1728"/>
            <a:chExt cx="192" cy="192"/>
          </a:xfrm>
        </p:grpSpPr>
        <p:sp>
          <p:nvSpPr>
            <p:cNvPr id="22676" name="Oval 5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7" name="Oval 5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8" name="Oval 5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9" name="Oval 5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46" name="Oval 59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7" name="Oval 60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8" name="Oval 61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49" name="Oval 62"/>
          <p:cNvSpPr>
            <a:spLocks noChangeArrowheads="1"/>
          </p:cNvSpPr>
          <p:nvPr/>
        </p:nvSpPr>
        <p:spPr bwMode="auto">
          <a:xfrm>
            <a:off x="6781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50" name="Oval 63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51" name="Oval 64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52" name="Oval 65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53" name="Group 66"/>
          <p:cNvGrpSpPr>
            <a:grpSpLocks/>
          </p:cNvGrpSpPr>
          <p:nvPr/>
        </p:nvGrpSpPr>
        <p:grpSpPr bwMode="auto">
          <a:xfrm flipH="1">
            <a:off x="6400800" y="3048000"/>
            <a:ext cx="304800" cy="304800"/>
            <a:chOff x="3696" y="1728"/>
            <a:chExt cx="192" cy="192"/>
          </a:xfrm>
        </p:grpSpPr>
        <p:sp>
          <p:nvSpPr>
            <p:cNvPr id="22672" name="Oval 6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3" name="Oval 6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4" name="Oval 6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5" name="Oval 7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54" name="Oval 71"/>
          <p:cNvSpPr>
            <a:spLocks noChangeArrowheads="1"/>
          </p:cNvSpPr>
          <p:nvPr/>
        </p:nvSpPr>
        <p:spPr bwMode="auto">
          <a:xfrm>
            <a:off x="64770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55" name="Oval 72"/>
          <p:cNvSpPr>
            <a:spLocks noChangeArrowheads="1"/>
          </p:cNvSpPr>
          <p:nvPr/>
        </p:nvSpPr>
        <p:spPr bwMode="auto">
          <a:xfrm>
            <a:off x="66294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56" name="Oval 73"/>
          <p:cNvSpPr>
            <a:spLocks noChangeArrowheads="1"/>
          </p:cNvSpPr>
          <p:nvPr/>
        </p:nvSpPr>
        <p:spPr bwMode="auto">
          <a:xfrm>
            <a:off x="67818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57" name="Oval 74"/>
          <p:cNvSpPr>
            <a:spLocks noChangeArrowheads="1"/>
          </p:cNvSpPr>
          <p:nvPr/>
        </p:nvSpPr>
        <p:spPr bwMode="auto">
          <a:xfrm>
            <a:off x="6705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58" name="Group 75"/>
          <p:cNvGrpSpPr>
            <a:grpSpLocks/>
          </p:cNvGrpSpPr>
          <p:nvPr/>
        </p:nvGrpSpPr>
        <p:grpSpPr bwMode="auto">
          <a:xfrm flipH="1">
            <a:off x="6553200" y="2971800"/>
            <a:ext cx="304800" cy="304800"/>
            <a:chOff x="3696" y="1728"/>
            <a:chExt cx="192" cy="192"/>
          </a:xfrm>
        </p:grpSpPr>
        <p:sp>
          <p:nvSpPr>
            <p:cNvPr id="22668" name="Oval 7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69" name="Oval 7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0" name="Oval 7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71" name="Oval 7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59" name="Oval 80"/>
          <p:cNvSpPr>
            <a:spLocks noChangeArrowheads="1"/>
          </p:cNvSpPr>
          <p:nvPr/>
        </p:nvSpPr>
        <p:spPr bwMode="auto">
          <a:xfrm>
            <a:off x="6858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0" name="Oval 81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1" name="Oval 82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2" name="Oval 83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3" name="Oval 84"/>
          <p:cNvSpPr>
            <a:spLocks noChangeArrowheads="1"/>
          </p:cNvSpPr>
          <p:nvPr/>
        </p:nvSpPr>
        <p:spPr bwMode="auto">
          <a:xfrm>
            <a:off x="69342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4" name="Oval 85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5" name="Oval 86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6" name="Oval 87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67" name="Group 88"/>
          <p:cNvGrpSpPr>
            <a:grpSpLocks/>
          </p:cNvGrpSpPr>
          <p:nvPr/>
        </p:nvGrpSpPr>
        <p:grpSpPr bwMode="auto">
          <a:xfrm flipH="1">
            <a:off x="6934200" y="3124200"/>
            <a:ext cx="304800" cy="304800"/>
            <a:chOff x="3696" y="1728"/>
            <a:chExt cx="192" cy="192"/>
          </a:xfrm>
        </p:grpSpPr>
        <p:sp>
          <p:nvSpPr>
            <p:cNvPr id="22664" name="Oval 8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65" name="Oval 9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66" name="Oval 9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67" name="Oval 9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68" name="Oval 93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69" name="Oval 94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0" name="Oval 95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1" name="Oval 96"/>
          <p:cNvSpPr>
            <a:spLocks noChangeArrowheads="1"/>
          </p:cNvSpPr>
          <p:nvPr/>
        </p:nvSpPr>
        <p:spPr bwMode="auto">
          <a:xfrm>
            <a:off x="7467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2" name="Oval 97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3" name="Oval 98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4" name="Oval 99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5" name="Oval 100"/>
          <p:cNvSpPr>
            <a:spLocks noChangeArrowheads="1"/>
          </p:cNvSpPr>
          <p:nvPr/>
        </p:nvSpPr>
        <p:spPr bwMode="auto">
          <a:xfrm>
            <a:off x="7543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76" name="Group 101"/>
          <p:cNvGrpSpPr>
            <a:grpSpLocks/>
          </p:cNvGrpSpPr>
          <p:nvPr/>
        </p:nvGrpSpPr>
        <p:grpSpPr bwMode="auto">
          <a:xfrm flipH="1">
            <a:off x="7086600" y="3276600"/>
            <a:ext cx="304800" cy="304800"/>
            <a:chOff x="3696" y="1728"/>
            <a:chExt cx="192" cy="192"/>
          </a:xfrm>
        </p:grpSpPr>
        <p:sp>
          <p:nvSpPr>
            <p:cNvPr id="22660" name="Oval 10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61" name="Oval 10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62" name="Oval 10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63" name="Oval 10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77" name="Oval 106"/>
          <p:cNvSpPr>
            <a:spLocks noChangeArrowheads="1"/>
          </p:cNvSpPr>
          <p:nvPr/>
        </p:nvSpPr>
        <p:spPr bwMode="auto">
          <a:xfrm>
            <a:off x="71628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8" name="Oval 107"/>
          <p:cNvSpPr>
            <a:spLocks noChangeArrowheads="1"/>
          </p:cNvSpPr>
          <p:nvPr/>
        </p:nvSpPr>
        <p:spPr bwMode="auto">
          <a:xfrm>
            <a:off x="7315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79" name="Oval 108"/>
          <p:cNvSpPr>
            <a:spLocks noChangeArrowheads="1"/>
          </p:cNvSpPr>
          <p:nvPr/>
        </p:nvSpPr>
        <p:spPr bwMode="auto">
          <a:xfrm>
            <a:off x="7467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0" name="Oval 109"/>
          <p:cNvSpPr>
            <a:spLocks noChangeArrowheads="1"/>
          </p:cNvSpPr>
          <p:nvPr/>
        </p:nvSpPr>
        <p:spPr bwMode="auto">
          <a:xfrm>
            <a:off x="7620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1" name="Oval 110"/>
          <p:cNvSpPr>
            <a:spLocks noChangeArrowheads="1"/>
          </p:cNvSpPr>
          <p:nvPr/>
        </p:nvSpPr>
        <p:spPr bwMode="auto">
          <a:xfrm>
            <a:off x="7239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2" name="Oval 111"/>
          <p:cNvSpPr>
            <a:spLocks noChangeArrowheads="1"/>
          </p:cNvSpPr>
          <p:nvPr/>
        </p:nvSpPr>
        <p:spPr bwMode="auto">
          <a:xfrm>
            <a:off x="7391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3" name="Oval 112"/>
          <p:cNvSpPr>
            <a:spLocks noChangeArrowheads="1"/>
          </p:cNvSpPr>
          <p:nvPr/>
        </p:nvSpPr>
        <p:spPr bwMode="auto">
          <a:xfrm>
            <a:off x="7543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4" name="Oval 113"/>
          <p:cNvSpPr>
            <a:spLocks noChangeArrowheads="1"/>
          </p:cNvSpPr>
          <p:nvPr/>
        </p:nvSpPr>
        <p:spPr bwMode="auto">
          <a:xfrm>
            <a:off x="7696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85" name="Group 114"/>
          <p:cNvGrpSpPr>
            <a:grpSpLocks/>
          </p:cNvGrpSpPr>
          <p:nvPr/>
        </p:nvGrpSpPr>
        <p:grpSpPr bwMode="auto">
          <a:xfrm flipH="1">
            <a:off x="7239000" y="3200400"/>
            <a:ext cx="304800" cy="304800"/>
            <a:chOff x="3696" y="1728"/>
            <a:chExt cx="192" cy="192"/>
          </a:xfrm>
        </p:grpSpPr>
        <p:sp>
          <p:nvSpPr>
            <p:cNvPr id="22656" name="Oval 11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7" name="Oval 11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8" name="Oval 11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9" name="Oval 11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86" name="Oval 119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7" name="Oval 120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8" name="Oval 121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89" name="Oval 122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0" name="Oval 123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1" name="Oval 124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592" name="Group 125"/>
          <p:cNvGrpSpPr>
            <a:grpSpLocks/>
          </p:cNvGrpSpPr>
          <p:nvPr/>
        </p:nvGrpSpPr>
        <p:grpSpPr bwMode="auto">
          <a:xfrm flipH="1">
            <a:off x="6705600" y="3429000"/>
            <a:ext cx="304800" cy="304800"/>
            <a:chOff x="3696" y="1728"/>
            <a:chExt cx="192" cy="192"/>
          </a:xfrm>
        </p:grpSpPr>
        <p:sp>
          <p:nvSpPr>
            <p:cNvPr id="22652" name="Oval 12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3" name="Oval 12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4" name="Oval 12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5" name="Oval 12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593" name="Oval 130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4" name="Oval 131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5" name="Oval 132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6" name="Oval 133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7" name="Oval 134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8" name="Oval 135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599" name="Oval 136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00" name="Group 137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2648" name="Oval 13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49" name="Oval 13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0" name="Oval 14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51" name="Oval 14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01" name="Oval 142"/>
          <p:cNvSpPr>
            <a:spLocks noChangeArrowheads="1"/>
          </p:cNvSpPr>
          <p:nvPr/>
        </p:nvSpPr>
        <p:spPr bwMode="auto">
          <a:xfrm>
            <a:off x="6934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02" name="Oval 143"/>
          <p:cNvSpPr>
            <a:spLocks noChangeArrowheads="1"/>
          </p:cNvSpPr>
          <p:nvPr/>
        </p:nvSpPr>
        <p:spPr bwMode="auto">
          <a:xfrm>
            <a:off x="7086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03" name="Oval 144"/>
          <p:cNvSpPr>
            <a:spLocks noChangeArrowheads="1"/>
          </p:cNvSpPr>
          <p:nvPr/>
        </p:nvSpPr>
        <p:spPr bwMode="auto">
          <a:xfrm>
            <a:off x="7239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04" name="Oval 145"/>
          <p:cNvSpPr>
            <a:spLocks noChangeArrowheads="1"/>
          </p:cNvSpPr>
          <p:nvPr/>
        </p:nvSpPr>
        <p:spPr bwMode="auto">
          <a:xfrm>
            <a:off x="7162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05" name="Group 146"/>
          <p:cNvGrpSpPr>
            <a:grpSpLocks/>
          </p:cNvGrpSpPr>
          <p:nvPr/>
        </p:nvGrpSpPr>
        <p:grpSpPr bwMode="auto">
          <a:xfrm flipH="1">
            <a:off x="7010400" y="3505200"/>
            <a:ext cx="304800" cy="304800"/>
            <a:chOff x="3696" y="1728"/>
            <a:chExt cx="192" cy="192"/>
          </a:xfrm>
        </p:grpSpPr>
        <p:sp>
          <p:nvSpPr>
            <p:cNvPr id="22644" name="Oval 14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45" name="Oval 14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46" name="Oval 14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47" name="Oval 15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06" name="Oval 151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07" name="Oval 152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08" name="Oval 153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09" name="Oval 154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0" name="Oval 155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1" name="Oval 156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2" name="Oval 157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3" name="Oval 158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4" name="Oval 159"/>
          <p:cNvSpPr>
            <a:spLocks noChangeArrowheads="1"/>
          </p:cNvSpPr>
          <p:nvPr/>
        </p:nvSpPr>
        <p:spPr bwMode="auto">
          <a:xfrm>
            <a:off x="6400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5" name="Oval 160"/>
          <p:cNvSpPr>
            <a:spLocks noChangeArrowheads="1"/>
          </p:cNvSpPr>
          <p:nvPr/>
        </p:nvSpPr>
        <p:spPr bwMode="auto">
          <a:xfrm>
            <a:off x="65532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6" name="Oval 161"/>
          <p:cNvSpPr>
            <a:spLocks noChangeArrowheads="1"/>
          </p:cNvSpPr>
          <p:nvPr/>
        </p:nvSpPr>
        <p:spPr bwMode="auto">
          <a:xfrm>
            <a:off x="6477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17" name="Oval 162"/>
          <p:cNvSpPr>
            <a:spLocks noChangeArrowheads="1"/>
          </p:cNvSpPr>
          <p:nvPr/>
        </p:nvSpPr>
        <p:spPr bwMode="auto">
          <a:xfrm>
            <a:off x="6629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18" name="Group 163"/>
          <p:cNvGrpSpPr>
            <a:grpSpLocks/>
          </p:cNvGrpSpPr>
          <p:nvPr/>
        </p:nvGrpSpPr>
        <p:grpSpPr bwMode="auto">
          <a:xfrm flipH="1">
            <a:off x="6172200" y="2819400"/>
            <a:ext cx="304800" cy="304800"/>
            <a:chOff x="3696" y="1728"/>
            <a:chExt cx="192" cy="192"/>
          </a:xfrm>
        </p:grpSpPr>
        <p:sp>
          <p:nvSpPr>
            <p:cNvPr id="22640" name="Oval 16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41" name="Oval 16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42" name="Oval 16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43" name="Oval 16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19" name="Oval 168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0" name="Oval 169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1" name="Oval 170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2" name="Oval 171"/>
          <p:cNvSpPr>
            <a:spLocks noChangeArrowheads="1"/>
          </p:cNvSpPr>
          <p:nvPr/>
        </p:nvSpPr>
        <p:spPr bwMode="auto">
          <a:xfrm>
            <a:off x="6172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3" name="Oval 172"/>
          <p:cNvSpPr>
            <a:spLocks noChangeArrowheads="1"/>
          </p:cNvSpPr>
          <p:nvPr/>
        </p:nvSpPr>
        <p:spPr bwMode="auto">
          <a:xfrm>
            <a:off x="6096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4" name="Oval 173"/>
          <p:cNvSpPr>
            <a:spLocks noChangeArrowheads="1"/>
          </p:cNvSpPr>
          <p:nvPr/>
        </p:nvSpPr>
        <p:spPr bwMode="auto">
          <a:xfrm>
            <a:off x="6248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5" name="Oval 174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6" name="Oval 175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7" name="Oval 176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8" name="Oval 177"/>
          <p:cNvSpPr>
            <a:spLocks noChangeArrowheads="1"/>
          </p:cNvSpPr>
          <p:nvPr/>
        </p:nvSpPr>
        <p:spPr bwMode="auto">
          <a:xfrm>
            <a:off x="6324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29" name="Oval 178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0" name="Oval 179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1" name="Oval 180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32" name="Group 181"/>
          <p:cNvGrpSpPr>
            <a:grpSpLocks/>
          </p:cNvGrpSpPr>
          <p:nvPr/>
        </p:nvGrpSpPr>
        <p:grpSpPr bwMode="auto">
          <a:xfrm flipH="1">
            <a:off x="6324600" y="3276600"/>
            <a:ext cx="304800" cy="304800"/>
            <a:chOff x="3696" y="1728"/>
            <a:chExt cx="192" cy="192"/>
          </a:xfrm>
        </p:grpSpPr>
        <p:sp>
          <p:nvSpPr>
            <p:cNvPr id="22636" name="Oval 18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7" name="Oval 18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8" name="Oval 18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9" name="Oval 18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33" name="Oval 186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4" name="Oval 187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5" name="Oval 188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6" name="Oval 189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7" name="Oval 190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8" name="Oval 191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39" name="Oval 192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0" name="Oval 193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41" name="Group 194"/>
          <p:cNvGrpSpPr>
            <a:grpSpLocks/>
          </p:cNvGrpSpPr>
          <p:nvPr/>
        </p:nvGrpSpPr>
        <p:grpSpPr bwMode="auto">
          <a:xfrm flipH="1">
            <a:off x="6477000" y="3429000"/>
            <a:ext cx="304800" cy="304800"/>
            <a:chOff x="3696" y="1728"/>
            <a:chExt cx="192" cy="192"/>
          </a:xfrm>
        </p:grpSpPr>
        <p:sp>
          <p:nvSpPr>
            <p:cNvPr id="22632" name="Oval 19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3" name="Oval 19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4" name="Oval 19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5" name="Oval 19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42" name="Oval 199"/>
          <p:cNvSpPr>
            <a:spLocks noChangeArrowheads="1"/>
          </p:cNvSpPr>
          <p:nvPr/>
        </p:nvSpPr>
        <p:spPr bwMode="auto">
          <a:xfrm>
            <a:off x="6553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3" name="Oval 200"/>
          <p:cNvSpPr>
            <a:spLocks noChangeArrowheads="1"/>
          </p:cNvSpPr>
          <p:nvPr/>
        </p:nvSpPr>
        <p:spPr bwMode="auto">
          <a:xfrm>
            <a:off x="6705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4" name="Oval 201"/>
          <p:cNvSpPr>
            <a:spLocks noChangeArrowheads="1"/>
          </p:cNvSpPr>
          <p:nvPr/>
        </p:nvSpPr>
        <p:spPr bwMode="auto">
          <a:xfrm>
            <a:off x="6858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5" name="Oval 202"/>
          <p:cNvSpPr>
            <a:spLocks noChangeArrowheads="1"/>
          </p:cNvSpPr>
          <p:nvPr/>
        </p:nvSpPr>
        <p:spPr bwMode="auto">
          <a:xfrm>
            <a:off x="7010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6" name="Oval 203"/>
          <p:cNvSpPr>
            <a:spLocks noChangeArrowheads="1"/>
          </p:cNvSpPr>
          <p:nvPr/>
        </p:nvSpPr>
        <p:spPr bwMode="auto">
          <a:xfrm>
            <a:off x="6629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7" name="Oval 204"/>
          <p:cNvSpPr>
            <a:spLocks noChangeArrowheads="1"/>
          </p:cNvSpPr>
          <p:nvPr/>
        </p:nvSpPr>
        <p:spPr bwMode="auto">
          <a:xfrm>
            <a:off x="6781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8" name="Oval 205"/>
          <p:cNvSpPr>
            <a:spLocks noChangeArrowheads="1"/>
          </p:cNvSpPr>
          <p:nvPr/>
        </p:nvSpPr>
        <p:spPr bwMode="auto">
          <a:xfrm>
            <a:off x="6934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49" name="Oval 206"/>
          <p:cNvSpPr>
            <a:spLocks noChangeArrowheads="1"/>
          </p:cNvSpPr>
          <p:nvPr/>
        </p:nvSpPr>
        <p:spPr bwMode="auto">
          <a:xfrm>
            <a:off x="7086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50" name="Group 207"/>
          <p:cNvGrpSpPr>
            <a:grpSpLocks/>
          </p:cNvGrpSpPr>
          <p:nvPr/>
        </p:nvGrpSpPr>
        <p:grpSpPr bwMode="auto">
          <a:xfrm flipH="1">
            <a:off x="6629400" y="3352800"/>
            <a:ext cx="304800" cy="304800"/>
            <a:chOff x="3696" y="1728"/>
            <a:chExt cx="192" cy="192"/>
          </a:xfrm>
        </p:grpSpPr>
        <p:sp>
          <p:nvSpPr>
            <p:cNvPr id="22628" name="Oval 20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29" name="Oval 20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0" name="Oval 21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31" name="Oval 21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51" name="Oval 212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52" name="Oval 213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53" name="Oval 214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54" name="Oval 215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55" name="Oval 216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56" name="Oval 217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57" name="Group 218"/>
          <p:cNvGrpSpPr>
            <a:grpSpLocks/>
          </p:cNvGrpSpPr>
          <p:nvPr/>
        </p:nvGrpSpPr>
        <p:grpSpPr bwMode="auto">
          <a:xfrm flipH="1">
            <a:off x="6096000" y="3581400"/>
            <a:ext cx="304800" cy="304800"/>
            <a:chOff x="3696" y="1728"/>
            <a:chExt cx="192" cy="192"/>
          </a:xfrm>
        </p:grpSpPr>
        <p:sp>
          <p:nvSpPr>
            <p:cNvPr id="22624" name="Oval 21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25" name="Oval 22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26" name="Oval 22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27" name="Oval 22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58" name="Oval 223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59" name="Oval 224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0" name="Oval 225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1" name="Oval 226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2" name="Oval 227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3" name="Oval 228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4" name="Oval 229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65" name="Group 230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2620" name="Oval 23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21" name="Oval 23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22" name="Oval 23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23" name="Oval 23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66" name="Oval 235"/>
          <p:cNvSpPr>
            <a:spLocks noChangeArrowheads="1"/>
          </p:cNvSpPr>
          <p:nvPr/>
        </p:nvSpPr>
        <p:spPr bwMode="auto">
          <a:xfrm>
            <a:off x="6324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7" name="Oval 236"/>
          <p:cNvSpPr>
            <a:spLocks noChangeArrowheads="1"/>
          </p:cNvSpPr>
          <p:nvPr/>
        </p:nvSpPr>
        <p:spPr bwMode="auto">
          <a:xfrm>
            <a:off x="6477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8" name="Oval 237"/>
          <p:cNvSpPr>
            <a:spLocks noChangeArrowheads="1"/>
          </p:cNvSpPr>
          <p:nvPr/>
        </p:nvSpPr>
        <p:spPr bwMode="auto">
          <a:xfrm>
            <a:off x="6629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69" name="Oval 238"/>
          <p:cNvSpPr>
            <a:spLocks noChangeArrowheads="1"/>
          </p:cNvSpPr>
          <p:nvPr/>
        </p:nvSpPr>
        <p:spPr bwMode="auto">
          <a:xfrm>
            <a:off x="6553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70" name="Group 239"/>
          <p:cNvGrpSpPr>
            <a:grpSpLocks/>
          </p:cNvGrpSpPr>
          <p:nvPr/>
        </p:nvGrpSpPr>
        <p:grpSpPr bwMode="auto">
          <a:xfrm flipH="1">
            <a:off x="6400800" y="3657600"/>
            <a:ext cx="304800" cy="304800"/>
            <a:chOff x="3696" y="1728"/>
            <a:chExt cx="192" cy="192"/>
          </a:xfrm>
        </p:grpSpPr>
        <p:sp>
          <p:nvSpPr>
            <p:cNvPr id="22616" name="Oval 24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7" name="Oval 24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8" name="Oval 24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9" name="Oval 24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71" name="Oval 244"/>
          <p:cNvSpPr>
            <a:spLocks noChangeArrowheads="1"/>
          </p:cNvSpPr>
          <p:nvPr/>
        </p:nvSpPr>
        <p:spPr bwMode="auto">
          <a:xfrm>
            <a:off x="5791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72" name="Oval 245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73" name="Oval 246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74" name="Oval 247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75" name="Oval 248"/>
          <p:cNvSpPr>
            <a:spLocks noChangeArrowheads="1"/>
          </p:cNvSpPr>
          <p:nvPr/>
        </p:nvSpPr>
        <p:spPr bwMode="auto">
          <a:xfrm>
            <a:off x="58674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76" name="Oval 249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77" name="Oval 250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78" name="Oval 251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79" name="Group 252"/>
          <p:cNvGrpSpPr>
            <a:grpSpLocks/>
          </p:cNvGrpSpPr>
          <p:nvPr/>
        </p:nvGrpSpPr>
        <p:grpSpPr bwMode="auto">
          <a:xfrm flipH="1">
            <a:off x="5867400" y="2971800"/>
            <a:ext cx="304800" cy="304800"/>
            <a:chOff x="3696" y="1728"/>
            <a:chExt cx="192" cy="192"/>
          </a:xfrm>
        </p:grpSpPr>
        <p:sp>
          <p:nvSpPr>
            <p:cNvPr id="22612" name="Oval 25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3" name="Oval 25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4" name="Oval 25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5" name="Oval 25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80" name="Oval 257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81" name="Oval 258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82" name="Oval 259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83" name="Oval 260"/>
          <p:cNvSpPr>
            <a:spLocks noChangeArrowheads="1"/>
          </p:cNvSpPr>
          <p:nvPr/>
        </p:nvSpPr>
        <p:spPr bwMode="auto">
          <a:xfrm>
            <a:off x="6400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84" name="Oval 261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85" name="Oval 262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86" name="Oval 263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87" name="Oval 264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88" name="Group 265"/>
          <p:cNvGrpSpPr>
            <a:grpSpLocks/>
          </p:cNvGrpSpPr>
          <p:nvPr/>
        </p:nvGrpSpPr>
        <p:grpSpPr bwMode="auto">
          <a:xfrm flipH="1">
            <a:off x="6019800" y="3124200"/>
            <a:ext cx="304800" cy="304800"/>
            <a:chOff x="3696" y="1728"/>
            <a:chExt cx="192" cy="192"/>
          </a:xfrm>
        </p:grpSpPr>
        <p:sp>
          <p:nvSpPr>
            <p:cNvPr id="22608" name="Oval 2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09" name="Oval 2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0" name="Oval 2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11" name="Oval 2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89" name="Oval 270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0" name="Oval 271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1" name="Oval 272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2" name="Oval 273"/>
          <p:cNvSpPr>
            <a:spLocks noChangeArrowheads="1"/>
          </p:cNvSpPr>
          <p:nvPr/>
        </p:nvSpPr>
        <p:spPr bwMode="auto">
          <a:xfrm>
            <a:off x="6553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3" name="Oval 274"/>
          <p:cNvSpPr>
            <a:spLocks noChangeArrowheads="1"/>
          </p:cNvSpPr>
          <p:nvPr/>
        </p:nvSpPr>
        <p:spPr bwMode="auto">
          <a:xfrm>
            <a:off x="6172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4" name="Oval 275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5" name="Oval 276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6" name="Oval 277"/>
          <p:cNvSpPr>
            <a:spLocks noChangeArrowheads="1"/>
          </p:cNvSpPr>
          <p:nvPr/>
        </p:nvSpPr>
        <p:spPr bwMode="auto">
          <a:xfrm>
            <a:off x="6629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697" name="Group 278"/>
          <p:cNvGrpSpPr>
            <a:grpSpLocks/>
          </p:cNvGrpSpPr>
          <p:nvPr/>
        </p:nvGrpSpPr>
        <p:grpSpPr bwMode="auto">
          <a:xfrm flipH="1">
            <a:off x="6172200" y="3048000"/>
            <a:ext cx="304800" cy="304800"/>
            <a:chOff x="3696" y="1728"/>
            <a:chExt cx="192" cy="192"/>
          </a:xfrm>
        </p:grpSpPr>
        <p:sp>
          <p:nvSpPr>
            <p:cNvPr id="22604" name="Oval 27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05" name="Oval 28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06" name="Oval 28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07" name="Oval 28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698" name="Oval 283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699" name="Oval 284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0" name="Oval 285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1" name="Oval 286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2" name="Oval 287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3" name="Oval 288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04" name="Group 289"/>
          <p:cNvGrpSpPr>
            <a:grpSpLocks/>
          </p:cNvGrpSpPr>
          <p:nvPr/>
        </p:nvGrpSpPr>
        <p:grpSpPr bwMode="auto">
          <a:xfrm flipH="1">
            <a:off x="5638800" y="3276600"/>
            <a:ext cx="304800" cy="304800"/>
            <a:chOff x="3696" y="1728"/>
            <a:chExt cx="192" cy="192"/>
          </a:xfrm>
        </p:grpSpPr>
        <p:sp>
          <p:nvSpPr>
            <p:cNvPr id="22600" name="Oval 29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01" name="Oval 29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02" name="Oval 29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603" name="Oval 29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05" name="Oval 294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6" name="Oval 295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7" name="Oval 296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8" name="Oval 297"/>
          <p:cNvSpPr>
            <a:spLocks noChangeArrowheads="1"/>
          </p:cNvSpPr>
          <p:nvPr/>
        </p:nvSpPr>
        <p:spPr bwMode="auto">
          <a:xfrm>
            <a:off x="6172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09" name="Oval 298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10" name="Oval 299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11" name="Oval 300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12" name="Group 301"/>
          <p:cNvGrpSpPr>
            <a:grpSpLocks/>
          </p:cNvGrpSpPr>
          <p:nvPr/>
        </p:nvGrpSpPr>
        <p:grpSpPr bwMode="auto">
          <a:xfrm flipH="1">
            <a:off x="5791200" y="3429000"/>
            <a:ext cx="304800" cy="304800"/>
            <a:chOff x="3696" y="1728"/>
            <a:chExt cx="192" cy="192"/>
          </a:xfrm>
        </p:grpSpPr>
        <p:sp>
          <p:nvSpPr>
            <p:cNvPr id="22596" name="Oval 30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7" name="Oval 30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8" name="Oval 30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9" name="Oval 30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13" name="Oval 306"/>
          <p:cNvSpPr>
            <a:spLocks noChangeArrowheads="1"/>
          </p:cNvSpPr>
          <p:nvPr/>
        </p:nvSpPr>
        <p:spPr bwMode="auto">
          <a:xfrm>
            <a:off x="5867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14" name="Oval 307"/>
          <p:cNvSpPr>
            <a:spLocks noChangeArrowheads="1"/>
          </p:cNvSpPr>
          <p:nvPr/>
        </p:nvSpPr>
        <p:spPr bwMode="auto">
          <a:xfrm>
            <a:off x="6019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15" name="Oval 308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16" name="Oval 309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17" name="Group 310"/>
          <p:cNvGrpSpPr>
            <a:grpSpLocks/>
          </p:cNvGrpSpPr>
          <p:nvPr/>
        </p:nvGrpSpPr>
        <p:grpSpPr bwMode="auto">
          <a:xfrm flipH="1">
            <a:off x="5943600" y="3352800"/>
            <a:ext cx="304800" cy="304800"/>
            <a:chOff x="3696" y="1728"/>
            <a:chExt cx="192" cy="192"/>
          </a:xfrm>
        </p:grpSpPr>
        <p:sp>
          <p:nvSpPr>
            <p:cNvPr id="22592" name="Oval 31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3" name="Oval 31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4" name="Oval 31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5" name="Oval 31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18" name="Oval 315"/>
          <p:cNvSpPr>
            <a:spLocks noChangeArrowheads="1"/>
          </p:cNvSpPr>
          <p:nvPr/>
        </p:nvSpPr>
        <p:spPr bwMode="auto">
          <a:xfrm>
            <a:off x="6248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19" name="Oval 316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0" name="Oval 317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1" name="Oval 318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2" name="Oval 319"/>
          <p:cNvSpPr>
            <a:spLocks noChangeArrowheads="1"/>
          </p:cNvSpPr>
          <p:nvPr/>
        </p:nvSpPr>
        <p:spPr bwMode="auto">
          <a:xfrm>
            <a:off x="63246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3" name="Oval 320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4" name="Oval 321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5" name="Oval 322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26" name="Group 323"/>
          <p:cNvGrpSpPr>
            <a:grpSpLocks/>
          </p:cNvGrpSpPr>
          <p:nvPr/>
        </p:nvGrpSpPr>
        <p:grpSpPr bwMode="auto">
          <a:xfrm flipH="1">
            <a:off x="6324600" y="3505200"/>
            <a:ext cx="304800" cy="304800"/>
            <a:chOff x="3696" y="1728"/>
            <a:chExt cx="192" cy="192"/>
          </a:xfrm>
        </p:grpSpPr>
        <p:sp>
          <p:nvSpPr>
            <p:cNvPr id="22588" name="Oval 32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89" name="Oval 32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0" name="Oval 32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91" name="Oval 32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27" name="Oval 328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8" name="Oval 329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29" name="Oval 330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0" name="Oval 331"/>
          <p:cNvSpPr>
            <a:spLocks noChangeArrowheads="1"/>
          </p:cNvSpPr>
          <p:nvPr/>
        </p:nvSpPr>
        <p:spPr bwMode="auto">
          <a:xfrm>
            <a:off x="6858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1" name="Oval 332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2" name="Oval 333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3" name="Oval 334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4" name="Oval 335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35" name="Group 336"/>
          <p:cNvGrpSpPr>
            <a:grpSpLocks/>
          </p:cNvGrpSpPr>
          <p:nvPr/>
        </p:nvGrpSpPr>
        <p:grpSpPr bwMode="auto">
          <a:xfrm flipH="1">
            <a:off x="6477000" y="3657600"/>
            <a:ext cx="304800" cy="304800"/>
            <a:chOff x="3696" y="1728"/>
            <a:chExt cx="192" cy="192"/>
          </a:xfrm>
        </p:grpSpPr>
        <p:sp>
          <p:nvSpPr>
            <p:cNvPr id="22584" name="Oval 33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85" name="Oval 33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86" name="Oval 33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87" name="Oval 34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36" name="Oval 341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7" name="Oval 342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8" name="Oval 343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39" name="Oval 344"/>
          <p:cNvSpPr>
            <a:spLocks noChangeArrowheads="1"/>
          </p:cNvSpPr>
          <p:nvPr/>
        </p:nvSpPr>
        <p:spPr bwMode="auto">
          <a:xfrm>
            <a:off x="7010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0" name="Oval 345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1" name="Oval 346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2" name="Oval 347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3" name="Oval 348"/>
          <p:cNvSpPr>
            <a:spLocks noChangeArrowheads="1"/>
          </p:cNvSpPr>
          <p:nvPr/>
        </p:nvSpPr>
        <p:spPr bwMode="auto">
          <a:xfrm>
            <a:off x="7086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44" name="Group 349"/>
          <p:cNvGrpSpPr>
            <a:grpSpLocks/>
          </p:cNvGrpSpPr>
          <p:nvPr/>
        </p:nvGrpSpPr>
        <p:grpSpPr bwMode="auto">
          <a:xfrm flipH="1">
            <a:off x="6629400" y="3581400"/>
            <a:ext cx="304800" cy="304800"/>
            <a:chOff x="3696" y="1728"/>
            <a:chExt cx="192" cy="192"/>
          </a:xfrm>
        </p:grpSpPr>
        <p:sp>
          <p:nvSpPr>
            <p:cNvPr id="22580" name="Oval 35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81" name="Oval 35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82" name="Oval 35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83" name="Oval 35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45" name="Oval 354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6" name="Oval 35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7" name="Oval 356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8" name="Oval 357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49" name="Oval 358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50" name="Oval 359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51" name="Group 360"/>
          <p:cNvGrpSpPr>
            <a:grpSpLocks/>
          </p:cNvGrpSpPr>
          <p:nvPr/>
        </p:nvGrpSpPr>
        <p:grpSpPr bwMode="auto">
          <a:xfrm flipH="1">
            <a:off x="6096000" y="3810000"/>
            <a:ext cx="304800" cy="304800"/>
            <a:chOff x="3696" y="1728"/>
            <a:chExt cx="192" cy="192"/>
          </a:xfrm>
        </p:grpSpPr>
        <p:sp>
          <p:nvSpPr>
            <p:cNvPr id="22576" name="Oval 36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7" name="Oval 36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8" name="Oval 36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9" name="Oval 36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52" name="Oval 365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53" name="Oval 366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54" name="Oval 367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55" name="Oval 368"/>
          <p:cNvSpPr>
            <a:spLocks noChangeArrowheads="1"/>
          </p:cNvSpPr>
          <p:nvPr/>
        </p:nvSpPr>
        <p:spPr bwMode="auto">
          <a:xfrm>
            <a:off x="6629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56" name="Oval 369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57" name="Oval 370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58" name="Oval 371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59" name="Group 372"/>
          <p:cNvGrpSpPr>
            <a:grpSpLocks/>
          </p:cNvGrpSpPr>
          <p:nvPr/>
        </p:nvGrpSpPr>
        <p:grpSpPr bwMode="auto">
          <a:xfrm flipH="1">
            <a:off x="6248400" y="3962400"/>
            <a:ext cx="304800" cy="304800"/>
            <a:chOff x="3696" y="1728"/>
            <a:chExt cx="192" cy="192"/>
          </a:xfrm>
        </p:grpSpPr>
        <p:sp>
          <p:nvSpPr>
            <p:cNvPr id="22572" name="Oval 37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3" name="Oval 37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4" name="Oval 37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5" name="Oval 37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60" name="Oval 377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61" name="Oval 378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62" name="Oval 379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63" name="Oval 380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64" name="Group 381"/>
          <p:cNvGrpSpPr>
            <a:grpSpLocks/>
          </p:cNvGrpSpPr>
          <p:nvPr/>
        </p:nvGrpSpPr>
        <p:grpSpPr bwMode="auto">
          <a:xfrm flipH="1">
            <a:off x="6400800" y="3886200"/>
            <a:ext cx="304800" cy="304800"/>
            <a:chOff x="3696" y="1728"/>
            <a:chExt cx="192" cy="192"/>
          </a:xfrm>
        </p:grpSpPr>
        <p:sp>
          <p:nvSpPr>
            <p:cNvPr id="22568" name="Oval 38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69" name="Oval 38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0" name="Oval 38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71" name="Oval 38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65" name="Oval 386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66" name="Oval 387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67" name="Oval 388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68" name="Oval 389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69" name="Oval 390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0" name="Oval 391"/>
          <p:cNvSpPr>
            <a:spLocks noChangeArrowheads="1"/>
          </p:cNvSpPr>
          <p:nvPr/>
        </p:nvSpPr>
        <p:spPr bwMode="auto">
          <a:xfrm>
            <a:off x="5791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1" name="Oval 392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2" name="Oval 393"/>
          <p:cNvSpPr>
            <a:spLocks noChangeArrowheads="1"/>
          </p:cNvSpPr>
          <p:nvPr/>
        </p:nvSpPr>
        <p:spPr bwMode="auto">
          <a:xfrm>
            <a:off x="5867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3" name="Oval 394"/>
          <p:cNvSpPr>
            <a:spLocks noChangeArrowheads="1"/>
          </p:cNvSpPr>
          <p:nvPr/>
        </p:nvSpPr>
        <p:spPr bwMode="auto">
          <a:xfrm>
            <a:off x="5791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4" name="Oval 395"/>
          <p:cNvSpPr>
            <a:spLocks noChangeArrowheads="1"/>
          </p:cNvSpPr>
          <p:nvPr/>
        </p:nvSpPr>
        <p:spPr bwMode="auto">
          <a:xfrm>
            <a:off x="5943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5" name="Oval 396"/>
          <p:cNvSpPr>
            <a:spLocks noChangeArrowheads="1"/>
          </p:cNvSpPr>
          <p:nvPr/>
        </p:nvSpPr>
        <p:spPr bwMode="auto">
          <a:xfrm>
            <a:off x="5867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6" name="Oval 397"/>
          <p:cNvSpPr>
            <a:spLocks noChangeArrowheads="1"/>
          </p:cNvSpPr>
          <p:nvPr/>
        </p:nvSpPr>
        <p:spPr bwMode="auto">
          <a:xfrm>
            <a:off x="6019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77" name="Group 398"/>
          <p:cNvGrpSpPr>
            <a:grpSpLocks/>
          </p:cNvGrpSpPr>
          <p:nvPr/>
        </p:nvGrpSpPr>
        <p:grpSpPr bwMode="auto">
          <a:xfrm flipH="1">
            <a:off x="5562600" y="3200400"/>
            <a:ext cx="304800" cy="304800"/>
            <a:chOff x="3696" y="1728"/>
            <a:chExt cx="192" cy="192"/>
          </a:xfrm>
        </p:grpSpPr>
        <p:sp>
          <p:nvSpPr>
            <p:cNvPr id="22564" name="Oval 39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65" name="Oval 40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66" name="Oval 40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67" name="Oval 40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78" name="Oval 403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79" name="Oval 404"/>
          <p:cNvSpPr>
            <a:spLocks noChangeArrowheads="1"/>
          </p:cNvSpPr>
          <p:nvPr/>
        </p:nvSpPr>
        <p:spPr bwMode="auto">
          <a:xfrm>
            <a:off x="5562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0" name="Oval 405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1" name="Oval 406"/>
          <p:cNvSpPr>
            <a:spLocks noChangeArrowheads="1"/>
          </p:cNvSpPr>
          <p:nvPr/>
        </p:nvSpPr>
        <p:spPr bwMode="auto">
          <a:xfrm>
            <a:off x="5562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2" name="Oval 407"/>
          <p:cNvSpPr>
            <a:spLocks noChangeArrowheads="1"/>
          </p:cNvSpPr>
          <p:nvPr/>
        </p:nvSpPr>
        <p:spPr bwMode="auto">
          <a:xfrm>
            <a:off x="5486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3" name="Oval 408"/>
          <p:cNvSpPr>
            <a:spLocks noChangeArrowheads="1"/>
          </p:cNvSpPr>
          <p:nvPr/>
        </p:nvSpPr>
        <p:spPr bwMode="auto">
          <a:xfrm>
            <a:off x="5638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4" name="Oval 409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5" name="Oval 410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6" name="Oval 411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7" name="Oval 412"/>
          <p:cNvSpPr>
            <a:spLocks noChangeArrowheads="1"/>
          </p:cNvSpPr>
          <p:nvPr/>
        </p:nvSpPr>
        <p:spPr bwMode="auto">
          <a:xfrm>
            <a:off x="5715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8" name="Oval 413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89" name="Oval 414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0" name="Oval 415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791" name="Group 416"/>
          <p:cNvGrpSpPr>
            <a:grpSpLocks/>
          </p:cNvGrpSpPr>
          <p:nvPr/>
        </p:nvGrpSpPr>
        <p:grpSpPr bwMode="auto">
          <a:xfrm flipH="1">
            <a:off x="5715000" y="3657600"/>
            <a:ext cx="304800" cy="304800"/>
            <a:chOff x="3696" y="1728"/>
            <a:chExt cx="192" cy="192"/>
          </a:xfrm>
        </p:grpSpPr>
        <p:sp>
          <p:nvSpPr>
            <p:cNvPr id="22560" name="Oval 41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61" name="Oval 41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62" name="Oval 41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63" name="Oval 42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792" name="Oval 421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3" name="Oval 422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4" name="Oval 423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5" name="Oval 424"/>
          <p:cNvSpPr>
            <a:spLocks noChangeArrowheads="1"/>
          </p:cNvSpPr>
          <p:nvPr/>
        </p:nvSpPr>
        <p:spPr bwMode="auto">
          <a:xfrm>
            <a:off x="6248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6" name="Oval 425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7" name="Oval 426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8" name="Oval 427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799" name="Oval 428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00" name="Group 429"/>
          <p:cNvGrpSpPr>
            <a:grpSpLocks/>
          </p:cNvGrpSpPr>
          <p:nvPr/>
        </p:nvGrpSpPr>
        <p:grpSpPr bwMode="auto">
          <a:xfrm flipH="1">
            <a:off x="5867400" y="3810000"/>
            <a:ext cx="304800" cy="304800"/>
            <a:chOff x="3696" y="1728"/>
            <a:chExt cx="192" cy="192"/>
          </a:xfrm>
        </p:grpSpPr>
        <p:sp>
          <p:nvSpPr>
            <p:cNvPr id="22556" name="Oval 43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7" name="Oval 43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8" name="Oval 43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9" name="Oval 43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01" name="Oval 434"/>
          <p:cNvSpPr>
            <a:spLocks noChangeArrowheads="1"/>
          </p:cNvSpPr>
          <p:nvPr/>
        </p:nvSpPr>
        <p:spPr bwMode="auto">
          <a:xfrm>
            <a:off x="5943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02" name="Oval 435"/>
          <p:cNvSpPr>
            <a:spLocks noChangeArrowheads="1"/>
          </p:cNvSpPr>
          <p:nvPr/>
        </p:nvSpPr>
        <p:spPr bwMode="auto">
          <a:xfrm>
            <a:off x="6096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03" name="Oval 436"/>
          <p:cNvSpPr>
            <a:spLocks noChangeArrowheads="1"/>
          </p:cNvSpPr>
          <p:nvPr/>
        </p:nvSpPr>
        <p:spPr bwMode="auto">
          <a:xfrm>
            <a:off x="6248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04" name="Oval 437"/>
          <p:cNvSpPr>
            <a:spLocks noChangeArrowheads="1"/>
          </p:cNvSpPr>
          <p:nvPr/>
        </p:nvSpPr>
        <p:spPr bwMode="auto">
          <a:xfrm>
            <a:off x="6400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05" name="Oval 438"/>
          <p:cNvSpPr>
            <a:spLocks noChangeArrowheads="1"/>
          </p:cNvSpPr>
          <p:nvPr/>
        </p:nvSpPr>
        <p:spPr bwMode="auto">
          <a:xfrm>
            <a:off x="6019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06" name="Oval 439"/>
          <p:cNvSpPr>
            <a:spLocks noChangeArrowheads="1"/>
          </p:cNvSpPr>
          <p:nvPr/>
        </p:nvSpPr>
        <p:spPr bwMode="auto">
          <a:xfrm>
            <a:off x="6172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07" name="Oval 440"/>
          <p:cNvSpPr>
            <a:spLocks noChangeArrowheads="1"/>
          </p:cNvSpPr>
          <p:nvPr/>
        </p:nvSpPr>
        <p:spPr bwMode="auto">
          <a:xfrm>
            <a:off x="6324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08" name="Oval 441"/>
          <p:cNvSpPr>
            <a:spLocks noChangeArrowheads="1"/>
          </p:cNvSpPr>
          <p:nvPr/>
        </p:nvSpPr>
        <p:spPr bwMode="auto">
          <a:xfrm>
            <a:off x="6477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09" name="Group 442"/>
          <p:cNvGrpSpPr>
            <a:grpSpLocks/>
          </p:cNvGrpSpPr>
          <p:nvPr/>
        </p:nvGrpSpPr>
        <p:grpSpPr bwMode="auto">
          <a:xfrm flipH="1">
            <a:off x="6019800" y="3733800"/>
            <a:ext cx="304800" cy="304800"/>
            <a:chOff x="3696" y="1728"/>
            <a:chExt cx="192" cy="192"/>
          </a:xfrm>
        </p:grpSpPr>
        <p:sp>
          <p:nvSpPr>
            <p:cNvPr id="22552" name="Oval 44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3" name="Oval 44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4" name="Oval 44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5" name="Oval 44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10" name="Oval 447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11" name="Oval 448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12" name="Oval 449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13" name="Oval 450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14" name="Oval 451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15" name="Oval 452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16" name="Group 453"/>
          <p:cNvGrpSpPr>
            <a:grpSpLocks/>
          </p:cNvGrpSpPr>
          <p:nvPr/>
        </p:nvGrpSpPr>
        <p:grpSpPr bwMode="auto">
          <a:xfrm flipH="1">
            <a:off x="5486400" y="3962400"/>
            <a:ext cx="304800" cy="304800"/>
            <a:chOff x="3696" y="1728"/>
            <a:chExt cx="192" cy="192"/>
          </a:xfrm>
        </p:grpSpPr>
        <p:sp>
          <p:nvSpPr>
            <p:cNvPr id="22548" name="Oval 45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49" name="Oval 45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0" name="Oval 45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51" name="Oval 45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17" name="Oval 458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18" name="Oval 459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19" name="Oval 460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20" name="Oval 461"/>
          <p:cNvSpPr>
            <a:spLocks noChangeArrowheads="1"/>
          </p:cNvSpPr>
          <p:nvPr/>
        </p:nvSpPr>
        <p:spPr bwMode="auto">
          <a:xfrm>
            <a:off x="6019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21" name="Oval 462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22" name="Oval 463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23" name="Oval 464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24" name="Group 465"/>
          <p:cNvGrpSpPr>
            <a:grpSpLocks/>
          </p:cNvGrpSpPr>
          <p:nvPr/>
        </p:nvGrpSpPr>
        <p:grpSpPr bwMode="auto">
          <a:xfrm flipH="1">
            <a:off x="5638800" y="4114800"/>
            <a:ext cx="304800" cy="304800"/>
            <a:chOff x="3696" y="1728"/>
            <a:chExt cx="192" cy="192"/>
          </a:xfrm>
        </p:grpSpPr>
        <p:sp>
          <p:nvSpPr>
            <p:cNvPr id="22544" name="Oval 4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45" name="Oval 4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46" name="Oval 4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47" name="Oval 4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25" name="Oval 470"/>
          <p:cNvSpPr>
            <a:spLocks noChangeArrowheads="1"/>
          </p:cNvSpPr>
          <p:nvPr/>
        </p:nvSpPr>
        <p:spPr bwMode="auto">
          <a:xfrm>
            <a:off x="5715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26" name="Oval 471"/>
          <p:cNvSpPr>
            <a:spLocks noChangeArrowheads="1"/>
          </p:cNvSpPr>
          <p:nvPr/>
        </p:nvSpPr>
        <p:spPr bwMode="auto">
          <a:xfrm>
            <a:off x="5867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27" name="Oval 472"/>
          <p:cNvSpPr>
            <a:spLocks noChangeArrowheads="1"/>
          </p:cNvSpPr>
          <p:nvPr/>
        </p:nvSpPr>
        <p:spPr bwMode="auto">
          <a:xfrm>
            <a:off x="60198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28" name="Oval 473"/>
          <p:cNvSpPr>
            <a:spLocks noChangeArrowheads="1"/>
          </p:cNvSpPr>
          <p:nvPr/>
        </p:nvSpPr>
        <p:spPr bwMode="auto">
          <a:xfrm>
            <a:off x="5943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29" name="Group 474"/>
          <p:cNvGrpSpPr>
            <a:grpSpLocks/>
          </p:cNvGrpSpPr>
          <p:nvPr/>
        </p:nvGrpSpPr>
        <p:grpSpPr bwMode="auto">
          <a:xfrm flipH="1">
            <a:off x="5791200" y="4038600"/>
            <a:ext cx="304800" cy="304800"/>
            <a:chOff x="3696" y="1728"/>
            <a:chExt cx="192" cy="192"/>
          </a:xfrm>
        </p:grpSpPr>
        <p:sp>
          <p:nvSpPr>
            <p:cNvPr id="22540" name="Oval 47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41" name="Oval 47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42" name="Oval 47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43" name="Oval 47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30" name="Oval 479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31" name="Oval 480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32" name="Oval 481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33" name="Oval 482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34" name="Oval 483"/>
          <p:cNvSpPr>
            <a:spLocks noChangeArrowheads="1"/>
          </p:cNvSpPr>
          <p:nvPr/>
        </p:nvSpPr>
        <p:spPr bwMode="auto">
          <a:xfrm>
            <a:off x="6553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35" name="Oval 484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36" name="Oval 485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37" name="Oval 486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38" name="Group 487"/>
          <p:cNvGrpSpPr>
            <a:grpSpLocks/>
          </p:cNvGrpSpPr>
          <p:nvPr/>
        </p:nvGrpSpPr>
        <p:grpSpPr bwMode="auto">
          <a:xfrm flipH="1">
            <a:off x="6553200" y="3505200"/>
            <a:ext cx="304800" cy="304800"/>
            <a:chOff x="3696" y="1728"/>
            <a:chExt cx="192" cy="192"/>
          </a:xfrm>
        </p:grpSpPr>
        <p:sp>
          <p:nvSpPr>
            <p:cNvPr id="22536" name="Oval 48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7" name="Oval 48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8" name="Oval 49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9" name="Oval 49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39" name="Oval 492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0" name="Oval 493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1" name="Oval 494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2" name="Oval 495"/>
          <p:cNvSpPr>
            <a:spLocks noChangeArrowheads="1"/>
          </p:cNvSpPr>
          <p:nvPr/>
        </p:nvSpPr>
        <p:spPr bwMode="auto">
          <a:xfrm>
            <a:off x="7086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3" name="Oval 496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4" name="Oval 497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5" name="Oval 498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6" name="Oval 499"/>
          <p:cNvSpPr>
            <a:spLocks noChangeArrowheads="1"/>
          </p:cNvSpPr>
          <p:nvPr/>
        </p:nvSpPr>
        <p:spPr bwMode="auto">
          <a:xfrm>
            <a:off x="7162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47" name="Group 500"/>
          <p:cNvGrpSpPr>
            <a:grpSpLocks/>
          </p:cNvGrpSpPr>
          <p:nvPr/>
        </p:nvGrpSpPr>
        <p:grpSpPr bwMode="auto">
          <a:xfrm flipH="1">
            <a:off x="6705600" y="3657600"/>
            <a:ext cx="304800" cy="304800"/>
            <a:chOff x="3696" y="1728"/>
            <a:chExt cx="192" cy="192"/>
          </a:xfrm>
        </p:grpSpPr>
        <p:sp>
          <p:nvSpPr>
            <p:cNvPr id="22532" name="Oval 50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3" name="Oval 50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4" name="Oval 50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5" name="Oval 50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48" name="Oval 505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49" name="Oval 506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0" name="Oval 507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1" name="Oval 508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2" name="Oval 509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3" name="Oval 510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4" name="Oval 511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5" name="Oval 512"/>
          <p:cNvSpPr>
            <a:spLocks noChangeArrowheads="1"/>
          </p:cNvSpPr>
          <p:nvPr/>
        </p:nvSpPr>
        <p:spPr bwMode="auto">
          <a:xfrm>
            <a:off x="7315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56" name="Group 513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2528" name="Oval 51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29" name="Oval 51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0" name="Oval 51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31" name="Oval 51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57" name="Oval 518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8" name="Oval 519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59" name="Oval 520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0" name="Oval 521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1" name="Oval 522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2" name="Oval 523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63" name="Group 524"/>
          <p:cNvGrpSpPr>
            <a:grpSpLocks/>
          </p:cNvGrpSpPr>
          <p:nvPr/>
        </p:nvGrpSpPr>
        <p:grpSpPr bwMode="auto">
          <a:xfrm flipH="1">
            <a:off x="6324600" y="3810000"/>
            <a:ext cx="304800" cy="304800"/>
            <a:chOff x="3696" y="1728"/>
            <a:chExt cx="192" cy="192"/>
          </a:xfrm>
        </p:grpSpPr>
        <p:sp>
          <p:nvSpPr>
            <p:cNvPr id="22524" name="Oval 52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25" name="Oval 52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26" name="Oval 52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27" name="Oval 52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64" name="Oval 529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5" name="Oval 530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6" name="Oval 531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7" name="Oval 532"/>
          <p:cNvSpPr>
            <a:spLocks noChangeArrowheads="1"/>
          </p:cNvSpPr>
          <p:nvPr/>
        </p:nvSpPr>
        <p:spPr bwMode="auto">
          <a:xfrm>
            <a:off x="68580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8" name="Oval 533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69" name="Oval 534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70" name="Oval 535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71" name="Group 536"/>
          <p:cNvGrpSpPr>
            <a:grpSpLocks/>
          </p:cNvGrpSpPr>
          <p:nvPr/>
        </p:nvGrpSpPr>
        <p:grpSpPr bwMode="auto">
          <a:xfrm flipH="1">
            <a:off x="6477000" y="3962400"/>
            <a:ext cx="304800" cy="304800"/>
            <a:chOff x="3696" y="1728"/>
            <a:chExt cx="192" cy="192"/>
          </a:xfrm>
        </p:grpSpPr>
        <p:sp>
          <p:nvSpPr>
            <p:cNvPr id="22520" name="Oval 53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21" name="Oval 53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22" name="Oval 53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23" name="Oval 54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72" name="Oval 541"/>
          <p:cNvSpPr>
            <a:spLocks noChangeArrowheads="1"/>
          </p:cNvSpPr>
          <p:nvPr/>
        </p:nvSpPr>
        <p:spPr bwMode="auto">
          <a:xfrm>
            <a:off x="6553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73" name="Oval 542"/>
          <p:cNvSpPr>
            <a:spLocks noChangeArrowheads="1"/>
          </p:cNvSpPr>
          <p:nvPr/>
        </p:nvSpPr>
        <p:spPr bwMode="auto">
          <a:xfrm>
            <a:off x="6705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74" name="Oval 543"/>
          <p:cNvSpPr>
            <a:spLocks noChangeArrowheads="1"/>
          </p:cNvSpPr>
          <p:nvPr/>
        </p:nvSpPr>
        <p:spPr bwMode="auto">
          <a:xfrm>
            <a:off x="68580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75" name="Oval 544"/>
          <p:cNvSpPr>
            <a:spLocks noChangeArrowheads="1"/>
          </p:cNvSpPr>
          <p:nvPr/>
        </p:nvSpPr>
        <p:spPr bwMode="auto">
          <a:xfrm>
            <a:off x="6781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76" name="Group 545"/>
          <p:cNvGrpSpPr>
            <a:grpSpLocks/>
          </p:cNvGrpSpPr>
          <p:nvPr/>
        </p:nvGrpSpPr>
        <p:grpSpPr bwMode="auto">
          <a:xfrm flipH="1">
            <a:off x="6629400" y="3886200"/>
            <a:ext cx="304800" cy="304800"/>
            <a:chOff x="3696" y="1728"/>
            <a:chExt cx="192" cy="192"/>
          </a:xfrm>
        </p:grpSpPr>
        <p:sp>
          <p:nvSpPr>
            <p:cNvPr id="22516" name="Oval 54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7" name="Oval 54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8" name="Oval 54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9" name="Oval 54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77" name="Oval 550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78" name="Oval 551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79" name="Oval 552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0" name="Oval 553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1" name="Oval 554"/>
          <p:cNvSpPr>
            <a:spLocks noChangeArrowheads="1"/>
          </p:cNvSpPr>
          <p:nvPr/>
        </p:nvSpPr>
        <p:spPr bwMode="auto">
          <a:xfrm>
            <a:off x="7010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2" name="Oval 555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3" name="Oval 556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4" name="Oval 557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85" name="Group 558"/>
          <p:cNvGrpSpPr>
            <a:grpSpLocks/>
          </p:cNvGrpSpPr>
          <p:nvPr/>
        </p:nvGrpSpPr>
        <p:grpSpPr bwMode="auto">
          <a:xfrm flipH="1">
            <a:off x="7010400" y="4038600"/>
            <a:ext cx="304800" cy="304800"/>
            <a:chOff x="3696" y="1728"/>
            <a:chExt cx="192" cy="192"/>
          </a:xfrm>
        </p:grpSpPr>
        <p:sp>
          <p:nvSpPr>
            <p:cNvPr id="22512" name="Oval 55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3" name="Oval 56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4" name="Oval 56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5" name="Oval 56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86" name="Oval 563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7" name="Oval 564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8" name="Oval 565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89" name="Oval 566"/>
          <p:cNvSpPr>
            <a:spLocks noChangeArrowheads="1"/>
          </p:cNvSpPr>
          <p:nvPr/>
        </p:nvSpPr>
        <p:spPr bwMode="auto">
          <a:xfrm>
            <a:off x="7543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0" name="Oval 567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1" name="Oval 568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2" name="Oval 569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3" name="Oval 570"/>
          <p:cNvSpPr>
            <a:spLocks noChangeArrowheads="1"/>
          </p:cNvSpPr>
          <p:nvPr/>
        </p:nvSpPr>
        <p:spPr bwMode="auto">
          <a:xfrm>
            <a:off x="7620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894" name="Group 571"/>
          <p:cNvGrpSpPr>
            <a:grpSpLocks/>
          </p:cNvGrpSpPr>
          <p:nvPr/>
        </p:nvGrpSpPr>
        <p:grpSpPr bwMode="auto">
          <a:xfrm flipH="1">
            <a:off x="7162800" y="4191000"/>
            <a:ext cx="304800" cy="304800"/>
            <a:chOff x="3696" y="1728"/>
            <a:chExt cx="192" cy="192"/>
          </a:xfrm>
        </p:grpSpPr>
        <p:sp>
          <p:nvSpPr>
            <p:cNvPr id="22508" name="Oval 57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09" name="Oval 57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0" name="Oval 57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11" name="Oval 57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895" name="Oval 576"/>
          <p:cNvSpPr>
            <a:spLocks noChangeArrowheads="1"/>
          </p:cNvSpPr>
          <p:nvPr/>
        </p:nvSpPr>
        <p:spPr bwMode="auto">
          <a:xfrm>
            <a:off x="7239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6" name="Oval 577"/>
          <p:cNvSpPr>
            <a:spLocks noChangeArrowheads="1"/>
          </p:cNvSpPr>
          <p:nvPr/>
        </p:nvSpPr>
        <p:spPr bwMode="auto">
          <a:xfrm>
            <a:off x="7391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7" name="Oval 578"/>
          <p:cNvSpPr>
            <a:spLocks noChangeArrowheads="1"/>
          </p:cNvSpPr>
          <p:nvPr/>
        </p:nvSpPr>
        <p:spPr bwMode="auto">
          <a:xfrm>
            <a:off x="7543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8" name="Oval 579"/>
          <p:cNvSpPr>
            <a:spLocks noChangeArrowheads="1"/>
          </p:cNvSpPr>
          <p:nvPr/>
        </p:nvSpPr>
        <p:spPr bwMode="auto">
          <a:xfrm>
            <a:off x="7696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899" name="Oval 580"/>
          <p:cNvSpPr>
            <a:spLocks noChangeArrowheads="1"/>
          </p:cNvSpPr>
          <p:nvPr/>
        </p:nvSpPr>
        <p:spPr bwMode="auto">
          <a:xfrm>
            <a:off x="7315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0" name="Oval 581"/>
          <p:cNvSpPr>
            <a:spLocks noChangeArrowheads="1"/>
          </p:cNvSpPr>
          <p:nvPr/>
        </p:nvSpPr>
        <p:spPr bwMode="auto">
          <a:xfrm>
            <a:off x="7467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1" name="Oval 582"/>
          <p:cNvSpPr>
            <a:spLocks noChangeArrowheads="1"/>
          </p:cNvSpPr>
          <p:nvPr/>
        </p:nvSpPr>
        <p:spPr bwMode="auto">
          <a:xfrm>
            <a:off x="7620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2" name="Oval 583"/>
          <p:cNvSpPr>
            <a:spLocks noChangeArrowheads="1"/>
          </p:cNvSpPr>
          <p:nvPr/>
        </p:nvSpPr>
        <p:spPr bwMode="auto">
          <a:xfrm>
            <a:off x="7772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03" name="Group 584"/>
          <p:cNvGrpSpPr>
            <a:grpSpLocks/>
          </p:cNvGrpSpPr>
          <p:nvPr/>
        </p:nvGrpSpPr>
        <p:grpSpPr bwMode="auto">
          <a:xfrm flipH="1">
            <a:off x="7315200" y="4114800"/>
            <a:ext cx="304800" cy="304800"/>
            <a:chOff x="3696" y="1728"/>
            <a:chExt cx="192" cy="192"/>
          </a:xfrm>
        </p:grpSpPr>
        <p:sp>
          <p:nvSpPr>
            <p:cNvPr id="22504" name="Oval 58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05" name="Oval 58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06" name="Oval 58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07" name="Oval 58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04" name="Oval 589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5" name="Oval 590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6" name="Oval 591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7" name="Oval 592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8" name="Oval 593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09" name="Oval 594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10" name="Group 595"/>
          <p:cNvGrpSpPr>
            <a:grpSpLocks/>
          </p:cNvGrpSpPr>
          <p:nvPr/>
        </p:nvGrpSpPr>
        <p:grpSpPr bwMode="auto">
          <a:xfrm flipH="1">
            <a:off x="6781800" y="4343400"/>
            <a:ext cx="304800" cy="304800"/>
            <a:chOff x="3696" y="1728"/>
            <a:chExt cx="192" cy="192"/>
          </a:xfrm>
        </p:grpSpPr>
        <p:sp>
          <p:nvSpPr>
            <p:cNvPr id="22500" name="Oval 59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01" name="Oval 59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02" name="Oval 59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503" name="Oval 59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11" name="Oval 600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12" name="Oval 601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13" name="Oval 602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14" name="Oval 603"/>
          <p:cNvSpPr>
            <a:spLocks noChangeArrowheads="1"/>
          </p:cNvSpPr>
          <p:nvPr/>
        </p:nvSpPr>
        <p:spPr bwMode="auto">
          <a:xfrm>
            <a:off x="7315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15" name="Oval 604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16" name="Oval 605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17" name="Oval 606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18" name="Group 607"/>
          <p:cNvGrpSpPr>
            <a:grpSpLocks/>
          </p:cNvGrpSpPr>
          <p:nvPr/>
        </p:nvGrpSpPr>
        <p:grpSpPr bwMode="auto">
          <a:xfrm flipH="1">
            <a:off x="6934200" y="4495800"/>
            <a:ext cx="304800" cy="304800"/>
            <a:chOff x="3696" y="1728"/>
            <a:chExt cx="192" cy="192"/>
          </a:xfrm>
        </p:grpSpPr>
        <p:sp>
          <p:nvSpPr>
            <p:cNvPr id="22496" name="Oval 60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7" name="Oval 60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8" name="Oval 61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9" name="Oval 61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19" name="Oval 612"/>
          <p:cNvSpPr>
            <a:spLocks noChangeArrowheads="1"/>
          </p:cNvSpPr>
          <p:nvPr/>
        </p:nvSpPr>
        <p:spPr bwMode="auto">
          <a:xfrm>
            <a:off x="7010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0" name="Oval 613"/>
          <p:cNvSpPr>
            <a:spLocks noChangeArrowheads="1"/>
          </p:cNvSpPr>
          <p:nvPr/>
        </p:nvSpPr>
        <p:spPr bwMode="auto">
          <a:xfrm>
            <a:off x="7162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1" name="Oval 614"/>
          <p:cNvSpPr>
            <a:spLocks noChangeArrowheads="1"/>
          </p:cNvSpPr>
          <p:nvPr/>
        </p:nvSpPr>
        <p:spPr bwMode="auto">
          <a:xfrm>
            <a:off x="7315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2" name="Oval 615"/>
          <p:cNvSpPr>
            <a:spLocks noChangeArrowheads="1"/>
          </p:cNvSpPr>
          <p:nvPr/>
        </p:nvSpPr>
        <p:spPr bwMode="auto">
          <a:xfrm>
            <a:off x="7239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23" name="Group 616"/>
          <p:cNvGrpSpPr>
            <a:grpSpLocks/>
          </p:cNvGrpSpPr>
          <p:nvPr/>
        </p:nvGrpSpPr>
        <p:grpSpPr bwMode="auto">
          <a:xfrm flipH="1">
            <a:off x="7086600" y="4419600"/>
            <a:ext cx="304800" cy="304800"/>
            <a:chOff x="3696" y="1728"/>
            <a:chExt cx="192" cy="192"/>
          </a:xfrm>
        </p:grpSpPr>
        <p:sp>
          <p:nvSpPr>
            <p:cNvPr id="22492" name="Oval 61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3" name="Oval 61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4" name="Oval 61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5" name="Oval 62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24" name="Oval 621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5" name="Oval 622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6" name="Oval 623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7" name="Oval 624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8" name="Oval 62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29" name="Oval 626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0" name="Oval 627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1" name="Oval 628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2" name="Oval 629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3" name="Oval 630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4" name="Oval 631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5" name="Oval 632"/>
          <p:cNvSpPr>
            <a:spLocks noChangeArrowheads="1"/>
          </p:cNvSpPr>
          <p:nvPr/>
        </p:nvSpPr>
        <p:spPr bwMode="auto">
          <a:xfrm>
            <a:off x="6705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36" name="Group 633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2488" name="Oval 63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89" name="Oval 63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0" name="Oval 63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91" name="Oval 63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37" name="Oval 638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8" name="Oval 639"/>
          <p:cNvSpPr>
            <a:spLocks noChangeArrowheads="1"/>
          </p:cNvSpPr>
          <p:nvPr/>
        </p:nvSpPr>
        <p:spPr bwMode="auto">
          <a:xfrm>
            <a:off x="62484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39" name="Oval 640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0" name="Oval 641"/>
          <p:cNvSpPr>
            <a:spLocks noChangeArrowheads="1"/>
          </p:cNvSpPr>
          <p:nvPr/>
        </p:nvSpPr>
        <p:spPr bwMode="auto">
          <a:xfrm>
            <a:off x="62484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1" name="Oval 642"/>
          <p:cNvSpPr>
            <a:spLocks noChangeArrowheads="1"/>
          </p:cNvSpPr>
          <p:nvPr/>
        </p:nvSpPr>
        <p:spPr bwMode="auto">
          <a:xfrm>
            <a:off x="6172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2" name="Oval 643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3" name="Oval 644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4" name="Oval 645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5" name="Oval 646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6" name="Oval 647"/>
          <p:cNvSpPr>
            <a:spLocks noChangeArrowheads="1"/>
          </p:cNvSpPr>
          <p:nvPr/>
        </p:nvSpPr>
        <p:spPr bwMode="auto">
          <a:xfrm>
            <a:off x="6400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7" name="Oval 648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8" name="Oval 649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49" name="Oval 650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50" name="Group 651"/>
          <p:cNvGrpSpPr>
            <a:grpSpLocks/>
          </p:cNvGrpSpPr>
          <p:nvPr/>
        </p:nvGrpSpPr>
        <p:grpSpPr bwMode="auto">
          <a:xfrm flipH="1">
            <a:off x="6400800" y="4191000"/>
            <a:ext cx="304800" cy="304800"/>
            <a:chOff x="3696" y="1728"/>
            <a:chExt cx="192" cy="192"/>
          </a:xfrm>
        </p:grpSpPr>
        <p:sp>
          <p:nvSpPr>
            <p:cNvPr id="22484" name="Oval 65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85" name="Oval 65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86" name="Oval 65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87" name="Oval 65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51" name="Oval 656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52" name="Oval 657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53" name="Oval 658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54" name="Oval 659"/>
          <p:cNvSpPr>
            <a:spLocks noChangeArrowheads="1"/>
          </p:cNvSpPr>
          <p:nvPr/>
        </p:nvSpPr>
        <p:spPr bwMode="auto">
          <a:xfrm>
            <a:off x="69342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55" name="Oval 660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56" name="Oval 661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57" name="Oval 662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58" name="Oval 663"/>
          <p:cNvSpPr>
            <a:spLocks noChangeArrowheads="1"/>
          </p:cNvSpPr>
          <p:nvPr/>
        </p:nvSpPr>
        <p:spPr bwMode="auto">
          <a:xfrm>
            <a:off x="70104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59" name="Group 664"/>
          <p:cNvGrpSpPr>
            <a:grpSpLocks/>
          </p:cNvGrpSpPr>
          <p:nvPr/>
        </p:nvGrpSpPr>
        <p:grpSpPr bwMode="auto">
          <a:xfrm flipH="1">
            <a:off x="6553200" y="4343400"/>
            <a:ext cx="304800" cy="304800"/>
            <a:chOff x="3696" y="1728"/>
            <a:chExt cx="192" cy="192"/>
          </a:xfrm>
        </p:grpSpPr>
        <p:sp>
          <p:nvSpPr>
            <p:cNvPr id="22480" name="Oval 66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81" name="Oval 66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82" name="Oval 66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83" name="Oval 66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60" name="Oval 669"/>
          <p:cNvSpPr>
            <a:spLocks noChangeArrowheads="1"/>
          </p:cNvSpPr>
          <p:nvPr/>
        </p:nvSpPr>
        <p:spPr bwMode="auto">
          <a:xfrm>
            <a:off x="6629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61" name="Oval 670"/>
          <p:cNvSpPr>
            <a:spLocks noChangeArrowheads="1"/>
          </p:cNvSpPr>
          <p:nvPr/>
        </p:nvSpPr>
        <p:spPr bwMode="auto">
          <a:xfrm>
            <a:off x="6781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62" name="Oval 671"/>
          <p:cNvSpPr>
            <a:spLocks noChangeArrowheads="1"/>
          </p:cNvSpPr>
          <p:nvPr/>
        </p:nvSpPr>
        <p:spPr bwMode="auto">
          <a:xfrm>
            <a:off x="6934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63" name="Oval 672"/>
          <p:cNvSpPr>
            <a:spLocks noChangeArrowheads="1"/>
          </p:cNvSpPr>
          <p:nvPr/>
        </p:nvSpPr>
        <p:spPr bwMode="auto">
          <a:xfrm>
            <a:off x="70866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64" name="Oval 673"/>
          <p:cNvSpPr>
            <a:spLocks noChangeArrowheads="1"/>
          </p:cNvSpPr>
          <p:nvPr/>
        </p:nvSpPr>
        <p:spPr bwMode="auto">
          <a:xfrm>
            <a:off x="6705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65" name="Oval 674"/>
          <p:cNvSpPr>
            <a:spLocks noChangeArrowheads="1"/>
          </p:cNvSpPr>
          <p:nvPr/>
        </p:nvSpPr>
        <p:spPr bwMode="auto">
          <a:xfrm>
            <a:off x="6858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66" name="Oval 675"/>
          <p:cNvSpPr>
            <a:spLocks noChangeArrowheads="1"/>
          </p:cNvSpPr>
          <p:nvPr/>
        </p:nvSpPr>
        <p:spPr bwMode="auto">
          <a:xfrm>
            <a:off x="7010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67" name="Oval 676"/>
          <p:cNvSpPr>
            <a:spLocks noChangeArrowheads="1"/>
          </p:cNvSpPr>
          <p:nvPr/>
        </p:nvSpPr>
        <p:spPr bwMode="auto">
          <a:xfrm>
            <a:off x="7162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68" name="Group 677"/>
          <p:cNvGrpSpPr>
            <a:grpSpLocks/>
          </p:cNvGrpSpPr>
          <p:nvPr/>
        </p:nvGrpSpPr>
        <p:grpSpPr bwMode="auto">
          <a:xfrm flipH="1">
            <a:off x="6705600" y="4267200"/>
            <a:ext cx="304800" cy="304800"/>
            <a:chOff x="3696" y="1728"/>
            <a:chExt cx="192" cy="192"/>
          </a:xfrm>
        </p:grpSpPr>
        <p:sp>
          <p:nvSpPr>
            <p:cNvPr id="22476" name="Oval 67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7" name="Oval 67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8" name="Oval 68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9" name="Oval 68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69" name="Oval 682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0" name="Oval 683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1" name="Oval 684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2" name="Oval 685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3" name="Oval 686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4" name="Oval 687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75" name="Group 688"/>
          <p:cNvGrpSpPr>
            <a:grpSpLocks/>
          </p:cNvGrpSpPr>
          <p:nvPr/>
        </p:nvGrpSpPr>
        <p:grpSpPr bwMode="auto">
          <a:xfrm flipH="1">
            <a:off x="6172200" y="4495800"/>
            <a:ext cx="304800" cy="304800"/>
            <a:chOff x="3696" y="1728"/>
            <a:chExt cx="192" cy="192"/>
          </a:xfrm>
        </p:grpSpPr>
        <p:sp>
          <p:nvSpPr>
            <p:cNvPr id="22472" name="Oval 68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3" name="Oval 69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4" name="Oval 69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5" name="Oval 69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76" name="Oval 693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7" name="Oval 694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8" name="Oval 695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79" name="Oval 696"/>
          <p:cNvSpPr>
            <a:spLocks noChangeArrowheads="1"/>
          </p:cNvSpPr>
          <p:nvPr/>
        </p:nvSpPr>
        <p:spPr bwMode="auto">
          <a:xfrm>
            <a:off x="6705600" y="4876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80" name="Oval 697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81" name="Oval 698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82" name="Oval 699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83" name="Group 700"/>
          <p:cNvGrpSpPr>
            <a:grpSpLocks/>
          </p:cNvGrpSpPr>
          <p:nvPr/>
        </p:nvGrpSpPr>
        <p:grpSpPr bwMode="auto">
          <a:xfrm flipH="1">
            <a:off x="6324600" y="4648200"/>
            <a:ext cx="304800" cy="304800"/>
            <a:chOff x="3696" y="1728"/>
            <a:chExt cx="192" cy="192"/>
          </a:xfrm>
        </p:grpSpPr>
        <p:sp>
          <p:nvSpPr>
            <p:cNvPr id="22468" name="Oval 70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69" name="Oval 70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0" name="Oval 70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71" name="Oval 70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1984" name="Oval 705"/>
          <p:cNvSpPr>
            <a:spLocks noChangeArrowheads="1"/>
          </p:cNvSpPr>
          <p:nvPr/>
        </p:nvSpPr>
        <p:spPr bwMode="auto">
          <a:xfrm>
            <a:off x="6400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85" name="Oval 706"/>
          <p:cNvSpPr>
            <a:spLocks noChangeArrowheads="1"/>
          </p:cNvSpPr>
          <p:nvPr/>
        </p:nvSpPr>
        <p:spPr bwMode="auto">
          <a:xfrm>
            <a:off x="6553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86" name="Oval 707"/>
          <p:cNvSpPr>
            <a:spLocks noChangeArrowheads="1"/>
          </p:cNvSpPr>
          <p:nvPr/>
        </p:nvSpPr>
        <p:spPr bwMode="auto">
          <a:xfrm>
            <a:off x="67056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987" name="Oval 708"/>
          <p:cNvSpPr>
            <a:spLocks noChangeArrowheads="1"/>
          </p:cNvSpPr>
          <p:nvPr/>
        </p:nvSpPr>
        <p:spPr bwMode="auto">
          <a:xfrm>
            <a:off x="6629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1988" name="Group 709"/>
          <p:cNvGrpSpPr>
            <a:grpSpLocks/>
          </p:cNvGrpSpPr>
          <p:nvPr/>
        </p:nvGrpSpPr>
        <p:grpSpPr bwMode="auto">
          <a:xfrm flipH="1">
            <a:off x="6477000" y="4572000"/>
            <a:ext cx="304800" cy="304800"/>
            <a:chOff x="3696" y="1728"/>
            <a:chExt cx="192" cy="192"/>
          </a:xfrm>
        </p:grpSpPr>
        <p:sp>
          <p:nvSpPr>
            <p:cNvPr id="22464" name="Oval 71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65" name="Oval 71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66" name="Oval 71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67" name="Oval 71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89" name="Group 714"/>
          <p:cNvGrpSpPr>
            <a:grpSpLocks/>
          </p:cNvGrpSpPr>
          <p:nvPr/>
        </p:nvGrpSpPr>
        <p:grpSpPr bwMode="auto">
          <a:xfrm>
            <a:off x="3962400" y="3657600"/>
            <a:ext cx="533400" cy="533400"/>
            <a:chOff x="1104" y="1632"/>
            <a:chExt cx="336" cy="336"/>
          </a:xfrm>
        </p:grpSpPr>
        <p:sp>
          <p:nvSpPr>
            <p:cNvPr id="22460" name="AutoShape 7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61" name="AutoShape 7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62" name="AutoShape 7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63" name="AutoShape 7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0" name="Group 719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2456" name="AutoShape 7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7" name="AutoShape 7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8" name="AutoShape 7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9" name="AutoShape 7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1" name="Group 724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2452" name="AutoShape 7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3" name="AutoShape 7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4" name="AutoShape 7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5" name="AutoShape 7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2" name="Group 729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2448" name="AutoShape 7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49" name="AutoShape 7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0" name="AutoShape 7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51" name="AutoShape 7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3" name="Group 734"/>
          <p:cNvGrpSpPr>
            <a:grpSpLocks/>
          </p:cNvGrpSpPr>
          <p:nvPr/>
        </p:nvGrpSpPr>
        <p:grpSpPr bwMode="auto">
          <a:xfrm>
            <a:off x="3810000" y="3886200"/>
            <a:ext cx="533400" cy="533400"/>
            <a:chOff x="1104" y="1632"/>
            <a:chExt cx="336" cy="336"/>
          </a:xfrm>
        </p:grpSpPr>
        <p:sp>
          <p:nvSpPr>
            <p:cNvPr id="22444" name="AutoShape 7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45" name="AutoShape 7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46" name="AutoShape 7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47" name="AutoShape 7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4" name="Group 739"/>
          <p:cNvGrpSpPr>
            <a:grpSpLocks/>
          </p:cNvGrpSpPr>
          <p:nvPr/>
        </p:nvGrpSpPr>
        <p:grpSpPr bwMode="auto">
          <a:xfrm rot="-5400000">
            <a:off x="3962400" y="4038600"/>
            <a:ext cx="533400" cy="533400"/>
            <a:chOff x="1104" y="1632"/>
            <a:chExt cx="336" cy="336"/>
          </a:xfrm>
        </p:grpSpPr>
        <p:sp>
          <p:nvSpPr>
            <p:cNvPr id="22440" name="AutoShape 7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41" name="AutoShape 7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42" name="AutoShape 7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43" name="AutoShape 7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5" name="Group 744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2436" name="AutoShape 7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7" name="AutoShape 7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8" name="AutoShape 7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9" name="AutoShape 7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6" name="Group 749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2432" name="AutoShape 7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3" name="AutoShape 7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4" name="AutoShape 7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5" name="AutoShape 7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7" name="Group 754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2428" name="AutoShape 7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29" name="AutoShape 7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0" name="AutoShape 7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31" name="AutoShape 7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8" name="Group 759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2424" name="AutoShape 7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25" name="AutoShape 7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26" name="AutoShape 7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27" name="AutoShape 7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999" name="Group 764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2420" name="AutoShape 7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21" name="AutoShape 7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22" name="AutoShape 7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23" name="AutoShape 7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0" name="Group 769"/>
          <p:cNvGrpSpPr>
            <a:grpSpLocks/>
          </p:cNvGrpSpPr>
          <p:nvPr/>
        </p:nvGrpSpPr>
        <p:grpSpPr bwMode="auto">
          <a:xfrm rot="-5400000">
            <a:off x="4114800" y="4191000"/>
            <a:ext cx="533400" cy="533400"/>
            <a:chOff x="1104" y="1632"/>
            <a:chExt cx="336" cy="336"/>
          </a:xfrm>
        </p:grpSpPr>
        <p:sp>
          <p:nvSpPr>
            <p:cNvPr id="22416" name="AutoShape 7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7" name="AutoShape 7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8" name="AutoShape 7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9" name="AutoShape 7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1" name="Group 774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2412" name="AutoShape 7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3" name="AutoShape 7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4" name="AutoShape 7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5" name="AutoShape 7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2" name="Group 779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2408" name="AutoShape 7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09" name="AutoShape 7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0" name="AutoShape 7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11" name="AutoShape 7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3" name="Group 784"/>
          <p:cNvGrpSpPr>
            <a:grpSpLocks/>
          </p:cNvGrpSpPr>
          <p:nvPr/>
        </p:nvGrpSpPr>
        <p:grpSpPr bwMode="auto">
          <a:xfrm rot="-5400000">
            <a:off x="4419600" y="4114800"/>
            <a:ext cx="533400" cy="533400"/>
            <a:chOff x="1104" y="1632"/>
            <a:chExt cx="336" cy="336"/>
          </a:xfrm>
        </p:grpSpPr>
        <p:sp>
          <p:nvSpPr>
            <p:cNvPr id="22404" name="AutoShape 7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05" name="AutoShape 7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06" name="AutoShape 7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07" name="AutoShape 7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4" name="Group 789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2400" name="AutoShape 7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01" name="AutoShape 7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02" name="AutoShape 7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403" name="AutoShape 7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5" name="Group 794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2396" name="AutoShape 7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7" name="AutoShape 7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8" name="AutoShape 7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9" name="AutoShape 7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6" name="Group 799"/>
          <p:cNvGrpSpPr>
            <a:grpSpLocks/>
          </p:cNvGrpSpPr>
          <p:nvPr/>
        </p:nvGrpSpPr>
        <p:grpSpPr bwMode="auto">
          <a:xfrm rot="-5400000">
            <a:off x="4267200" y="4343400"/>
            <a:ext cx="533400" cy="533400"/>
            <a:chOff x="1104" y="1632"/>
            <a:chExt cx="336" cy="336"/>
          </a:xfrm>
        </p:grpSpPr>
        <p:sp>
          <p:nvSpPr>
            <p:cNvPr id="22392" name="AutoShape 8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3" name="AutoShape 8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4" name="AutoShape 8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5" name="AutoShape 8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7" name="Group 804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2388" name="AutoShape 8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89" name="AutoShape 8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0" name="AutoShape 8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91" name="AutoShape 8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8" name="Group 809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2384" name="AutoShape 8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85" name="AutoShape 8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86" name="AutoShape 8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87" name="AutoShape 8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09" name="Group 814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2380" name="AutoShape 8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81" name="AutoShape 8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82" name="AutoShape 8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83" name="AutoShape 8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0" name="Group 81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2376" name="AutoShape 8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7" name="AutoShape 8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8" name="AutoShape 8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9" name="AutoShape 8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1" name="Group 824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2372" name="AutoShape 8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3" name="AutoShape 8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4" name="AutoShape 8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5" name="AutoShape 8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2" name="Group 829"/>
          <p:cNvGrpSpPr>
            <a:grpSpLocks/>
          </p:cNvGrpSpPr>
          <p:nvPr/>
        </p:nvGrpSpPr>
        <p:grpSpPr bwMode="auto">
          <a:xfrm rot="-5400000">
            <a:off x="4419600" y="4495800"/>
            <a:ext cx="533400" cy="533400"/>
            <a:chOff x="1104" y="1632"/>
            <a:chExt cx="336" cy="336"/>
          </a:xfrm>
        </p:grpSpPr>
        <p:sp>
          <p:nvSpPr>
            <p:cNvPr id="22368" name="AutoShape 8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69" name="AutoShape 8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0" name="AutoShape 8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71" name="AutoShape 8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3" name="Group 834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2364" name="AutoShape 8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65" name="AutoShape 8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66" name="AutoShape 8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67" name="AutoShape 8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4" name="Group 83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2360" name="AutoShape 8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61" name="AutoShape 8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62" name="AutoShape 8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63" name="AutoShape 8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5" name="Group 844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2356" name="AutoShape 8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7" name="AutoShape 8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8" name="AutoShape 8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9" name="AutoShape 8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6" name="Group 849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2352" name="AutoShape 8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3" name="AutoShape 8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4" name="AutoShape 8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5" name="AutoShape 8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7" name="Group 854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2348" name="AutoShape 8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49" name="AutoShape 8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0" name="AutoShape 8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51" name="AutoShape 8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8" name="Group 859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2344" name="AutoShape 8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45" name="AutoShape 8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46" name="AutoShape 8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47" name="AutoShape 8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19" name="Group 864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2340" name="AutoShape 8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41" name="AutoShape 8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42" name="AutoShape 8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43" name="AutoShape 8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0" name="Group 86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2336" name="AutoShape 8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7" name="AutoShape 8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8" name="AutoShape 8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9" name="AutoShape 8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1" name="Group 874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2332" name="AutoShape 8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3" name="AutoShape 8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4" name="AutoShape 8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5" name="AutoShape 8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2" name="Group 879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2328" name="AutoShape 8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29" name="AutoShape 8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0" name="AutoShape 8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31" name="AutoShape 8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3" name="Group 884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2324" name="AutoShape 8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25" name="AutoShape 8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26" name="AutoShape 8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27" name="AutoShape 8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4" name="Group 889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2320" name="AutoShape 8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21" name="AutoShape 8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22" name="AutoShape 8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23" name="AutoShape 8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5" name="Group 894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2316" name="AutoShape 8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7" name="AutoShape 8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8" name="AutoShape 8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9" name="AutoShape 8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6" name="Group 899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2312" name="AutoShape 9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3" name="AutoShape 9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4" name="AutoShape 9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5" name="AutoShape 9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7" name="Group 904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2308" name="AutoShape 9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09" name="AutoShape 9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0" name="AutoShape 9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11" name="AutoShape 9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8" name="Group 909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2304" name="AutoShape 9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05" name="AutoShape 9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06" name="AutoShape 9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07" name="AutoShape 9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29" name="Group 914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2300" name="AutoShape 9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01" name="AutoShape 9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02" name="AutoShape 9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303" name="AutoShape 9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30" name="Group 919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2296" name="AutoShape 9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7" name="AutoShape 9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8" name="AutoShape 9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9" name="AutoShape 9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31" name="Group 924"/>
          <p:cNvGrpSpPr>
            <a:grpSpLocks/>
          </p:cNvGrpSpPr>
          <p:nvPr/>
        </p:nvGrpSpPr>
        <p:grpSpPr bwMode="auto">
          <a:xfrm rot="-5400000">
            <a:off x="4800600" y="3505200"/>
            <a:ext cx="533400" cy="533400"/>
            <a:chOff x="1104" y="1632"/>
            <a:chExt cx="336" cy="336"/>
          </a:xfrm>
        </p:grpSpPr>
        <p:sp>
          <p:nvSpPr>
            <p:cNvPr id="22292" name="AutoShape 9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3" name="AutoShape 9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4" name="AutoShape 9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5" name="AutoShape 9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32" name="Group 929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2288" name="AutoShape 9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89" name="AutoShape 9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0" name="AutoShape 9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91" name="AutoShape 9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33" name="Group 934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2284" name="AutoShape 9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85" name="AutoShape 9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86" name="AutoShape 9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87" name="AutoShape 9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34" name="Group 939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2280" name="AutoShape 9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81" name="AutoShape 9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82" name="AutoShape 9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83" name="AutoShape 9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2035" name="Oval 944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2036" name="Oval 945"/>
          <p:cNvSpPr>
            <a:spLocks noChangeArrowheads="1"/>
          </p:cNvSpPr>
          <p:nvPr/>
        </p:nvSpPr>
        <p:spPr bwMode="auto">
          <a:xfrm>
            <a:off x="6324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2037" name="Oval 946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2038" name="Oval 947"/>
          <p:cNvSpPr>
            <a:spLocks noChangeArrowheads="1"/>
          </p:cNvSpPr>
          <p:nvPr/>
        </p:nvSpPr>
        <p:spPr bwMode="auto">
          <a:xfrm>
            <a:off x="6324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2039" name="Oval 948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2040" name="Oval 949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2041" name="Oval 950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2042" name="Oval 951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2043" name="Group 952"/>
          <p:cNvGrpSpPr>
            <a:grpSpLocks/>
          </p:cNvGrpSpPr>
          <p:nvPr/>
        </p:nvGrpSpPr>
        <p:grpSpPr bwMode="auto">
          <a:xfrm>
            <a:off x="4724400" y="3657600"/>
            <a:ext cx="533400" cy="533400"/>
            <a:chOff x="1104" y="1632"/>
            <a:chExt cx="336" cy="336"/>
          </a:xfrm>
        </p:grpSpPr>
        <p:sp>
          <p:nvSpPr>
            <p:cNvPr id="22276" name="AutoShape 9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7" name="AutoShape 9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8" name="AutoShape 9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9" name="AutoShape 9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44" name="Group 957"/>
          <p:cNvGrpSpPr>
            <a:grpSpLocks/>
          </p:cNvGrpSpPr>
          <p:nvPr/>
        </p:nvGrpSpPr>
        <p:grpSpPr bwMode="auto">
          <a:xfrm rot="-5400000">
            <a:off x="4953000" y="3657600"/>
            <a:ext cx="533400" cy="533400"/>
            <a:chOff x="1104" y="1632"/>
            <a:chExt cx="336" cy="336"/>
          </a:xfrm>
        </p:grpSpPr>
        <p:sp>
          <p:nvSpPr>
            <p:cNvPr id="22272" name="AutoShape 9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3" name="AutoShape 9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4" name="AutoShape 9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5" name="AutoShape 9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45" name="Group 962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2268" name="AutoShape 9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69" name="AutoShape 9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0" name="AutoShape 9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71" name="AutoShape 9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46" name="Group 967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2264" name="AutoShape 9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65" name="AutoShape 9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66" name="AutoShape 9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67" name="AutoShape 9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47" name="Group 972"/>
          <p:cNvGrpSpPr>
            <a:grpSpLocks/>
          </p:cNvGrpSpPr>
          <p:nvPr/>
        </p:nvGrpSpPr>
        <p:grpSpPr bwMode="auto">
          <a:xfrm>
            <a:off x="4724400" y="3886200"/>
            <a:ext cx="533400" cy="533400"/>
            <a:chOff x="1104" y="1632"/>
            <a:chExt cx="336" cy="336"/>
          </a:xfrm>
        </p:grpSpPr>
        <p:sp>
          <p:nvSpPr>
            <p:cNvPr id="22260" name="AutoShape 9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61" name="AutoShape 9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62" name="AutoShape 9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63" name="AutoShape 9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48" name="Group 977"/>
          <p:cNvGrpSpPr>
            <a:grpSpLocks/>
          </p:cNvGrpSpPr>
          <p:nvPr/>
        </p:nvGrpSpPr>
        <p:grpSpPr bwMode="auto">
          <a:xfrm rot="-5400000">
            <a:off x="4724400" y="4038600"/>
            <a:ext cx="533400" cy="533400"/>
            <a:chOff x="1104" y="1632"/>
            <a:chExt cx="336" cy="336"/>
          </a:xfrm>
        </p:grpSpPr>
        <p:sp>
          <p:nvSpPr>
            <p:cNvPr id="22256" name="AutoShape 9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7" name="AutoShape 9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8" name="AutoShape 9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9" name="AutoShape 9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49" name="Group 982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2252" name="AutoShape 9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3" name="AutoShape 9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4" name="AutoShape 9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5" name="AutoShape 9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0" name="Group 987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2248" name="AutoShape 9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49" name="AutoShape 9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0" name="AutoShape 9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51" name="AutoShape 9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1" name="Group 992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2244" name="AutoShape 9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45" name="AutoShape 9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46" name="AutoShape 9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47" name="AutoShape 9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2" name="Group 997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2240" name="AutoShape 9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41" name="AutoShape 9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42" name="AutoShape 10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43" name="AutoShape 10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3" name="Group 1002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2236" name="AutoShape 10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7" name="AutoShape 10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8" name="AutoShape 10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9" name="AutoShape 10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4" name="Group 1007"/>
          <p:cNvGrpSpPr>
            <a:grpSpLocks/>
          </p:cNvGrpSpPr>
          <p:nvPr/>
        </p:nvGrpSpPr>
        <p:grpSpPr bwMode="auto">
          <a:xfrm rot="-5400000">
            <a:off x="4876800" y="4191000"/>
            <a:ext cx="533400" cy="533400"/>
            <a:chOff x="1104" y="1632"/>
            <a:chExt cx="336" cy="336"/>
          </a:xfrm>
        </p:grpSpPr>
        <p:sp>
          <p:nvSpPr>
            <p:cNvPr id="22232" name="AutoShape 10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3" name="AutoShape 10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4" name="AutoShape 10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5" name="AutoShape 10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5" name="Group 1012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2228" name="AutoShape 10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29" name="AutoShape 10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0" name="AutoShape 10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31" name="AutoShape 10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6" name="Group 1017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2224" name="AutoShape 10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25" name="AutoShape 10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26" name="AutoShape 10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27" name="AutoShape 10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7" name="Group 1022"/>
          <p:cNvGrpSpPr>
            <a:grpSpLocks/>
          </p:cNvGrpSpPr>
          <p:nvPr/>
        </p:nvGrpSpPr>
        <p:grpSpPr bwMode="auto">
          <a:xfrm rot="-5400000">
            <a:off x="5181600" y="4114800"/>
            <a:ext cx="533400" cy="533400"/>
            <a:chOff x="1104" y="1632"/>
            <a:chExt cx="336" cy="336"/>
          </a:xfrm>
        </p:grpSpPr>
        <p:sp>
          <p:nvSpPr>
            <p:cNvPr id="22220" name="AutoShape 10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21" name="AutoShape 10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22" name="AutoShape 10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23" name="AutoShape 10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8" name="Group 1027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2216" name="AutoShape 10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7" name="AutoShape 10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8" name="AutoShape 10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9" name="AutoShape 10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59" name="Group 1032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2212" name="AutoShape 10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3" name="AutoShape 10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4" name="AutoShape 10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5" name="AutoShape 10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0" name="Group 1037"/>
          <p:cNvGrpSpPr>
            <a:grpSpLocks/>
          </p:cNvGrpSpPr>
          <p:nvPr/>
        </p:nvGrpSpPr>
        <p:grpSpPr bwMode="auto">
          <a:xfrm rot="-5400000">
            <a:off x="4876800" y="4343400"/>
            <a:ext cx="533400" cy="533400"/>
            <a:chOff x="1104" y="1632"/>
            <a:chExt cx="336" cy="336"/>
          </a:xfrm>
        </p:grpSpPr>
        <p:sp>
          <p:nvSpPr>
            <p:cNvPr id="22208" name="AutoShape 10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09" name="AutoShape 10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0" name="AutoShape 10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11" name="AutoShape 10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1" name="Group 1042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2204" name="AutoShape 10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05" name="AutoShape 10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06" name="AutoShape 10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07" name="AutoShape 10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2" name="Group 1047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2200" name="AutoShape 10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01" name="AutoShape 10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02" name="AutoShape 10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203" name="AutoShape 10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3" name="Group 1052"/>
          <p:cNvGrpSpPr>
            <a:grpSpLocks/>
          </p:cNvGrpSpPr>
          <p:nvPr/>
        </p:nvGrpSpPr>
        <p:grpSpPr bwMode="auto">
          <a:xfrm rot="-5400000">
            <a:off x="5334000" y="4267200"/>
            <a:ext cx="533400" cy="533400"/>
            <a:chOff x="1104" y="1632"/>
            <a:chExt cx="336" cy="336"/>
          </a:xfrm>
        </p:grpSpPr>
        <p:sp>
          <p:nvSpPr>
            <p:cNvPr id="22196" name="AutoShape 10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7" name="AutoShape 10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8" name="AutoShape 10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9" name="AutoShape 10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4" name="Group 105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2192" name="AutoShape 10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3" name="AutoShape 10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4" name="AutoShape 10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5" name="AutoShape 10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5" name="Group 1062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2188" name="AutoShape 10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89" name="AutoShape 10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0" name="AutoShape 10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91" name="AutoShape 10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6" name="Group 1067"/>
          <p:cNvGrpSpPr>
            <a:grpSpLocks/>
          </p:cNvGrpSpPr>
          <p:nvPr/>
        </p:nvGrpSpPr>
        <p:grpSpPr bwMode="auto">
          <a:xfrm rot="-5400000">
            <a:off x="5181600" y="4495800"/>
            <a:ext cx="533400" cy="533400"/>
            <a:chOff x="1104" y="1632"/>
            <a:chExt cx="336" cy="336"/>
          </a:xfrm>
        </p:grpSpPr>
        <p:sp>
          <p:nvSpPr>
            <p:cNvPr id="22184" name="AutoShape 10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85" name="AutoShape 10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86" name="AutoShape 10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87" name="AutoShape 10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7" name="Group 1072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2180" name="AutoShape 10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81" name="AutoShape 10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82" name="AutoShape 10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83" name="AutoShape 10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8" name="Group 107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2176" name="AutoShape 10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7" name="AutoShape 10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8" name="AutoShape 10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9" name="AutoShape 10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69" name="Group 1082"/>
          <p:cNvGrpSpPr>
            <a:grpSpLocks/>
          </p:cNvGrpSpPr>
          <p:nvPr/>
        </p:nvGrpSpPr>
        <p:grpSpPr bwMode="auto">
          <a:xfrm rot="-5400000">
            <a:off x="5486400" y="4419600"/>
            <a:ext cx="533400" cy="533400"/>
            <a:chOff x="1104" y="1632"/>
            <a:chExt cx="336" cy="336"/>
          </a:xfrm>
        </p:grpSpPr>
        <p:sp>
          <p:nvSpPr>
            <p:cNvPr id="22172" name="AutoShape 10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3" name="AutoShape 10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4" name="AutoShape 10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5" name="AutoShape 10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0" name="Group 1087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2168" name="AutoShape 10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69" name="AutoShape 10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0" name="AutoShape 10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71" name="AutoShape 10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1" name="Group 1092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2164" name="AutoShape 10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65" name="AutoShape 10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66" name="AutoShape 10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67" name="AutoShape 10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2" name="Group 1097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2160" name="AutoShape 10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61" name="AutoShape 10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62" name="AutoShape 11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63" name="AutoShape 11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3" name="Group 1102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2156" name="AutoShape 11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7" name="AutoShape 11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8" name="AutoShape 11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9" name="AutoShape 11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4" name="Group 110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2152" name="AutoShape 11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3" name="AutoShape 11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4" name="AutoShape 11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5" name="AutoShape 11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5" name="Group 1112"/>
          <p:cNvGrpSpPr>
            <a:grpSpLocks/>
          </p:cNvGrpSpPr>
          <p:nvPr/>
        </p:nvGrpSpPr>
        <p:grpSpPr bwMode="auto">
          <a:xfrm rot="-5400000">
            <a:off x="5562600" y="4267200"/>
            <a:ext cx="533400" cy="533400"/>
            <a:chOff x="1104" y="1632"/>
            <a:chExt cx="336" cy="336"/>
          </a:xfrm>
        </p:grpSpPr>
        <p:sp>
          <p:nvSpPr>
            <p:cNvPr id="22148" name="AutoShape 11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49" name="AutoShape 11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0" name="AutoShape 11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51" name="AutoShape 11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6" name="Group 1117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2144" name="AutoShape 11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45" name="AutoShape 11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46" name="AutoShape 11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47" name="AutoShape 11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7" name="Group 1122"/>
          <p:cNvGrpSpPr>
            <a:grpSpLocks/>
          </p:cNvGrpSpPr>
          <p:nvPr/>
        </p:nvGrpSpPr>
        <p:grpSpPr bwMode="auto">
          <a:xfrm rot="-5400000">
            <a:off x="5638800" y="4572000"/>
            <a:ext cx="533400" cy="533400"/>
            <a:chOff x="1104" y="1632"/>
            <a:chExt cx="336" cy="336"/>
          </a:xfrm>
        </p:grpSpPr>
        <p:sp>
          <p:nvSpPr>
            <p:cNvPr id="22140" name="AutoShape 11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41" name="AutoShape 11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42" name="AutoShape 11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43" name="AutoShape 11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8" name="Group 1127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2136" name="AutoShape 11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7" name="AutoShape 11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8" name="AutoShape 11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9" name="AutoShape 11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79" name="Group 1132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2132" name="AutoShape 11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3" name="AutoShape 11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4" name="AutoShape 11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5" name="AutoShape 11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0" name="Group 1137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2128" name="AutoShape 11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29" name="AutoShape 11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0" name="AutoShape 11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31" name="AutoShape 11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1" name="Group 1142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2124" name="AutoShape 11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25" name="AutoShape 11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26" name="AutoShape 11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27" name="AutoShape 11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2" name="Group 1147"/>
          <p:cNvGrpSpPr>
            <a:grpSpLocks/>
          </p:cNvGrpSpPr>
          <p:nvPr/>
        </p:nvGrpSpPr>
        <p:grpSpPr bwMode="auto">
          <a:xfrm rot="-5400000">
            <a:off x="5638800" y="4419600"/>
            <a:ext cx="533400" cy="533400"/>
            <a:chOff x="1104" y="1632"/>
            <a:chExt cx="336" cy="336"/>
          </a:xfrm>
        </p:grpSpPr>
        <p:sp>
          <p:nvSpPr>
            <p:cNvPr id="22120" name="AutoShape 11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21" name="AutoShape 11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22" name="AutoShape 11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23" name="AutoShape 11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3" name="Group 1152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2116" name="AutoShape 11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7" name="AutoShape 11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8" name="AutoShape 11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9" name="AutoShape 11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4" name="Group 1157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2112" name="AutoShape 11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3" name="AutoShape 11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4" name="AutoShape 11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5" name="AutoShape 11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5" name="Group 1162"/>
          <p:cNvGrpSpPr>
            <a:grpSpLocks/>
          </p:cNvGrpSpPr>
          <p:nvPr/>
        </p:nvGrpSpPr>
        <p:grpSpPr bwMode="auto">
          <a:xfrm rot="-5400000">
            <a:off x="5486400" y="4800600"/>
            <a:ext cx="533400" cy="533400"/>
            <a:chOff x="1104" y="1632"/>
            <a:chExt cx="336" cy="336"/>
          </a:xfrm>
        </p:grpSpPr>
        <p:sp>
          <p:nvSpPr>
            <p:cNvPr id="22108" name="AutoShape 11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09" name="AutoShape 11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0" name="AutoShape 11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11" name="AutoShape 11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6" name="Group 1167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2104" name="AutoShape 11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05" name="AutoShape 11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06" name="AutoShape 11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07" name="AutoShape 11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7" name="Group 1172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2100" name="AutoShape 11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01" name="AutoShape 11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02" name="AutoShape 11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103" name="AutoShape 11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2088" name="Group 1177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2096" name="AutoShape 11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097" name="AutoShape 11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098" name="AutoShape 11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099" name="AutoShape 11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2089" name="Freeform 1184"/>
          <p:cNvSpPr>
            <a:spLocks/>
          </p:cNvSpPr>
          <p:nvPr/>
        </p:nvSpPr>
        <p:spPr bwMode="auto">
          <a:xfrm>
            <a:off x="5400675" y="1920875"/>
            <a:ext cx="2051050" cy="3767138"/>
          </a:xfrm>
          <a:custGeom>
            <a:avLst/>
            <a:gdLst>
              <a:gd name="T0" fmla="*/ 0 w 1292"/>
              <a:gd name="T1" fmla="*/ 0 h 2373"/>
              <a:gd name="T2" fmla="*/ 2147483647 w 1292"/>
              <a:gd name="T3" fmla="*/ 2147483647 h 2373"/>
              <a:gd name="T4" fmla="*/ 2147483647 w 1292"/>
              <a:gd name="T5" fmla="*/ 2147483647 h 2373"/>
              <a:gd name="T6" fmla="*/ 0 60000 65536"/>
              <a:gd name="T7" fmla="*/ 0 60000 65536"/>
              <a:gd name="T8" fmla="*/ 0 60000 65536"/>
              <a:gd name="T9" fmla="*/ 0 w 1292"/>
              <a:gd name="T10" fmla="*/ 0 h 2373"/>
              <a:gd name="T11" fmla="*/ 1292 w 1292"/>
              <a:gd name="T12" fmla="*/ 2373 h 2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2" h="2373">
                <a:moveTo>
                  <a:pt x="0" y="0"/>
                </a:moveTo>
                <a:lnTo>
                  <a:pt x="31" y="1405"/>
                </a:lnTo>
                <a:lnTo>
                  <a:pt x="1292" y="2373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2090" name="Group 1186"/>
          <p:cNvGrpSpPr>
            <a:grpSpLocks/>
          </p:cNvGrpSpPr>
          <p:nvPr/>
        </p:nvGrpSpPr>
        <p:grpSpPr bwMode="auto">
          <a:xfrm flipH="1">
            <a:off x="4800600" y="3276600"/>
            <a:ext cx="533400" cy="533400"/>
            <a:chOff x="1104" y="1632"/>
            <a:chExt cx="336" cy="336"/>
          </a:xfrm>
        </p:grpSpPr>
        <p:sp>
          <p:nvSpPr>
            <p:cNvPr id="22092" name="AutoShape 1187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093" name="AutoShape 1188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094" name="AutoShape 1189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2095" name="AutoShape 1190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2091" name="Text Box 1191"/>
          <p:cNvSpPr txBox="1">
            <a:spLocks noChangeArrowheads="1"/>
          </p:cNvSpPr>
          <p:nvPr/>
        </p:nvSpPr>
        <p:spPr bwMode="auto">
          <a:xfrm>
            <a:off x="8823325" y="6132513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BE1B96-C45A-8947-82EF-ED3DB47C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379B55-F995-41AE-A1A3-69AF66E5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1676400" y="838200"/>
            <a:ext cx="268855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Uso de dos características: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556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 flipV="1">
            <a:off x="2590800" y="1447800"/>
            <a:ext cx="0" cy="487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2286000" y="6096000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559" name="Text Box 8"/>
          <p:cNvSpPr txBox="1">
            <a:spLocks noChangeArrowheads="1"/>
          </p:cNvSpPr>
          <p:nvPr/>
        </p:nvSpPr>
        <p:spPr bwMode="auto">
          <a:xfrm>
            <a:off x="1584325" y="15605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560" name="Oval 9"/>
          <p:cNvSpPr>
            <a:spLocks noChangeArrowheads="1"/>
          </p:cNvSpPr>
          <p:nvPr/>
        </p:nvSpPr>
        <p:spPr bwMode="auto">
          <a:xfrm>
            <a:off x="6400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61" name="Oval 10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62" name="Oval 11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63" name="Oval 12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64" name="Oval 13"/>
          <p:cNvSpPr>
            <a:spLocks noChangeArrowheads="1"/>
          </p:cNvSpPr>
          <p:nvPr/>
        </p:nvSpPr>
        <p:spPr bwMode="auto">
          <a:xfrm>
            <a:off x="6477000" y="228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65" name="Oval 14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66" name="Oval 15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67" name="Oval 16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568" name="Group 17"/>
          <p:cNvGrpSpPr>
            <a:grpSpLocks/>
          </p:cNvGrpSpPr>
          <p:nvPr/>
        </p:nvGrpSpPr>
        <p:grpSpPr bwMode="auto">
          <a:xfrm flipH="1">
            <a:off x="6477000" y="2590800"/>
            <a:ext cx="304800" cy="304800"/>
            <a:chOff x="3696" y="1728"/>
            <a:chExt cx="192" cy="192"/>
          </a:xfrm>
        </p:grpSpPr>
        <p:sp>
          <p:nvSpPr>
            <p:cNvPr id="24736" name="Oval 1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7" name="Oval 1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8" name="Oval 2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9" name="Oval 2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569" name="Oval 22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0" name="Oval 23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1" name="Oval 24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2" name="Oval 25"/>
          <p:cNvSpPr>
            <a:spLocks noChangeArrowheads="1"/>
          </p:cNvSpPr>
          <p:nvPr/>
        </p:nvSpPr>
        <p:spPr bwMode="auto">
          <a:xfrm>
            <a:off x="7010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3" name="Oval 26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4" name="Oval 27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5" name="Oval 28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6" name="Oval 29"/>
          <p:cNvSpPr>
            <a:spLocks noChangeArrowheads="1"/>
          </p:cNvSpPr>
          <p:nvPr/>
        </p:nvSpPr>
        <p:spPr bwMode="auto">
          <a:xfrm>
            <a:off x="7086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577" name="Group 30"/>
          <p:cNvGrpSpPr>
            <a:grpSpLocks/>
          </p:cNvGrpSpPr>
          <p:nvPr/>
        </p:nvGrpSpPr>
        <p:grpSpPr bwMode="auto">
          <a:xfrm flipH="1">
            <a:off x="6629400" y="2743200"/>
            <a:ext cx="304800" cy="304800"/>
            <a:chOff x="3696" y="1728"/>
            <a:chExt cx="192" cy="192"/>
          </a:xfrm>
        </p:grpSpPr>
        <p:sp>
          <p:nvSpPr>
            <p:cNvPr id="24732" name="Oval 3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3" name="Oval 3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4" name="Oval 3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5" name="Oval 3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578" name="Oval 35"/>
          <p:cNvSpPr>
            <a:spLocks noChangeArrowheads="1"/>
          </p:cNvSpPr>
          <p:nvPr/>
        </p:nvSpPr>
        <p:spPr bwMode="auto">
          <a:xfrm>
            <a:off x="67056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79" name="Oval 36"/>
          <p:cNvSpPr>
            <a:spLocks noChangeArrowheads="1"/>
          </p:cNvSpPr>
          <p:nvPr/>
        </p:nvSpPr>
        <p:spPr bwMode="auto">
          <a:xfrm>
            <a:off x="68580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0" name="Oval 37"/>
          <p:cNvSpPr>
            <a:spLocks noChangeArrowheads="1"/>
          </p:cNvSpPr>
          <p:nvPr/>
        </p:nvSpPr>
        <p:spPr bwMode="auto">
          <a:xfrm>
            <a:off x="70104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1" name="Oval 38"/>
          <p:cNvSpPr>
            <a:spLocks noChangeArrowheads="1"/>
          </p:cNvSpPr>
          <p:nvPr/>
        </p:nvSpPr>
        <p:spPr bwMode="auto">
          <a:xfrm>
            <a:off x="7162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2" name="Oval 39"/>
          <p:cNvSpPr>
            <a:spLocks noChangeArrowheads="1"/>
          </p:cNvSpPr>
          <p:nvPr/>
        </p:nvSpPr>
        <p:spPr bwMode="auto">
          <a:xfrm>
            <a:off x="6781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3" name="Oval 40"/>
          <p:cNvSpPr>
            <a:spLocks noChangeArrowheads="1"/>
          </p:cNvSpPr>
          <p:nvPr/>
        </p:nvSpPr>
        <p:spPr bwMode="auto">
          <a:xfrm>
            <a:off x="6934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4" name="Oval 41"/>
          <p:cNvSpPr>
            <a:spLocks noChangeArrowheads="1"/>
          </p:cNvSpPr>
          <p:nvPr/>
        </p:nvSpPr>
        <p:spPr bwMode="auto">
          <a:xfrm>
            <a:off x="7086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5" name="Oval 42"/>
          <p:cNvSpPr>
            <a:spLocks noChangeArrowheads="1"/>
          </p:cNvSpPr>
          <p:nvPr/>
        </p:nvSpPr>
        <p:spPr bwMode="auto">
          <a:xfrm>
            <a:off x="7239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586" name="Group 43"/>
          <p:cNvGrpSpPr>
            <a:grpSpLocks/>
          </p:cNvGrpSpPr>
          <p:nvPr/>
        </p:nvGrpSpPr>
        <p:grpSpPr bwMode="auto">
          <a:xfrm flipH="1">
            <a:off x="6781800" y="2667000"/>
            <a:ext cx="304800" cy="304800"/>
            <a:chOff x="3696" y="1728"/>
            <a:chExt cx="192" cy="192"/>
          </a:xfrm>
        </p:grpSpPr>
        <p:sp>
          <p:nvSpPr>
            <p:cNvPr id="24728" name="Oval 4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29" name="Oval 4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0" name="Oval 4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31" name="Oval 4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587" name="Oval 48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8" name="Oval 49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89" name="Oval 50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0" name="Oval 51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1" name="Oval 52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2" name="Oval 53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593" name="Group 54"/>
          <p:cNvGrpSpPr>
            <a:grpSpLocks/>
          </p:cNvGrpSpPr>
          <p:nvPr/>
        </p:nvGrpSpPr>
        <p:grpSpPr bwMode="auto">
          <a:xfrm flipH="1">
            <a:off x="6248400" y="2895600"/>
            <a:ext cx="304800" cy="304800"/>
            <a:chOff x="3696" y="1728"/>
            <a:chExt cx="192" cy="192"/>
          </a:xfrm>
        </p:grpSpPr>
        <p:sp>
          <p:nvSpPr>
            <p:cNvPr id="24724" name="Oval 5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25" name="Oval 5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26" name="Oval 5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27" name="Oval 5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594" name="Oval 59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5" name="Oval 60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6" name="Oval 61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7" name="Oval 62"/>
          <p:cNvSpPr>
            <a:spLocks noChangeArrowheads="1"/>
          </p:cNvSpPr>
          <p:nvPr/>
        </p:nvSpPr>
        <p:spPr bwMode="auto">
          <a:xfrm>
            <a:off x="6781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8" name="Oval 63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599" name="Oval 64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00" name="Oval 65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01" name="Group 66"/>
          <p:cNvGrpSpPr>
            <a:grpSpLocks/>
          </p:cNvGrpSpPr>
          <p:nvPr/>
        </p:nvGrpSpPr>
        <p:grpSpPr bwMode="auto">
          <a:xfrm flipH="1">
            <a:off x="6400800" y="3048000"/>
            <a:ext cx="304800" cy="304800"/>
            <a:chOff x="3696" y="1728"/>
            <a:chExt cx="192" cy="192"/>
          </a:xfrm>
        </p:grpSpPr>
        <p:sp>
          <p:nvSpPr>
            <p:cNvPr id="24720" name="Oval 6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21" name="Oval 6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22" name="Oval 6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23" name="Oval 7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02" name="Oval 71"/>
          <p:cNvSpPr>
            <a:spLocks noChangeArrowheads="1"/>
          </p:cNvSpPr>
          <p:nvPr/>
        </p:nvSpPr>
        <p:spPr bwMode="auto">
          <a:xfrm>
            <a:off x="64770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03" name="Oval 72"/>
          <p:cNvSpPr>
            <a:spLocks noChangeArrowheads="1"/>
          </p:cNvSpPr>
          <p:nvPr/>
        </p:nvSpPr>
        <p:spPr bwMode="auto">
          <a:xfrm>
            <a:off x="66294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04" name="Oval 73"/>
          <p:cNvSpPr>
            <a:spLocks noChangeArrowheads="1"/>
          </p:cNvSpPr>
          <p:nvPr/>
        </p:nvSpPr>
        <p:spPr bwMode="auto">
          <a:xfrm>
            <a:off x="67818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05" name="Oval 74"/>
          <p:cNvSpPr>
            <a:spLocks noChangeArrowheads="1"/>
          </p:cNvSpPr>
          <p:nvPr/>
        </p:nvSpPr>
        <p:spPr bwMode="auto">
          <a:xfrm>
            <a:off x="6705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06" name="Group 75"/>
          <p:cNvGrpSpPr>
            <a:grpSpLocks/>
          </p:cNvGrpSpPr>
          <p:nvPr/>
        </p:nvGrpSpPr>
        <p:grpSpPr bwMode="auto">
          <a:xfrm flipH="1">
            <a:off x="6553200" y="2971800"/>
            <a:ext cx="304800" cy="304800"/>
            <a:chOff x="3696" y="1728"/>
            <a:chExt cx="192" cy="192"/>
          </a:xfrm>
        </p:grpSpPr>
        <p:sp>
          <p:nvSpPr>
            <p:cNvPr id="24716" name="Oval 7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7" name="Oval 7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8" name="Oval 7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9" name="Oval 7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07" name="Oval 80"/>
          <p:cNvSpPr>
            <a:spLocks noChangeArrowheads="1"/>
          </p:cNvSpPr>
          <p:nvPr/>
        </p:nvSpPr>
        <p:spPr bwMode="auto">
          <a:xfrm>
            <a:off x="6858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08" name="Oval 81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09" name="Oval 82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0" name="Oval 83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1" name="Oval 84"/>
          <p:cNvSpPr>
            <a:spLocks noChangeArrowheads="1"/>
          </p:cNvSpPr>
          <p:nvPr/>
        </p:nvSpPr>
        <p:spPr bwMode="auto">
          <a:xfrm>
            <a:off x="69342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2" name="Oval 85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3" name="Oval 86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4" name="Oval 87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15" name="Group 88"/>
          <p:cNvGrpSpPr>
            <a:grpSpLocks/>
          </p:cNvGrpSpPr>
          <p:nvPr/>
        </p:nvGrpSpPr>
        <p:grpSpPr bwMode="auto">
          <a:xfrm flipH="1">
            <a:off x="6934200" y="3124200"/>
            <a:ext cx="304800" cy="304800"/>
            <a:chOff x="3696" y="1728"/>
            <a:chExt cx="192" cy="192"/>
          </a:xfrm>
        </p:grpSpPr>
        <p:sp>
          <p:nvSpPr>
            <p:cNvPr id="24712" name="Oval 8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3" name="Oval 9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4" name="Oval 9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5" name="Oval 9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16" name="Oval 93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7" name="Oval 94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8" name="Oval 95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19" name="Oval 96"/>
          <p:cNvSpPr>
            <a:spLocks noChangeArrowheads="1"/>
          </p:cNvSpPr>
          <p:nvPr/>
        </p:nvSpPr>
        <p:spPr bwMode="auto">
          <a:xfrm>
            <a:off x="7467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0" name="Oval 97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1" name="Oval 98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2" name="Oval 99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3" name="Oval 100"/>
          <p:cNvSpPr>
            <a:spLocks noChangeArrowheads="1"/>
          </p:cNvSpPr>
          <p:nvPr/>
        </p:nvSpPr>
        <p:spPr bwMode="auto">
          <a:xfrm>
            <a:off x="7543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24" name="Group 101"/>
          <p:cNvGrpSpPr>
            <a:grpSpLocks/>
          </p:cNvGrpSpPr>
          <p:nvPr/>
        </p:nvGrpSpPr>
        <p:grpSpPr bwMode="auto">
          <a:xfrm flipH="1">
            <a:off x="7086600" y="3276600"/>
            <a:ext cx="304800" cy="304800"/>
            <a:chOff x="3696" y="1728"/>
            <a:chExt cx="192" cy="192"/>
          </a:xfrm>
        </p:grpSpPr>
        <p:sp>
          <p:nvSpPr>
            <p:cNvPr id="24708" name="Oval 10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09" name="Oval 10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0" name="Oval 10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11" name="Oval 10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25" name="Oval 106"/>
          <p:cNvSpPr>
            <a:spLocks noChangeArrowheads="1"/>
          </p:cNvSpPr>
          <p:nvPr/>
        </p:nvSpPr>
        <p:spPr bwMode="auto">
          <a:xfrm>
            <a:off x="71628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6" name="Oval 107"/>
          <p:cNvSpPr>
            <a:spLocks noChangeArrowheads="1"/>
          </p:cNvSpPr>
          <p:nvPr/>
        </p:nvSpPr>
        <p:spPr bwMode="auto">
          <a:xfrm>
            <a:off x="7315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7" name="Oval 108"/>
          <p:cNvSpPr>
            <a:spLocks noChangeArrowheads="1"/>
          </p:cNvSpPr>
          <p:nvPr/>
        </p:nvSpPr>
        <p:spPr bwMode="auto">
          <a:xfrm>
            <a:off x="7467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8" name="Oval 109"/>
          <p:cNvSpPr>
            <a:spLocks noChangeArrowheads="1"/>
          </p:cNvSpPr>
          <p:nvPr/>
        </p:nvSpPr>
        <p:spPr bwMode="auto">
          <a:xfrm>
            <a:off x="7620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29" name="Oval 110"/>
          <p:cNvSpPr>
            <a:spLocks noChangeArrowheads="1"/>
          </p:cNvSpPr>
          <p:nvPr/>
        </p:nvSpPr>
        <p:spPr bwMode="auto">
          <a:xfrm>
            <a:off x="7239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0" name="Oval 111"/>
          <p:cNvSpPr>
            <a:spLocks noChangeArrowheads="1"/>
          </p:cNvSpPr>
          <p:nvPr/>
        </p:nvSpPr>
        <p:spPr bwMode="auto">
          <a:xfrm>
            <a:off x="7391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1" name="Oval 112"/>
          <p:cNvSpPr>
            <a:spLocks noChangeArrowheads="1"/>
          </p:cNvSpPr>
          <p:nvPr/>
        </p:nvSpPr>
        <p:spPr bwMode="auto">
          <a:xfrm>
            <a:off x="7543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2" name="Oval 113"/>
          <p:cNvSpPr>
            <a:spLocks noChangeArrowheads="1"/>
          </p:cNvSpPr>
          <p:nvPr/>
        </p:nvSpPr>
        <p:spPr bwMode="auto">
          <a:xfrm>
            <a:off x="7696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33" name="Group 114"/>
          <p:cNvGrpSpPr>
            <a:grpSpLocks/>
          </p:cNvGrpSpPr>
          <p:nvPr/>
        </p:nvGrpSpPr>
        <p:grpSpPr bwMode="auto">
          <a:xfrm flipH="1">
            <a:off x="7239000" y="3200400"/>
            <a:ext cx="304800" cy="304800"/>
            <a:chOff x="3696" y="1728"/>
            <a:chExt cx="192" cy="192"/>
          </a:xfrm>
        </p:grpSpPr>
        <p:sp>
          <p:nvSpPr>
            <p:cNvPr id="24704" name="Oval 11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05" name="Oval 11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06" name="Oval 11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07" name="Oval 11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34" name="Oval 119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5" name="Oval 120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6" name="Oval 121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7" name="Oval 122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8" name="Oval 123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39" name="Oval 124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40" name="Group 125"/>
          <p:cNvGrpSpPr>
            <a:grpSpLocks/>
          </p:cNvGrpSpPr>
          <p:nvPr/>
        </p:nvGrpSpPr>
        <p:grpSpPr bwMode="auto">
          <a:xfrm flipH="1">
            <a:off x="6705600" y="3429000"/>
            <a:ext cx="304800" cy="304800"/>
            <a:chOff x="3696" y="1728"/>
            <a:chExt cx="192" cy="192"/>
          </a:xfrm>
        </p:grpSpPr>
        <p:sp>
          <p:nvSpPr>
            <p:cNvPr id="24700" name="Oval 12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01" name="Oval 12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02" name="Oval 12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703" name="Oval 12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41" name="Oval 130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42" name="Oval 131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43" name="Oval 132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44" name="Oval 133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45" name="Oval 134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46" name="Oval 135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47" name="Oval 136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48" name="Group 137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4696" name="Oval 13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7" name="Oval 13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8" name="Oval 14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9" name="Oval 14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49" name="Oval 142"/>
          <p:cNvSpPr>
            <a:spLocks noChangeArrowheads="1"/>
          </p:cNvSpPr>
          <p:nvPr/>
        </p:nvSpPr>
        <p:spPr bwMode="auto">
          <a:xfrm>
            <a:off x="6934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0" name="Oval 143"/>
          <p:cNvSpPr>
            <a:spLocks noChangeArrowheads="1"/>
          </p:cNvSpPr>
          <p:nvPr/>
        </p:nvSpPr>
        <p:spPr bwMode="auto">
          <a:xfrm>
            <a:off x="7086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1" name="Oval 144"/>
          <p:cNvSpPr>
            <a:spLocks noChangeArrowheads="1"/>
          </p:cNvSpPr>
          <p:nvPr/>
        </p:nvSpPr>
        <p:spPr bwMode="auto">
          <a:xfrm>
            <a:off x="7239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2" name="Oval 145"/>
          <p:cNvSpPr>
            <a:spLocks noChangeArrowheads="1"/>
          </p:cNvSpPr>
          <p:nvPr/>
        </p:nvSpPr>
        <p:spPr bwMode="auto">
          <a:xfrm>
            <a:off x="7162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53" name="Group 146"/>
          <p:cNvGrpSpPr>
            <a:grpSpLocks/>
          </p:cNvGrpSpPr>
          <p:nvPr/>
        </p:nvGrpSpPr>
        <p:grpSpPr bwMode="auto">
          <a:xfrm flipH="1">
            <a:off x="7010400" y="3505200"/>
            <a:ext cx="304800" cy="304800"/>
            <a:chOff x="3696" y="1728"/>
            <a:chExt cx="192" cy="192"/>
          </a:xfrm>
        </p:grpSpPr>
        <p:sp>
          <p:nvSpPr>
            <p:cNvPr id="24692" name="Oval 14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3" name="Oval 14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4" name="Oval 14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5" name="Oval 15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54" name="Oval 151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5" name="Oval 152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6" name="Oval 153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7" name="Oval 154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8" name="Oval 155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59" name="Oval 156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0" name="Oval 157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1" name="Oval 158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2" name="Oval 159"/>
          <p:cNvSpPr>
            <a:spLocks noChangeArrowheads="1"/>
          </p:cNvSpPr>
          <p:nvPr/>
        </p:nvSpPr>
        <p:spPr bwMode="auto">
          <a:xfrm>
            <a:off x="6400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3" name="Oval 160"/>
          <p:cNvSpPr>
            <a:spLocks noChangeArrowheads="1"/>
          </p:cNvSpPr>
          <p:nvPr/>
        </p:nvSpPr>
        <p:spPr bwMode="auto">
          <a:xfrm>
            <a:off x="65532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4" name="Oval 161"/>
          <p:cNvSpPr>
            <a:spLocks noChangeArrowheads="1"/>
          </p:cNvSpPr>
          <p:nvPr/>
        </p:nvSpPr>
        <p:spPr bwMode="auto">
          <a:xfrm>
            <a:off x="6477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5" name="Oval 162"/>
          <p:cNvSpPr>
            <a:spLocks noChangeArrowheads="1"/>
          </p:cNvSpPr>
          <p:nvPr/>
        </p:nvSpPr>
        <p:spPr bwMode="auto">
          <a:xfrm>
            <a:off x="6629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66" name="Group 163"/>
          <p:cNvGrpSpPr>
            <a:grpSpLocks/>
          </p:cNvGrpSpPr>
          <p:nvPr/>
        </p:nvGrpSpPr>
        <p:grpSpPr bwMode="auto">
          <a:xfrm flipH="1">
            <a:off x="6172200" y="2819400"/>
            <a:ext cx="304800" cy="304800"/>
            <a:chOff x="3696" y="1728"/>
            <a:chExt cx="192" cy="192"/>
          </a:xfrm>
        </p:grpSpPr>
        <p:sp>
          <p:nvSpPr>
            <p:cNvPr id="24688" name="Oval 16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89" name="Oval 16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0" name="Oval 16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91" name="Oval 16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67" name="Oval 168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8" name="Oval 169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69" name="Oval 170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0" name="Oval 171"/>
          <p:cNvSpPr>
            <a:spLocks noChangeArrowheads="1"/>
          </p:cNvSpPr>
          <p:nvPr/>
        </p:nvSpPr>
        <p:spPr bwMode="auto">
          <a:xfrm>
            <a:off x="6172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1" name="Oval 172"/>
          <p:cNvSpPr>
            <a:spLocks noChangeArrowheads="1"/>
          </p:cNvSpPr>
          <p:nvPr/>
        </p:nvSpPr>
        <p:spPr bwMode="auto">
          <a:xfrm>
            <a:off x="6096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2" name="Oval 173"/>
          <p:cNvSpPr>
            <a:spLocks noChangeArrowheads="1"/>
          </p:cNvSpPr>
          <p:nvPr/>
        </p:nvSpPr>
        <p:spPr bwMode="auto">
          <a:xfrm>
            <a:off x="6248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3" name="Oval 174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4" name="Oval 175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5" name="Oval 176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6" name="Oval 177"/>
          <p:cNvSpPr>
            <a:spLocks noChangeArrowheads="1"/>
          </p:cNvSpPr>
          <p:nvPr/>
        </p:nvSpPr>
        <p:spPr bwMode="auto">
          <a:xfrm>
            <a:off x="6324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7" name="Oval 178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8" name="Oval 179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79" name="Oval 180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80" name="Group 181"/>
          <p:cNvGrpSpPr>
            <a:grpSpLocks/>
          </p:cNvGrpSpPr>
          <p:nvPr/>
        </p:nvGrpSpPr>
        <p:grpSpPr bwMode="auto">
          <a:xfrm flipH="1">
            <a:off x="6324600" y="3276600"/>
            <a:ext cx="304800" cy="304800"/>
            <a:chOff x="3696" y="1728"/>
            <a:chExt cx="192" cy="192"/>
          </a:xfrm>
        </p:grpSpPr>
        <p:sp>
          <p:nvSpPr>
            <p:cNvPr id="24684" name="Oval 18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85" name="Oval 18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86" name="Oval 18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87" name="Oval 18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81" name="Oval 186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82" name="Oval 187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83" name="Oval 188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84" name="Oval 189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85" name="Oval 190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86" name="Oval 191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87" name="Oval 192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88" name="Oval 193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89" name="Group 194"/>
          <p:cNvGrpSpPr>
            <a:grpSpLocks/>
          </p:cNvGrpSpPr>
          <p:nvPr/>
        </p:nvGrpSpPr>
        <p:grpSpPr bwMode="auto">
          <a:xfrm flipH="1">
            <a:off x="6477000" y="3429000"/>
            <a:ext cx="304800" cy="304800"/>
            <a:chOff x="3696" y="1728"/>
            <a:chExt cx="192" cy="192"/>
          </a:xfrm>
        </p:grpSpPr>
        <p:sp>
          <p:nvSpPr>
            <p:cNvPr id="24680" name="Oval 19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81" name="Oval 19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82" name="Oval 19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83" name="Oval 19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90" name="Oval 199"/>
          <p:cNvSpPr>
            <a:spLocks noChangeArrowheads="1"/>
          </p:cNvSpPr>
          <p:nvPr/>
        </p:nvSpPr>
        <p:spPr bwMode="auto">
          <a:xfrm>
            <a:off x="6553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91" name="Oval 200"/>
          <p:cNvSpPr>
            <a:spLocks noChangeArrowheads="1"/>
          </p:cNvSpPr>
          <p:nvPr/>
        </p:nvSpPr>
        <p:spPr bwMode="auto">
          <a:xfrm>
            <a:off x="6705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92" name="Oval 201"/>
          <p:cNvSpPr>
            <a:spLocks noChangeArrowheads="1"/>
          </p:cNvSpPr>
          <p:nvPr/>
        </p:nvSpPr>
        <p:spPr bwMode="auto">
          <a:xfrm>
            <a:off x="6858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93" name="Oval 202"/>
          <p:cNvSpPr>
            <a:spLocks noChangeArrowheads="1"/>
          </p:cNvSpPr>
          <p:nvPr/>
        </p:nvSpPr>
        <p:spPr bwMode="auto">
          <a:xfrm>
            <a:off x="7010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94" name="Oval 203"/>
          <p:cNvSpPr>
            <a:spLocks noChangeArrowheads="1"/>
          </p:cNvSpPr>
          <p:nvPr/>
        </p:nvSpPr>
        <p:spPr bwMode="auto">
          <a:xfrm>
            <a:off x="6629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95" name="Oval 204"/>
          <p:cNvSpPr>
            <a:spLocks noChangeArrowheads="1"/>
          </p:cNvSpPr>
          <p:nvPr/>
        </p:nvSpPr>
        <p:spPr bwMode="auto">
          <a:xfrm>
            <a:off x="6781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96" name="Oval 205"/>
          <p:cNvSpPr>
            <a:spLocks noChangeArrowheads="1"/>
          </p:cNvSpPr>
          <p:nvPr/>
        </p:nvSpPr>
        <p:spPr bwMode="auto">
          <a:xfrm>
            <a:off x="6934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697" name="Oval 206"/>
          <p:cNvSpPr>
            <a:spLocks noChangeArrowheads="1"/>
          </p:cNvSpPr>
          <p:nvPr/>
        </p:nvSpPr>
        <p:spPr bwMode="auto">
          <a:xfrm>
            <a:off x="7086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698" name="Group 207"/>
          <p:cNvGrpSpPr>
            <a:grpSpLocks/>
          </p:cNvGrpSpPr>
          <p:nvPr/>
        </p:nvGrpSpPr>
        <p:grpSpPr bwMode="auto">
          <a:xfrm flipH="1">
            <a:off x="6629400" y="3352800"/>
            <a:ext cx="304800" cy="304800"/>
            <a:chOff x="3696" y="1728"/>
            <a:chExt cx="192" cy="192"/>
          </a:xfrm>
        </p:grpSpPr>
        <p:sp>
          <p:nvSpPr>
            <p:cNvPr id="24676" name="Oval 20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7" name="Oval 20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8" name="Oval 21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9" name="Oval 21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699" name="Oval 212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0" name="Oval 213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1" name="Oval 214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2" name="Oval 215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3" name="Oval 216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4" name="Oval 217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05" name="Group 218"/>
          <p:cNvGrpSpPr>
            <a:grpSpLocks/>
          </p:cNvGrpSpPr>
          <p:nvPr/>
        </p:nvGrpSpPr>
        <p:grpSpPr bwMode="auto">
          <a:xfrm flipH="1">
            <a:off x="6096000" y="3581400"/>
            <a:ext cx="304800" cy="304800"/>
            <a:chOff x="3696" y="1728"/>
            <a:chExt cx="192" cy="192"/>
          </a:xfrm>
        </p:grpSpPr>
        <p:sp>
          <p:nvSpPr>
            <p:cNvPr id="24672" name="Oval 21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3" name="Oval 22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4" name="Oval 22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5" name="Oval 22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06" name="Oval 223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7" name="Oval 224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8" name="Oval 225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09" name="Oval 226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10" name="Oval 227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11" name="Oval 228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12" name="Oval 229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13" name="Group 230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4668" name="Oval 23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69" name="Oval 23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0" name="Oval 23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71" name="Oval 23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14" name="Oval 235"/>
          <p:cNvSpPr>
            <a:spLocks noChangeArrowheads="1"/>
          </p:cNvSpPr>
          <p:nvPr/>
        </p:nvSpPr>
        <p:spPr bwMode="auto">
          <a:xfrm>
            <a:off x="6324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15" name="Oval 236"/>
          <p:cNvSpPr>
            <a:spLocks noChangeArrowheads="1"/>
          </p:cNvSpPr>
          <p:nvPr/>
        </p:nvSpPr>
        <p:spPr bwMode="auto">
          <a:xfrm>
            <a:off x="6477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16" name="Oval 237"/>
          <p:cNvSpPr>
            <a:spLocks noChangeArrowheads="1"/>
          </p:cNvSpPr>
          <p:nvPr/>
        </p:nvSpPr>
        <p:spPr bwMode="auto">
          <a:xfrm>
            <a:off x="6629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17" name="Oval 238"/>
          <p:cNvSpPr>
            <a:spLocks noChangeArrowheads="1"/>
          </p:cNvSpPr>
          <p:nvPr/>
        </p:nvSpPr>
        <p:spPr bwMode="auto">
          <a:xfrm>
            <a:off x="6553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18" name="Group 239"/>
          <p:cNvGrpSpPr>
            <a:grpSpLocks/>
          </p:cNvGrpSpPr>
          <p:nvPr/>
        </p:nvGrpSpPr>
        <p:grpSpPr bwMode="auto">
          <a:xfrm flipH="1">
            <a:off x="6400800" y="3657600"/>
            <a:ext cx="304800" cy="304800"/>
            <a:chOff x="3696" y="1728"/>
            <a:chExt cx="192" cy="192"/>
          </a:xfrm>
        </p:grpSpPr>
        <p:sp>
          <p:nvSpPr>
            <p:cNvPr id="24664" name="Oval 24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65" name="Oval 24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66" name="Oval 24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67" name="Oval 24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19" name="Oval 244"/>
          <p:cNvSpPr>
            <a:spLocks noChangeArrowheads="1"/>
          </p:cNvSpPr>
          <p:nvPr/>
        </p:nvSpPr>
        <p:spPr bwMode="auto">
          <a:xfrm>
            <a:off x="5791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0" name="Oval 245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1" name="Oval 246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2" name="Oval 247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3" name="Oval 248"/>
          <p:cNvSpPr>
            <a:spLocks noChangeArrowheads="1"/>
          </p:cNvSpPr>
          <p:nvPr/>
        </p:nvSpPr>
        <p:spPr bwMode="auto">
          <a:xfrm>
            <a:off x="58674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4" name="Oval 249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5" name="Oval 250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6" name="Oval 251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27" name="Group 252"/>
          <p:cNvGrpSpPr>
            <a:grpSpLocks/>
          </p:cNvGrpSpPr>
          <p:nvPr/>
        </p:nvGrpSpPr>
        <p:grpSpPr bwMode="auto">
          <a:xfrm flipH="1">
            <a:off x="5867400" y="2971800"/>
            <a:ext cx="304800" cy="304800"/>
            <a:chOff x="3696" y="1728"/>
            <a:chExt cx="192" cy="192"/>
          </a:xfrm>
        </p:grpSpPr>
        <p:sp>
          <p:nvSpPr>
            <p:cNvPr id="24660" name="Oval 25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61" name="Oval 25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62" name="Oval 25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63" name="Oval 25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28" name="Oval 257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29" name="Oval 258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0" name="Oval 259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1" name="Oval 260"/>
          <p:cNvSpPr>
            <a:spLocks noChangeArrowheads="1"/>
          </p:cNvSpPr>
          <p:nvPr/>
        </p:nvSpPr>
        <p:spPr bwMode="auto">
          <a:xfrm>
            <a:off x="6400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2" name="Oval 261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3" name="Oval 262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4" name="Oval 263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5" name="Oval 264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36" name="Group 265"/>
          <p:cNvGrpSpPr>
            <a:grpSpLocks/>
          </p:cNvGrpSpPr>
          <p:nvPr/>
        </p:nvGrpSpPr>
        <p:grpSpPr bwMode="auto">
          <a:xfrm flipH="1">
            <a:off x="6019800" y="3124200"/>
            <a:ext cx="304800" cy="304800"/>
            <a:chOff x="3696" y="1728"/>
            <a:chExt cx="192" cy="192"/>
          </a:xfrm>
        </p:grpSpPr>
        <p:sp>
          <p:nvSpPr>
            <p:cNvPr id="24656" name="Oval 2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7" name="Oval 2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8" name="Oval 2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9" name="Oval 2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37" name="Oval 270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8" name="Oval 271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39" name="Oval 272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0" name="Oval 273"/>
          <p:cNvSpPr>
            <a:spLocks noChangeArrowheads="1"/>
          </p:cNvSpPr>
          <p:nvPr/>
        </p:nvSpPr>
        <p:spPr bwMode="auto">
          <a:xfrm>
            <a:off x="6553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1" name="Oval 274"/>
          <p:cNvSpPr>
            <a:spLocks noChangeArrowheads="1"/>
          </p:cNvSpPr>
          <p:nvPr/>
        </p:nvSpPr>
        <p:spPr bwMode="auto">
          <a:xfrm>
            <a:off x="6172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2" name="Oval 275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3" name="Oval 276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4" name="Oval 277"/>
          <p:cNvSpPr>
            <a:spLocks noChangeArrowheads="1"/>
          </p:cNvSpPr>
          <p:nvPr/>
        </p:nvSpPr>
        <p:spPr bwMode="auto">
          <a:xfrm>
            <a:off x="6629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45" name="Group 278"/>
          <p:cNvGrpSpPr>
            <a:grpSpLocks/>
          </p:cNvGrpSpPr>
          <p:nvPr/>
        </p:nvGrpSpPr>
        <p:grpSpPr bwMode="auto">
          <a:xfrm flipH="1">
            <a:off x="6172200" y="3048000"/>
            <a:ext cx="304800" cy="304800"/>
            <a:chOff x="3696" y="1728"/>
            <a:chExt cx="192" cy="192"/>
          </a:xfrm>
        </p:grpSpPr>
        <p:sp>
          <p:nvSpPr>
            <p:cNvPr id="24652" name="Oval 27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3" name="Oval 28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4" name="Oval 28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5" name="Oval 28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46" name="Oval 283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7" name="Oval 284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8" name="Oval 285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49" name="Oval 286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0" name="Oval 287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1" name="Oval 288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52" name="Group 289"/>
          <p:cNvGrpSpPr>
            <a:grpSpLocks/>
          </p:cNvGrpSpPr>
          <p:nvPr/>
        </p:nvGrpSpPr>
        <p:grpSpPr bwMode="auto">
          <a:xfrm flipH="1">
            <a:off x="5638800" y="3276600"/>
            <a:ext cx="304800" cy="304800"/>
            <a:chOff x="3696" y="1728"/>
            <a:chExt cx="192" cy="192"/>
          </a:xfrm>
        </p:grpSpPr>
        <p:sp>
          <p:nvSpPr>
            <p:cNvPr id="24648" name="Oval 29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49" name="Oval 29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0" name="Oval 29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51" name="Oval 29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53" name="Oval 294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4" name="Oval 295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5" name="Oval 296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6" name="Oval 297"/>
          <p:cNvSpPr>
            <a:spLocks noChangeArrowheads="1"/>
          </p:cNvSpPr>
          <p:nvPr/>
        </p:nvSpPr>
        <p:spPr bwMode="auto">
          <a:xfrm>
            <a:off x="6172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7" name="Oval 298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8" name="Oval 299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59" name="Oval 300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60" name="Group 301"/>
          <p:cNvGrpSpPr>
            <a:grpSpLocks/>
          </p:cNvGrpSpPr>
          <p:nvPr/>
        </p:nvGrpSpPr>
        <p:grpSpPr bwMode="auto">
          <a:xfrm flipH="1">
            <a:off x="5791200" y="3429000"/>
            <a:ext cx="304800" cy="304800"/>
            <a:chOff x="3696" y="1728"/>
            <a:chExt cx="192" cy="192"/>
          </a:xfrm>
        </p:grpSpPr>
        <p:sp>
          <p:nvSpPr>
            <p:cNvPr id="24644" name="Oval 30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45" name="Oval 30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46" name="Oval 30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47" name="Oval 30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61" name="Oval 306"/>
          <p:cNvSpPr>
            <a:spLocks noChangeArrowheads="1"/>
          </p:cNvSpPr>
          <p:nvPr/>
        </p:nvSpPr>
        <p:spPr bwMode="auto">
          <a:xfrm>
            <a:off x="5867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62" name="Oval 307"/>
          <p:cNvSpPr>
            <a:spLocks noChangeArrowheads="1"/>
          </p:cNvSpPr>
          <p:nvPr/>
        </p:nvSpPr>
        <p:spPr bwMode="auto">
          <a:xfrm>
            <a:off x="6019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63" name="Oval 308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64" name="Oval 309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65" name="Group 310"/>
          <p:cNvGrpSpPr>
            <a:grpSpLocks/>
          </p:cNvGrpSpPr>
          <p:nvPr/>
        </p:nvGrpSpPr>
        <p:grpSpPr bwMode="auto">
          <a:xfrm flipH="1">
            <a:off x="5943600" y="3352800"/>
            <a:ext cx="304800" cy="304800"/>
            <a:chOff x="3696" y="1728"/>
            <a:chExt cx="192" cy="192"/>
          </a:xfrm>
        </p:grpSpPr>
        <p:sp>
          <p:nvSpPr>
            <p:cNvPr id="24640" name="Oval 31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41" name="Oval 31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42" name="Oval 31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43" name="Oval 31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66" name="Oval 315"/>
          <p:cNvSpPr>
            <a:spLocks noChangeArrowheads="1"/>
          </p:cNvSpPr>
          <p:nvPr/>
        </p:nvSpPr>
        <p:spPr bwMode="auto">
          <a:xfrm>
            <a:off x="6248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67" name="Oval 316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68" name="Oval 317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69" name="Oval 318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0" name="Oval 319"/>
          <p:cNvSpPr>
            <a:spLocks noChangeArrowheads="1"/>
          </p:cNvSpPr>
          <p:nvPr/>
        </p:nvSpPr>
        <p:spPr bwMode="auto">
          <a:xfrm>
            <a:off x="63246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1" name="Oval 320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2" name="Oval 321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3" name="Oval 322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74" name="Group 323"/>
          <p:cNvGrpSpPr>
            <a:grpSpLocks/>
          </p:cNvGrpSpPr>
          <p:nvPr/>
        </p:nvGrpSpPr>
        <p:grpSpPr bwMode="auto">
          <a:xfrm flipH="1">
            <a:off x="6324600" y="3505200"/>
            <a:ext cx="304800" cy="304800"/>
            <a:chOff x="3696" y="1728"/>
            <a:chExt cx="192" cy="192"/>
          </a:xfrm>
        </p:grpSpPr>
        <p:sp>
          <p:nvSpPr>
            <p:cNvPr id="24636" name="Oval 32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7" name="Oval 32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8" name="Oval 32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9" name="Oval 32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75" name="Oval 328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6" name="Oval 329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7" name="Oval 330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8" name="Oval 331"/>
          <p:cNvSpPr>
            <a:spLocks noChangeArrowheads="1"/>
          </p:cNvSpPr>
          <p:nvPr/>
        </p:nvSpPr>
        <p:spPr bwMode="auto">
          <a:xfrm>
            <a:off x="6858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79" name="Oval 332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0" name="Oval 333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1" name="Oval 334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2" name="Oval 335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83" name="Group 336"/>
          <p:cNvGrpSpPr>
            <a:grpSpLocks/>
          </p:cNvGrpSpPr>
          <p:nvPr/>
        </p:nvGrpSpPr>
        <p:grpSpPr bwMode="auto">
          <a:xfrm flipH="1">
            <a:off x="6477000" y="3657600"/>
            <a:ext cx="304800" cy="304800"/>
            <a:chOff x="3696" y="1728"/>
            <a:chExt cx="192" cy="192"/>
          </a:xfrm>
        </p:grpSpPr>
        <p:sp>
          <p:nvSpPr>
            <p:cNvPr id="24632" name="Oval 33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3" name="Oval 33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4" name="Oval 33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5" name="Oval 34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84" name="Oval 341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5" name="Oval 342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6" name="Oval 343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7" name="Oval 344"/>
          <p:cNvSpPr>
            <a:spLocks noChangeArrowheads="1"/>
          </p:cNvSpPr>
          <p:nvPr/>
        </p:nvSpPr>
        <p:spPr bwMode="auto">
          <a:xfrm>
            <a:off x="7010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8" name="Oval 345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89" name="Oval 346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90" name="Oval 347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91" name="Oval 348"/>
          <p:cNvSpPr>
            <a:spLocks noChangeArrowheads="1"/>
          </p:cNvSpPr>
          <p:nvPr/>
        </p:nvSpPr>
        <p:spPr bwMode="auto">
          <a:xfrm>
            <a:off x="7086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92" name="Group 349"/>
          <p:cNvGrpSpPr>
            <a:grpSpLocks/>
          </p:cNvGrpSpPr>
          <p:nvPr/>
        </p:nvGrpSpPr>
        <p:grpSpPr bwMode="auto">
          <a:xfrm flipH="1">
            <a:off x="6629400" y="3581400"/>
            <a:ext cx="304800" cy="304800"/>
            <a:chOff x="3696" y="1728"/>
            <a:chExt cx="192" cy="192"/>
          </a:xfrm>
        </p:grpSpPr>
        <p:sp>
          <p:nvSpPr>
            <p:cNvPr id="24628" name="Oval 35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29" name="Oval 35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0" name="Oval 35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31" name="Oval 35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793" name="Oval 354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94" name="Oval 35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95" name="Oval 356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96" name="Oval 357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97" name="Oval 358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798" name="Oval 359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799" name="Group 360"/>
          <p:cNvGrpSpPr>
            <a:grpSpLocks/>
          </p:cNvGrpSpPr>
          <p:nvPr/>
        </p:nvGrpSpPr>
        <p:grpSpPr bwMode="auto">
          <a:xfrm flipH="1">
            <a:off x="6096000" y="3810000"/>
            <a:ext cx="304800" cy="304800"/>
            <a:chOff x="3696" y="1728"/>
            <a:chExt cx="192" cy="192"/>
          </a:xfrm>
        </p:grpSpPr>
        <p:sp>
          <p:nvSpPr>
            <p:cNvPr id="24624" name="Oval 36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25" name="Oval 36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26" name="Oval 36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27" name="Oval 36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00" name="Oval 365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01" name="Oval 366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02" name="Oval 367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03" name="Oval 368"/>
          <p:cNvSpPr>
            <a:spLocks noChangeArrowheads="1"/>
          </p:cNvSpPr>
          <p:nvPr/>
        </p:nvSpPr>
        <p:spPr bwMode="auto">
          <a:xfrm>
            <a:off x="6629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04" name="Oval 369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05" name="Oval 370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06" name="Oval 371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07" name="Group 372"/>
          <p:cNvGrpSpPr>
            <a:grpSpLocks/>
          </p:cNvGrpSpPr>
          <p:nvPr/>
        </p:nvGrpSpPr>
        <p:grpSpPr bwMode="auto">
          <a:xfrm flipH="1">
            <a:off x="6248400" y="3962400"/>
            <a:ext cx="304800" cy="304800"/>
            <a:chOff x="3696" y="1728"/>
            <a:chExt cx="192" cy="192"/>
          </a:xfrm>
        </p:grpSpPr>
        <p:sp>
          <p:nvSpPr>
            <p:cNvPr id="24620" name="Oval 37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21" name="Oval 37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22" name="Oval 37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23" name="Oval 37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08" name="Oval 377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09" name="Oval 378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0" name="Oval 379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1" name="Oval 380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12" name="Group 381"/>
          <p:cNvGrpSpPr>
            <a:grpSpLocks/>
          </p:cNvGrpSpPr>
          <p:nvPr/>
        </p:nvGrpSpPr>
        <p:grpSpPr bwMode="auto">
          <a:xfrm flipH="1">
            <a:off x="6400800" y="3886200"/>
            <a:ext cx="304800" cy="304800"/>
            <a:chOff x="3696" y="1728"/>
            <a:chExt cx="192" cy="192"/>
          </a:xfrm>
        </p:grpSpPr>
        <p:sp>
          <p:nvSpPr>
            <p:cNvPr id="24616" name="Oval 38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7" name="Oval 38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8" name="Oval 38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9" name="Oval 38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13" name="Oval 386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4" name="Oval 387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5" name="Oval 388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6" name="Oval 389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7" name="Oval 390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8" name="Oval 391"/>
          <p:cNvSpPr>
            <a:spLocks noChangeArrowheads="1"/>
          </p:cNvSpPr>
          <p:nvPr/>
        </p:nvSpPr>
        <p:spPr bwMode="auto">
          <a:xfrm>
            <a:off x="5791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19" name="Oval 392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0" name="Oval 393"/>
          <p:cNvSpPr>
            <a:spLocks noChangeArrowheads="1"/>
          </p:cNvSpPr>
          <p:nvPr/>
        </p:nvSpPr>
        <p:spPr bwMode="auto">
          <a:xfrm>
            <a:off x="5867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1" name="Oval 394"/>
          <p:cNvSpPr>
            <a:spLocks noChangeArrowheads="1"/>
          </p:cNvSpPr>
          <p:nvPr/>
        </p:nvSpPr>
        <p:spPr bwMode="auto">
          <a:xfrm>
            <a:off x="5791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2" name="Oval 395"/>
          <p:cNvSpPr>
            <a:spLocks noChangeArrowheads="1"/>
          </p:cNvSpPr>
          <p:nvPr/>
        </p:nvSpPr>
        <p:spPr bwMode="auto">
          <a:xfrm>
            <a:off x="5943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3" name="Oval 396"/>
          <p:cNvSpPr>
            <a:spLocks noChangeArrowheads="1"/>
          </p:cNvSpPr>
          <p:nvPr/>
        </p:nvSpPr>
        <p:spPr bwMode="auto">
          <a:xfrm>
            <a:off x="5867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4" name="Oval 397"/>
          <p:cNvSpPr>
            <a:spLocks noChangeArrowheads="1"/>
          </p:cNvSpPr>
          <p:nvPr/>
        </p:nvSpPr>
        <p:spPr bwMode="auto">
          <a:xfrm>
            <a:off x="6019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25" name="Group 398"/>
          <p:cNvGrpSpPr>
            <a:grpSpLocks/>
          </p:cNvGrpSpPr>
          <p:nvPr/>
        </p:nvGrpSpPr>
        <p:grpSpPr bwMode="auto">
          <a:xfrm flipH="1">
            <a:off x="5562600" y="3200400"/>
            <a:ext cx="304800" cy="304800"/>
            <a:chOff x="3696" y="1728"/>
            <a:chExt cx="192" cy="192"/>
          </a:xfrm>
        </p:grpSpPr>
        <p:sp>
          <p:nvSpPr>
            <p:cNvPr id="24612" name="Oval 39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3" name="Oval 40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4" name="Oval 40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5" name="Oval 40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26" name="Oval 403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7" name="Oval 404"/>
          <p:cNvSpPr>
            <a:spLocks noChangeArrowheads="1"/>
          </p:cNvSpPr>
          <p:nvPr/>
        </p:nvSpPr>
        <p:spPr bwMode="auto">
          <a:xfrm>
            <a:off x="5562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8" name="Oval 405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29" name="Oval 406"/>
          <p:cNvSpPr>
            <a:spLocks noChangeArrowheads="1"/>
          </p:cNvSpPr>
          <p:nvPr/>
        </p:nvSpPr>
        <p:spPr bwMode="auto">
          <a:xfrm>
            <a:off x="5562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0" name="Oval 407"/>
          <p:cNvSpPr>
            <a:spLocks noChangeArrowheads="1"/>
          </p:cNvSpPr>
          <p:nvPr/>
        </p:nvSpPr>
        <p:spPr bwMode="auto">
          <a:xfrm>
            <a:off x="5486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1" name="Oval 408"/>
          <p:cNvSpPr>
            <a:spLocks noChangeArrowheads="1"/>
          </p:cNvSpPr>
          <p:nvPr/>
        </p:nvSpPr>
        <p:spPr bwMode="auto">
          <a:xfrm>
            <a:off x="5638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2" name="Oval 409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3" name="Oval 410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4" name="Oval 411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5" name="Oval 412"/>
          <p:cNvSpPr>
            <a:spLocks noChangeArrowheads="1"/>
          </p:cNvSpPr>
          <p:nvPr/>
        </p:nvSpPr>
        <p:spPr bwMode="auto">
          <a:xfrm>
            <a:off x="5715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6" name="Oval 413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7" name="Oval 414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38" name="Oval 415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39" name="Group 416"/>
          <p:cNvGrpSpPr>
            <a:grpSpLocks/>
          </p:cNvGrpSpPr>
          <p:nvPr/>
        </p:nvGrpSpPr>
        <p:grpSpPr bwMode="auto">
          <a:xfrm flipH="1">
            <a:off x="5715000" y="3657600"/>
            <a:ext cx="304800" cy="304800"/>
            <a:chOff x="3696" y="1728"/>
            <a:chExt cx="192" cy="192"/>
          </a:xfrm>
        </p:grpSpPr>
        <p:sp>
          <p:nvSpPr>
            <p:cNvPr id="24608" name="Oval 41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09" name="Oval 41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0" name="Oval 41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11" name="Oval 42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40" name="Oval 421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41" name="Oval 422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42" name="Oval 423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43" name="Oval 424"/>
          <p:cNvSpPr>
            <a:spLocks noChangeArrowheads="1"/>
          </p:cNvSpPr>
          <p:nvPr/>
        </p:nvSpPr>
        <p:spPr bwMode="auto">
          <a:xfrm>
            <a:off x="6248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44" name="Oval 425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45" name="Oval 426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46" name="Oval 427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47" name="Oval 428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48" name="Group 429"/>
          <p:cNvGrpSpPr>
            <a:grpSpLocks/>
          </p:cNvGrpSpPr>
          <p:nvPr/>
        </p:nvGrpSpPr>
        <p:grpSpPr bwMode="auto">
          <a:xfrm flipH="1">
            <a:off x="5867400" y="3810000"/>
            <a:ext cx="304800" cy="304800"/>
            <a:chOff x="3696" y="1728"/>
            <a:chExt cx="192" cy="192"/>
          </a:xfrm>
        </p:grpSpPr>
        <p:sp>
          <p:nvSpPr>
            <p:cNvPr id="24604" name="Oval 43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05" name="Oval 43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06" name="Oval 43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07" name="Oval 43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49" name="Oval 434"/>
          <p:cNvSpPr>
            <a:spLocks noChangeArrowheads="1"/>
          </p:cNvSpPr>
          <p:nvPr/>
        </p:nvSpPr>
        <p:spPr bwMode="auto">
          <a:xfrm>
            <a:off x="5943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0" name="Oval 435"/>
          <p:cNvSpPr>
            <a:spLocks noChangeArrowheads="1"/>
          </p:cNvSpPr>
          <p:nvPr/>
        </p:nvSpPr>
        <p:spPr bwMode="auto">
          <a:xfrm>
            <a:off x="6096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1" name="Oval 436"/>
          <p:cNvSpPr>
            <a:spLocks noChangeArrowheads="1"/>
          </p:cNvSpPr>
          <p:nvPr/>
        </p:nvSpPr>
        <p:spPr bwMode="auto">
          <a:xfrm>
            <a:off x="6248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2" name="Oval 437"/>
          <p:cNvSpPr>
            <a:spLocks noChangeArrowheads="1"/>
          </p:cNvSpPr>
          <p:nvPr/>
        </p:nvSpPr>
        <p:spPr bwMode="auto">
          <a:xfrm>
            <a:off x="6400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3" name="Oval 438"/>
          <p:cNvSpPr>
            <a:spLocks noChangeArrowheads="1"/>
          </p:cNvSpPr>
          <p:nvPr/>
        </p:nvSpPr>
        <p:spPr bwMode="auto">
          <a:xfrm>
            <a:off x="6019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4" name="Oval 439"/>
          <p:cNvSpPr>
            <a:spLocks noChangeArrowheads="1"/>
          </p:cNvSpPr>
          <p:nvPr/>
        </p:nvSpPr>
        <p:spPr bwMode="auto">
          <a:xfrm>
            <a:off x="6172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5" name="Oval 440"/>
          <p:cNvSpPr>
            <a:spLocks noChangeArrowheads="1"/>
          </p:cNvSpPr>
          <p:nvPr/>
        </p:nvSpPr>
        <p:spPr bwMode="auto">
          <a:xfrm>
            <a:off x="6324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6" name="Oval 441"/>
          <p:cNvSpPr>
            <a:spLocks noChangeArrowheads="1"/>
          </p:cNvSpPr>
          <p:nvPr/>
        </p:nvSpPr>
        <p:spPr bwMode="auto">
          <a:xfrm>
            <a:off x="6477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57" name="Group 442"/>
          <p:cNvGrpSpPr>
            <a:grpSpLocks/>
          </p:cNvGrpSpPr>
          <p:nvPr/>
        </p:nvGrpSpPr>
        <p:grpSpPr bwMode="auto">
          <a:xfrm flipH="1">
            <a:off x="6019800" y="3733800"/>
            <a:ext cx="304800" cy="304800"/>
            <a:chOff x="3696" y="1728"/>
            <a:chExt cx="192" cy="192"/>
          </a:xfrm>
        </p:grpSpPr>
        <p:sp>
          <p:nvSpPr>
            <p:cNvPr id="24600" name="Oval 44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01" name="Oval 44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02" name="Oval 44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603" name="Oval 44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58" name="Oval 447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59" name="Oval 448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0" name="Oval 449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1" name="Oval 450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2" name="Oval 451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3" name="Oval 452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64" name="Group 453"/>
          <p:cNvGrpSpPr>
            <a:grpSpLocks/>
          </p:cNvGrpSpPr>
          <p:nvPr/>
        </p:nvGrpSpPr>
        <p:grpSpPr bwMode="auto">
          <a:xfrm flipH="1">
            <a:off x="5486400" y="3962400"/>
            <a:ext cx="304800" cy="304800"/>
            <a:chOff x="3696" y="1728"/>
            <a:chExt cx="192" cy="192"/>
          </a:xfrm>
        </p:grpSpPr>
        <p:sp>
          <p:nvSpPr>
            <p:cNvPr id="24596" name="Oval 45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7" name="Oval 45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8" name="Oval 45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9" name="Oval 45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65" name="Oval 458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6" name="Oval 459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7" name="Oval 460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8" name="Oval 461"/>
          <p:cNvSpPr>
            <a:spLocks noChangeArrowheads="1"/>
          </p:cNvSpPr>
          <p:nvPr/>
        </p:nvSpPr>
        <p:spPr bwMode="auto">
          <a:xfrm>
            <a:off x="6019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69" name="Oval 462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70" name="Oval 463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71" name="Oval 464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72" name="Group 465"/>
          <p:cNvGrpSpPr>
            <a:grpSpLocks/>
          </p:cNvGrpSpPr>
          <p:nvPr/>
        </p:nvGrpSpPr>
        <p:grpSpPr bwMode="auto">
          <a:xfrm flipH="1">
            <a:off x="5638800" y="4114800"/>
            <a:ext cx="304800" cy="304800"/>
            <a:chOff x="3696" y="1728"/>
            <a:chExt cx="192" cy="192"/>
          </a:xfrm>
        </p:grpSpPr>
        <p:sp>
          <p:nvSpPr>
            <p:cNvPr id="24592" name="Oval 4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3" name="Oval 4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4" name="Oval 4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5" name="Oval 4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73" name="Oval 470"/>
          <p:cNvSpPr>
            <a:spLocks noChangeArrowheads="1"/>
          </p:cNvSpPr>
          <p:nvPr/>
        </p:nvSpPr>
        <p:spPr bwMode="auto">
          <a:xfrm>
            <a:off x="5715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74" name="Oval 471"/>
          <p:cNvSpPr>
            <a:spLocks noChangeArrowheads="1"/>
          </p:cNvSpPr>
          <p:nvPr/>
        </p:nvSpPr>
        <p:spPr bwMode="auto">
          <a:xfrm>
            <a:off x="5867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75" name="Oval 472"/>
          <p:cNvSpPr>
            <a:spLocks noChangeArrowheads="1"/>
          </p:cNvSpPr>
          <p:nvPr/>
        </p:nvSpPr>
        <p:spPr bwMode="auto">
          <a:xfrm>
            <a:off x="60198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76" name="Oval 473"/>
          <p:cNvSpPr>
            <a:spLocks noChangeArrowheads="1"/>
          </p:cNvSpPr>
          <p:nvPr/>
        </p:nvSpPr>
        <p:spPr bwMode="auto">
          <a:xfrm>
            <a:off x="5943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77" name="Group 474"/>
          <p:cNvGrpSpPr>
            <a:grpSpLocks/>
          </p:cNvGrpSpPr>
          <p:nvPr/>
        </p:nvGrpSpPr>
        <p:grpSpPr bwMode="auto">
          <a:xfrm flipH="1">
            <a:off x="5791200" y="4038600"/>
            <a:ext cx="304800" cy="304800"/>
            <a:chOff x="3696" y="1728"/>
            <a:chExt cx="192" cy="192"/>
          </a:xfrm>
        </p:grpSpPr>
        <p:sp>
          <p:nvSpPr>
            <p:cNvPr id="24588" name="Oval 47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89" name="Oval 47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0" name="Oval 47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91" name="Oval 47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78" name="Oval 479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79" name="Oval 480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0" name="Oval 481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1" name="Oval 482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2" name="Oval 483"/>
          <p:cNvSpPr>
            <a:spLocks noChangeArrowheads="1"/>
          </p:cNvSpPr>
          <p:nvPr/>
        </p:nvSpPr>
        <p:spPr bwMode="auto">
          <a:xfrm>
            <a:off x="6553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3" name="Oval 484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4" name="Oval 485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5" name="Oval 486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86" name="Group 487"/>
          <p:cNvGrpSpPr>
            <a:grpSpLocks/>
          </p:cNvGrpSpPr>
          <p:nvPr/>
        </p:nvGrpSpPr>
        <p:grpSpPr bwMode="auto">
          <a:xfrm flipH="1">
            <a:off x="6553200" y="3505200"/>
            <a:ext cx="304800" cy="304800"/>
            <a:chOff x="3696" y="1728"/>
            <a:chExt cx="192" cy="192"/>
          </a:xfrm>
        </p:grpSpPr>
        <p:sp>
          <p:nvSpPr>
            <p:cNvPr id="24584" name="Oval 48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85" name="Oval 48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86" name="Oval 49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87" name="Oval 49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87" name="Oval 492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8" name="Oval 493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89" name="Oval 494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0" name="Oval 495"/>
          <p:cNvSpPr>
            <a:spLocks noChangeArrowheads="1"/>
          </p:cNvSpPr>
          <p:nvPr/>
        </p:nvSpPr>
        <p:spPr bwMode="auto">
          <a:xfrm>
            <a:off x="7086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1" name="Oval 496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2" name="Oval 497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3" name="Oval 498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4" name="Oval 499"/>
          <p:cNvSpPr>
            <a:spLocks noChangeArrowheads="1"/>
          </p:cNvSpPr>
          <p:nvPr/>
        </p:nvSpPr>
        <p:spPr bwMode="auto">
          <a:xfrm>
            <a:off x="7162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895" name="Group 500"/>
          <p:cNvGrpSpPr>
            <a:grpSpLocks/>
          </p:cNvGrpSpPr>
          <p:nvPr/>
        </p:nvGrpSpPr>
        <p:grpSpPr bwMode="auto">
          <a:xfrm flipH="1">
            <a:off x="6705600" y="3657600"/>
            <a:ext cx="304800" cy="304800"/>
            <a:chOff x="3696" y="1728"/>
            <a:chExt cx="192" cy="192"/>
          </a:xfrm>
        </p:grpSpPr>
        <p:sp>
          <p:nvSpPr>
            <p:cNvPr id="24580" name="Oval 50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81" name="Oval 50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82" name="Oval 50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83" name="Oval 50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896" name="Oval 505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7" name="Oval 506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8" name="Oval 507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899" name="Oval 508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0" name="Oval 509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1" name="Oval 510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2" name="Oval 511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3" name="Oval 512"/>
          <p:cNvSpPr>
            <a:spLocks noChangeArrowheads="1"/>
          </p:cNvSpPr>
          <p:nvPr/>
        </p:nvSpPr>
        <p:spPr bwMode="auto">
          <a:xfrm>
            <a:off x="7315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04" name="Group 513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4576" name="Oval 51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7" name="Oval 51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8" name="Oval 51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9" name="Oval 51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05" name="Oval 518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6" name="Oval 519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7" name="Oval 520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8" name="Oval 521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09" name="Oval 522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10" name="Oval 523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11" name="Group 524"/>
          <p:cNvGrpSpPr>
            <a:grpSpLocks/>
          </p:cNvGrpSpPr>
          <p:nvPr/>
        </p:nvGrpSpPr>
        <p:grpSpPr bwMode="auto">
          <a:xfrm flipH="1">
            <a:off x="6324600" y="3810000"/>
            <a:ext cx="304800" cy="304800"/>
            <a:chOff x="3696" y="1728"/>
            <a:chExt cx="192" cy="192"/>
          </a:xfrm>
        </p:grpSpPr>
        <p:sp>
          <p:nvSpPr>
            <p:cNvPr id="24572" name="Oval 52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3" name="Oval 52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4" name="Oval 52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5" name="Oval 52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12" name="Oval 529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13" name="Oval 530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14" name="Oval 531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15" name="Oval 532"/>
          <p:cNvSpPr>
            <a:spLocks noChangeArrowheads="1"/>
          </p:cNvSpPr>
          <p:nvPr/>
        </p:nvSpPr>
        <p:spPr bwMode="auto">
          <a:xfrm>
            <a:off x="68580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16" name="Oval 533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17" name="Oval 534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18" name="Oval 535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19" name="Group 536"/>
          <p:cNvGrpSpPr>
            <a:grpSpLocks/>
          </p:cNvGrpSpPr>
          <p:nvPr/>
        </p:nvGrpSpPr>
        <p:grpSpPr bwMode="auto">
          <a:xfrm flipH="1">
            <a:off x="6477000" y="3962400"/>
            <a:ext cx="304800" cy="304800"/>
            <a:chOff x="3696" y="1728"/>
            <a:chExt cx="192" cy="192"/>
          </a:xfrm>
        </p:grpSpPr>
        <p:sp>
          <p:nvSpPr>
            <p:cNvPr id="24568" name="Oval 53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69" name="Oval 53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0" name="Oval 53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71" name="Oval 54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20" name="Oval 541"/>
          <p:cNvSpPr>
            <a:spLocks noChangeArrowheads="1"/>
          </p:cNvSpPr>
          <p:nvPr/>
        </p:nvSpPr>
        <p:spPr bwMode="auto">
          <a:xfrm>
            <a:off x="6553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21" name="Oval 542"/>
          <p:cNvSpPr>
            <a:spLocks noChangeArrowheads="1"/>
          </p:cNvSpPr>
          <p:nvPr/>
        </p:nvSpPr>
        <p:spPr bwMode="auto">
          <a:xfrm>
            <a:off x="6705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22" name="Oval 543"/>
          <p:cNvSpPr>
            <a:spLocks noChangeArrowheads="1"/>
          </p:cNvSpPr>
          <p:nvPr/>
        </p:nvSpPr>
        <p:spPr bwMode="auto">
          <a:xfrm>
            <a:off x="68580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23" name="Oval 544"/>
          <p:cNvSpPr>
            <a:spLocks noChangeArrowheads="1"/>
          </p:cNvSpPr>
          <p:nvPr/>
        </p:nvSpPr>
        <p:spPr bwMode="auto">
          <a:xfrm>
            <a:off x="6781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24" name="Group 545"/>
          <p:cNvGrpSpPr>
            <a:grpSpLocks/>
          </p:cNvGrpSpPr>
          <p:nvPr/>
        </p:nvGrpSpPr>
        <p:grpSpPr bwMode="auto">
          <a:xfrm flipH="1">
            <a:off x="6629400" y="3886200"/>
            <a:ext cx="304800" cy="304800"/>
            <a:chOff x="3696" y="1728"/>
            <a:chExt cx="192" cy="192"/>
          </a:xfrm>
        </p:grpSpPr>
        <p:sp>
          <p:nvSpPr>
            <p:cNvPr id="24564" name="Oval 54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65" name="Oval 54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66" name="Oval 54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67" name="Oval 54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25" name="Oval 550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26" name="Oval 551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27" name="Oval 552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28" name="Oval 553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29" name="Oval 554"/>
          <p:cNvSpPr>
            <a:spLocks noChangeArrowheads="1"/>
          </p:cNvSpPr>
          <p:nvPr/>
        </p:nvSpPr>
        <p:spPr bwMode="auto">
          <a:xfrm>
            <a:off x="7010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0" name="Oval 555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1" name="Oval 556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2" name="Oval 557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33" name="Group 558"/>
          <p:cNvGrpSpPr>
            <a:grpSpLocks/>
          </p:cNvGrpSpPr>
          <p:nvPr/>
        </p:nvGrpSpPr>
        <p:grpSpPr bwMode="auto">
          <a:xfrm flipH="1">
            <a:off x="7010400" y="4038600"/>
            <a:ext cx="304800" cy="304800"/>
            <a:chOff x="3696" y="1728"/>
            <a:chExt cx="192" cy="192"/>
          </a:xfrm>
        </p:grpSpPr>
        <p:sp>
          <p:nvSpPr>
            <p:cNvPr id="24560" name="Oval 55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61" name="Oval 56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62" name="Oval 56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63" name="Oval 56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34" name="Oval 563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5" name="Oval 564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6" name="Oval 565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7" name="Oval 566"/>
          <p:cNvSpPr>
            <a:spLocks noChangeArrowheads="1"/>
          </p:cNvSpPr>
          <p:nvPr/>
        </p:nvSpPr>
        <p:spPr bwMode="auto">
          <a:xfrm>
            <a:off x="7543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8" name="Oval 567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39" name="Oval 568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0" name="Oval 569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1" name="Oval 570"/>
          <p:cNvSpPr>
            <a:spLocks noChangeArrowheads="1"/>
          </p:cNvSpPr>
          <p:nvPr/>
        </p:nvSpPr>
        <p:spPr bwMode="auto">
          <a:xfrm>
            <a:off x="7620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42" name="Group 571"/>
          <p:cNvGrpSpPr>
            <a:grpSpLocks/>
          </p:cNvGrpSpPr>
          <p:nvPr/>
        </p:nvGrpSpPr>
        <p:grpSpPr bwMode="auto">
          <a:xfrm flipH="1">
            <a:off x="7162800" y="4191000"/>
            <a:ext cx="304800" cy="304800"/>
            <a:chOff x="3696" y="1728"/>
            <a:chExt cx="192" cy="192"/>
          </a:xfrm>
        </p:grpSpPr>
        <p:sp>
          <p:nvSpPr>
            <p:cNvPr id="24556" name="Oval 57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7" name="Oval 57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8" name="Oval 57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9" name="Oval 57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43" name="Oval 576"/>
          <p:cNvSpPr>
            <a:spLocks noChangeArrowheads="1"/>
          </p:cNvSpPr>
          <p:nvPr/>
        </p:nvSpPr>
        <p:spPr bwMode="auto">
          <a:xfrm>
            <a:off x="7239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4" name="Oval 577"/>
          <p:cNvSpPr>
            <a:spLocks noChangeArrowheads="1"/>
          </p:cNvSpPr>
          <p:nvPr/>
        </p:nvSpPr>
        <p:spPr bwMode="auto">
          <a:xfrm>
            <a:off x="7391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5" name="Oval 578"/>
          <p:cNvSpPr>
            <a:spLocks noChangeArrowheads="1"/>
          </p:cNvSpPr>
          <p:nvPr/>
        </p:nvSpPr>
        <p:spPr bwMode="auto">
          <a:xfrm>
            <a:off x="7543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6" name="Oval 579"/>
          <p:cNvSpPr>
            <a:spLocks noChangeArrowheads="1"/>
          </p:cNvSpPr>
          <p:nvPr/>
        </p:nvSpPr>
        <p:spPr bwMode="auto">
          <a:xfrm>
            <a:off x="7696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7" name="Oval 580"/>
          <p:cNvSpPr>
            <a:spLocks noChangeArrowheads="1"/>
          </p:cNvSpPr>
          <p:nvPr/>
        </p:nvSpPr>
        <p:spPr bwMode="auto">
          <a:xfrm>
            <a:off x="7315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8" name="Oval 581"/>
          <p:cNvSpPr>
            <a:spLocks noChangeArrowheads="1"/>
          </p:cNvSpPr>
          <p:nvPr/>
        </p:nvSpPr>
        <p:spPr bwMode="auto">
          <a:xfrm>
            <a:off x="7467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49" name="Oval 582"/>
          <p:cNvSpPr>
            <a:spLocks noChangeArrowheads="1"/>
          </p:cNvSpPr>
          <p:nvPr/>
        </p:nvSpPr>
        <p:spPr bwMode="auto">
          <a:xfrm>
            <a:off x="7620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50" name="Oval 583"/>
          <p:cNvSpPr>
            <a:spLocks noChangeArrowheads="1"/>
          </p:cNvSpPr>
          <p:nvPr/>
        </p:nvSpPr>
        <p:spPr bwMode="auto">
          <a:xfrm>
            <a:off x="7772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51" name="Group 584"/>
          <p:cNvGrpSpPr>
            <a:grpSpLocks/>
          </p:cNvGrpSpPr>
          <p:nvPr/>
        </p:nvGrpSpPr>
        <p:grpSpPr bwMode="auto">
          <a:xfrm flipH="1">
            <a:off x="7315200" y="4114800"/>
            <a:ext cx="304800" cy="304800"/>
            <a:chOff x="3696" y="1728"/>
            <a:chExt cx="192" cy="192"/>
          </a:xfrm>
        </p:grpSpPr>
        <p:sp>
          <p:nvSpPr>
            <p:cNvPr id="24552" name="Oval 58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3" name="Oval 58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4" name="Oval 58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5" name="Oval 58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52" name="Oval 589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53" name="Oval 590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54" name="Oval 591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55" name="Oval 592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56" name="Oval 593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57" name="Oval 594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58" name="Group 595"/>
          <p:cNvGrpSpPr>
            <a:grpSpLocks/>
          </p:cNvGrpSpPr>
          <p:nvPr/>
        </p:nvGrpSpPr>
        <p:grpSpPr bwMode="auto">
          <a:xfrm flipH="1">
            <a:off x="6781800" y="4343400"/>
            <a:ext cx="304800" cy="304800"/>
            <a:chOff x="3696" y="1728"/>
            <a:chExt cx="192" cy="192"/>
          </a:xfrm>
        </p:grpSpPr>
        <p:sp>
          <p:nvSpPr>
            <p:cNvPr id="24548" name="Oval 59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49" name="Oval 59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0" name="Oval 59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51" name="Oval 59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59" name="Oval 600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0" name="Oval 601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1" name="Oval 602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2" name="Oval 603"/>
          <p:cNvSpPr>
            <a:spLocks noChangeArrowheads="1"/>
          </p:cNvSpPr>
          <p:nvPr/>
        </p:nvSpPr>
        <p:spPr bwMode="auto">
          <a:xfrm>
            <a:off x="7315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3" name="Oval 604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4" name="Oval 605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5" name="Oval 606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66" name="Group 607"/>
          <p:cNvGrpSpPr>
            <a:grpSpLocks/>
          </p:cNvGrpSpPr>
          <p:nvPr/>
        </p:nvGrpSpPr>
        <p:grpSpPr bwMode="auto">
          <a:xfrm flipH="1">
            <a:off x="6934200" y="4495800"/>
            <a:ext cx="304800" cy="304800"/>
            <a:chOff x="3696" y="1728"/>
            <a:chExt cx="192" cy="192"/>
          </a:xfrm>
        </p:grpSpPr>
        <p:sp>
          <p:nvSpPr>
            <p:cNvPr id="24544" name="Oval 60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45" name="Oval 60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46" name="Oval 61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47" name="Oval 61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67" name="Oval 612"/>
          <p:cNvSpPr>
            <a:spLocks noChangeArrowheads="1"/>
          </p:cNvSpPr>
          <p:nvPr/>
        </p:nvSpPr>
        <p:spPr bwMode="auto">
          <a:xfrm>
            <a:off x="7010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8" name="Oval 613"/>
          <p:cNvSpPr>
            <a:spLocks noChangeArrowheads="1"/>
          </p:cNvSpPr>
          <p:nvPr/>
        </p:nvSpPr>
        <p:spPr bwMode="auto">
          <a:xfrm>
            <a:off x="7162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69" name="Oval 614"/>
          <p:cNvSpPr>
            <a:spLocks noChangeArrowheads="1"/>
          </p:cNvSpPr>
          <p:nvPr/>
        </p:nvSpPr>
        <p:spPr bwMode="auto">
          <a:xfrm>
            <a:off x="7315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0" name="Oval 615"/>
          <p:cNvSpPr>
            <a:spLocks noChangeArrowheads="1"/>
          </p:cNvSpPr>
          <p:nvPr/>
        </p:nvSpPr>
        <p:spPr bwMode="auto">
          <a:xfrm>
            <a:off x="7239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71" name="Group 616"/>
          <p:cNvGrpSpPr>
            <a:grpSpLocks/>
          </p:cNvGrpSpPr>
          <p:nvPr/>
        </p:nvGrpSpPr>
        <p:grpSpPr bwMode="auto">
          <a:xfrm flipH="1">
            <a:off x="7086600" y="4419600"/>
            <a:ext cx="304800" cy="304800"/>
            <a:chOff x="3696" y="1728"/>
            <a:chExt cx="192" cy="192"/>
          </a:xfrm>
        </p:grpSpPr>
        <p:sp>
          <p:nvSpPr>
            <p:cNvPr id="24540" name="Oval 61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41" name="Oval 61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42" name="Oval 61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43" name="Oval 62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72" name="Oval 621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3" name="Oval 622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4" name="Oval 623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5" name="Oval 624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6" name="Oval 62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7" name="Oval 626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8" name="Oval 627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79" name="Oval 628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0" name="Oval 629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1" name="Oval 630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2" name="Oval 631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3" name="Oval 632"/>
          <p:cNvSpPr>
            <a:spLocks noChangeArrowheads="1"/>
          </p:cNvSpPr>
          <p:nvPr/>
        </p:nvSpPr>
        <p:spPr bwMode="auto">
          <a:xfrm>
            <a:off x="6705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84" name="Group 633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4536" name="Oval 63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7" name="Oval 63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8" name="Oval 63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9" name="Oval 63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85" name="Oval 638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6" name="Oval 639"/>
          <p:cNvSpPr>
            <a:spLocks noChangeArrowheads="1"/>
          </p:cNvSpPr>
          <p:nvPr/>
        </p:nvSpPr>
        <p:spPr bwMode="auto">
          <a:xfrm>
            <a:off x="62484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7" name="Oval 640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8" name="Oval 641"/>
          <p:cNvSpPr>
            <a:spLocks noChangeArrowheads="1"/>
          </p:cNvSpPr>
          <p:nvPr/>
        </p:nvSpPr>
        <p:spPr bwMode="auto">
          <a:xfrm>
            <a:off x="62484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89" name="Oval 642"/>
          <p:cNvSpPr>
            <a:spLocks noChangeArrowheads="1"/>
          </p:cNvSpPr>
          <p:nvPr/>
        </p:nvSpPr>
        <p:spPr bwMode="auto">
          <a:xfrm>
            <a:off x="6172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0" name="Oval 643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1" name="Oval 644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2" name="Oval 645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3" name="Oval 646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4" name="Oval 647"/>
          <p:cNvSpPr>
            <a:spLocks noChangeArrowheads="1"/>
          </p:cNvSpPr>
          <p:nvPr/>
        </p:nvSpPr>
        <p:spPr bwMode="auto">
          <a:xfrm>
            <a:off x="6400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5" name="Oval 648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6" name="Oval 649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3997" name="Oval 650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3998" name="Group 651"/>
          <p:cNvGrpSpPr>
            <a:grpSpLocks/>
          </p:cNvGrpSpPr>
          <p:nvPr/>
        </p:nvGrpSpPr>
        <p:grpSpPr bwMode="auto">
          <a:xfrm flipH="1">
            <a:off x="6400800" y="4191000"/>
            <a:ext cx="304800" cy="304800"/>
            <a:chOff x="3696" y="1728"/>
            <a:chExt cx="192" cy="192"/>
          </a:xfrm>
        </p:grpSpPr>
        <p:sp>
          <p:nvSpPr>
            <p:cNvPr id="24532" name="Oval 65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3" name="Oval 65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4" name="Oval 65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5" name="Oval 65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3999" name="Oval 656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0" name="Oval 657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1" name="Oval 658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2" name="Oval 659"/>
          <p:cNvSpPr>
            <a:spLocks noChangeArrowheads="1"/>
          </p:cNvSpPr>
          <p:nvPr/>
        </p:nvSpPr>
        <p:spPr bwMode="auto">
          <a:xfrm>
            <a:off x="69342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3" name="Oval 660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4" name="Oval 661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5" name="Oval 662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6" name="Oval 663"/>
          <p:cNvSpPr>
            <a:spLocks noChangeArrowheads="1"/>
          </p:cNvSpPr>
          <p:nvPr/>
        </p:nvSpPr>
        <p:spPr bwMode="auto">
          <a:xfrm>
            <a:off x="70104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4007" name="Group 664"/>
          <p:cNvGrpSpPr>
            <a:grpSpLocks/>
          </p:cNvGrpSpPr>
          <p:nvPr/>
        </p:nvGrpSpPr>
        <p:grpSpPr bwMode="auto">
          <a:xfrm flipH="1">
            <a:off x="6553200" y="4343400"/>
            <a:ext cx="304800" cy="304800"/>
            <a:chOff x="3696" y="1728"/>
            <a:chExt cx="192" cy="192"/>
          </a:xfrm>
        </p:grpSpPr>
        <p:sp>
          <p:nvSpPr>
            <p:cNvPr id="24528" name="Oval 66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29" name="Oval 66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0" name="Oval 66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31" name="Oval 66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4008" name="Oval 669"/>
          <p:cNvSpPr>
            <a:spLocks noChangeArrowheads="1"/>
          </p:cNvSpPr>
          <p:nvPr/>
        </p:nvSpPr>
        <p:spPr bwMode="auto">
          <a:xfrm>
            <a:off x="6629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09" name="Oval 670"/>
          <p:cNvSpPr>
            <a:spLocks noChangeArrowheads="1"/>
          </p:cNvSpPr>
          <p:nvPr/>
        </p:nvSpPr>
        <p:spPr bwMode="auto">
          <a:xfrm>
            <a:off x="6781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0" name="Oval 671"/>
          <p:cNvSpPr>
            <a:spLocks noChangeArrowheads="1"/>
          </p:cNvSpPr>
          <p:nvPr/>
        </p:nvSpPr>
        <p:spPr bwMode="auto">
          <a:xfrm>
            <a:off x="6934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1" name="Oval 672"/>
          <p:cNvSpPr>
            <a:spLocks noChangeArrowheads="1"/>
          </p:cNvSpPr>
          <p:nvPr/>
        </p:nvSpPr>
        <p:spPr bwMode="auto">
          <a:xfrm>
            <a:off x="70866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2" name="Oval 673"/>
          <p:cNvSpPr>
            <a:spLocks noChangeArrowheads="1"/>
          </p:cNvSpPr>
          <p:nvPr/>
        </p:nvSpPr>
        <p:spPr bwMode="auto">
          <a:xfrm>
            <a:off x="6705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3" name="Oval 674"/>
          <p:cNvSpPr>
            <a:spLocks noChangeArrowheads="1"/>
          </p:cNvSpPr>
          <p:nvPr/>
        </p:nvSpPr>
        <p:spPr bwMode="auto">
          <a:xfrm>
            <a:off x="6858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4" name="Oval 675"/>
          <p:cNvSpPr>
            <a:spLocks noChangeArrowheads="1"/>
          </p:cNvSpPr>
          <p:nvPr/>
        </p:nvSpPr>
        <p:spPr bwMode="auto">
          <a:xfrm>
            <a:off x="7010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5" name="Oval 676"/>
          <p:cNvSpPr>
            <a:spLocks noChangeArrowheads="1"/>
          </p:cNvSpPr>
          <p:nvPr/>
        </p:nvSpPr>
        <p:spPr bwMode="auto">
          <a:xfrm>
            <a:off x="7162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4016" name="Group 677"/>
          <p:cNvGrpSpPr>
            <a:grpSpLocks/>
          </p:cNvGrpSpPr>
          <p:nvPr/>
        </p:nvGrpSpPr>
        <p:grpSpPr bwMode="auto">
          <a:xfrm flipH="1">
            <a:off x="6705600" y="4267200"/>
            <a:ext cx="304800" cy="304800"/>
            <a:chOff x="3696" y="1728"/>
            <a:chExt cx="192" cy="192"/>
          </a:xfrm>
        </p:grpSpPr>
        <p:sp>
          <p:nvSpPr>
            <p:cNvPr id="24524" name="Oval 67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25" name="Oval 67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26" name="Oval 68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27" name="Oval 68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4017" name="Oval 682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8" name="Oval 683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19" name="Oval 684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0" name="Oval 685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1" name="Oval 686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2" name="Oval 687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4023" name="Group 688"/>
          <p:cNvGrpSpPr>
            <a:grpSpLocks/>
          </p:cNvGrpSpPr>
          <p:nvPr/>
        </p:nvGrpSpPr>
        <p:grpSpPr bwMode="auto">
          <a:xfrm flipH="1">
            <a:off x="6172200" y="4495800"/>
            <a:ext cx="304800" cy="304800"/>
            <a:chOff x="3696" y="1728"/>
            <a:chExt cx="192" cy="192"/>
          </a:xfrm>
        </p:grpSpPr>
        <p:sp>
          <p:nvSpPr>
            <p:cNvPr id="24520" name="Oval 68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21" name="Oval 69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22" name="Oval 69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23" name="Oval 69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4024" name="Oval 693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5" name="Oval 694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6" name="Oval 695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7" name="Oval 696"/>
          <p:cNvSpPr>
            <a:spLocks noChangeArrowheads="1"/>
          </p:cNvSpPr>
          <p:nvPr/>
        </p:nvSpPr>
        <p:spPr bwMode="auto">
          <a:xfrm>
            <a:off x="6705600" y="4876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8" name="Oval 697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29" name="Oval 698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30" name="Oval 699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4031" name="Group 700"/>
          <p:cNvGrpSpPr>
            <a:grpSpLocks/>
          </p:cNvGrpSpPr>
          <p:nvPr/>
        </p:nvGrpSpPr>
        <p:grpSpPr bwMode="auto">
          <a:xfrm flipH="1">
            <a:off x="6324600" y="4648200"/>
            <a:ext cx="304800" cy="304800"/>
            <a:chOff x="3696" y="1728"/>
            <a:chExt cx="192" cy="192"/>
          </a:xfrm>
        </p:grpSpPr>
        <p:sp>
          <p:nvSpPr>
            <p:cNvPr id="24516" name="Oval 70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7" name="Oval 70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8" name="Oval 70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9" name="Oval 70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4032" name="Oval 705"/>
          <p:cNvSpPr>
            <a:spLocks noChangeArrowheads="1"/>
          </p:cNvSpPr>
          <p:nvPr/>
        </p:nvSpPr>
        <p:spPr bwMode="auto">
          <a:xfrm>
            <a:off x="6400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33" name="Oval 706"/>
          <p:cNvSpPr>
            <a:spLocks noChangeArrowheads="1"/>
          </p:cNvSpPr>
          <p:nvPr/>
        </p:nvSpPr>
        <p:spPr bwMode="auto">
          <a:xfrm>
            <a:off x="6553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34" name="Oval 707"/>
          <p:cNvSpPr>
            <a:spLocks noChangeArrowheads="1"/>
          </p:cNvSpPr>
          <p:nvPr/>
        </p:nvSpPr>
        <p:spPr bwMode="auto">
          <a:xfrm>
            <a:off x="67056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35" name="Oval 708"/>
          <p:cNvSpPr>
            <a:spLocks noChangeArrowheads="1"/>
          </p:cNvSpPr>
          <p:nvPr/>
        </p:nvSpPr>
        <p:spPr bwMode="auto">
          <a:xfrm>
            <a:off x="6629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4036" name="Group 709"/>
          <p:cNvGrpSpPr>
            <a:grpSpLocks/>
          </p:cNvGrpSpPr>
          <p:nvPr/>
        </p:nvGrpSpPr>
        <p:grpSpPr bwMode="auto">
          <a:xfrm flipH="1">
            <a:off x="6477000" y="4572000"/>
            <a:ext cx="304800" cy="304800"/>
            <a:chOff x="3696" y="1728"/>
            <a:chExt cx="192" cy="192"/>
          </a:xfrm>
        </p:grpSpPr>
        <p:sp>
          <p:nvSpPr>
            <p:cNvPr id="24512" name="Oval 71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3" name="Oval 71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4" name="Oval 71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5" name="Oval 71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37" name="Group 714"/>
          <p:cNvGrpSpPr>
            <a:grpSpLocks/>
          </p:cNvGrpSpPr>
          <p:nvPr/>
        </p:nvGrpSpPr>
        <p:grpSpPr bwMode="auto">
          <a:xfrm>
            <a:off x="3962400" y="3657600"/>
            <a:ext cx="533400" cy="533400"/>
            <a:chOff x="1104" y="1632"/>
            <a:chExt cx="336" cy="336"/>
          </a:xfrm>
        </p:grpSpPr>
        <p:sp>
          <p:nvSpPr>
            <p:cNvPr id="24508" name="AutoShape 7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09" name="AutoShape 7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0" name="AutoShape 7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11" name="AutoShape 7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38" name="Group 719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4504" name="AutoShape 7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05" name="AutoShape 7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06" name="AutoShape 7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07" name="AutoShape 7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39" name="Group 724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4500" name="AutoShape 7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01" name="AutoShape 7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02" name="AutoShape 7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503" name="AutoShape 7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0" name="Group 729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4496" name="AutoShape 7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7" name="AutoShape 7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8" name="AutoShape 7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9" name="AutoShape 7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1" name="Group 734"/>
          <p:cNvGrpSpPr>
            <a:grpSpLocks/>
          </p:cNvGrpSpPr>
          <p:nvPr/>
        </p:nvGrpSpPr>
        <p:grpSpPr bwMode="auto">
          <a:xfrm>
            <a:off x="3810000" y="3886200"/>
            <a:ext cx="533400" cy="533400"/>
            <a:chOff x="1104" y="1632"/>
            <a:chExt cx="336" cy="336"/>
          </a:xfrm>
        </p:grpSpPr>
        <p:sp>
          <p:nvSpPr>
            <p:cNvPr id="24492" name="AutoShape 7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3" name="AutoShape 7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4" name="AutoShape 7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5" name="AutoShape 7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2" name="Group 739"/>
          <p:cNvGrpSpPr>
            <a:grpSpLocks/>
          </p:cNvGrpSpPr>
          <p:nvPr/>
        </p:nvGrpSpPr>
        <p:grpSpPr bwMode="auto">
          <a:xfrm rot="-5400000">
            <a:off x="3962400" y="4038600"/>
            <a:ext cx="533400" cy="533400"/>
            <a:chOff x="1104" y="1632"/>
            <a:chExt cx="336" cy="336"/>
          </a:xfrm>
        </p:grpSpPr>
        <p:sp>
          <p:nvSpPr>
            <p:cNvPr id="24488" name="AutoShape 7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89" name="AutoShape 7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0" name="AutoShape 7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91" name="AutoShape 7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3" name="Group 744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4484" name="AutoShape 7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85" name="AutoShape 7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86" name="AutoShape 7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87" name="AutoShape 7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4" name="Group 749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4480" name="AutoShape 7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81" name="AutoShape 7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82" name="AutoShape 7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83" name="AutoShape 7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5" name="Group 754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4476" name="AutoShape 7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7" name="AutoShape 7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8" name="AutoShape 7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9" name="AutoShape 7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6" name="Group 759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4472" name="AutoShape 7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3" name="AutoShape 7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4" name="AutoShape 7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5" name="AutoShape 7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7" name="Group 764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4468" name="AutoShape 7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69" name="AutoShape 7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0" name="AutoShape 7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71" name="AutoShape 7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8" name="Group 769"/>
          <p:cNvGrpSpPr>
            <a:grpSpLocks/>
          </p:cNvGrpSpPr>
          <p:nvPr/>
        </p:nvGrpSpPr>
        <p:grpSpPr bwMode="auto">
          <a:xfrm rot="-5400000">
            <a:off x="4114800" y="4191000"/>
            <a:ext cx="533400" cy="533400"/>
            <a:chOff x="1104" y="1632"/>
            <a:chExt cx="336" cy="336"/>
          </a:xfrm>
        </p:grpSpPr>
        <p:sp>
          <p:nvSpPr>
            <p:cNvPr id="24464" name="AutoShape 7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65" name="AutoShape 7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66" name="AutoShape 7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67" name="AutoShape 7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49" name="Group 774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4460" name="AutoShape 7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61" name="AutoShape 7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62" name="AutoShape 7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63" name="AutoShape 7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0" name="Group 779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4456" name="AutoShape 7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7" name="AutoShape 7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8" name="AutoShape 7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9" name="AutoShape 7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1" name="Group 784"/>
          <p:cNvGrpSpPr>
            <a:grpSpLocks/>
          </p:cNvGrpSpPr>
          <p:nvPr/>
        </p:nvGrpSpPr>
        <p:grpSpPr bwMode="auto">
          <a:xfrm rot="-5400000">
            <a:off x="4419600" y="4114800"/>
            <a:ext cx="533400" cy="533400"/>
            <a:chOff x="1104" y="1632"/>
            <a:chExt cx="336" cy="336"/>
          </a:xfrm>
        </p:grpSpPr>
        <p:sp>
          <p:nvSpPr>
            <p:cNvPr id="24452" name="AutoShape 7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3" name="AutoShape 7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4" name="AutoShape 7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5" name="AutoShape 7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2" name="Group 789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4448" name="AutoShape 7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49" name="AutoShape 7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0" name="AutoShape 7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51" name="AutoShape 7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3" name="Group 794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4444" name="AutoShape 7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45" name="AutoShape 7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46" name="AutoShape 7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47" name="AutoShape 7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4" name="Group 799"/>
          <p:cNvGrpSpPr>
            <a:grpSpLocks/>
          </p:cNvGrpSpPr>
          <p:nvPr/>
        </p:nvGrpSpPr>
        <p:grpSpPr bwMode="auto">
          <a:xfrm rot="-5400000">
            <a:off x="4267200" y="4343400"/>
            <a:ext cx="533400" cy="533400"/>
            <a:chOff x="1104" y="1632"/>
            <a:chExt cx="336" cy="336"/>
          </a:xfrm>
        </p:grpSpPr>
        <p:sp>
          <p:nvSpPr>
            <p:cNvPr id="24440" name="AutoShape 8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41" name="AutoShape 8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42" name="AutoShape 8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43" name="AutoShape 8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5" name="Group 804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4436" name="AutoShape 8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7" name="AutoShape 8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8" name="AutoShape 8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9" name="AutoShape 8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6" name="Group 809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4432" name="AutoShape 8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3" name="AutoShape 8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4" name="AutoShape 8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5" name="AutoShape 8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7" name="Group 814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4428" name="AutoShape 8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29" name="AutoShape 8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0" name="AutoShape 8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31" name="AutoShape 8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8" name="Group 81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4424" name="AutoShape 8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25" name="AutoShape 8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26" name="AutoShape 8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27" name="AutoShape 8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59" name="Group 824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4420" name="AutoShape 8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21" name="AutoShape 8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22" name="AutoShape 8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23" name="AutoShape 8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0" name="Group 829"/>
          <p:cNvGrpSpPr>
            <a:grpSpLocks/>
          </p:cNvGrpSpPr>
          <p:nvPr/>
        </p:nvGrpSpPr>
        <p:grpSpPr bwMode="auto">
          <a:xfrm rot="-5400000">
            <a:off x="4419600" y="4495800"/>
            <a:ext cx="533400" cy="533400"/>
            <a:chOff x="1104" y="1632"/>
            <a:chExt cx="336" cy="336"/>
          </a:xfrm>
        </p:grpSpPr>
        <p:sp>
          <p:nvSpPr>
            <p:cNvPr id="24416" name="AutoShape 8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7" name="AutoShape 8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8" name="AutoShape 8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9" name="AutoShape 8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1" name="Group 834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4412" name="AutoShape 8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3" name="AutoShape 8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4" name="AutoShape 8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5" name="AutoShape 8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2" name="Group 83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4408" name="AutoShape 8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09" name="AutoShape 8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0" name="AutoShape 8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11" name="AutoShape 8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3" name="Group 844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4404" name="AutoShape 8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05" name="AutoShape 8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06" name="AutoShape 8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07" name="AutoShape 8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4" name="Group 849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4400" name="AutoShape 8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01" name="AutoShape 8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02" name="AutoShape 8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403" name="AutoShape 8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5" name="Group 854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4396" name="AutoShape 8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7" name="AutoShape 8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8" name="AutoShape 8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9" name="AutoShape 8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6" name="Group 859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4392" name="AutoShape 8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3" name="AutoShape 8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4" name="AutoShape 8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5" name="AutoShape 8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7" name="Group 864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4388" name="AutoShape 8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89" name="AutoShape 8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0" name="AutoShape 8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91" name="AutoShape 8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8" name="Group 86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4384" name="AutoShape 8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85" name="AutoShape 8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86" name="AutoShape 8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87" name="AutoShape 8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69" name="Group 874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4380" name="AutoShape 8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81" name="AutoShape 8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82" name="AutoShape 8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83" name="AutoShape 8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0" name="Group 879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4376" name="AutoShape 8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7" name="AutoShape 8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8" name="AutoShape 8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9" name="AutoShape 8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1" name="Group 884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4372" name="AutoShape 8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3" name="AutoShape 8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4" name="AutoShape 8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5" name="AutoShape 8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2" name="Group 889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4368" name="AutoShape 8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69" name="AutoShape 8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0" name="AutoShape 8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71" name="AutoShape 8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3" name="Group 894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4364" name="AutoShape 8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65" name="AutoShape 8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66" name="AutoShape 8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67" name="AutoShape 8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4" name="Group 899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4360" name="AutoShape 9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61" name="AutoShape 9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62" name="AutoShape 9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63" name="AutoShape 9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5" name="Group 904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4356" name="AutoShape 9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7" name="AutoShape 9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8" name="AutoShape 9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9" name="AutoShape 9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6" name="Group 909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4352" name="AutoShape 9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3" name="AutoShape 9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4" name="AutoShape 9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5" name="AutoShape 9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7" name="Group 914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4348" name="AutoShape 9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49" name="AutoShape 9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0" name="AutoShape 9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51" name="AutoShape 9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8" name="Group 919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4344" name="AutoShape 9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45" name="AutoShape 9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46" name="AutoShape 9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47" name="AutoShape 9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79" name="Group 924"/>
          <p:cNvGrpSpPr>
            <a:grpSpLocks/>
          </p:cNvGrpSpPr>
          <p:nvPr/>
        </p:nvGrpSpPr>
        <p:grpSpPr bwMode="auto">
          <a:xfrm rot="-5400000">
            <a:off x="4800600" y="3505200"/>
            <a:ext cx="533400" cy="533400"/>
            <a:chOff x="1104" y="1632"/>
            <a:chExt cx="336" cy="336"/>
          </a:xfrm>
        </p:grpSpPr>
        <p:sp>
          <p:nvSpPr>
            <p:cNvPr id="24340" name="AutoShape 9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41" name="AutoShape 9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42" name="AutoShape 9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43" name="AutoShape 9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80" name="Group 929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4336" name="AutoShape 9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7" name="AutoShape 9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8" name="AutoShape 9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9" name="AutoShape 9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81" name="Group 934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4332" name="AutoShape 9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3" name="AutoShape 9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4" name="AutoShape 9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5" name="AutoShape 9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82" name="Group 939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4328" name="AutoShape 9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29" name="AutoShape 9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0" name="AutoShape 9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31" name="AutoShape 9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4083" name="Oval 944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84" name="Oval 945"/>
          <p:cNvSpPr>
            <a:spLocks noChangeArrowheads="1"/>
          </p:cNvSpPr>
          <p:nvPr/>
        </p:nvSpPr>
        <p:spPr bwMode="auto">
          <a:xfrm>
            <a:off x="6324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85" name="Oval 946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86" name="Oval 947"/>
          <p:cNvSpPr>
            <a:spLocks noChangeArrowheads="1"/>
          </p:cNvSpPr>
          <p:nvPr/>
        </p:nvSpPr>
        <p:spPr bwMode="auto">
          <a:xfrm>
            <a:off x="6324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87" name="Oval 948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88" name="Oval 949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89" name="Oval 950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090" name="Oval 951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4091" name="Group 952"/>
          <p:cNvGrpSpPr>
            <a:grpSpLocks/>
          </p:cNvGrpSpPr>
          <p:nvPr/>
        </p:nvGrpSpPr>
        <p:grpSpPr bwMode="auto">
          <a:xfrm>
            <a:off x="4724400" y="3657600"/>
            <a:ext cx="533400" cy="533400"/>
            <a:chOff x="1104" y="1632"/>
            <a:chExt cx="336" cy="336"/>
          </a:xfrm>
        </p:grpSpPr>
        <p:sp>
          <p:nvSpPr>
            <p:cNvPr id="24324" name="AutoShape 9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25" name="AutoShape 9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26" name="AutoShape 9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27" name="AutoShape 9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2" name="Group 957"/>
          <p:cNvGrpSpPr>
            <a:grpSpLocks/>
          </p:cNvGrpSpPr>
          <p:nvPr/>
        </p:nvGrpSpPr>
        <p:grpSpPr bwMode="auto">
          <a:xfrm rot="-5400000">
            <a:off x="4953000" y="3657600"/>
            <a:ext cx="533400" cy="533400"/>
            <a:chOff x="1104" y="1632"/>
            <a:chExt cx="336" cy="336"/>
          </a:xfrm>
        </p:grpSpPr>
        <p:sp>
          <p:nvSpPr>
            <p:cNvPr id="24320" name="AutoShape 9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21" name="AutoShape 9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22" name="AutoShape 9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23" name="AutoShape 9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3" name="Group 962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4316" name="AutoShape 9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7" name="AutoShape 9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8" name="AutoShape 9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9" name="AutoShape 9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4" name="Group 967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4312" name="AutoShape 9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3" name="AutoShape 9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4" name="AutoShape 9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5" name="AutoShape 9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5" name="Group 972"/>
          <p:cNvGrpSpPr>
            <a:grpSpLocks/>
          </p:cNvGrpSpPr>
          <p:nvPr/>
        </p:nvGrpSpPr>
        <p:grpSpPr bwMode="auto">
          <a:xfrm>
            <a:off x="4724400" y="3886200"/>
            <a:ext cx="533400" cy="533400"/>
            <a:chOff x="1104" y="1632"/>
            <a:chExt cx="336" cy="336"/>
          </a:xfrm>
        </p:grpSpPr>
        <p:sp>
          <p:nvSpPr>
            <p:cNvPr id="24308" name="AutoShape 9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09" name="AutoShape 9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0" name="AutoShape 9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11" name="AutoShape 9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6" name="Group 977"/>
          <p:cNvGrpSpPr>
            <a:grpSpLocks/>
          </p:cNvGrpSpPr>
          <p:nvPr/>
        </p:nvGrpSpPr>
        <p:grpSpPr bwMode="auto">
          <a:xfrm rot="-5400000">
            <a:off x="4724400" y="4038600"/>
            <a:ext cx="533400" cy="533400"/>
            <a:chOff x="1104" y="1632"/>
            <a:chExt cx="336" cy="336"/>
          </a:xfrm>
        </p:grpSpPr>
        <p:sp>
          <p:nvSpPr>
            <p:cNvPr id="24304" name="AutoShape 9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05" name="AutoShape 9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06" name="AutoShape 9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07" name="AutoShape 9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7" name="Group 982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4300" name="AutoShape 9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01" name="AutoShape 9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02" name="AutoShape 9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303" name="AutoShape 9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8" name="Group 987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4296" name="AutoShape 9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7" name="AutoShape 9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8" name="AutoShape 9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9" name="AutoShape 9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099" name="Group 992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4292" name="AutoShape 9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3" name="AutoShape 9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4" name="AutoShape 9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5" name="AutoShape 9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0" name="Group 997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4288" name="AutoShape 9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89" name="AutoShape 9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0" name="AutoShape 10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91" name="AutoShape 10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1" name="Group 1002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4284" name="AutoShape 10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85" name="AutoShape 10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86" name="AutoShape 10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87" name="AutoShape 10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2" name="Group 1007"/>
          <p:cNvGrpSpPr>
            <a:grpSpLocks/>
          </p:cNvGrpSpPr>
          <p:nvPr/>
        </p:nvGrpSpPr>
        <p:grpSpPr bwMode="auto">
          <a:xfrm rot="-5400000">
            <a:off x="4876800" y="4191000"/>
            <a:ext cx="533400" cy="533400"/>
            <a:chOff x="1104" y="1632"/>
            <a:chExt cx="336" cy="336"/>
          </a:xfrm>
        </p:grpSpPr>
        <p:sp>
          <p:nvSpPr>
            <p:cNvPr id="24280" name="AutoShape 10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81" name="AutoShape 10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82" name="AutoShape 10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83" name="AutoShape 10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3" name="Group 1012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4276" name="AutoShape 10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7" name="AutoShape 10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8" name="AutoShape 10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9" name="AutoShape 10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4" name="Group 1017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4272" name="AutoShape 10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3" name="AutoShape 10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4" name="AutoShape 10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5" name="AutoShape 10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5" name="Group 1022"/>
          <p:cNvGrpSpPr>
            <a:grpSpLocks/>
          </p:cNvGrpSpPr>
          <p:nvPr/>
        </p:nvGrpSpPr>
        <p:grpSpPr bwMode="auto">
          <a:xfrm rot="-5400000">
            <a:off x="5181600" y="4114800"/>
            <a:ext cx="533400" cy="533400"/>
            <a:chOff x="1104" y="1632"/>
            <a:chExt cx="336" cy="336"/>
          </a:xfrm>
        </p:grpSpPr>
        <p:sp>
          <p:nvSpPr>
            <p:cNvPr id="24268" name="AutoShape 10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69" name="AutoShape 10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0" name="AutoShape 10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71" name="AutoShape 10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6" name="Group 1027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4264" name="AutoShape 10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65" name="AutoShape 10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66" name="AutoShape 10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67" name="AutoShape 10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7" name="Group 1032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4260" name="AutoShape 10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61" name="AutoShape 10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62" name="AutoShape 10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63" name="AutoShape 10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8" name="Group 1037"/>
          <p:cNvGrpSpPr>
            <a:grpSpLocks/>
          </p:cNvGrpSpPr>
          <p:nvPr/>
        </p:nvGrpSpPr>
        <p:grpSpPr bwMode="auto">
          <a:xfrm rot="-5400000">
            <a:off x="4876800" y="4343400"/>
            <a:ext cx="533400" cy="533400"/>
            <a:chOff x="1104" y="1632"/>
            <a:chExt cx="336" cy="336"/>
          </a:xfrm>
        </p:grpSpPr>
        <p:sp>
          <p:nvSpPr>
            <p:cNvPr id="24256" name="AutoShape 10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7" name="AutoShape 10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8" name="AutoShape 10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9" name="AutoShape 10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09" name="Group 1042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4252" name="AutoShape 10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3" name="AutoShape 10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4" name="AutoShape 10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5" name="AutoShape 10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0" name="Group 1047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4248" name="AutoShape 10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49" name="AutoShape 10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0" name="AutoShape 10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51" name="AutoShape 10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1" name="Group 1052"/>
          <p:cNvGrpSpPr>
            <a:grpSpLocks/>
          </p:cNvGrpSpPr>
          <p:nvPr/>
        </p:nvGrpSpPr>
        <p:grpSpPr bwMode="auto">
          <a:xfrm rot="-5400000">
            <a:off x="5334000" y="4267200"/>
            <a:ext cx="533400" cy="533400"/>
            <a:chOff x="1104" y="1632"/>
            <a:chExt cx="336" cy="336"/>
          </a:xfrm>
        </p:grpSpPr>
        <p:sp>
          <p:nvSpPr>
            <p:cNvPr id="24244" name="AutoShape 10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45" name="AutoShape 10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46" name="AutoShape 10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47" name="AutoShape 10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2" name="Group 105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4240" name="AutoShape 10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41" name="AutoShape 10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42" name="AutoShape 10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43" name="AutoShape 10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3" name="Group 1062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4236" name="AutoShape 10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7" name="AutoShape 10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8" name="AutoShape 10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9" name="AutoShape 10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4" name="Group 1067"/>
          <p:cNvGrpSpPr>
            <a:grpSpLocks/>
          </p:cNvGrpSpPr>
          <p:nvPr/>
        </p:nvGrpSpPr>
        <p:grpSpPr bwMode="auto">
          <a:xfrm rot="-5400000">
            <a:off x="5181600" y="4495800"/>
            <a:ext cx="533400" cy="533400"/>
            <a:chOff x="1104" y="1632"/>
            <a:chExt cx="336" cy="336"/>
          </a:xfrm>
        </p:grpSpPr>
        <p:sp>
          <p:nvSpPr>
            <p:cNvPr id="24232" name="AutoShape 10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3" name="AutoShape 10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4" name="AutoShape 10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5" name="AutoShape 10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5" name="Group 1072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4228" name="AutoShape 10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29" name="AutoShape 10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0" name="AutoShape 10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31" name="AutoShape 10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6" name="Group 107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4224" name="AutoShape 10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25" name="AutoShape 10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26" name="AutoShape 10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27" name="AutoShape 10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7" name="Group 1082"/>
          <p:cNvGrpSpPr>
            <a:grpSpLocks/>
          </p:cNvGrpSpPr>
          <p:nvPr/>
        </p:nvGrpSpPr>
        <p:grpSpPr bwMode="auto">
          <a:xfrm rot="-5400000">
            <a:off x="5486400" y="4419600"/>
            <a:ext cx="533400" cy="533400"/>
            <a:chOff x="1104" y="1632"/>
            <a:chExt cx="336" cy="336"/>
          </a:xfrm>
        </p:grpSpPr>
        <p:sp>
          <p:nvSpPr>
            <p:cNvPr id="24220" name="AutoShape 10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21" name="AutoShape 10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22" name="AutoShape 10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23" name="AutoShape 10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8" name="Group 1087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4216" name="AutoShape 10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7" name="AutoShape 10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8" name="AutoShape 10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9" name="AutoShape 10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19" name="Group 1092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4212" name="AutoShape 10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3" name="AutoShape 10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4" name="AutoShape 10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5" name="AutoShape 10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0" name="Group 1097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4208" name="AutoShape 10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09" name="AutoShape 10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0" name="AutoShape 11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11" name="AutoShape 11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1" name="Group 1102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4204" name="AutoShape 11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05" name="AutoShape 11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06" name="AutoShape 11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07" name="AutoShape 11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2" name="Group 110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4200" name="AutoShape 11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01" name="AutoShape 11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02" name="AutoShape 11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203" name="AutoShape 11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3" name="Group 1112"/>
          <p:cNvGrpSpPr>
            <a:grpSpLocks/>
          </p:cNvGrpSpPr>
          <p:nvPr/>
        </p:nvGrpSpPr>
        <p:grpSpPr bwMode="auto">
          <a:xfrm rot="-5400000">
            <a:off x="5562600" y="4267200"/>
            <a:ext cx="533400" cy="533400"/>
            <a:chOff x="1104" y="1632"/>
            <a:chExt cx="336" cy="336"/>
          </a:xfrm>
        </p:grpSpPr>
        <p:sp>
          <p:nvSpPr>
            <p:cNvPr id="24196" name="AutoShape 11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7" name="AutoShape 11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8" name="AutoShape 11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9" name="AutoShape 11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4" name="Group 1117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4192" name="AutoShape 11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3" name="AutoShape 11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4" name="AutoShape 11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5" name="AutoShape 11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5" name="Group 1122"/>
          <p:cNvGrpSpPr>
            <a:grpSpLocks/>
          </p:cNvGrpSpPr>
          <p:nvPr/>
        </p:nvGrpSpPr>
        <p:grpSpPr bwMode="auto">
          <a:xfrm rot="-5400000">
            <a:off x="5638800" y="4572000"/>
            <a:ext cx="533400" cy="533400"/>
            <a:chOff x="1104" y="1632"/>
            <a:chExt cx="336" cy="336"/>
          </a:xfrm>
        </p:grpSpPr>
        <p:sp>
          <p:nvSpPr>
            <p:cNvPr id="24188" name="AutoShape 11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89" name="AutoShape 11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0" name="AutoShape 11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91" name="AutoShape 11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6" name="Group 1127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4184" name="AutoShape 11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85" name="AutoShape 11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86" name="AutoShape 11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87" name="AutoShape 11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7" name="Group 1132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4180" name="AutoShape 11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81" name="AutoShape 11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82" name="AutoShape 11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83" name="AutoShape 11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8" name="Group 1137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4176" name="AutoShape 11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7" name="AutoShape 11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8" name="AutoShape 11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9" name="AutoShape 11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29" name="Group 1142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4172" name="AutoShape 11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3" name="AutoShape 11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4" name="AutoShape 11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5" name="AutoShape 11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0" name="Group 1147"/>
          <p:cNvGrpSpPr>
            <a:grpSpLocks/>
          </p:cNvGrpSpPr>
          <p:nvPr/>
        </p:nvGrpSpPr>
        <p:grpSpPr bwMode="auto">
          <a:xfrm rot="-5400000">
            <a:off x="5638800" y="4419600"/>
            <a:ext cx="533400" cy="533400"/>
            <a:chOff x="1104" y="1632"/>
            <a:chExt cx="336" cy="336"/>
          </a:xfrm>
        </p:grpSpPr>
        <p:sp>
          <p:nvSpPr>
            <p:cNvPr id="24168" name="AutoShape 11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69" name="AutoShape 11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0" name="AutoShape 11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71" name="AutoShape 11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1" name="Group 1152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4164" name="AutoShape 11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65" name="AutoShape 11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66" name="AutoShape 11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67" name="AutoShape 11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2" name="Group 1157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4160" name="AutoShape 11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61" name="AutoShape 11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62" name="AutoShape 11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63" name="AutoShape 11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3" name="Group 1162"/>
          <p:cNvGrpSpPr>
            <a:grpSpLocks/>
          </p:cNvGrpSpPr>
          <p:nvPr/>
        </p:nvGrpSpPr>
        <p:grpSpPr bwMode="auto">
          <a:xfrm rot="-5400000">
            <a:off x="5486400" y="4800600"/>
            <a:ext cx="533400" cy="533400"/>
            <a:chOff x="1104" y="1632"/>
            <a:chExt cx="336" cy="336"/>
          </a:xfrm>
        </p:grpSpPr>
        <p:sp>
          <p:nvSpPr>
            <p:cNvPr id="24156" name="AutoShape 11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7" name="AutoShape 11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8" name="AutoShape 11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9" name="AutoShape 11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4" name="Group 1167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4152" name="AutoShape 11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3" name="AutoShape 11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4" name="AutoShape 11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5" name="AutoShape 11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5" name="Group 1172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4148" name="AutoShape 11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49" name="AutoShape 11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0" name="AutoShape 11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51" name="AutoShape 11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6" name="Group 1177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4144" name="AutoShape 11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45" name="AutoShape 11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46" name="AutoShape 11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47" name="AutoShape 11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137" name="Group 1183"/>
          <p:cNvGrpSpPr>
            <a:grpSpLocks/>
          </p:cNvGrpSpPr>
          <p:nvPr/>
        </p:nvGrpSpPr>
        <p:grpSpPr bwMode="auto">
          <a:xfrm flipH="1">
            <a:off x="4800600" y="3276600"/>
            <a:ext cx="533400" cy="533400"/>
            <a:chOff x="1104" y="1632"/>
            <a:chExt cx="336" cy="336"/>
          </a:xfrm>
        </p:grpSpPr>
        <p:sp>
          <p:nvSpPr>
            <p:cNvPr id="24140" name="AutoShape 1184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41" name="AutoShape 1185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42" name="AutoShape 1186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4143" name="AutoShape 1187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4138" name="Freeform 1188"/>
          <p:cNvSpPr>
            <a:spLocks/>
          </p:cNvSpPr>
          <p:nvPr/>
        </p:nvSpPr>
        <p:spPr bwMode="auto">
          <a:xfrm>
            <a:off x="5321300" y="1981200"/>
            <a:ext cx="2603500" cy="3543300"/>
          </a:xfrm>
          <a:custGeom>
            <a:avLst/>
            <a:gdLst>
              <a:gd name="T0" fmla="*/ 2147483647 w 1640"/>
              <a:gd name="T1" fmla="*/ 0 h 2232"/>
              <a:gd name="T2" fmla="*/ 2147483647 w 1640"/>
              <a:gd name="T3" fmla="*/ 2147483647 h 2232"/>
              <a:gd name="T4" fmla="*/ 2147483647 w 1640"/>
              <a:gd name="T5" fmla="*/ 2147483647 h 2232"/>
              <a:gd name="T6" fmla="*/ 2147483647 w 1640"/>
              <a:gd name="T7" fmla="*/ 2147483647 h 2232"/>
              <a:gd name="T8" fmla="*/ 2147483647 w 1640"/>
              <a:gd name="T9" fmla="*/ 2147483647 h 2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40"/>
              <a:gd name="T16" fmla="*/ 0 h 2232"/>
              <a:gd name="T17" fmla="*/ 1640 w 1640"/>
              <a:gd name="T18" fmla="*/ 2232 h 2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40" h="2232">
                <a:moveTo>
                  <a:pt x="248" y="0"/>
                </a:moveTo>
                <a:cubicBezTo>
                  <a:pt x="124" y="332"/>
                  <a:pt x="0" y="664"/>
                  <a:pt x="8" y="912"/>
                </a:cubicBezTo>
                <a:cubicBezTo>
                  <a:pt x="16" y="1160"/>
                  <a:pt x="152" y="1288"/>
                  <a:pt x="296" y="1488"/>
                </a:cubicBezTo>
                <a:cubicBezTo>
                  <a:pt x="440" y="1688"/>
                  <a:pt x="648" y="1992"/>
                  <a:pt x="872" y="2112"/>
                </a:cubicBezTo>
                <a:cubicBezTo>
                  <a:pt x="1096" y="2232"/>
                  <a:pt x="1368" y="2220"/>
                  <a:pt x="1640" y="2208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4139" name="Text Box 1189"/>
          <p:cNvSpPr txBox="1">
            <a:spLocks noChangeArrowheads="1"/>
          </p:cNvSpPr>
          <p:nvPr/>
        </p:nvSpPr>
        <p:spPr bwMode="auto">
          <a:xfrm>
            <a:off x="8823325" y="6132513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2C8E75-F27C-CB45-9F8B-56D9F6D56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8EEDBB-8888-0EE1-E9F1-2FF32B3F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2097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Un ejemplo práctico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676400" y="838200"/>
            <a:ext cx="268855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Uso de dos características: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 flipV="1">
            <a:off x="2590800" y="1447800"/>
            <a:ext cx="0" cy="487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2286000" y="6096000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607" name="Text Box 8"/>
          <p:cNvSpPr txBox="1">
            <a:spLocks noChangeArrowheads="1"/>
          </p:cNvSpPr>
          <p:nvPr/>
        </p:nvSpPr>
        <p:spPr bwMode="auto">
          <a:xfrm>
            <a:off x="1584325" y="15605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608" name="Oval 9"/>
          <p:cNvSpPr>
            <a:spLocks noChangeArrowheads="1"/>
          </p:cNvSpPr>
          <p:nvPr/>
        </p:nvSpPr>
        <p:spPr bwMode="auto">
          <a:xfrm>
            <a:off x="6400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09" name="Oval 10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0" name="Oval 11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1" name="Oval 12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2" name="Oval 13"/>
          <p:cNvSpPr>
            <a:spLocks noChangeArrowheads="1"/>
          </p:cNvSpPr>
          <p:nvPr/>
        </p:nvSpPr>
        <p:spPr bwMode="auto">
          <a:xfrm>
            <a:off x="6477000" y="2286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3" name="Oval 14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4" name="Oval 15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5" name="Oval 16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16" name="Group 17"/>
          <p:cNvGrpSpPr>
            <a:grpSpLocks/>
          </p:cNvGrpSpPr>
          <p:nvPr/>
        </p:nvGrpSpPr>
        <p:grpSpPr bwMode="auto">
          <a:xfrm flipH="1">
            <a:off x="6477000" y="2590800"/>
            <a:ext cx="304800" cy="304800"/>
            <a:chOff x="3696" y="1728"/>
            <a:chExt cx="192" cy="192"/>
          </a:xfrm>
        </p:grpSpPr>
        <p:sp>
          <p:nvSpPr>
            <p:cNvPr id="26785" name="Oval 1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86" name="Oval 1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87" name="Oval 2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88" name="Oval 2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17" name="Oval 22"/>
          <p:cNvSpPr>
            <a:spLocks noChangeArrowheads="1"/>
          </p:cNvSpPr>
          <p:nvPr/>
        </p:nvSpPr>
        <p:spPr bwMode="auto">
          <a:xfrm>
            <a:off x="6553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8" name="Oval 23"/>
          <p:cNvSpPr>
            <a:spLocks noChangeArrowheads="1"/>
          </p:cNvSpPr>
          <p:nvPr/>
        </p:nvSpPr>
        <p:spPr bwMode="auto">
          <a:xfrm>
            <a:off x="6705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19" name="Oval 24"/>
          <p:cNvSpPr>
            <a:spLocks noChangeArrowheads="1"/>
          </p:cNvSpPr>
          <p:nvPr/>
        </p:nvSpPr>
        <p:spPr bwMode="auto">
          <a:xfrm>
            <a:off x="6858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0" name="Oval 25"/>
          <p:cNvSpPr>
            <a:spLocks noChangeArrowheads="1"/>
          </p:cNvSpPr>
          <p:nvPr/>
        </p:nvSpPr>
        <p:spPr bwMode="auto">
          <a:xfrm>
            <a:off x="7010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1" name="Oval 26"/>
          <p:cNvSpPr>
            <a:spLocks noChangeArrowheads="1"/>
          </p:cNvSpPr>
          <p:nvPr/>
        </p:nvSpPr>
        <p:spPr bwMode="auto">
          <a:xfrm>
            <a:off x="66294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2" name="Oval 27"/>
          <p:cNvSpPr>
            <a:spLocks noChangeArrowheads="1"/>
          </p:cNvSpPr>
          <p:nvPr/>
        </p:nvSpPr>
        <p:spPr bwMode="auto">
          <a:xfrm>
            <a:off x="67818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3" name="Oval 28"/>
          <p:cNvSpPr>
            <a:spLocks noChangeArrowheads="1"/>
          </p:cNvSpPr>
          <p:nvPr/>
        </p:nvSpPr>
        <p:spPr bwMode="auto">
          <a:xfrm>
            <a:off x="6934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4" name="Oval 29"/>
          <p:cNvSpPr>
            <a:spLocks noChangeArrowheads="1"/>
          </p:cNvSpPr>
          <p:nvPr/>
        </p:nvSpPr>
        <p:spPr bwMode="auto">
          <a:xfrm>
            <a:off x="7086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25" name="Group 30"/>
          <p:cNvGrpSpPr>
            <a:grpSpLocks/>
          </p:cNvGrpSpPr>
          <p:nvPr/>
        </p:nvGrpSpPr>
        <p:grpSpPr bwMode="auto">
          <a:xfrm flipH="1">
            <a:off x="6629400" y="2743200"/>
            <a:ext cx="304800" cy="304800"/>
            <a:chOff x="3696" y="1728"/>
            <a:chExt cx="192" cy="192"/>
          </a:xfrm>
        </p:grpSpPr>
        <p:sp>
          <p:nvSpPr>
            <p:cNvPr id="26781" name="Oval 3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82" name="Oval 3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83" name="Oval 3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84" name="Oval 3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26" name="Oval 35"/>
          <p:cNvSpPr>
            <a:spLocks noChangeArrowheads="1"/>
          </p:cNvSpPr>
          <p:nvPr/>
        </p:nvSpPr>
        <p:spPr bwMode="auto">
          <a:xfrm>
            <a:off x="6705600" y="2438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7" name="Oval 36"/>
          <p:cNvSpPr>
            <a:spLocks noChangeArrowheads="1"/>
          </p:cNvSpPr>
          <p:nvPr/>
        </p:nvSpPr>
        <p:spPr bwMode="auto">
          <a:xfrm>
            <a:off x="6858000" y="2590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8" name="Oval 37"/>
          <p:cNvSpPr>
            <a:spLocks noChangeArrowheads="1"/>
          </p:cNvSpPr>
          <p:nvPr/>
        </p:nvSpPr>
        <p:spPr bwMode="auto">
          <a:xfrm>
            <a:off x="70104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29" name="Oval 38"/>
          <p:cNvSpPr>
            <a:spLocks noChangeArrowheads="1"/>
          </p:cNvSpPr>
          <p:nvPr/>
        </p:nvSpPr>
        <p:spPr bwMode="auto">
          <a:xfrm>
            <a:off x="7162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0" name="Oval 39"/>
          <p:cNvSpPr>
            <a:spLocks noChangeArrowheads="1"/>
          </p:cNvSpPr>
          <p:nvPr/>
        </p:nvSpPr>
        <p:spPr bwMode="auto">
          <a:xfrm>
            <a:off x="6781800" y="236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1" name="Oval 40"/>
          <p:cNvSpPr>
            <a:spLocks noChangeArrowheads="1"/>
          </p:cNvSpPr>
          <p:nvPr/>
        </p:nvSpPr>
        <p:spPr bwMode="auto">
          <a:xfrm>
            <a:off x="6934200" y="2514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2" name="Oval 41"/>
          <p:cNvSpPr>
            <a:spLocks noChangeArrowheads="1"/>
          </p:cNvSpPr>
          <p:nvPr/>
        </p:nvSpPr>
        <p:spPr bwMode="auto">
          <a:xfrm>
            <a:off x="70866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3" name="Oval 42"/>
          <p:cNvSpPr>
            <a:spLocks noChangeArrowheads="1"/>
          </p:cNvSpPr>
          <p:nvPr/>
        </p:nvSpPr>
        <p:spPr bwMode="auto">
          <a:xfrm>
            <a:off x="7239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34" name="Group 43"/>
          <p:cNvGrpSpPr>
            <a:grpSpLocks/>
          </p:cNvGrpSpPr>
          <p:nvPr/>
        </p:nvGrpSpPr>
        <p:grpSpPr bwMode="auto">
          <a:xfrm flipH="1">
            <a:off x="6781800" y="2667000"/>
            <a:ext cx="304800" cy="304800"/>
            <a:chOff x="3696" y="1728"/>
            <a:chExt cx="192" cy="192"/>
          </a:xfrm>
        </p:grpSpPr>
        <p:sp>
          <p:nvSpPr>
            <p:cNvPr id="26777" name="Oval 4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8" name="Oval 4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9" name="Oval 4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80" name="Oval 4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35" name="Oval 48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6" name="Oval 49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7" name="Oval 50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8" name="Oval 51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39" name="Oval 52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40" name="Oval 53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41" name="Group 54"/>
          <p:cNvGrpSpPr>
            <a:grpSpLocks/>
          </p:cNvGrpSpPr>
          <p:nvPr/>
        </p:nvGrpSpPr>
        <p:grpSpPr bwMode="auto">
          <a:xfrm flipH="1">
            <a:off x="6248400" y="2895600"/>
            <a:ext cx="304800" cy="304800"/>
            <a:chOff x="3696" y="1728"/>
            <a:chExt cx="192" cy="192"/>
          </a:xfrm>
        </p:grpSpPr>
        <p:sp>
          <p:nvSpPr>
            <p:cNvPr id="26773" name="Oval 5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4" name="Oval 5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5" name="Oval 5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6" name="Oval 5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42" name="Oval 59"/>
          <p:cNvSpPr>
            <a:spLocks noChangeArrowheads="1"/>
          </p:cNvSpPr>
          <p:nvPr/>
        </p:nvSpPr>
        <p:spPr bwMode="auto">
          <a:xfrm>
            <a:off x="6324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43" name="Oval 60"/>
          <p:cNvSpPr>
            <a:spLocks noChangeArrowheads="1"/>
          </p:cNvSpPr>
          <p:nvPr/>
        </p:nvSpPr>
        <p:spPr bwMode="auto">
          <a:xfrm>
            <a:off x="6477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44" name="Oval 61"/>
          <p:cNvSpPr>
            <a:spLocks noChangeArrowheads="1"/>
          </p:cNvSpPr>
          <p:nvPr/>
        </p:nvSpPr>
        <p:spPr bwMode="auto">
          <a:xfrm>
            <a:off x="6629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45" name="Oval 62"/>
          <p:cNvSpPr>
            <a:spLocks noChangeArrowheads="1"/>
          </p:cNvSpPr>
          <p:nvPr/>
        </p:nvSpPr>
        <p:spPr bwMode="auto">
          <a:xfrm>
            <a:off x="6781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46" name="Oval 63"/>
          <p:cNvSpPr>
            <a:spLocks noChangeArrowheads="1"/>
          </p:cNvSpPr>
          <p:nvPr/>
        </p:nvSpPr>
        <p:spPr bwMode="auto">
          <a:xfrm>
            <a:off x="64008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47" name="Oval 64"/>
          <p:cNvSpPr>
            <a:spLocks noChangeArrowheads="1"/>
          </p:cNvSpPr>
          <p:nvPr/>
        </p:nvSpPr>
        <p:spPr bwMode="auto">
          <a:xfrm>
            <a:off x="6553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48" name="Oval 65"/>
          <p:cNvSpPr>
            <a:spLocks noChangeArrowheads="1"/>
          </p:cNvSpPr>
          <p:nvPr/>
        </p:nvSpPr>
        <p:spPr bwMode="auto">
          <a:xfrm>
            <a:off x="67056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49" name="Group 66"/>
          <p:cNvGrpSpPr>
            <a:grpSpLocks/>
          </p:cNvGrpSpPr>
          <p:nvPr/>
        </p:nvGrpSpPr>
        <p:grpSpPr bwMode="auto">
          <a:xfrm flipH="1">
            <a:off x="6400800" y="3048000"/>
            <a:ext cx="304800" cy="304800"/>
            <a:chOff x="3696" y="1728"/>
            <a:chExt cx="192" cy="192"/>
          </a:xfrm>
        </p:grpSpPr>
        <p:sp>
          <p:nvSpPr>
            <p:cNvPr id="26769" name="Oval 6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0" name="Oval 6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1" name="Oval 6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72" name="Oval 7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50" name="Oval 71"/>
          <p:cNvSpPr>
            <a:spLocks noChangeArrowheads="1"/>
          </p:cNvSpPr>
          <p:nvPr/>
        </p:nvSpPr>
        <p:spPr bwMode="auto">
          <a:xfrm>
            <a:off x="64770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51" name="Oval 72"/>
          <p:cNvSpPr>
            <a:spLocks noChangeArrowheads="1"/>
          </p:cNvSpPr>
          <p:nvPr/>
        </p:nvSpPr>
        <p:spPr bwMode="auto">
          <a:xfrm>
            <a:off x="66294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52" name="Oval 73"/>
          <p:cNvSpPr>
            <a:spLocks noChangeArrowheads="1"/>
          </p:cNvSpPr>
          <p:nvPr/>
        </p:nvSpPr>
        <p:spPr bwMode="auto">
          <a:xfrm>
            <a:off x="67818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53" name="Oval 74"/>
          <p:cNvSpPr>
            <a:spLocks noChangeArrowheads="1"/>
          </p:cNvSpPr>
          <p:nvPr/>
        </p:nvSpPr>
        <p:spPr bwMode="auto">
          <a:xfrm>
            <a:off x="67056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54" name="Group 75"/>
          <p:cNvGrpSpPr>
            <a:grpSpLocks/>
          </p:cNvGrpSpPr>
          <p:nvPr/>
        </p:nvGrpSpPr>
        <p:grpSpPr bwMode="auto">
          <a:xfrm flipH="1">
            <a:off x="6553200" y="2971800"/>
            <a:ext cx="304800" cy="304800"/>
            <a:chOff x="3696" y="1728"/>
            <a:chExt cx="192" cy="192"/>
          </a:xfrm>
        </p:grpSpPr>
        <p:sp>
          <p:nvSpPr>
            <p:cNvPr id="26765" name="Oval 7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66" name="Oval 7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67" name="Oval 7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68" name="Oval 7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55" name="Oval 80"/>
          <p:cNvSpPr>
            <a:spLocks noChangeArrowheads="1"/>
          </p:cNvSpPr>
          <p:nvPr/>
        </p:nvSpPr>
        <p:spPr bwMode="auto">
          <a:xfrm>
            <a:off x="6858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56" name="Oval 81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57" name="Oval 82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58" name="Oval 83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59" name="Oval 84"/>
          <p:cNvSpPr>
            <a:spLocks noChangeArrowheads="1"/>
          </p:cNvSpPr>
          <p:nvPr/>
        </p:nvSpPr>
        <p:spPr bwMode="auto">
          <a:xfrm>
            <a:off x="69342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0" name="Oval 85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1" name="Oval 86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2" name="Oval 87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63" name="Group 88"/>
          <p:cNvGrpSpPr>
            <a:grpSpLocks/>
          </p:cNvGrpSpPr>
          <p:nvPr/>
        </p:nvGrpSpPr>
        <p:grpSpPr bwMode="auto">
          <a:xfrm flipH="1">
            <a:off x="6934200" y="3124200"/>
            <a:ext cx="304800" cy="304800"/>
            <a:chOff x="3696" y="1728"/>
            <a:chExt cx="192" cy="192"/>
          </a:xfrm>
        </p:grpSpPr>
        <p:sp>
          <p:nvSpPr>
            <p:cNvPr id="26761" name="Oval 8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62" name="Oval 9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63" name="Oval 9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64" name="Oval 9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64" name="Oval 93"/>
          <p:cNvSpPr>
            <a:spLocks noChangeArrowheads="1"/>
          </p:cNvSpPr>
          <p:nvPr/>
        </p:nvSpPr>
        <p:spPr bwMode="auto">
          <a:xfrm>
            <a:off x="7010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5" name="Oval 94"/>
          <p:cNvSpPr>
            <a:spLocks noChangeArrowheads="1"/>
          </p:cNvSpPr>
          <p:nvPr/>
        </p:nvSpPr>
        <p:spPr bwMode="auto">
          <a:xfrm>
            <a:off x="716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6" name="Oval 95"/>
          <p:cNvSpPr>
            <a:spLocks noChangeArrowheads="1"/>
          </p:cNvSpPr>
          <p:nvPr/>
        </p:nvSpPr>
        <p:spPr bwMode="auto">
          <a:xfrm>
            <a:off x="7315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7" name="Oval 96"/>
          <p:cNvSpPr>
            <a:spLocks noChangeArrowheads="1"/>
          </p:cNvSpPr>
          <p:nvPr/>
        </p:nvSpPr>
        <p:spPr bwMode="auto">
          <a:xfrm>
            <a:off x="7467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8" name="Oval 97"/>
          <p:cNvSpPr>
            <a:spLocks noChangeArrowheads="1"/>
          </p:cNvSpPr>
          <p:nvPr/>
        </p:nvSpPr>
        <p:spPr bwMode="auto">
          <a:xfrm>
            <a:off x="7086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69" name="Oval 98"/>
          <p:cNvSpPr>
            <a:spLocks noChangeArrowheads="1"/>
          </p:cNvSpPr>
          <p:nvPr/>
        </p:nvSpPr>
        <p:spPr bwMode="auto">
          <a:xfrm>
            <a:off x="7239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0" name="Oval 99"/>
          <p:cNvSpPr>
            <a:spLocks noChangeArrowheads="1"/>
          </p:cNvSpPr>
          <p:nvPr/>
        </p:nvSpPr>
        <p:spPr bwMode="auto">
          <a:xfrm>
            <a:off x="7391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1" name="Oval 100"/>
          <p:cNvSpPr>
            <a:spLocks noChangeArrowheads="1"/>
          </p:cNvSpPr>
          <p:nvPr/>
        </p:nvSpPr>
        <p:spPr bwMode="auto">
          <a:xfrm>
            <a:off x="7543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72" name="Group 101"/>
          <p:cNvGrpSpPr>
            <a:grpSpLocks/>
          </p:cNvGrpSpPr>
          <p:nvPr/>
        </p:nvGrpSpPr>
        <p:grpSpPr bwMode="auto">
          <a:xfrm flipH="1">
            <a:off x="7086600" y="3276600"/>
            <a:ext cx="304800" cy="304800"/>
            <a:chOff x="3696" y="1728"/>
            <a:chExt cx="192" cy="192"/>
          </a:xfrm>
        </p:grpSpPr>
        <p:sp>
          <p:nvSpPr>
            <p:cNvPr id="26757" name="Oval 10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8" name="Oval 10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9" name="Oval 10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60" name="Oval 10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73" name="Oval 106"/>
          <p:cNvSpPr>
            <a:spLocks noChangeArrowheads="1"/>
          </p:cNvSpPr>
          <p:nvPr/>
        </p:nvSpPr>
        <p:spPr bwMode="auto">
          <a:xfrm>
            <a:off x="71628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4" name="Oval 107"/>
          <p:cNvSpPr>
            <a:spLocks noChangeArrowheads="1"/>
          </p:cNvSpPr>
          <p:nvPr/>
        </p:nvSpPr>
        <p:spPr bwMode="auto">
          <a:xfrm>
            <a:off x="7315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5" name="Oval 108"/>
          <p:cNvSpPr>
            <a:spLocks noChangeArrowheads="1"/>
          </p:cNvSpPr>
          <p:nvPr/>
        </p:nvSpPr>
        <p:spPr bwMode="auto">
          <a:xfrm>
            <a:off x="7467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6" name="Oval 109"/>
          <p:cNvSpPr>
            <a:spLocks noChangeArrowheads="1"/>
          </p:cNvSpPr>
          <p:nvPr/>
        </p:nvSpPr>
        <p:spPr bwMode="auto">
          <a:xfrm>
            <a:off x="7620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7" name="Oval 110"/>
          <p:cNvSpPr>
            <a:spLocks noChangeArrowheads="1"/>
          </p:cNvSpPr>
          <p:nvPr/>
        </p:nvSpPr>
        <p:spPr bwMode="auto">
          <a:xfrm>
            <a:off x="72390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8" name="Oval 111"/>
          <p:cNvSpPr>
            <a:spLocks noChangeArrowheads="1"/>
          </p:cNvSpPr>
          <p:nvPr/>
        </p:nvSpPr>
        <p:spPr bwMode="auto">
          <a:xfrm>
            <a:off x="7391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79" name="Oval 112"/>
          <p:cNvSpPr>
            <a:spLocks noChangeArrowheads="1"/>
          </p:cNvSpPr>
          <p:nvPr/>
        </p:nvSpPr>
        <p:spPr bwMode="auto">
          <a:xfrm>
            <a:off x="7543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80" name="Oval 113"/>
          <p:cNvSpPr>
            <a:spLocks noChangeArrowheads="1"/>
          </p:cNvSpPr>
          <p:nvPr/>
        </p:nvSpPr>
        <p:spPr bwMode="auto">
          <a:xfrm>
            <a:off x="7696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81" name="Group 114"/>
          <p:cNvGrpSpPr>
            <a:grpSpLocks/>
          </p:cNvGrpSpPr>
          <p:nvPr/>
        </p:nvGrpSpPr>
        <p:grpSpPr bwMode="auto">
          <a:xfrm flipH="1">
            <a:off x="7239000" y="3200400"/>
            <a:ext cx="304800" cy="304800"/>
            <a:chOff x="3696" y="1728"/>
            <a:chExt cx="192" cy="192"/>
          </a:xfrm>
        </p:grpSpPr>
        <p:sp>
          <p:nvSpPr>
            <p:cNvPr id="26753" name="Oval 11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4" name="Oval 11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5" name="Oval 11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6" name="Oval 11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82" name="Oval 119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83" name="Oval 120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84" name="Oval 121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85" name="Oval 122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86" name="Oval 123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87" name="Oval 124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88" name="Group 125"/>
          <p:cNvGrpSpPr>
            <a:grpSpLocks/>
          </p:cNvGrpSpPr>
          <p:nvPr/>
        </p:nvGrpSpPr>
        <p:grpSpPr bwMode="auto">
          <a:xfrm flipH="1">
            <a:off x="6705600" y="3429000"/>
            <a:ext cx="304800" cy="304800"/>
            <a:chOff x="3696" y="1728"/>
            <a:chExt cx="192" cy="192"/>
          </a:xfrm>
        </p:grpSpPr>
        <p:sp>
          <p:nvSpPr>
            <p:cNvPr id="26749" name="Oval 12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0" name="Oval 12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1" name="Oval 12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52" name="Oval 12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89" name="Oval 130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0" name="Oval 131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1" name="Oval 132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2" name="Oval 133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3" name="Oval 134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4" name="Oval 135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5" name="Oval 136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696" name="Group 137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6745" name="Oval 13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46" name="Oval 13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47" name="Oval 14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48" name="Oval 14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697" name="Oval 142"/>
          <p:cNvSpPr>
            <a:spLocks noChangeArrowheads="1"/>
          </p:cNvSpPr>
          <p:nvPr/>
        </p:nvSpPr>
        <p:spPr bwMode="auto">
          <a:xfrm>
            <a:off x="6934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8" name="Oval 143"/>
          <p:cNvSpPr>
            <a:spLocks noChangeArrowheads="1"/>
          </p:cNvSpPr>
          <p:nvPr/>
        </p:nvSpPr>
        <p:spPr bwMode="auto">
          <a:xfrm>
            <a:off x="7086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699" name="Oval 144"/>
          <p:cNvSpPr>
            <a:spLocks noChangeArrowheads="1"/>
          </p:cNvSpPr>
          <p:nvPr/>
        </p:nvSpPr>
        <p:spPr bwMode="auto">
          <a:xfrm>
            <a:off x="7239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0" name="Oval 145"/>
          <p:cNvSpPr>
            <a:spLocks noChangeArrowheads="1"/>
          </p:cNvSpPr>
          <p:nvPr/>
        </p:nvSpPr>
        <p:spPr bwMode="auto">
          <a:xfrm>
            <a:off x="7162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01" name="Group 146"/>
          <p:cNvGrpSpPr>
            <a:grpSpLocks/>
          </p:cNvGrpSpPr>
          <p:nvPr/>
        </p:nvGrpSpPr>
        <p:grpSpPr bwMode="auto">
          <a:xfrm flipH="1">
            <a:off x="7010400" y="3505200"/>
            <a:ext cx="304800" cy="304800"/>
            <a:chOff x="3696" y="1728"/>
            <a:chExt cx="192" cy="192"/>
          </a:xfrm>
        </p:grpSpPr>
        <p:sp>
          <p:nvSpPr>
            <p:cNvPr id="26741" name="Oval 14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42" name="Oval 14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43" name="Oval 14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44" name="Oval 15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02" name="Oval 151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3" name="Oval 152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4" name="Oval 153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5" name="Oval 154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6" name="Oval 155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7" name="Oval 156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8" name="Oval 157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09" name="Oval 158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0" name="Oval 159"/>
          <p:cNvSpPr>
            <a:spLocks noChangeArrowheads="1"/>
          </p:cNvSpPr>
          <p:nvPr/>
        </p:nvSpPr>
        <p:spPr bwMode="auto">
          <a:xfrm>
            <a:off x="64008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1" name="Oval 160"/>
          <p:cNvSpPr>
            <a:spLocks noChangeArrowheads="1"/>
          </p:cNvSpPr>
          <p:nvPr/>
        </p:nvSpPr>
        <p:spPr bwMode="auto">
          <a:xfrm>
            <a:off x="65532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2" name="Oval 161"/>
          <p:cNvSpPr>
            <a:spLocks noChangeArrowheads="1"/>
          </p:cNvSpPr>
          <p:nvPr/>
        </p:nvSpPr>
        <p:spPr bwMode="auto">
          <a:xfrm>
            <a:off x="6477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3" name="Oval 162"/>
          <p:cNvSpPr>
            <a:spLocks noChangeArrowheads="1"/>
          </p:cNvSpPr>
          <p:nvPr/>
        </p:nvSpPr>
        <p:spPr bwMode="auto">
          <a:xfrm>
            <a:off x="6629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14" name="Group 163"/>
          <p:cNvGrpSpPr>
            <a:grpSpLocks/>
          </p:cNvGrpSpPr>
          <p:nvPr/>
        </p:nvGrpSpPr>
        <p:grpSpPr bwMode="auto">
          <a:xfrm flipH="1">
            <a:off x="6172200" y="2819400"/>
            <a:ext cx="304800" cy="304800"/>
            <a:chOff x="3696" y="1728"/>
            <a:chExt cx="192" cy="192"/>
          </a:xfrm>
        </p:grpSpPr>
        <p:sp>
          <p:nvSpPr>
            <p:cNvPr id="26737" name="Oval 16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8" name="Oval 16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9" name="Oval 16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40" name="Oval 16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15" name="Oval 168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6" name="Oval 169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7" name="Oval 170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8" name="Oval 171"/>
          <p:cNvSpPr>
            <a:spLocks noChangeArrowheads="1"/>
          </p:cNvSpPr>
          <p:nvPr/>
        </p:nvSpPr>
        <p:spPr bwMode="auto">
          <a:xfrm>
            <a:off x="6172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19" name="Oval 172"/>
          <p:cNvSpPr>
            <a:spLocks noChangeArrowheads="1"/>
          </p:cNvSpPr>
          <p:nvPr/>
        </p:nvSpPr>
        <p:spPr bwMode="auto">
          <a:xfrm>
            <a:off x="60960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0" name="Oval 173"/>
          <p:cNvSpPr>
            <a:spLocks noChangeArrowheads="1"/>
          </p:cNvSpPr>
          <p:nvPr/>
        </p:nvSpPr>
        <p:spPr bwMode="auto">
          <a:xfrm>
            <a:off x="6248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1" name="Oval 174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2" name="Oval 175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3" name="Oval 176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4" name="Oval 177"/>
          <p:cNvSpPr>
            <a:spLocks noChangeArrowheads="1"/>
          </p:cNvSpPr>
          <p:nvPr/>
        </p:nvSpPr>
        <p:spPr bwMode="auto">
          <a:xfrm>
            <a:off x="63246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5" name="Oval 178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6" name="Oval 179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27" name="Oval 180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28" name="Group 181"/>
          <p:cNvGrpSpPr>
            <a:grpSpLocks/>
          </p:cNvGrpSpPr>
          <p:nvPr/>
        </p:nvGrpSpPr>
        <p:grpSpPr bwMode="auto">
          <a:xfrm flipH="1">
            <a:off x="6324600" y="3276600"/>
            <a:ext cx="304800" cy="304800"/>
            <a:chOff x="3696" y="1728"/>
            <a:chExt cx="192" cy="192"/>
          </a:xfrm>
        </p:grpSpPr>
        <p:sp>
          <p:nvSpPr>
            <p:cNvPr id="26733" name="Oval 18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4" name="Oval 18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5" name="Oval 18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6" name="Oval 18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29" name="Oval 186"/>
          <p:cNvSpPr>
            <a:spLocks noChangeArrowheads="1"/>
          </p:cNvSpPr>
          <p:nvPr/>
        </p:nvSpPr>
        <p:spPr bwMode="auto">
          <a:xfrm>
            <a:off x="6400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0" name="Oval 187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1" name="Oval 188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2" name="Oval 189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3" name="Oval 190"/>
          <p:cNvSpPr>
            <a:spLocks noChangeArrowheads="1"/>
          </p:cNvSpPr>
          <p:nvPr/>
        </p:nvSpPr>
        <p:spPr bwMode="auto">
          <a:xfrm>
            <a:off x="64770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4" name="Oval 191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5" name="Oval 192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6" name="Oval 193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37" name="Group 194"/>
          <p:cNvGrpSpPr>
            <a:grpSpLocks/>
          </p:cNvGrpSpPr>
          <p:nvPr/>
        </p:nvGrpSpPr>
        <p:grpSpPr bwMode="auto">
          <a:xfrm flipH="1">
            <a:off x="6477000" y="3429000"/>
            <a:ext cx="304800" cy="304800"/>
            <a:chOff x="3696" y="1728"/>
            <a:chExt cx="192" cy="192"/>
          </a:xfrm>
        </p:grpSpPr>
        <p:sp>
          <p:nvSpPr>
            <p:cNvPr id="26729" name="Oval 19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0" name="Oval 19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1" name="Oval 19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32" name="Oval 19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38" name="Oval 199"/>
          <p:cNvSpPr>
            <a:spLocks noChangeArrowheads="1"/>
          </p:cNvSpPr>
          <p:nvPr/>
        </p:nvSpPr>
        <p:spPr bwMode="auto">
          <a:xfrm>
            <a:off x="6553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39" name="Oval 200"/>
          <p:cNvSpPr>
            <a:spLocks noChangeArrowheads="1"/>
          </p:cNvSpPr>
          <p:nvPr/>
        </p:nvSpPr>
        <p:spPr bwMode="auto">
          <a:xfrm>
            <a:off x="6705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0" name="Oval 201"/>
          <p:cNvSpPr>
            <a:spLocks noChangeArrowheads="1"/>
          </p:cNvSpPr>
          <p:nvPr/>
        </p:nvSpPr>
        <p:spPr bwMode="auto">
          <a:xfrm>
            <a:off x="6858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1" name="Oval 202"/>
          <p:cNvSpPr>
            <a:spLocks noChangeArrowheads="1"/>
          </p:cNvSpPr>
          <p:nvPr/>
        </p:nvSpPr>
        <p:spPr bwMode="auto">
          <a:xfrm>
            <a:off x="7010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2" name="Oval 203"/>
          <p:cNvSpPr>
            <a:spLocks noChangeArrowheads="1"/>
          </p:cNvSpPr>
          <p:nvPr/>
        </p:nvSpPr>
        <p:spPr bwMode="auto">
          <a:xfrm>
            <a:off x="66294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3" name="Oval 204"/>
          <p:cNvSpPr>
            <a:spLocks noChangeArrowheads="1"/>
          </p:cNvSpPr>
          <p:nvPr/>
        </p:nvSpPr>
        <p:spPr bwMode="auto">
          <a:xfrm>
            <a:off x="6781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4" name="Oval 205"/>
          <p:cNvSpPr>
            <a:spLocks noChangeArrowheads="1"/>
          </p:cNvSpPr>
          <p:nvPr/>
        </p:nvSpPr>
        <p:spPr bwMode="auto">
          <a:xfrm>
            <a:off x="6934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5" name="Oval 206"/>
          <p:cNvSpPr>
            <a:spLocks noChangeArrowheads="1"/>
          </p:cNvSpPr>
          <p:nvPr/>
        </p:nvSpPr>
        <p:spPr bwMode="auto">
          <a:xfrm>
            <a:off x="7086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46" name="Group 207"/>
          <p:cNvGrpSpPr>
            <a:grpSpLocks/>
          </p:cNvGrpSpPr>
          <p:nvPr/>
        </p:nvGrpSpPr>
        <p:grpSpPr bwMode="auto">
          <a:xfrm flipH="1">
            <a:off x="6629400" y="3352800"/>
            <a:ext cx="304800" cy="304800"/>
            <a:chOff x="3696" y="1728"/>
            <a:chExt cx="192" cy="192"/>
          </a:xfrm>
        </p:grpSpPr>
        <p:sp>
          <p:nvSpPr>
            <p:cNvPr id="26725" name="Oval 20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26" name="Oval 20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27" name="Oval 21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28" name="Oval 21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47" name="Oval 212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8" name="Oval 213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49" name="Oval 214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0" name="Oval 215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1" name="Oval 216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2" name="Oval 217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53" name="Group 218"/>
          <p:cNvGrpSpPr>
            <a:grpSpLocks/>
          </p:cNvGrpSpPr>
          <p:nvPr/>
        </p:nvGrpSpPr>
        <p:grpSpPr bwMode="auto">
          <a:xfrm flipH="1">
            <a:off x="6096000" y="3581400"/>
            <a:ext cx="304800" cy="304800"/>
            <a:chOff x="3696" y="1728"/>
            <a:chExt cx="192" cy="192"/>
          </a:xfrm>
        </p:grpSpPr>
        <p:sp>
          <p:nvSpPr>
            <p:cNvPr id="26721" name="Oval 21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22" name="Oval 22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23" name="Oval 22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24" name="Oval 22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54" name="Oval 223"/>
          <p:cNvSpPr>
            <a:spLocks noChangeArrowheads="1"/>
          </p:cNvSpPr>
          <p:nvPr/>
        </p:nvSpPr>
        <p:spPr bwMode="auto">
          <a:xfrm>
            <a:off x="6172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5" name="Oval 224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6" name="Oval 225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7" name="Oval 226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8" name="Oval 227"/>
          <p:cNvSpPr>
            <a:spLocks noChangeArrowheads="1"/>
          </p:cNvSpPr>
          <p:nvPr/>
        </p:nvSpPr>
        <p:spPr bwMode="auto">
          <a:xfrm>
            <a:off x="6248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59" name="Oval 228"/>
          <p:cNvSpPr>
            <a:spLocks noChangeArrowheads="1"/>
          </p:cNvSpPr>
          <p:nvPr/>
        </p:nvSpPr>
        <p:spPr bwMode="auto">
          <a:xfrm>
            <a:off x="6400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60" name="Oval 229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61" name="Group 230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6717" name="Oval 23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8" name="Oval 23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9" name="Oval 23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20" name="Oval 23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62" name="Oval 235"/>
          <p:cNvSpPr>
            <a:spLocks noChangeArrowheads="1"/>
          </p:cNvSpPr>
          <p:nvPr/>
        </p:nvSpPr>
        <p:spPr bwMode="auto">
          <a:xfrm>
            <a:off x="6324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63" name="Oval 236"/>
          <p:cNvSpPr>
            <a:spLocks noChangeArrowheads="1"/>
          </p:cNvSpPr>
          <p:nvPr/>
        </p:nvSpPr>
        <p:spPr bwMode="auto">
          <a:xfrm>
            <a:off x="64770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64" name="Oval 237"/>
          <p:cNvSpPr>
            <a:spLocks noChangeArrowheads="1"/>
          </p:cNvSpPr>
          <p:nvPr/>
        </p:nvSpPr>
        <p:spPr bwMode="auto">
          <a:xfrm>
            <a:off x="6629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65" name="Oval 238"/>
          <p:cNvSpPr>
            <a:spLocks noChangeArrowheads="1"/>
          </p:cNvSpPr>
          <p:nvPr/>
        </p:nvSpPr>
        <p:spPr bwMode="auto">
          <a:xfrm>
            <a:off x="6553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66" name="Group 239"/>
          <p:cNvGrpSpPr>
            <a:grpSpLocks/>
          </p:cNvGrpSpPr>
          <p:nvPr/>
        </p:nvGrpSpPr>
        <p:grpSpPr bwMode="auto">
          <a:xfrm flipH="1">
            <a:off x="6400800" y="3657600"/>
            <a:ext cx="304800" cy="304800"/>
            <a:chOff x="3696" y="1728"/>
            <a:chExt cx="192" cy="192"/>
          </a:xfrm>
        </p:grpSpPr>
        <p:sp>
          <p:nvSpPr>
            <p:cNvPr id="26713" name="Oval 24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4" name="Oval 24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5" name="Oval 24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6" name="Oval 24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67" name="Oval 244"/>
          <p:cNvSpPr>
            <a:spLocks noChangeArrowheads="1"/>
          </p:cNvSpPr>
          <p:nvPr/>
        </p:nvSpPr>
        <p:spPr bwMode="auto">
          <a:xfrm>
            <a:off x="5791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68" name="Oval 245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69" name="Oval 246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0" name="Oval 247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1" name="Oval 248"/>
          <p:cNvSpPr>
            <a:spLocks noChangeArrowheads="1"/>
          </p:cNvSpPr>
          <p:nvPr/>
        </p:nvSpPr>
        <p:spPr bwMode="auto">
          <a:xfrm>
            <a:off x="5867400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2" name="Oval 249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3" name="Oval 250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4" name="Oval 251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75" name="Group 252"/>
          <p:cNvGrpSpPr>
            <a:grpSpLocks/>
          </p:cNvGrpSpPr>
          <p:nvPr/>
        </p:nvGrpSpPr>
        <p:grpSpPr bwMode="auto">
          <a:xfrm flipH="1">
            <a:off x="5867400" y="2971800"/>
            <a:ext cx="304800" cy="304800"/>
            <a:chOff x="3696" y="1728"/>
            <a:chExt cx="192" cy="192"/>
          </a:xfrm>
        </p:grpSpPr>
        <p:sp>
          <p:nvSpPr>
            <p:cNvPr id="26709" name="Oval 25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0" name="Oval 25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1" name="Oval 25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12" name="Oval 25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76" name="Oval 257"/>
          <p:cNvSpPr>
            <a:spLocks noChangeArrowheads="1"/>
          </p:cNvSpPr>
          <p:nvPr/>
        </p:nvSpPr>
        <p:spPr bwMode="auto">
          <a:xfrm>
            <a:off x="5943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7" name="Oval 258"/>
          <p:cNvSpPr>
            <a:spLocks noChangeArrowheads="1"/>
          </p:cNvSpPr>
          <p:nvPr/>
        </p:nvSpPr>
        <p:spPr bwMode="auto">
          <a:xfrm>
            <a:off x="6096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8" name="Oval 259"/>
          <p:cNvSpPr>
            <a:spLocks noChangeArrowheads="1"/>
          </p:cNvSpPr>
          <p:nvPr/>
        </p:nvSpPr>
        <p:spPr bwMode="auto">
          <a:xfrm>
            <a:off x="6248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79" name="Oval 260"/>
          <p:cNvSpPr>
            <a:spLocks noChangeArrowheads="1"/>
          </p:cNvSpPr>
          <p:nvPr/>
        </p:nvSpPr>
        <p:spPr bwMode="auto">
          <a:xfrm>
            <a:off x="6400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0" name="Oval 261"/>
          <p:cNvSpPr>
            <a:spLocks noChangeArrowheads="1"/>
          </p:cNvSpPr>
          <p:nvPr/>
        </p:nvSpPr>
        <p:spPr bwMode="auto">
          <a:xfrm>
            <a:off x="60198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1" name="Oval 262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2" name="Oval 263"/>
          <p:cNvSpPr>
            <a:spLocks noChangeArrowheads="1"/>
          </p:cNvSpPr>
          <p:nvPr/>
        </p:nvSpPr>
        <p:spPr bwMode="auto">
          <a:xfrm>
            <a:off x="63246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3" name="Oval 264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84" name="Group 265"/>
          <p:cNvGrpSpPr>
            <a:grpSpLocks/>
          </p:cNvGrpSpPr>
          <p:nvPr/>
        </p:nvGrpSpPr>
        <p:grpSpPr bwMode="auto">
          <a:xfrm flipH="1">
            <a:off x="6019800" y="3124200"/>
            <a:ext cx="304800" cy="304800"/>
            <a:chOff x="3696" y="1728"/>
            <a:chExt cx="192" cy="192"/>
          </a:xfrm>
        </p:grpSpPr>
        <p:sp>
          <p:nvSpPr>
            <p:cNvPr id="26705" name="Oval 2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06" name="Oval 2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07" name="Oval 2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08" name="Oval 2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85" name="Oval 270"/>
          <p:cNvSpPr>
            <a:spLocks noChangeArrowheads="1"/>
          </p:cNvSpPr>
          <p:nvPr/>
        </p:nvSpPr>
        <p:spPr bwMode="auto">
          <a:xfrm>
            <a:off x="6096000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6" name="Oval 271"/>
          <p:cNvSpPr>
            <a:spLocks noChangeArrowheads="1"/>
          </p:cNvSpPr>
          <p:nvPr/>
        </p:nvSpPr>
        <p:spPr bwMode="auto">
          <a:xfrm>
            <a:off x="6248400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7" name="Oval 272"/>
          <p:cNvSpPr>
            <a:spLocks noChangeArrowheads="1"/>
          </p:cNvSpPr>
          <p:nvPr/>
        </p:nvSpPr>
        <p:spPr bwMode="auto">
          <a:xfrm>
            <a:off x="64008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8" name="Oval 273"/>
          <p:cNvSpPr>
            <a:spLocks noChangeArrowheads="1"/>
          </p:cNvSpPr>
          <p:nvPr/>
        </p:nvSpPr>
        <p:spPr bwMode="auto">
          <a:xfrm>
            <a:off x="6553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89" name="Oval 274"/>
          <p:cNvSpPr>
            <a:spLocks noChangeArrowheads="1"/>
          </p:cNvSpPr>
          <p:nvPr/>
        </p:nvSpPr>
        <p:spPr bwMode="auto">
          <a:xfrm>
            <a:off x="6172200" y="2743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0" name="Oval 275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1" name="Oval 276"/>
          <p:cNvSpPr>
            <a:spLocks noChangeArrowheads="1"/>
          </p:cNvSpPr>
          <p:nvPr/>
        </p:nvSpPr>
        <p:spPr bwMode="auto">
          <a:xfrm>
            <a:off x="6477000" y="3048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2" name="Oval 277"/>
          <p:cNvSpPr>
            <a:spLocks noChangeArrowheads="1"/>
          </p:cNvSpPr>
          <p:nvPr/>
        </p:nvSpPr>
        <p:spPr bwMode="auto">
          <a:xfrm>
            <a:off x="6629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793" name="Group 278"/>
          <p:cNvGrpSpPr>
            <a:grpSpLocks/>
          </p:cNvGrpSpPr>
          <p:nvPr/>
        </p:nvGrpSpPr>
        <p:grpSpPr bwMode="auto">
          <a:xfrm flipH="1">
            <a:off x="6172200" y="3048000"/>
            <a:ext cx="304800" cy="304800"/>
            <a:chOff x="3696" y="1728"/>
            <a:chExt cx="192" cy="192"/>
          </a:xfrm>
        </p:grpSpPr>
        <p:sp>
          <p:nvSpPr>
            <p:cNvPr id="26701" name="Oval 27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02" name="Oval 28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03" name="Oval 28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04" name="Oval 28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794" name="Oval 283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5" name="Oval 284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6" name="Oval 285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7" name="Oval 286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8" name="Oval 287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799" name="Oval 288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00" name="Group 289"/>
          <p:cNvGrpSpPr>
            <a:grpSpLocks/>
          </p:cNvGrpSpPr>
          <p:nvPr/>
        </p:nvGrpSpPr>
        <p:grpSpPr bwMode="auto">
          <a:xfrm flipH="1">
            <a:off x="5638800" y="3276600"/>
            <a:ext cx="304800" cy="304800"/>
            <a:chOff x="3696" y="1728"/>
            <a:chExt cx="192" cy="192"/>
          </a:xfrm>
        </p:grpSpPr>
        <p:sp>
          <p:nvSpPr>
            <p:cNvPr id="26697" name="Oval 29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8" name="Oval 29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9" name="Oval 29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700" name="Oval 29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01" name="Oval 294"/>
          <p:cNvSpPr>
            <a:spLocks noChangeArrowheads="1"/>
          </p:cNvSpPr>
          <p:nvPr/>
        </p:nvSpPr>
        <p:spPr bwMode="auto">
          <a:xfrm>
            <a:off x="5715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02" name="Oval 295"/>
          <p:cNvSpPr>
            <a:spLocks noChangeArrowheads="1"/>
          </p:cNvSpPr>
          <p:nvPr/>
        </p:nvSpPr>
        <p:spPr bwMode="auto">
          <a:xfrm>
            <a:off x="5867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03" name="Oval 296"/>
          <p:cNvSpPr>
            <a:spLocks noChangeArrowheads="1"/>
          </p:cNvSpPr>
          <p:nvPr/>
        </p:nvSpPr>
        <p:spPr bwMode="auto">
          <a:xfrm>
            <a:off x="60198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04" name="Oval 297"/>
          <p:cNvSpPr>
            <a:spLocks noChangeArrowheads="1"/>
          </p:cNvSpPr>
          <p:nvPr/>
        </p:nvSpPr>
        <p:spPr bwMode="auto">
          <a:xfrm>
            <a:off x="6172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05" name="Oval 298"/>
          <p:cNvSpPr>
            <a:spLocks noChangeArrowheads="1"/>
          </p:cNvSpPr>
          <p:nvPr/>
        </p:nvSpPr>
        <p:spPr bwMode="auto">
          <a:xfrm>
            <a:off x="57912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06" name="Oval 299"/>
          <p:cNvSpPr>
            <a:spLocks noChangeArrowheads="1"/>
          </p:cNvSpPr>
          <p:nvPr/>
        </p:nvSpPr>
        <p:spPr bwMode="auto">
          <a:xfrm>
            <a:off x="59436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07" name="Oval 300"/>
          <p:cNvSpPr>
            <a:spLocks noChangeArrowheads="1"/>
          </p:cNvSpPr>
          <p:nvPr/>
        </p:nvSpPr>
        <p:spPr bwMode="auto">
          <a:xfrm>
            <a:off x="60960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08" name="Group 301"/>
          <p:cNvGrpSpPr>
            <a:grpSpLocks/>
          </p:cNvGrpSpPr>
          <p:nvPr/>
        </p:nvGrpSpPr>
        <p:grpSpPr bwMode="auto">
          <a:xfrm flipH="1">
            <a:off x="5791200" y="3429000"/>
            <a:ext cx="304800" cy="304800"/>
            <a:chOff x="3696" y="1728"/>
            <a:chExt cx="192" cy="192"/>
          </a:xfrm>
        </p:grpSpPr>
        <p:sp>
          <p:nvSpPr>
            <p:cNvPr id="26693" name="Oval 30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4" name="Oval 30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5" name="Oval 30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6" name="Oval 30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09" name="Oval 306"/>
          <p:cNvSpPr>
            <a:spLocks noChangeArrowheads="1"/>
          </p:cNvSpPr>
          <p:nvPr/>
        </p:nvSpPr>
        <p:spPr bwMode="auto">
          <a:xfrm>
            <a:off x="5867400" y="3124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0" name="Oval 307"/>
          <p:cNvSpPr>
            <a:spLocks noChangeArrowheads="1"/>
          </p:cNvSpPr>
          <p:nvPr/>
        </p:nvSpPr>
        <p:spPr bwMode="auto">
          <a:xfrm>
            <a:off x="60198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1" name="Oval 308"/>
          <p:cNvSpPr>
            <a:spLocks noChangeArrowheads="1"/>
          </p:cNvSpPr>
          <p:nvPr/>
        </p:nvSpPr>
        <p:spPr bwMode="auto">
          <a:xfrm>
            <a:off x="61722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2" name="Oval 309"/>
          <p:cNvSpPr>
            <a:spLocks noChangeArrowheads="1"/>
          </p:cNvSpPr>
          <p:nvPr/>
        </p:nvSpPr>
        <p:spPr bwMode="auto">
          <a:xfrm>
            <a:off x="60960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13" name="Group 310"/>
          <p:cNvGrpSpPr>
            <a:grpSpLocks/>
          </p:cNvGrpSpPr>
          <p:nvPr/>
        </p:nvGrpSpPr>
        <p:grpSpPr bwMode="auto">
          <a:xfrm flipH="1">
            <a:off x="5943600" y="3352800"/>
            <a:ext cx="304800" cy="304800"/>
            <a:chOff x="3696" y="1728"/>
            <a:chExt cx="192" cy="192"/>
          </a:xfrm>
        </p:grpSpPr>
        <p:sp>
          <p:nvSpPr>
            <p:cNvPr id="26689" name="Oval 31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0" name="Oval 31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1" name="Oval 31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92" name="Oval 31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14" name="Oval 315"/>
          <p:cNvSpPr>
            <a:spLocks noChangeArrowheads="1"/>
          </p:cNvSpPr>
          <p:nvPr/>
        </p:nvSpPr>
        <p:spPr bwMode="auto">
          <a:xfrm>
            <a:off x="6248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5" name="Oval 316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6" name="Oval 317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7" name="Oval 318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8" name="Oval 319"/>
          <p:cNvSpPr>
            <a:spLocks noChangeArrowheads="1"/>
          </p:cNvSpPr>
          <p:nvPr/>
        </p:nvSpPr>
        <p:spPr bwMode="auto">
          <a:xfrm>
            <a:off x="63246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19" name="Oval 320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0" name="Oval 321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1" name="Oval 322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22" name="Group 323"/>
          <p:cNvGrpSpPr>
            <a:grpSpLocks/>
          </p:cNvGrpSpPr>
          <p:nvPr/>
        </p:nvGrpSpPr>
        <p:grpSpPr bwMode="auto">
          <a:xfrm flipH="1">
            <a:off x="6324600" y="3505200"/>
            <a:ext cx="304800" cy="304800"/>
            <a:chOff x="3696" y="1728"/>
            <a:chExt cx="192" cy="192"/>
          </a:xfrm>
        </p:grpSpPr>
        <p:sp>
          <p:nvSpPr>
            <p:cNvPr id="26685" name="Oval 32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86" name="Oval 32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87" name="Oval 32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88" name="Oval 32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23" name="Oval 328"/>
          <p:cNvSpPr>
            <a:spLocks noChangeArrowheads="1"/>
          </p:cNvSpPr>
          <p:nvPr/>
        </p:nvSpPr>
        <p:spPr bwMode="auto">
          <a:xfrm>
            <a:off x="6400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4" name="Oval 329"/>
          <p:cNvSpPr>
            <a:spLocks noChangeArrowheads="1"/>
          </p:cNvSpPr>
          <p:nvPr/>
        </p:nvSpPr>
        <p:spPr bwMode="auto">
          <a:xfrm>
            <a:off x="6553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5" name="Oval 330"/>
          <p:cNvSpPr>
            <a:spLocks noChangeArrowheads="1"/>
          </p:cNvSpPr>
          <p:nvPr/>
        </p:nvSpPr>
        <p:spPr bwMode="auto">
          <a:xfrm>
            <a:off x="6705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6" name="Oval 331"/>
          <p:cNvSpPr>
            <a:spLocks noChangeArrowheads="1"/>
          </p:cNvSpPr>
          <p:nvPr/>
        </p:nvSpPr>
        <p:spPr bwMode="auto">
          <a:xfrm>
            <a:off x="6858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7" name="Oval 332"/>
          <p:cNvSpPr>
            <a:spLocks noChangeArrowheads="1"/>
          </p:cNvSpPr>
          <p:nvPr/>
        </p:nvSpPr>
        <p:spPr bwMode="auto">
          <a:xfrm>
            <a:off x="6477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8" name="Oval 333"/>
          <p:cNvSpPr>
            <a:spLocks noChangeArrowheads="1"/>
          </p:cNvSpPr>
          <p:nvPr/>
        </p:nvSpPr>
        <p:spPr bwMode="auto">
          <a:xfrm>
            <a:off x="6629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29" name="Oval 334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0" name="Oval 335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31" name="Group 336"/>
          <p:cNvGrpSpPr>
            <a:grpSpLocks/>
          </p:cNvGrpSpPr>
          <p:nvPr/>
        </p:nvGrpSpPr>
        <p:grpSpPr bwMode="auto">
          <a:xfrm flipH="1">
            <a:off x="6477000" y="3657600"/>
            <a:ext cx="304800" cy="304800"/>
            <a:chOff x="3696" y="1728"/>
            <a:chExt cx="192" cy="192"/>
          </a:xfrm>
        </p:grpSpPr>
        <p:sp>
          <p:nvSpPr>
            <p:cNvPr id="26681" name="Oval 33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82" name="Oval 33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83" name="Oval 33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84" name="Oval 34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32" name="Oval 341"/>
          <p:cNvSpPr>
            <a:spLocks noChangeArrowheads="1"/>
          </p:cNvSpPr>
          <p:nvPr/>
        </p:nvSpPr>
        <p:spPr bwMode="auto">
          <a:xfrm>
            <a:off x="65532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3" name="Oval 342"/>
          <p:cNvSpPr>
            <a:spLocks noChangeArrowheads="1"/>
          </p:cNvSpPr>
          <p:nvPr/>
        </p:nvSpPr>
        <p:spPr bwMode="auto">
          <a:xfrm>
            <a:off x="6705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4" name="Oval 343"/>
          <p:cNvSpPr>
            <a:spLocks noChangeArrowheads="1"/>
          </p:cNvSpPr>
          <p:nvPr/>
        </p:nvSpPr>
        <p:spPr bwMode="auto">
          <a:xfrm>
            <a:off x="6858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5" name="Oval 344"/>
          <p:cNvSpPr>
            <a:spLocks noChangeArrowheads="1"/>
          </p:cNvSpPr>
          <p:nvPr/>
        </p:nvSpPr>
        <p:spPr bwMode="auto">
          <a:xfrm>
            <a:off x="7010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6" name="Oval 345"/>
          <p:cNvSpPr>
            <a:spLocks noChangeArrowheads="1"/>
          </p:cNvSpPr>
          <p:nvPr/>
        </p:nvSpPr>
        <p:spPr bwMode="auto">
          <a:xfrm>
            <a:off x="66294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7" name="Oval 346"/>
          <p:cNvSpPr>
            <a:spLocks noChangeArrowheads="1"/>
          </p:cNvSpPr>
          <p:nvPr/>
        </p:nvSpPr>
        <p:spPr bwMode="auto">
          <a:xfrm>
            <a:off x="6781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8" name="Oval 347"/>
          <p:cNvSpPr>
            <a:spLocks noChangeArrowheads="1"/>
          </p:cNvSpPr>
          <p:nvPr/>
        </p:nvSpPr>
        <p:spPr bwMode="auto">
          <a:xfrm>
            <a:off x="6934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39" name="Oval 348"/>
          <p:cNvSpPr>
            <a:spLocks noChangeArrowheads="1"/>
          </p:cNvSpPr>
          <p:nvPr/>
        </p:nvSpPr>
        <p:spPr bwMode="auto">
          <a:xfrm>
            <a:off x="7086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40" name="Group 349"/>
          <p:cNvGrpSpPr>
            <a:grpSpLocks/>
          </p:cNvGrpSpPr>
          <p:nvPr/>
        </p:nvGrpSpPr>
        <p:grpSpPr bwMode="auto">
          <a:xfrm flipH="1">
            <a:off x="6629400" y="3581400"/>
            <a:ext cx="304800" cy="304800"/>
            <a:chOff x="3696" y="1728"/>
            <a:chExt cx="192" cy="192"/>
          </a:xfrm>
        </p:grpSpPr>
        <p:sp>
          <p:nvSpPr>
            <p:cNvPr id="26677" name="Oval 35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8" name="Oval 35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9" name="Oval 35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80" name="Oval 35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41" name="Oval 354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42" name="Oval 35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43" name="Oval 356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44" name="Oval 357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45" name="Oval 358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46" name="Oval 359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47" name="Group 360"/>
          <p:cNvGrpSpPr>
            <a:grpSpLocks/>
          </p:cNvGrpSpPr>
          <p:nvPr/>
        </p:nvGrpSpPr>
        <p:grpSpPr bwMode="auto">
          <a:xfrm flipH="1">
            <a:off x="6096000" y="3810000"/>
            <a:ext cx="304800" cy="304800"/>
            <a:chOff x="3696" y="1728"/>
            <a:chExt cx="192" cy="192"/>
          </a:xfrm>
        </p:grpSpPr>
        <p:sp>
          <p:nvSpPr>
            <p:cNvPr id="26673" name="Oval 36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4" name="Oval 36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5" name="Oval 36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6" name="Oval 36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48" name="Oval 365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49" name="Oval 366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0" name="Oval 367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1" name="Oval 368"/>
          <p:cNvSpPr>
            <a:spLocks noChangeArrowheads="1"/>
          </p:cNvSpPr>
          <p:nvPr/>
        </p:nvSpPr>
        <p:spPr bwMode="auto">
          <a:xfrm>
            <a:off x="6629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2" name="Oval 369"/>
          <p:cNvSpPr>
            <a:spLocks noChangeArrowheads="1"/>
          </p:cNvSpPr>
          <p:nvPr/>
        </p:nvSpPr>
        <p:spPr bwMode="auto">
          <a:xfrm>
            <a:off x="6248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3" name="Oval 370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4" name="Oval 371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55" name="Group 372"/>
          <p:cNvGrpSpPr>
            <a:grpSpLocks/>
          </p:cNvGrpSpPr>
          <p:nvPr/>
        </p:nvGrpSpPr>
        <p:grpSpPr bwMode="auto">
          <a:xfrm flipH="1">
            <a:off x="6248400" y="3962400"/>
            <a:ext cx="304800" cy="304800"/>
            <a:chOff x="3696" y="1728"/>
            <a:chExt cx="192" cy="192"/>
          </a:xfrm>
        </p:grpSpPr>
        <p:sp>
          <p:nvSpPr>
            <p:cNvPr id="26669" name="Oval 37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0" name="Oval 37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1" name="Oval 37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72" name="Oval 37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56" name="Oval 377"/>
          <p:cNvSpPr>
            <a:spLocks noChangeArrowheads="1"/>
          </p:cNvSpPr>
          <p:nvPr/>
        </p:nvSpPr>
        <p:spPr bwMode="auto">
          <a:xfrm>
            <a:off x="6324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7" name="Oval 378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8" name="Oval 379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59" name="Oval 380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60" name="Group 381"/>
          <p:cNvGrpSpPr>
            <a:grpSpLocks/>
          </p:cNvGrpSpPr>
          <p:nvPr/>
        </p:nvGrpSpPr>
        <p:grpSpPr bwMode="auto">
          <a:xfrm flipH="1">
            <a:off x="6400800" y="3886200"/>
            <a:ext cx="304800" cy="304800"/>
            <a:chOff x="3696" y="1728"/>
            <a:chExt cx="192" cy="192"/>
          </a:xfrm>
        </p:grpSpPr>
        <p:sp>
          <p:nvSpPr>
            <p:cNvPr id="26665" name="Oval 38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66" name="Oval 38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67" name="Oval 38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68" name="Oval 38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61" name="Oval 386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2" name="Oval 387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3" name="Oval 388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4" name="Oval 389"/>
          <p:cNvSpPr>
            <a:spLocks noChangeArrowheads="1"/>
          </p:cNvSpPr>
          <p:nvPr/>
        </p:nvSpPr>
        <p:spPr bwMode="auto">
          <a:xfrm>
            <a:off x="5486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5" name="Oval 390"/>
          <p:cNvSpPr>
            <a:spLocks noChangeArrowheads="1"/>
          </p:cNvSpPr>
          <p:nvPr/>
        </p:nvSpPr>
        <p:spPr bwMode="auto">
          <a:xfrm>
            <a:off x="5638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6" name="Oval 391"/>
          <p:cNvSpPr>
            <a:spLocks noChangeArrowheads="1"/>
          </p:cNvSpPr>
          <p:nvPr/>
        </p:nvSpPr>
        <p:spPr bwMode="auto">
          <a:xfrm>
            <a:off x="5791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7" name="Oval 392"/>
          <p:cNvSpPr>
            <a:spLocks noChangeArrowheads="1"/>
          </p:cNvSpPr>
          <p:nvPr/>
        </p:nvSpPr>
        <p:spPr bwMode="auto">
          <a:xfrm>
            <a:off x="5715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8" name="Oval 393"/>
          <p:cNvSpPr>
            <a:spLocks noChangeArrowheads="1"/>
          </p:cNvSpPr>
          <p:nvPr/>
        </p:nvSpPr>
        <p:spPr bwMode="auto">
          <a:xfrm>
            <a:off x="5867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69" name="Oval 394"/>
          <p:cNvSpPr>
            <a:spLocks noChangeArrowheads="1"/>
          </p:cNvSpPr>
          <p:nvPr/>
        </p:nvSpPr>
        <p:spPr bwMode="auto">
          <a:xfrm>
            <a:off x="57912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0" name="Oval 395"/>
          <p:cNvSpPr>
            <a:spLocks noChangeArrowheads="1"/>
          </p:cNvSpPr>
          <p:nvPr/>
        </p:nvSpPr>
        <p:spPr bwMode="auto">
          <a:xfrm>
            <a:off x="59436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1" name="Oval 396"/>
          <p:cNvSpPr>
            <a:spLocks noChangeArrowheads="1"/>
          </p:cNvSpPr>
          <p:nvPr/>
        </p:nvSpPr>
        <p:spPr bwMode="auto">
          <a:xfrm>
            <a:off x="58674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2" name="Oval 397"/>
          <p:cNvSpPr>
            <a:spLocks noChangeArrowheads="1"/>
          </p:cNvSpPr>
          <p:nvPr/>
        </p:nvSpPr>
        <p:spPr bwMode="auto">
          <a:xfrm>
            <a:off x="6019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73" name="Group 398"/>
          <p:cNvGrpSpPr>
            <a:grpSpLocks/>
          </p:cNvGrpSpPr>
          <p:nvPr/>
        </p:nvGrpSpPr>
        <p:grpSpPr bwMode="auto">
          <a:xfrm flipH="1">
            <a:off x="5562600" y="3200400"/>
            <a:ext cx="304800" cy="304800"/>
            <a:chOff x="3696" y="1728"/>
            <a:chExt cx="192" cy="192"/>
          </a:xfrm>
        </p:grpSpPr>
        <p:sp>
          <p:nvSpPr>
            <p:cNvPr id="26661" name="Oval 39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62" name="Oval 40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63" name="Oval 40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64" name="Oval 40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74" name="Oval 403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5" name="Oval 404"/>
          <p:cNvSpPr>
            <a:spLocks noChangeArrowheads="1"/>
          </p:cNvSpPr>
          <p:nvPr/>
        </p:nvSpPr>
        <p:spPr bwMode="auto">
          <a:xfrm>
            <a:off x="5562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6" name="Oval 405"/>
          <p:cNvSpPr>
            <a:spLocks noChangeArrowheads="1"/>
          </p:cNvSpPr>
          <p:nvPr/>
        </p:nvSpPr>
        <p:spPr bwMode="auto">
          <a:xfrm>
            <a:off x="5486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7" name="Oval 406"/>
          <p:cNvSpPr>
            <a:spLocks noChangeArrowheads="1"/>
          </p:cNvSpPr>
          <p:nvPr/>
        </p:nvSpPr>
        <p:spPr bwMode="auto">
          <a:xfrm>
            <a:off x="5562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8" name="Oval 407"/>
          <p:cNvSpPr>
            <a:spLocks noChangeArrowheads="1"/>
          </p:cNvSpPr>
          <p:nvPr/>
        </p:nvSpPr>
        <p:spPr bwMode="auto">
          <a:xfrm>
            <a:off x="54864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79" name="Oval 408"/>
          <p:cNvSpPr>
            <a:spLocks noChangeArrowheads="1"/>
          </p:cNvSpPr>
          <p:nvPr/>
        </p:nvSpPr>
        <p:spPr bwMode="auto">
          <a:xfrm>
            <a:off x="5638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0" name="Oval 409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1" name="Oval 410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2" name="Oval 411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3" name="Oval 412"/>
          <p:cNvSpPr>
            <a:spLocks noChangeArrowheads="1"/>
          </p:cNvSpPr>
          <p:nvPr/>
        </p:nvSpPr>
        <p:spPr bwMode="auto">
          <a:xfrm>
            <a:off x="57150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4" name="Oval 413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5" name="Oval 414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6" name="Oval 415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87" name="Group 416"/>
          <p:cNvGrpSpPr>
            <a:grpSpLocks/>
          </p:cNvGrpSpPr>
          <p:nvPr/>
        </p:nvGrpSpPr>
        <p:grpSpPr bwMode="auto">
          <a:xfrm flipH="1">
            <a:off x="5715000" y="3657600"/>
            <a:ext cx="304800" cy="304800"/>
            <a:chOff x="3696" y="1728"/>
            <a:chExt cx="192" cy="192"/>
          </a:xfrm>
        </p:grpSpPr>
        <p:sp>
          <p:nvSpPr>
            <p:cNvPr id="26657" name="Oval 41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8" name="Oval 41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9" name="Oval 41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60" name="Oval 42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88" name="Oval 421"/>
          <p:cNvSpPr>
            <a:spLocks noChangeArrowheads="1"/>
          </p:cNvSpPr>
          <p:nvPr/>
        </p:nvSpPr>
        <p:spPr bwMode="auto">
          <a:xfrm>
            <a:off x="5791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89" name="Oval 422"/>
          <p:cNvSpPr>
            <a:spLocks noChangeArrowheads="1"/>
          </p:cNvSpPr>
          <p:nvPr/>
        </p:nvSpPr>
        <p:spPr bwMode="auto">
          <a:xfrm>
            <a:off x="5943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0" name="Oval 423"/>
          <p:cNvSpPr>
            <a:spLocks noChangeArrowheads="1"/>
          </p:cNvSpPr>
          <p:nvPr/>
        </p:nvSpPr>
        <p:spPr bwMode="auto">
          <a:xfrm>
            <a:off x="6096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1" name="Oval 424"/>
          <p:cNvSpPr>
            <a:spLocks noChangeArrowheads="1"/>
          </p:cNvSpPr>
          <p:nvPr/>
        </p:nvSpPr>
        <p:spPr bwMode="auto">
          <a:xfrm>
            <a:off x="6248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2" name="Oval 425"/>
          <p:cNvSpPr>
            <a:spLocks noChangeArrowheads="1"/>
          </p:cNvSpPr>
          <p:nvPr/>
        </p:nvSpPr>
        <p:spPr bwMode="auto">
          <a:xfrm>
            <a:off x="58674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3" name="Oval 426"/>
          <p:cNvSpPr>
            <a:spLocks noChangeArrowheads="1"/>
          </p:cNvSpPr>
          <p:nvPr/>
        </p:nvSpPr>
        <p:spPr bwMode="auto">
          <a:xfrm>
            <a:off x="60198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4" name="Oval 427"/>
          <p:cNvSpPr>
            <a:spLocks noChangeArrowheads="1"/>
          </p:cNvSpPr>
          <p:nvPr/>
        </p:nvSpPr>
        <p:spPr bwMode="auto">
          <a:xfrm>
            <a:off x="6172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5" name="Oval 428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896" name="Group 429"/>
          <p:cNvGrpSpPr>
            <a:grpSpLocks/>
          </p:cNvGrpSpPr>
          <p:nvPr/>
        </p:nvGrpSpPr>
        <p:grpSpPr bwMode="auto">
          <a:xfrm flipH="1">
            <a:off x="5867400" y="3810000"/>
            <a:ext cx="304800" cy="304800"/>
            <a:chOff x="3696" y="1728"/>
            <a:chExt cx="192" cy="192"/>
          </a:xfrm>
        </p:grpSpPr>
        <p:sp>
          <p:nvSpPr>
            <p:cNvPr id="26653" name="Oval 43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4" name="Oval 43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5" name="Oval 43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6" name="Oval 43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897" name="Oval 434"/>
          <p:cNvSpPr>
            <a:spLocks noChangeArrowheads="1"/>
          </p:cNvSpPr>
          <p:nvPr/>
        </p:nvSpPr>
        <p:spPr bwMode="auto">
          <a:xfrm>
            <a:off x="59436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8" name="Oval 435"/>
          <p:cNvSpPr>
            <a:spLocks noChangeArrowheads="1"/>
          </p:cNvSpPr>
          <p:nvPr/>
        </p:nvSpPr>
        <p:spPr bwMode="auto">
          <a:xfrm>
            <a:off x="6096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899" name="Oval 436"/>
          <p:cNvSpPr>
            <a:spLocks noChangeArrowheads="1"/>
          </p:cNvSpPr>
          <p:nvPr/>
        </p:nvSpPr>
        <p:spPr bwMode="auto">
          <a:xfrm>
            <a:off x="6248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0" name="Oval 437"/>
          <p:cNvSpPr>
            <a:spLocks noChangeArrowheads="1"/>
          </p:cNvSpPr>
          <p:nvPr/>
        </p:nvSpPr>
        <p:spPr bwMode="auto">
          <a:xfrm>
            <a:off x="6400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1" name="Oval 438"/>
          <p:cNvSpPr>
            <a:spLocks noChangeArrowheads="1"/>
          </p:cNvSpPr>
          <p:nvPr/>
        </p:nvSpPr>
        <p:spPr bwMode="auto">
          <a:xfrm>
            <a:off x="60198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2" name="Oval 439"/>
          <p:cNvSpPr>
            <a:spLocks noChangeArrowheads="1"/>
          </p:cNvSpPr>
          <p:nvPr/>
        </p:nvSpPr>
        <p:spPr bwMode="auto">
          <a:xfrm>
            <a:off x="61722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3" name="Oval 440"/>
          <p:cNvSpPr>
            <a:spLocks noChangeArrowheads="1"/>
          </p:cNvSpPr>
          <p:nvPr/>
        </p:nvSpPr>
        <p:spPr bwMode="auto">
          <a:xfrm>
            <a:off x="63246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4" name="Oval 441"/>
          <p:cNvSpPr>
            <a:spLocks noChangeArrowheads="1"/>
          </p:cNvSpPr>
          <p:nvPr/>
        </p:nvSpPr>
        <p:spPr bwMode="auto">
          <a:xfrm>
            <a:off x="6477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05" name="Group 442"/>
          <p:cNvGrpSpPr>
            <a:grpSpLocks/>
          </p:cNvGrpSpPr>
          <p:nvPr/>
        </p:nvGrpSpPr>
        <p:grpSpPr bwMode="auto">
          <a:xfrm flipH="1">
            <a:off x="6019800" y="3733800"/>
            <a:ext cx="304800" cy="304800"/>
            <a:chOff x="3696" y="1728"/>
            <a:chExt cx="192" cy="192"/>
          </a:xfrm>
        </p:grpSpPr>
        <p:sp>
          <p:nvSpPr>
            <p:cNvPr id="26649" name="Oval 443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0" name="Oval 444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1" name="Oval 445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52" name="Oval 446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06" name="Oval 447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7" name="Oval 448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8" name="Oval 449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09" name="Oval 450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0" name="Oval 451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1" name="Oval 452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12" name="Group 453"/>
          <p:cNvGrpSpPr>
            <a:grpSpLocks/>
          </p:cNvGrpSpPr>
          <p:nvPr/>
        </p:nvGrpSpPr>
        <p:grpSpPr bwMode="auto">
          <a:xfrm flipH="1">
            <a:off x="5486400" y="3962400"/>
            <a:ext cx="304800" cy="304800"/>
            <a:chOff x="3696" y="1728"/>
            <a:chExt cx="192" cy="192"/>
          </a:xfrm>
        </p:grpSpPr>
        <p:sp>
          <p:nvSpPr>
            <p:cNvPr id="26645" name="Oval 45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46" name="Oval 45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47" name="Oval 45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48" name="Oval 45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13" name="Oval 458"/>
          <p:cNvSpPr>
            <a:spLocks noChangeArrowheads="1"/>
          </p:cNvSpPr>
          <p:nvPr/>
        </p:nvSpPr>
        <p:spPr bwMode="auto">
          <a:xfrm>
            <a:off x="5562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4" name="Oval 459"/>
          <p:cNvSpPr>
            <a:spLocks noChangeArrowheads="1"/>
          </p:cNvSpPr>
          <p:nvPr/>
        </p:nvSpPr>
        <p:spPr bwMode="auto">
          <a:xfrm>
            <a:off x="5715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5" name="Oval 460"/>
          <p:cNvSpPr>
            <a:spLocks noChangeArrowheads="1"/>
          </p:cNvSpPr>
          <p:nvPr/>
        </p:nvSpPr>
        <p:spPr bwMode="auto">
          <a:xfrm>
            <a:off x="5867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6" name="Oval 461"/>
          <p:cNvSpPr>
            <a:spLocks noChangeArrowheads="1"/>
          </p:cNvSpPr>
          <p:nvPr/>
        </p:nvSpPr>
        <p:spPr bwMode="auto">
          <a:xfrm>
            <a:off x="6019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7" name="Oval 462"/>
          <p:cNvSpPr>
            <a:spLocks noChangeArrowheads="1"/>
          </p:cNvSpPr>
          <p:nvPr/>
        </p:nvSpPr>
        <p:spPr bwMode="auto">
          <a:xfrm>
            <a:off x="5638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8" name="Oval 463"/>
          <p:cNvSpPr>
            <a:spLocks noChangeArrowheads="1"/>
          </p:cNvSpPr>
          <p:nvPr/>
        </p:nvSpPr>
        <p:spPr bwMode="auto">
          <a:xfrm>
            <a:off x="5791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19" name="Oval 464"/>
          <p:cNvSpPr>
            <a:spLocks noChangeArrowheads="1"/>
          </p:cNvSpPr>
          <p:nvPr/>
        </p:nvSpPr>
        <p:spPr bwMode="auto">
          <a:xfrm>
            <a:off x="59436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20" name="Group 465"/>
          <p:cNvGrpSpPr>
            <a:grpSpLocks/>
          </p:cNvGrpSpPr>
          <p:nvPr/>
        </p:nvGrpSpPr>
        <p:grpSpPr bwMode="auto">
          <a:xfrm flipH="1">
            <a:off x="5638800" y="4114800"/>
            <a:ext cx="304800" cy="304800"/>
            <a:chOff x="3696" y="1728"/>
            <a:chExt cx="192" cy="192"/>
          </a:xfrm>
        </p:grpSpPr>
        <p:sp>
          <p:nvSpPr>
            <p:cNvPr id="26641" name="Oval 46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42" name="Oval 46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43" name="Oval 46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44" name="Oval 46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21" name="Oval 470"/>
          <p:cNvSpPr>
            <a:spLocks noChangeArrowheads="1"/>
          </p:cNvSpPr>
          <p:nvPr/>
        </p:nvSpPr>
        <p:spPr bwMode="auto">
          <a:xfrm>
            <a:off x="5715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22" name="Oval 471"/>
          <p:cNvSpPr>
            <a:spLocks noChangeArrowheads="1"/>
          </p:cNvSpPr>
          <p:nvPr/>
        </p:nvSpPr>
        <p:spPr bwMode="auto">
          <a:xfrm>
            <a:off x="5867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23" name="Oval 472"/>
          <p:cNvSpPr>
            <a:spLocks noChangeArrowheads="1"/>
          </p:cNvSpPr>
          <p:nvPr/>
        </p:nvSpPr>
        <p:spPr bwMode="auto">
          <a:xfrm>
            <a:off x="60198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24" name="Oval 473"/>
          <p:cNvSpPr>
            <a:spLocks noChangeArrowheads="1"/>
          </p:cNvSpPr>
          <p:nvPr/>
        </p:nvSpPr>
        <p:spPr bwMode="auto">
          <a:xfrm>
            <a:off x="5943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25" name="Group 474"/>
          <p:cNvGrpSpPr>
            <a:grpSpLocks/>
          </p:cNvGrpSpPr>
          <p:nvPr/>
        </p:nvGrpSpPr>
        <p:grpSpPr bwMode="auto">
          <a:xfrm flipH="1">
            <a:off x="5791200" y="4038600"/>
            <a:ext cx="304800" cy="304800"/>
            <a:chOff x="3696" y="1728"/>
            <a:chExt cx="192" cy="192"/>
          </a:xfrm>
        </p:grpSpPr>
        <p:sp>
          <p:nvSpPr>
            <p:cNvPr id="26637" name="Oval 47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8" name="Oval 47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9" name="Oval 47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40" name="Oval 47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26" name="Oval 479"/>
          <p:cNvSpPr>
            <a:spLocks noChangeArrowheads="1"/>
          </p:cNvSpPr>
          <p:nvPr/>
        </p:nvSpPr>
        <p:spPr bwMode="auto">
          <a:xfrm>
            <a:off x="6477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27" name="Oval 480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28" name="Oval 481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29" name="Oval 482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0" name="Oval 483"/>
          <p:cNvSpPr>
            <a:spLocks noChangeArrowheads="1"/>
          </p:cNvSpPr>
          <p:nvPr/>
        </p:nvSpPr>
        <p:spPr bwMode="auto">
          <a:xfrm>
            <a:off x="65532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1" name="Oval 484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2" name="Oval 485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3" name="Oval 486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34" name="Group 487"/>
          <p:cNvGrpSpPr>
            <a:grpSpLocks/>
          </p:cNvGrpSpPr>
          <p:nvPr/>
        </p:nvGrpSpPr>
        <p:grpSpPr bwMode="auto">
          <a:xfrm flipH="1">
            <a:off x="6553200" y="3505200"/>
            <a:ext cx="304800" cy="304800"/>
            <a:chOff x="3696" y="1728"/>
            <a:chExt cx="192" cy="192"/>
          </a:xfrm>
        </p:grpSpPr>
        <p:sp>
          <p:nvSpPr>
            <p:cNvPr id="26633" name="Oval 48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4" name="Oval 48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5" name="Oval 49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6" name="Oval 49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35" name="Oval 492"/>
          <p:cNvSpPr>
            <a:spLocks noChangeArrowheads="1"/>
          </p:cNvSpPr>
          <p:nvPr/>
        </p:nvSpPr>
        <p:spPr bwMode="auto">
          <a:xfrm>
            <a:off x="6629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6" name="Oval 493"/>
          <p:cNvSpPr>
            <a:spLocks noChangeArrowheads="1"/>
          </p:cNvSpPr>
          <p:nvPr/>
        </p:nvSpPr>
        <p:spPr bwMode="auto">
          <a:xfrm>
            <a:off x="6781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7" name="Oval 494"/>
          <p:cNvSpPr>
            <a:spLocks noChangeArrowheads="1"/>
          </p:cNvSpPr>
          <p:nvPr/>
        </p:nvSpPr>
        <p:spPr bwMode="auto">
          <a:xfrm>
            <a:off x="6934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8" name="Oval 495"/>
          <p:cNvSpPr>
            <a:spLocks noChangeArrowheads="1"/>
          </p:cNvSpPr>
          <p:nvPr/>
        </p:nvSpPr>
        <p:spPr bwMode="auto">
          <a:xfrm>
            <a:off x="7086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39" name="Oval 496"/>
          <p:cNvSpPr>
            <a:spLocks noChangeArrowheads="1"/>
          </p:cNvSpPr>
          <p:nvPr/>
        </p:nvSpPr>
        <p:spPr bwMode="auto">
          <a:xfrm>
            <a:off x="67056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0" name="Oval 497"/>
          <p:cNvSpPr>
            <a:spLocks noChangeArrowheads="1"/>
          </p:cNvSpPr>
          <p:nvPr/>
        </p:nvSpPr>
        <p:spPr bwMode="auto">
          <a:xfrm>
            <a:off x="68580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1" name="Oval 498"/>
          <p:cNvSpPr>
            <a:spLocks noChangeArrowheads="1"/>
          </p:cNvSpPr>
          <p:nvPr/>
        </p:nvSpPr>
        <p:spPr bwMode="auto">
          <a:xfrm>
            <a:off x="70104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2" name="Oval 499"/>
          <p:cNvSpPr>
            <a:spLocks noChangeArrowheads="1"/>
          </p:cNvSpPr>
          <p:nvPr/>
        </p:nvSpPr>
        <p:spPr bwMode="auto">
          <a:xfrm>
            <a:off x="7162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43" name="Group 500"/>
          <p:cNvGrpSpPr>
            <a:grpSpLocks/>
          </p:cNvGrpSpPr>
          <p:nvPr/>
        </p:nvGrpSpPr>
        <p:grpSpPr bwMode="auto">
          <a:xfrm flipH="1">
            <a:off x="6705600" y="3657600"/>
            <a:ext cx="304800" cy="304800"/>
            <a:chOff x="3696" y="1728"/>
            <a:chExt cx="192" cy="192"/>
          </a:xfrm>
        </p:grpSpPr>
        <p:sp>
          <p:nvSpPr>
            <p:cNvPr id="26629" name="Oval 50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0" name="Oval 50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1" name="Oval 50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32" name="Oval 50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44" name="Oval 505"/>
          <p:cNvSpPr>
            <a:spLocks noChangeArrowheads="1"/>
          </p:cNvSpPr>
          <p:nvPr/>
        </p:nvSpPr>
        <p:spPr bwMode="auto">
          <a:xfrm>
            <a:off x="6781800" y="3352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5" name="Oval 506"/>
          <p:cNvSpPr>
            <a:spLocks noChangeArrowheads="1"/>
          </p:cNvSpPr>
          <p:nvPr/>
        </p:nvSpPr>
        <p:spPr bwMode="auto">
          <a:xfrm>
            <a:off x="6934200" y="3505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6" name="Oval 507"/>
          <p:cNvSpPr>
            <a:spLocks noChangeArrowheads="1"/>
          </p:cNvSpPr>
          <p:nvPr/>
        </p:nvSpPr>
        <p:spPr bwMode="auto">
          <a:xfrm>
            <a:off x="70866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7" name="Oval 508"/>
          <p:cNvSpPr>
            <a:spLocks noChangeArrowheads="1"/>
          </p:cNvSpPr>
          <p:nvPr/>
        </p:nvSpPr>
        <p:spPr bwMode="auto">
          <a:xfrm>
            <a:off x="7239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8" name="Oval 509"/>
          <p:cNvSpPr>
            <a:spLocks noChangeArrowheads="1"/>
          </p:cNvSpPr>
          <p:nvPr/>
        </p:nvSpPr>
        <p:spPr bwMode="auto">
          <a:xfrm>
            <a:off x="6858000" y="3276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49" name="Oval 510"/>
          <p:cNvSpPr>
            <a:spLocks noChangeArrowheads="1"/>
          </p:cNvSpPr>
          <p:nvPr/>
        </p:nvSpPr>
        <p:spPr bwMode="auto">
          <a:xfrm>
            <a:off x="7010400" y="3429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50" name="Oval 511"/>
          <p:cNvSpPr>
            <a:spLocks noChangeArrowheads="1"/>
          </p:cNvSpPr>
          <p:nvPr/>
        </p:nvSpPr>
        <p:spPr bwMode="auto">
          <a:xfrm>
            <a:off x="71628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51" name="Oval 512"/>
          <p:cNvSpPr>
            <a:spLocks noChangeArrowheads="1"/>
          </p:cNvSpPr>
          <p:nvPr/>
        </p:nvSpPr>
        <p:spPr bwMode="auto">
          <a:xfrm>
            <a:off x="7315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52" name="Group 513"/>
          <p:cNvGrpSpPr>
            <a:grpSpLocks/>
          </p:cNvGrpSpPr>
          <p:nvPr/>
        </p:nvGrpSpPr>
        <p:grpSpPr bwMode="auto">
          <a:xfrm flipH="1">
            <a:off x="6858000" y="3581400"/>
            <a:ext cx="304800" cy="304800"/>
            <a:chOff x="3696" y="1728"/>
            <a:chExt cx="192" cy="192"/>
          </a:xfrm>
        </p:grpSpPr>
        <p:sp>
          <p:nvSpPr>
            <p:cNvPr id="26625" name="Oval 51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26" name="Oval 51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27" name="Oval 51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28" name="Oval 51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53" name="Oval 518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54" name="Oval 519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55" name="Oval 520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56" name="Oval 521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57" name="Oval 522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58" name="Oval 523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59" name="Group 524"/>
          <p:cNvGrpSpPr>
            <a:grpSpLocks/>
          </p:cNvGrpSpPr>
          <p:nvPr/>
        </p:nvGrpSpPr>
        <p:grpSpPr bwMode="auto">
          <a:xfrm flipH="1">
            <a:off x="6324600" y="3810000"/>
            <a:ext cx="304800" cy="304800"/>
            <a:chOff x="3696" y="1728"/>
            <a:chExt cx="192" cy="192"/>
          </a:xfrm>
        </p:grpSpPr>
        <p:sp>
          <p:nvSpPr>
            <p:cNvPr id="26621" name="Oval 52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22" name="Oval 52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23" name="Oval 52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24" name="Oval 52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60" name="Oval 529"/>
          <p:cNvSpPr>
            <a:spLocks noChangeArrowheads="1"/>
          </p:cNvSpPr>
          <p:nvPr/>
        </p:nvSpPr>
        <p:spPr bwMode="auto">
          <a:xfrm>
            <a:off x="640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61" name="Oval 530"/>
          <p:cNvSpPr>
            <a:spLocks noChangeArrowheads="1"/>
          </p:cNvSpPr>
          <p:nvPr/>
        </p:nvSpPr>
        <p:spPr bwMode="auto">
          <a:xfrm>
            <a:off x="6553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62" name="Oval 531"/>
          <p:cNvSpPr>
            <a:spLocks noChangeArrowheads="1"/>
          </p:cNvSpPr>
          <p:nvPr/>
        </p:nvSpPr>
        <p:spPr bwMode="auto">
          <a:xfrm>
            <a:off x="67056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63" name="Oval 532"/>
          <p:cNvSpPr>
            <a:spLocks noChangeArrowheads="1"/>
          </p:cNvSpPr>
          <p:nvPr/>
        </p:nvSpPr>
        <p:spPr bwMode="auto">
          <a:xfrm>
            <a:off x="68580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64" name="Oval 533"/>
          <p:cNvSpPr>
            <a:spLocks noChangeArrowheads="1"/>
          </p:cNvSpPr>
          <p:nvPr/>
        </p:nvSpPr>
        <p:spPr bwMode="auto">
          <a:xfrm>
            <a:off x="64770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65" name="Oval 534"/>
          <p:cNvSpPr>
            <a:spLocks noChangeArrowheads="1"/>
          </p:cNvSpPr>
          <p:nvPr/>
        </p:nvSpPr>
        <p:spPr bwMode="auto">
          <a:xfrm>
            <a:off x="66294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66" name="Oval 535"/>
          <p:cNvSpPr>
            <a:spLocks noChangeArrowheads="1"/>
          </p:cNvSpPr>
          <p:nvPr/>
        </p:nvSpPr>
        <p:spPr bwMode="auto">
          <a:xfrm>
            <a:off x="67818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67" name="Group 536"/>
          <p:cNvGrpSpPr>
            <a:grpSpLocks/>
          </p:cNvGrpSpPr>
          <p:nvPr/>
        </p:nvGrpSpPr>
        <p:grpSpPr bwMode="auto">
          <a:xfrm flipH="1">
            <a:off x="6477000" y="3962400"/>
            <a:ext cx="304800" cy="304800"/>
            <a:chOff x="3696" y="1728"/>
            <a:chExt cx="192" cy="192"/>
          </a:xfrm>
        </p:grpSpPr>
        <p:sp>
          <p:nvSpPr>
            <p:cNvPr id="26617" name="Oval 53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8" name="Oval 53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9" name="Oval 53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20" name="Oval 54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68" name="Oval 541"/>
          <p:cNvSpPr>
            <a:spLocks noChangeArrowheads="1"/>
          </p:cNvSpPr>
          <p:nvPr/>
        </p:nvSpPr>
        <p:spPr bwMode="auto">
          <a:xfrm>
            <a:off x="6553200" y="3657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69" name="Oval 542"/>
          <p:cNvSpPr>
            <a:spLocks noChangeArrowheads="1"/>
          </p:cNvSpPr>
          <p:nvPr/>
        </p:nvSpPr>
        <p:spPr bwMode="auto">
          <a:xfrm>
            <a:off x="6705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0" name="Oval 543"/>
          <p:cNvSpPr>
            <a:spLocks noChangeArrowheads="1"/>
          </p:cNvSpPr>
          <p:nvPr/>
        </p:nvSpPr>
        <p:spPr bwMode="auto">
          <a:xfrm>
            <a:off x="68580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1" name="Oval 544"/>
          <p:cNvSpPr>
            <a:spLocks noChangeArrowheads="1"/>
          </p:cNvSpPr>
          <p:nvPr/>
        </p:nvSpPr>
        <p:spPr bwMode="auto">
          <a:xfrm>
            <a:off x="6781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72" name="Group 545"/>
          <p:cNvGrpSpPr>
            <a:grpSpLocks/>
          </p:cNvGrpSpPr>
          <p:nvPr/>
        </p:nvGrpSpPr>
        <p:grpSpPr bwMode="auto">
          <a:xfrm flipH="1">
            <a:off x="6629400" y="3886200"/>
            <a:ext cx="304800" cy="304800"/>
            <a:chOff x="3696" y="1728"/>
            <a:chExt cx="192" cy="192"/>
          </a:xfrm>
        </p:grpSpPr>
        <p:sp>
          <p:nvSpPr>
            <p:cNvPr id="26613" name="Oval 54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4" name="Oval 54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5" name="Oval 54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6" name="Oval 54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73" name="Oval 550"/>
          <p:cNvSpPr>
            <a:spLocks noChangeArrowheads="1"/>
          </p:cNvSpPr>
          <p:nvPr/>
        </p:nvSpPr>
        <p:spPr bwMode="auto">
          <a:xfrm>
            <a:off x="6934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4" name="Oval 551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5" name="Oval 552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6" name="Oval 553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7" name="Oval 554"/>
          <p:cNvSpPr>
            <a:spLocks noChangeArrowheads="1"/>
          </p:cNvSpPr>
          <p:nvPr/>
        </p:nvSpPr>
        <p:spPr bwMode="auto">
          <a:xfrm>
            <a:off x="70104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8" name="Oval 555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79" name="Oval 556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0" name="Oval 557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81" name="Group 558"/>
          <p:cNvGrpSpPr>
            <a:grpSpLocks/>
          </p:cNvGrpSpPr>
          <p:nvPr/>
        </p:nvGrpSpPr>
        <p:grpSpPr bwMode="auto">
          <a:xfrm flipH="1">
            <a:off x="7010400" y="4038600"/>
            <a:ext cx="304800" cy="304800"/>
            <a:chOff x="3696" y="1728"/>
            <a:chExt cx="192" cy="192"/>
          </a:xfrm>
        </p:grpSpPr>
        <p:sp>
          <p:nvSpPr>
            <p:cNvPr id="26609" name="Oval 55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0" name="Oval 56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1" name="Oval 56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12" name="Oval 56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82" name="Oval 563"/>
          <p:cNvSpPr>
            <a:spLocks noChangeArrowheads="1"/>
          </p:cNvSpPr>
          <p:nvPr/>
        </p:nvSpPr>
        <p:spPr bwMode="auto">
          <a:xfrm>
            <a:off x="7086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3" name="Oval 564"/>
          <p:cNvSpPr>
            <a:spLocks noChangeArrowheads="1"/>
          </p:cNvSpPr>
          <p:nvPr/>
        </p:nvSpPr>
        <p:spPr bwMode="auto">
          <a:xfrm>
            <a:off x="7239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4" name="Oval 565"/>
          <p:cNvSpPr>
            <a:spLocks noChangeArrowheads="1"/>
          </p:cNvSpPr>
          <p:nvPr/>
        </p:nvSpPr>
        <p:spPr bwMode="auto">
          <a:xfrm>
            <a:off x="7391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5" name="Oval 566"/>
          <p:cNvSpPr>
            <a:spLocks noChangeArrowheads="1"/>
          </p:cNvSpPr>
          <p:nvPr/>
        </p:nvSpPr>
        <p:spPr bwMode="auto">
          <a:xfrm>
            <a:off x="7543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6" name="Oval 567"/>
          <p:cNvSpPr>
            <a:spLocks noChangeArrowheads="1"/>
          </p:cNvSpPr>
          <p:nvPr/>
        </p:nvSpPr>
        <p:spPr bwMode="auto">
          <a:xfrm>
            <a:off x="7162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7" name="Oval 568"/>
          <p:cNvSpPr>
            <a:spLocks noChangeArrowheads="1"/>
          </p:cNvSpPr>
          <p:nvPr/>
        </p:nvSpPr>
        <p:spPr bwMode="auto">
          <a:xfrm>
            <a:off x="7315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8" name="Oval 569"/>
          <p:cNvSpPr>
            <a:spLocks noChangeArrowheads="1"/>
          </p:cNvSpPr>
          <p:nvPr/>
        </p:nvSpPr>
        <p:spPr bwMode="auto">
          <a:xfrm>
            <a:off x="7467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89" name="Oval 570"/>
          <p:cNvSpPr>
            <a:spLocks noChangeArrowheads="1"/>
          </p:cNvSpPr>
          <p:nvPr/>
        </p:nvSpPr>
        <p:spPr bwMode="auto">
          <a:xfrm>
            <a:off x="7620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90" name="Group 571"/>
          <p:cNvGrpSpPr>
            <a:grpSpLocks/>
          </p:cNvGrpSpPr>
          <p:nvPr/>
        </p:nvGrpSpPr>
        <p:grpSpPr bwMode="auto">
          <a:xfrm flipH="1">
            <a:off x="7162800" y="4191000"/>
            <a:ext cx="304800" cy="304800"/>
            <a:chOff x="3696" y="1728"/>
            <a:chExt cx="192" cy="192"/>
          </a:xfrm>
        </p:grpSpPr>
        <p:sp>
          <p:nvSpPr>
            <p:cNvPr id="26605" name="Oval 57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06" name="Oval 57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07" name="Oval 57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08" name="Oval 57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991" name="Oval 576"/>
          <p:cNvSpPr>
            <a:spLocks noChangeArrowheads="1"/>
          </p:cNvSpPr>
          <p:nvPr/>
        </p:nvSpPr>
        <p:spPr bwMode="auto">
          <a:xfrm>
            <a:off x="72390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92" name="Oval 577"/>
          <p:cNvSpPr>
            <a:spLocks noChangeArrowheads="1"/>
          </p:cNvSpPr>
          <p:nvPr/>
        </p:nvSpPr>
        <p:spPr bwMode="auto">
          <a:xfrm>
            <a:off x="7391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93" name="Oval 578"/>
          <p:cNvSpPr>
            <a:spLocks noChangeArrowheads="1"/>
          </p:cNvSpPr>
          <p:nvPr/>
        </p:nvSpPr>
        <p:spPr bwMode="auto">
          <a:xfrm>
            <a:off x="7543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94" name="Oval 579"/>
          <p:cNvSpPr>
            <a:spLocks noChangeArrowheads="1"/>
          </p:cNvSpPr>
          <p:nvPr/>
        </p:nvSpPr>
        <p:spPr bwMode="auto">
          <a:xfrm>
            <a:off x="7696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95" name="Oval 580"/>
          <p:cNvSpPr>
            <a:spLocks noChangeArrowheads="1"/>
          </p:cNvSpPr>
          <p:nvPr/>
        </p:nvSpPr>
        <p:spPr bwMode="auto">
          <a:xfrm>
            <a:off x="73152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96" name="Oval 581"/>
          <p:cNvSpPr>
            <a:spLocks noChangeArrowheads="1"/>
          </p:cNvSpPr>
          <p:nvPr/>
        </p:nvSpPr>
        <p:spPr bwMode="auto">
          <a:xfrm>
            <a:off x="7467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97" name="Oval 582"/>
          <p:cNvSpPr>
            <a:spLocks noChangeArrowheads="1"/>
          </p:cNvSpPr>
          <p:nvPr/>
        </p:nvSpPr>
        <p:spPr bwMode="auto">
          <a:xfrm>
            <a:off x="7620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5998" name="Oval 583"/>
          <p:cNvSpPr>
            <a:spLocks noChangeArrowheads="1"/>
          </p:cNvSpPr>
          <p:nvPr/>
        </p:nvSpPr>
        <p:spPr bwMode="auto">
          <a:xfrm>
            <a:off x="7772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5999" name="Group 584"/>
          <p:cNvGrpSpPr>
            <a:grpSpLocks/>
          </p:cNvGrpSpPr>
          <p:nvPr/>
        </p:nvGrpSpPr>
        <p:grpSpPr bwMode="auto">
          <a:xfrm flipH="1">
            <a:off x="7315200" y="4114800"/>
            <a:ext cx="304800" cy="304800"/>
            <a:chOff x="3696" y="1728"/>
            <a:chExt cx="192" cy="192"/>
          </a:xfrm>
        </p:grpSpPr>
        <p:sp>
          <p:nvSpPr>
            <p:cNvPr id="26601" name="Oval 58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02" name="Oval 58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03" name="Oval 58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04" name="Oval 58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00" name="Oval 589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01" name="Oval 590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02" name="Oval 591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03" name="Oval 592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04" name="Oval 593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05" name="Oval 594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06" name="Group 595"/>
          <p:cNvGrpSpPr>
            <a:grpSpLocks/>
          </p:cNvGrpSpPr>
          <p:nvPr/>
        </p:nvGrpSpPr>
        <p:grpSpPr bwMode="auto">
          <a:xfrm flipH="1">
            <a:off x="6781800" y="4343400"/>
            <a:ext cx="304800" cy="304800"/>
            <a:chOff x="3696" y="1728"/>
            <a:chExt cx="192" cy="192"/>
          </a:xfrm>
        </p:grpSpPr>
        <p:sp>
          <p:nvSpPr>
            <p:cNvPr id="26597" name="Oval 596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8" name="Oval 597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9" name="Oval 598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600" name="Oval 599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07" name="Oval 600"/>
          <p:cNvSpPr>
            <a:spLocks noChangeArrowheads="1"/>
          </p:cNvSpPr>
          <p:nvPr/>
        </p:nvSpPr>
        <p:spPr bwMode="auto">
          <a:xfrm>
            <a:off x="6858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08" name="Oval 601"/>
          <p:cNvSpPr>
            <a:spLocks noChangeArrowheads="1"/>
          </p:cNvSpPr>
          <p:nvPr/>
        </p:nvSpPr>
        <p:spPr bwMode="auto">
          <a:xfrm>
            <a:off x="7010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09" name="Oval 602"/>
          <p:cNvSpPr>
            <a:spLocks noChangeArrowheads="1"/>
          </p:cNvSpPr>
          <p:nvPr/>
        </p:nvSpPr>
        <p:spPr bwMode="auto">
          <a:xfrm>
            <a:off x="7162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10" name="Oval 603"/>
          <p:cNvSpPr>
            <a:spLocks noChangeArrowheads="1"/>
          </p:cNvSpPr>
          <p:nvPr/>
        </p:nvSpPr>
        <p:spPr bwMode="auto">
          <a:xfrm>
            <a:off x="7315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11" name="Oval 604"/>
          <p:cNvSpPr>
            <a:spLocks noChangeArrowheads="1"/>
          </p:cNvSpPr>
          <p:nvPr/>
        </p:nvSpPr>
        <p:spPr bwMode="auto">
          <a:xfrm>
            <a:off x="69342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12" name="Oval 605"/>
          <p:cNvSpPr>
            <a:spLocks noChangeArrowheads="1"/>
          </p:cNvSpPr>
          <p:nvPr/>
        </p:nvSpPr>
        <p:spPr bwMode="auto">
          <a:xfrm>
            <a:off x="7086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13" name="Oval 606"/>
          <p:cNvSpPr>
            <a:spLocks noChangeArrowheads="1"/>
          </p:cNvSpPr>
          <p:nvPr/>
        </p:nvSpPr>
        <p:spPr bwMode="auto">
          <a:xfrm>
            <a:off x="7239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14" name="Group 607"/>
          <p:cNvGrpSpPr>
            <a:grpSpLocks/>
          </p:cNvGrpSpPr>
          <p:nvPr/>
        </p:nvGrpSpPr>
        <p:grpSpPr bwMode="auto">
          <a:xfrm flipH="1">
            <a:off x="6934200" y="4495800"/>
            <a:ext cx="304800" cy="304800"/>
            <a:chOff x="3696" y="1728"/>
            <a:chExt cx="192" cy="192"/>
          </a:xfrm>
        </p:grpSpPr>
        <p:sp>
          <p:nvSpPr>
            <p:cNvPr id="26593" name="Oval 60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4" name="Oval 60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5" name="Oval 61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6" name="Oval 61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15" name="Oval 612"/>
          <p:cNvSpPr>
            <a:spLocks noChangeArrowheads="1"/>
          </p:cNvSpPr>
          <p:nvPr/>
        </p:nvSpPr>
        <p:spPr bwMode="auto">
          <a:xfrm>
            <a:off x="70104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16" name="Oval 613"/>
          <p:cNvSpPr>
            <a:spLocks noChangeArrowheads="1"/>
          </p:cNvSpPr>
          <p:nvPr/>
        </p:nvSpPr>
        <p:spPr bwMode="auto">
          <a:xfrm>
            <a:off x="7162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17" name="Oval 614"/>
          <p:cNvSpPr>
            <a:spLocks noChangeArrowheads="1"/>
          </p:cNvSpPr>
          <p:nvPr/>
        </p:nvSpPr>
        <p:spPr bwMode="auto">
          <a:xfrm>
            <a:off x="7315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18" name="Oval 615"/>
          <p:cNvSpPr>
            <a:spLocks noChangeArrowheads="1"/>
          </p:cNvSpPr>
          <p:nvPr/>
        </p:nvSpPr>
        <p:spPr bwMode="auto">
          <a:xfrm>
            <a:off x="72390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19" name="Group 616"/>
          <p:cNvGrpSpPr>
            <a:grpSpLocks/>
          </p:cNvGrpSpPr>
          <p:nvPr/>
        </p:nvGrpSpPr>
        <p:grpSpPr bwMode="auto">
          <a:xfrm flipH="1">
            <a:off x="7086600" y="4419600"/>
            <a:ext cx="304800" cy="304800"/>
            <a:chOff x="3696" y="1728"/>
            <a:chExt cx="192" cy="192"/>
          </a:xfrm>
        </p:grpSpPr>
        <p:sp>
          <p:nvSpPr>
            <p:cNvPr id="26589" name="Oval 617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0" name="Oval 618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1" name="Oval 619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92" name="Oval 620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20" name="Oval 621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1" name="Oval 622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2" name="Oval 623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3" name="Oval 624"/>
          <p:cNvSpPr>
            <a:spLocks noChangeArrowheads="1"/>
          </p:cNvSpPr>
          <p:nvPr/>
        </p:nvSpPr>
        <p:spPr bwMode="auto">
          <a:xfrm>
            <a:off x="6172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4" name="Oval 625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5" name="Oval 626"/>
          <p:cNvSpPr>
            <a:spLocks noChangeArrowheads="1"/>
          </p:cNvSpPr>
          <p:nvPr/>
        </p:nvSpPr>
        <p:spPr bwMode="auto">
          <a:xfrm>
            <a:off x="64770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6" name="Oval 627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7" name="Oval 628"/>
          <p:cNvSpPr>
            <a:spLocks noChangeArrowheads="1"/>
          </p:cNvSpPr>
          <p:nvPr/>
        </p:nvSpPr>
        <p:spPr bwMode="auto">
          <a:xfrm>
            <a:off x="65532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8" name="Oval 629"/>
          <p:cNvSpPr>
            <a:spLocks noChangeArrowheads="1"/>
          </p:cNvSpPr>
          <p:nvPr/>
        </p:nvSpPr>
        <p:spPr bwMode="auto">
          <a:xfrm>
            <a:off x="64770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29" name="Oval 630"/>
          <p:cNvSpPr>
            <a:spLocks noChangeArrowheads="1"/>
          </p:cNvSpPr>
          <p:nvPr/>
        </p:nvSpPr>
        <p:spPr bwMode="auto">
          <a:xfrm>
            <a:off x="66294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0" name="Oval 631"/>
          <p:cNvSpPr>
            <a:spLocks noChangeArrowheads="1"/>
          </p:cNvSpPr>
          <p:nvPr/>
        </p:nvSpPr>
        <p:spPr bwMode="auto">
          <a:xfrm>
            <a:off x="65532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1" name="Oval 632"/>
          <p:cNvSpPr>
            <a:spLocks noChangeArrowheads="1"/>
          </p:cNvSpPr>
          <p:nvPr/>
        </p:nvSpPr>
        <p:spPr bwMode="auto">
          <a:xfrm>
            <a:off x="6705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32" name="Group 633"/>
          <p:cNvGrpSpPr>
            <a:grpSpLocks/>
          </p:cNvGrpSpPr>
          <p:nvPr/>
        </p:nvGrpSpPr>
        <p:grpSpPr bwMode="auto">
          <a:xfrm flipH="1">
            <a:off x="6248400" y="3733800"/>
            <a:ext cx="304800" cy="304800"/>
            <a:chOff x="3696" y="1728"/>
            <a:chExt cx="192" cy="192"/>
          </a:xfrm>
        </p:grpSpPr>
        <p:sp>
          <p:nvSpPr>
            <p:cNvPr id="26585" name="Oval 634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86" name="Oval 635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87" name="Oval 636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88" name="Oval 637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33" name="Oval 638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4" name="Oval 639"/>
          <p:cNvSpPr>
            <a:spLocks noChangeArrowheads="1"/>
          </p:cNvSpPr>
          <p:nvPr/>
        </p:nvSpPr>
        <p:spPr bwMode="auto">
          <a:xfrm>
            <a:off x="62484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5" name="Oval 640"/>
          <p:cNvSpPr>
            <a:spLocks noChangeArrowheads="1"/>
          </p:cNvSpPr>
          <p:nvPr/>
        </p:nvSpPr>
        <p:spPr bwMode="auto">
          <a:xfrm>
            <a:off x="61722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6" name="Oval 641"/>
          <p:cNvSpPr>
            <a:spLocks noChangeArrowheads="1"/>
          </p:cNvSpPr>
          <p:nvPr/>
        </p:nvSpPr>
        <p:spPr bwMode="auto">
          <a:xfrm>
            <a:off x="62484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7" name="Oval 642"/>
          <p:cNvSpPr>
            <a:spLocks noChangeArrowheads="1"/>
          </p:cNvSpPr>
          <p:nvPr/>
        </p:nvSpPr>
        <p:spPr bwMode="auto">
          <a:xfrm>
            <a:off x="61722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8" name="Oval 643"/>
          <p:cNvSpPr>
            <a:spLocks noChangeArrowheads="1"/>
          </p:cNvSpPr>
          <p:nvPr/>
        </p:nvSpPr>
        <p:spPr bwMode="auto">
          <a:xfrm>
            <a:off x="6324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39" name="Oval 644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0" name="Oval 645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1" name="Oval 646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2" name="Oval 647"/>
          <p:cNvSpPr>
            <a:spLocks noChangeArrowheads="1"/>
          </p:cNvSpPr>
          <p:nvPr/>
        </p:nvSpPr>
        <p:spPr bwMode="auto">
          <a:xfrm>
            <a:off x="64008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3" name="Oval 648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4" name="Oval 649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5" name="Oval 650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46" name="Group 651"/>
          <p:cNvGrpSpPr>
            <a:grpSpLocks/>
          </p:cNvGrpSpPr>
          <p:nvPr/>
        </p:nvGrpSpPr>
        <p:grpSpPr bwMode="auto">
          <a:xfrm flipH="1">
            <a:off x="6400800" y="4191000"/>
            <a:ext cx="304800" cy="304800"/>
            <a:chOff x="3696" y="1728"/>
            <a:chExt cx="192" cy="192"/>
          </a:xfrm>
        </p:grpSpPr>
        <p:sp>
          <p:nvSpPr>
            <p:cNvPr id="26581" name="Oval 652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82" name="Oval 653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83" name="Oval 654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84" name="Oval 655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47" name="Oval 656"/>
          <p:cNvSpPr>
            <a:spLocks noChangeArrowheads="1"/>
          </p:cNvSpPr>
          <p:nvPr/>
        </p:nvSpPr>
        <p:spPr bwMode="auto">
          <a:xfrm>
            <a:off x="6477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8" name="Oval 657"/>
          <p:cNvSpPr>
            <a:spLocks noChangeArrowheads="1"/>
          </p:cNvSpPr>
          <p:nvPr/>
        </p:nvSpPr>
        <p:spPr bwMode="auto">
          <a:xfrm>
            <a:off x="6629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49" name="Oval 658"/>
          <p:cNvSpPr>
            <a:spLocks noChangeArrowheads="1"/>
          </p:cNvSpPr>
          <p:nvPr/>
        </p:nvSpPr>
        <p:spPr bwMode="auto">
          <a:xfrm>
            <a:off x="6781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0" name="Oval 659"/>
          <p:cNvSpPr>
            <a:spLocks noChangeArrowheads="1"/>
          </p:cNvSpPr>
          <p:nvPr/>
        </p:nvSpPr>
        <p:spPr bwMode="auto">
          <a:xfrm>
            <a:off x="69342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1" name="Oval 660"/>
          <p:cNvSpPr>
            <a:spLocks noChangeArrowheads="1"/>
          </p:cNvSpPr>
          <p:nvPr/>
        </p:nvSpPr>
        <p:spPr bwMode="auto">
          <a:xfrm>
            <a:off x="65532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2" name="Oval 661"/>
          <p:cNvSpPr>
            <a:spLocks noChangeArrowheads="1"/>
          </p:cNvSpPr>
          <p:nvPr/>
        </p:nvSpPr>
        <p:spPr bwMode="auto">
          <a:xfrm>
            <a:off x="67056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3" name="Oval 662"/>
          <p:cNvSpPr>
            <a:spLocks noChangeArrowheads="1"/>
          </p:cNvSpPr>
          <p:nvPr/>
        </p:nvSpPr>
        <p:spPr bwMode="auto">
          <a:xfrm>
            <a:off x="68580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4" name="Oval 663"/>
          <p:cNvSpPr>
            <a:spLocks noChangeArrowheads="1"/>
          </p:cNvSpPr>
          <p:nvPr/>
        </p:nvSpPr>
        <p:spPr bwMode="auto">
          <a:xfrm>
            <a:off x="70104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55" name="Group 664"/>
          <p:cNvGrpSpPr>
            <a:grpSpLocks/>
          </p:cNvGrpSpPr>
          <p:nvPr/>
        </p:nvGrpSpPr>
        <p:grpSpPr bwMode="auto">
          <a:xfrm flipH="1">
            <a:off x="6553200" y="4343400"/>
            <a:ext cx="304800" cy="304800"/>
            <a:chOff x="3696" y="1728"/>
            <a:chExt cx="192" cy="192"/>
          </a:xfrm>
        </p:grpSpPr>
        <p:sp>
          <p:nvSpPr>
            <p:cNvPr id="26577" name="Oval 665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8" name="Oval 666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9" name="Oval 667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80" name="Oval 668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56" name="Oval 669"/>
          <p:cNvSpPr>
            <a:spLocks noChangeArrowheads="1"/>
          </p:cNvSpPr>
          <p:nvPr/>
        </p:nvSpPr>
        <p:spPr bwMode="auto">
          <a:xfrm>
            <a:off x="6629400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7" name="Oval 670"/>
          <p:cNvSpPr>
            <a:spLocks noChangeArrowheads="1"/>
          </p:cNvSpPr>
          <p:nvPr/>
        </p:nvSpPr>
        <p:spPr bwMode="auto">
          <a:xfrm>
            <a:off x="6781800" y="4191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8" name="Oval 671"/>
          <p:cNvSpPr>
            <a:spLocks noChangeArrowheads="1"/>
          </p:cNvSpPr>
          <p:nvPr/>
        </p:nvSpPr>
        <p:spPr bwMode="auto">
          <a:xfrm>
            <a:off x="69342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59" name="Oval 672"/>
          <p:cNvSpPr>
            <a:spLocks noChangeArrowheads="1"/>
          </p:cNvSpPr>
          <p:nvPr/>
        </p:nvSpPr>
        <p:spPr bwMode="auto">
          <a:xfrm>
            <a:off x="70866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0" name="Oval 673"/>
          <p:cNvSpPr>
            <a:spLocks noChangeArrowheads="1"/>
          </p:cNvSpPr>
          <p:nvPr/>
        </p:nvSpPr>
        <p:spPr bwMode="auto">
          <a:xfrm>
            <a:off x="6705600" y="3962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1" name="Oval 674"/>
          <p:cNvSpPr>
            <a:spLocks noChangeArrowheads="1"/>
          </p:cNvSpPr>
          <p:nvPr/>
        </p:nvSpPr>
        <p:spPr bwMode="auto">
          <a:xfrm>
            <a:off x="6858000" y="4114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2" name="Oval 675"/>
          <p:cNvSpPr>
            <a:spLocks noChangeArrowheads="1"/>
          </p:cNvSpPr>
          <p:nvPr/>
        </p:nvSpPr>
        <p:spPr bwMode="auto">
          <a:xfrm>
            <a:off x="7010400" y="4267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3" name="Oval 676"/>
          <p:cNvSpPr>
            <a:spLocks noChangeArrowheads="1"/>
          </p:cNvSpPr>
          <p:nvPr/>
        </p:nvSpPr>
        <p:spPr bwMode="auto">
          <a:xfrm>
            <a:off x="71628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64" name="Group 677"/>
          <p:cNvGrpSpPr>
            <a:grpSpLocks/>
          </p:cNvGrpSpPr>
          <p:nvPr/>
        </p:nvGrpSpPr>
        <p:grpSpPr bwMode="auto">
          <a:xfrm flipH="1">
            <a:off x="6705600" y="4267200"/>
            <a:ext cx="304800" cy="304800"/>
            <a:chOff x="3696" y="1728"/>
            <a:chExt cx="192" cy="192"/>
          </a:xfrm>
        </p:grpSpPr>
        <p:sp>
          <p:nvSpPr>
            <p:cNvPr id="26573" name="Oval 678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4" name="Oval 679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5" name="Oval 680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6" name="Oval 681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65" name="Oval 682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6" name="Oval 683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7" name="Oval 684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8" name="Oval 685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69" name="Oval 686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70" name="Oval 687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71" name="Group 688"/>
          <p:cNvGrpSpPr>
            <a:grpSpLocks/>
          </p:cNvGrpSpPr>
          <p:nvPr/>
        </p:nvGrpSpPr>
        <p:grpSpPr bwMode="auto">
          <a:xfrm flipH="1">
            <a:off x="6172200" y="4495800"/>
            <a:ext cx="304800" cy="304800"/>
            <a:chOff x="3696" y="1728"/>
            <a:chExt cx="192" cy="192"/>
          </a:xfrm>
        </p:grpSpPr>
        <p:sp>
          <p:nvSpPr>
            <p:cNvPr id="26569" name="Oval 689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0" name="Oval 690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1" name="Oval 691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72" name="Oval 692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72" name="Oval 693"/>
          <p:cNvSpPr>
            <a:spLocks noChangeArrowheads="1"/>
          </p:cNvSpPr>
          <p:nvPr/>
        </p:nvSpPr>
        <p:spPr bwMode="auto">
          <a:xfrm>
            <a:off x="6248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73" name="Oval 694"/>
          <p:cNvSpPr>
            <a:spLocks noChangeArrowheads="1"/>
          </p:cNvSpPr>
          <p:nvPr/>
        </p:nvSpPr>
        <p:spPr bwMode="auto">
          <a:xfrm>
            <a:off x="6400800" y="4572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74" name="Oval 695"/>
          <p:cNvSpPr>
            <a:spLocks noChangeArrowheads="1"/>
          </p:cNvSpPr>
          <p:nvPr/>
        </p:nvSpPr>
        <p:spPr bwMode="auto">
          <a:xfrm>
            <a:off x="6553200" y="4724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75" name="Oval 696"/>
          <p:cNvSpPr>
            <a:spLocks noChangeArrowheads="1"/>
          </p:cNvSpPr>
          <p:nvPr/>
        </p:nvSpPr>
        <p:spPr bwMode="auto">
          <a:xfrm>
            <a:off x="6705600" y="4876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76" name="Oval 697"/>
          <p:cNvSpPr>
            <a:spLocks noChangeArrowheads="1"/>
          </p:cNvSpPr>
          <p:nvPr/>
        </p:nvSpPr>
        <p:spPr bwMode="auto">
          <a:xfrm>
            <a:off x="63246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77" name="Oval 698"/>
          <p:cNvSpPr>
            <a:spLocks noChangeArrowheads="1"/>
          </p:cNvSpPr>
          <p:nvPr/>
        </p:nvSpPr>
        <p:spPr bwMode="auto">
          <a:xfrm>
            <a:off x="64770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78" name="Oval 699"/>
          <p:cNvSpPr>
            <a:spLocks noChangeArrowheads="1"/>
          </p:cNvSpPr>
          <p:nvPr/>
        </p:nvSpPr>
        <p:spPr bwMode="auto">
          <a:xfrm>
            <a:off x="66294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79" name="Group 700"/>
          <p:cNvGrpSpPr>
            <a:grpSpLocks/>
          </p:cNvGrpSpPr>
          <p:nvPr/>
        </p:nvGrpSpPr>
        <p:grpSpPr bwMode="auto">
          <a:xfrm flipH="1">
            <a:off x="6324600" y="4648200"/>
            <a:ext cx="304800" cy="304800"/>
            <a:chOff x="3696" y="1728"/>
            <a:chExt cx="192" cy="192"/>
          </a:xfrm>
        </p:grpSpPr>
        <p:sp>
          <p:nvSpPr>
            <p:cNvPr id="26565" name="Oval 701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66" name="Oval 702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67" name="Oval 703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68" name="Oval 704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080" name="Oval 705"/>
          <p:cNvSpPr>
            <a:spLocks noChangeArrowheads="1"/>
          </p:cNvSpPr>
          <p:nvPr/>
        </p:nvSpPr>
        <p:spPr bwMode="auto">
          <a:xfrm>
            <a:off x="6400800" y="4343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81" name="Oval 706"/>
          <p:cNvSpPr>
            <a:spLocks noChangeArrowheads="1"/>
          </p:cNvSpPr>
          <p:nvPr/>
        </p:nvSpPr>
        <p:spPr bwMode="auto">
          <a:xfrm>
            <a:off x="6553200" y="4495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82" name="Oval 707"/>
          <p:cNvSpPr>
            <a:spLocks noChangeArrowheads="1"/>
          </p:cNvSpPr>
          <p:nvPr/>
        </p:nvSpPr>
        <p:spPr bwMode="auto">
          <a:xfrm>
            <a:off x="6705600" y="4648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083" name="Oval 708"/>
          <p:cNvSpPr>
            <a:spLocks noChangeArrowheads="1"/>
          </p:cNvSpPr>
          <p:nvPr/>
        </p:nvSpPr>
        <p:spPr bwMode="auto">
          <a:xfrm>
            <a:off x="6629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084" name="Group 709"/>
          <p:cNvGrpSpPr>
            <a:grpSpLocks/>
          </p:cNvGrpSpPr>
          <p:nvPr/>
        </p:nvGrpSpPr>
        <p:grpSpPr bwMode="auto">
          <a:xfrm flipH="1">
            <a:off x="6477000" y="4572000"/>
            <a:ext cx="304800" cy="304800"/>
            <a:chOff x="3696" y="1728"/>
            <a:chExt cx="192" cy="192"/>
          </a:xfrm>
        </p:grpSpPr>
        <p:sp>
          <p:nvSpPr>
            <p:cNvPr id="26561" name="Oval 710"/>
            <p:cNvSpPr>
              <a:spLocks noChangeArrowheads="1"/>
            </p:cNvSpPr>
            <p:nvPr/>
          </p:nvSpPr>
          <p:spPr bwMode="auto">
            <a:xfrm>
              <a:off x="3696" y="177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62" name="Oval 711"/>
            <p:cNvSpPr>
              <a:spLocks noChangeArrowheads="1"/>
            </p:cNvSpPr>
            <p:nvPr/>
          </p:nvSpPr>
          <p:spPr bwMode="auto">
            <a:xfrm>
              <a:off x="3792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63" name="Oval 712"/>
            <p:cNvSpPr>
              <a:spLocks noChangeArrowheads="1"/>
            </p:cNvSpPr>
            <p:nvPr/>
          </p:nvSpPr>
          <p:spPr bwMode="auto">
            <a:xfrm>
              <a:off x="3744" y="172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64" name="Oval 713"/>
            <p:cNvSpPr>
              <a:spLocks noChangeArrowheads="1"/>
            </p:cNvSpPr>
            <p:nvPr/>
          </p:nvSpPr>
          <p:spPr bwMode="auto">
            <a:xfrm>
              <a:off x="3840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85" name="Group 714"/>
          <p:cNvGrpSpPr>
            <a:grpSpLocks/>
          </p:cNvGrpSpPr>
          <p:nvPr/>
        </p:nvGrpSpPr>
        <p:grpSpPr bwMode="auto">
          <a:xfrm>
            <a:off x="3962400" y="3657600"/>
            <a:ext cx="533400" cy="533400"/>
            <a:chOff x="1104" y="1632"/>
            <a:chExt cx="336" cy="336"/>
          </a:xfrm>
        </p:grpSpPr>
        <p:sp>
          <p:nvSpPr>
            <p:cNvPr id="26557" name="AutoShape 7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8" name="AutoShape 7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9" name="AutoShape 7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60" name="AutoShape 7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86" name="Group 719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6553" name="AutoShape 7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4" name="AutoShape 7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5" name="AutoShape 7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6" name="AutoShape 7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87" name="Group 724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6549" name="AutoShape 7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0" name="AutoShape 7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1" name="AutoShape 7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52" name="AutoShape 7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88" name="Group 729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6545" name="AutoShape 7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46" name="AutoShape 7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47" name="AutoShape 7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48" name="AutoShape 7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89" name="Group 734"/>
          <p:cNvGrpSpPr>
            <a:grpSpLocks/>
          </p:cNvGrpSpPr>
          <p:nvPr/>
        </p:nvGrpSpPr>
        <p:grpSpPr bwMode="auto">
          <a:xfrm>
            <a:off x="3810000" y="3886200"/>
            <a:ext cx="533400" cy="533400"/>
            <a:chOff x="1104" y="1632"/>
            <a:chExt cx="336" cy="336"/>
          </a:xfrm>
        </p:grpSpPr>
        <p:sp>
          <p:nvSpPr>
            <p:cNvPr id="26541" name="AutoShape 7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42" name="AutoShape 7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43" name="AutoShape 7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44" name="AutoShape 7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0" name="Group 739"/>
          <p:cNvGrpSpPr>
            <a:grpSpLocks/>
          </p:cNvGrpSpPr>
          <p:nvPr/>
        </p:nvGrpSpPr>
        <p:grpSpPr bwMode="auto">
          <a:xfrm rot="-5400000">
            <a:off x="3962400" y="4038600"/>
            <a:ext cx="533400" cy="533400"/>
            <a:chOff x="1104" y="1632"/>
            <a:chExt cx="336" cy="336"/>
          </a:xfrm>
        </p:grpSpPr>
        <p:sp>
          <p:nvSpPr>
            <p:cNvPr id="26537" name="AutoShape 7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8" name="AutoShape 7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9" name="AutoShape 7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40" name="AutoShape 7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1" name="Group 744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6533" name="AutoShape 7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4" name="AutoShape 7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5" name="AutoShape 7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6" name="AutoShape 7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2" name="Group 749"/>
          <p:cNvGrpSpPr>
            <a:grpSpLocks/>
          </p:cNvGrpSpPr>
          <p:nvPr/>
        </p:nvGrpSpPr>
        <p:grpSpPr bwMode="auto">
          <a:xfrm>
            <a:off x="4114800" y="3810000"/>
            <a:ext cx="533400" cy="533400"/>
            <a:chOff x="1104" y="1632"/>
            <a:chExt cx="336" cy="336"/>
          </a:xfrm>
        </p:grpSpPr>
        <p:sp>
          <p:nvSpPr>
            <p:cNvPr id="26529" name="AutoShape 7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0" name="AutoShape 7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1" name="AutoShape 7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32" name="AutoShape 7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3" name="Group 754"/>
          <p:cNvGrpSpPr>
            <a:grpSpLocks/>
          </p:cNvGrpSpPr>
          <p:nvPr/>
        </p:nvGrpSpPr>
        <p:grpSpPr bwMode="auto">
          <a:xfrm rot="-5400000">
            <a:off x="4267200" y="3962400"/>
            <a:ext cx="533400" cy="533400"/>
            <a:chOff x="1104" y="1632"/>
            <a:chExt cx="336" cy="336"/>
          </a:xfrm>
        </p:grpSpPr>
        <p:sp>
          <p:nvSpPr>
            <p:cNvPr id="26525" name="AutoShape 7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26" name="AutoShape 7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27" name="AutoShape 7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28" name="AutoShape 7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4" name="Group 759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6521" name="AutoShape 7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22" name="AutoShape 7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23" name="AutoShape 7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24" name="AutoShape 7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5" name="Group 764"/>
          <p:cNvGrpSpPr>
            <a:grpSpLocks/>
          </p:cNvGrpSpPr>
          <p:nvPr/>
        </p:nvGrpSpPr>
        <p:grpSpPr bwMode="auto">
          <a:xfrm>
            <a:off x="3962400" y="4038600"/>
            <a:ext cx="533400" cy="533400"/>
            <a:chOff x="1104" y="1632"/>
            <a:chExt cx="336" cy="336"/>
          </a:xfrm>
        </p:grpSpPr>
        <p:sp>
          <p:nvSpPr>
            <p:cNvPr id="26517" name="AutoShape 7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8" name="AutoShape 7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9" name="AutoShape 7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20" name="AutoShape 7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6" name="Group 769"/>
          <p:cNvGrpSpPr>
            <a:grpSpLocks/>
          </p:cNvGrpSpPr>
          <p:nvPr/>
        </p:nvGrpSpPr>
        <p:grpSpPr bwMode="auto">
          <a:xfrm rot="-5400000">
            <a:off x="4114800" y="4191000"/>
            <a:ext cx="533400" cy="533400"/>
            <a:chOff x="1104" y="1632"/>
            <a:chExt cx="336" cy="336"/>
          </a:xfrm>
        </p:grpSpPr>
        <p:sp>
          <p:nvSpPr>
            <p:cNvPr id="26513" name="AutoShape 7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4" name="AutoShape 7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5" name="AutoShape 7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6" name="AutoShape 7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7" name="Group 774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6509" name="AutoShape 7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0" name="AutoShape 7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1" name="AutoShape 7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12" name="AutoShape 7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8" name="Group 779"/>
          <p:cNvGrpSpPr>
            <a:grpSpLocks/>
          </p:cNvGrpSpPr>
          <p:nvPr/>
        </p:nvGrpSpPr>
        <p:grpSpPr bwMode="auto">
          <a:xfrm>
            <a:off x="4267200" y="3962400"/>
            <a:ext cx="533400" cy="533400"/>
            <a:chOff x="1104" y="1632"/>
            <a:chExt cx="336" cy="336"/>
          </a:xfrm>
        </p:grpSpPr>
        <p:sp>
          <p:nvSpPr>
            <p:cNvPr id="26505" name="AutoShape 7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06" name="AutoShape 7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07" name="AutoShape 7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08" name="AutoShape 7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099" name="Group 784"/>
          <p:cNvGrpSpPr>
            <a:grpSpLocks/>
          </p:cNvGrpSpPr>
          <p:nvPr/>
        </p:nvGrpSpPr>
        <p:grpSpPr bwMode="auto">
          <a:xfrm rot="-5400000">
            <a:off x="4419600" y="4114800"/>
            <a:ext cx="533400" cy="533400"/>
            <a:chOff x="1104" y="1632"/>
            <a:chExt cx="336" cy="336"/>
          </a:xfrm>
        </p:grpSpPr>
        <p:sp>
          <p:nvSpPr>
            <p:cNvPr id="26501" name="AutoShape 7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02" name="AutoShape 7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03" name="AutoShape 7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04" name="AutoShape 7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0" name="Group 789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6497" name="AutoShape 7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8" name="AutoShape 7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9" name="AutoShape 7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500" name="AutoShape 7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1" name="Group 794"/>
          <p:cNvGrpSpPr>
            <a:grpSpLocks/>
          </p:cNvGrpSpPr>
          <p:nvPr/>
        </p:nvGrpSpPr>
        <p:grpSpPr bwMode="auto">
          <a:xfrm>
            <a:off x="4114800" y="4191000"/>
            <a:ext cx="533400" cy="533400"/>
            <a:chOff x="1104" y="1632"/>
            <a:chExt cx="336" cy="336"/>
          </a:xfrm>
        </p:grpSpPr>
        <p:sp>
          <p:nvSpPr>
            <p:cNvPr id="26493" name="AutoShape 7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4" name="AutoShape 7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5" name="AutoShape 7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6" name="AutoShape 7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2" name="Group 799"/>
          <p:cNvGrpSpPr>
            <a:grpSpLocks/>
          </p:cNvGrpSpPr>
          <p:nvPr/>
        </p:nvGrpSpPr>
        <p:grpSpPr bwMode="auto">
          <a:xfrm rot="-5400000">
            <a:off x="4267200" y="4343400"/>
            <a:ext cx="533400" cy="533400"/>
            <a:chOff x="1104" y="1632"/>
            <a:chExt cx="336" cy="336"/>
          </a:xfrm>
        </p:grpSpPr>
        <p:sp>
          <p:nvSpPr>
            <p:cNvPr id="26489" name="AutoShape 8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0" name="AutoShape 8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1" name="AutoShape 8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92" name="AutoShape 8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3" name="Group 804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6485" name="AutoShape 8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86" name="AutoShape 8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87" name="AutoShape 8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88" name="AutoShape 8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4" name="Group 809"/>
          <p:cNvGrpSpPr>
            <a:grpSpLocks/>
          </p:cNvGrpSpPr>
          <p:nvPr/>
        </p:nvGrpSpPr>
        <p:grpSpPr bwMode="auto">
          <a:xfrm>
            <a:off x="4419600" y="4114800"/>
            <a:ext cx="533400" cy="533400"/>
            <a:chOff x="1104" y="1632"/>
            <a:chExt cx="336" cy="336"/>
          </a:xfrm>
        </p:grpSpPr>
        <p:sp>
          <p:nvSpPr>
            <p:cNvPr id="26481" name="AutoShape 8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82" name="AutoShape 8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83" name="AutoShape 8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84" name="AutoShape 8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5" name="Group 814"/>
          <p:cNvGrpSpPr>
            <a:grpSpLocks/>
          </p:cNvGrpSpPr>
          <p:nvPr/>
        </p:nvGrpSpPr>
        <p:grpSpPr bwMode="auto">
          <a:xfrm rot="-5400000">
            <a:off x="4572000" y="4267200"/>
            <a:ext cx="533400" cy="533400"/>
            <a:chOff x="1104" y="1632"/>
            <a:chExt cx="336" cy="336"/>
          </a:xfrm>
        </p:grpSpPr>
        <p:sp>
          <p:nvSpPr>
            <p:cNvPr id="26477" name="AutoShape 8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8" name="AutoShape 8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9" name="AutoShape 8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80" name="AutoShape 8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6" name="Group 81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6473" name="AutoShape 8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4" name="AutoShape 8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5" name="AutoShape 8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6" name="AutoShape 8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7" name="Group 824"/>
          <p:cNvGrpSpPr>
            <a:grpSpLocks/>
          </p:cNvGrpSpPr>
          <p:nvPr/>
        </p:nvGrpSpPr>
        <p:grpSpPr bwMode="auto">
          <a:xfrm>
            <a:off x="4267200" y="4343400"/>
            <a:ext cx="533400" cy="533400"/>
            <a:chOff x="1104" y="1632"/>
            <a:chExt cx="336" cy="336"/>
          </a:xfrm>
        </p:grpSpPr>
        <p:sp>
          <p:nvSpPr>
            <p:cNvPr id="26469" name="AutoShape 8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0" name="AutoShape 8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1" name="AutoShape 8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72" name="AutoShape 8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8" name="Group 829"/>
          <p:cNvGrpSpPr>
            <a:grpSpLocks/>
          </p:cNvGrpSpPr>
          <p:nvPr/>
        </p:nvGrpSpPr>
        <p:grpSpPr bwMode="auto">
          <a:xfrm rot="-5400000">
            <a:off x="4419600" y="4495800"/>
            <a:ext cx="533400" cy="533400"/>
            <a:chOff x="1104" y="1632"/>
            <a:chExt cx="336" cy="336"/>
          </a:xfrm>
        </p:grpSpPr>
        <p:sp>
          <p:nvSpPr>
            <p:cNvPr id="26465" name="AutoShape 8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66" name="AutoShape 8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67" name="AutoShape 8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68" name="AutoShape 8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09" name="Group 834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6461" name="AutoShape 8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62" name="AutoShape 8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63" name="AutoShape 8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64" name="AutoShape 8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0" name="Group 83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6457" name="AutoShape 8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8" name="AutoShape 8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9" name="AutoShape 8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60" name="AutoShape 8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1" name="Group 844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6453" name="AutoShape 84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4" name="AutoShape 84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5" name="AutoShape 84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6" name="AutoShape 84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2" name="Group 849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6449" name="AutoShape 85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0" name="AutoShape 85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1" name="AutoShape 85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52" name="AutoShape 85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3" name="Group 854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6445" name="AutoShape 85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46" name="AutoShape 85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47" name="AutoShape 85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48" name="AutoShape 85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4" name="Group 859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6441" name="AutoShape 86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42" name="AutoShape 86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43" name="AutoShape 86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44" name="AutoShape 86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5" name="Group 864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6437" name="AutoShape 86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8" name="AutoShape 86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9" name="AutoShape 86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40" name="AutoShape 86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6" name="Group 869"/>
          <p:cNvGrpSpPr>
            <a:grpSpLocks/>
          </p:cNvGrpSpPr>
          <p:nvPr/>
        </p:nvGrpSpPr>
        <p:grpSpPr bwMode="auto">
          <a:xfrm>
            <a:off x="4572000" y="4267200"/>
            <a:ext cx="533400" cy="533400"/>
            <a:chOff x="1104" y="1632"/>
            <a:chExt cx="336" cy="336"/>
          </a:xfrm>
        </p:grpSpPr>
        <p:sp>
          <p:nvSpPr>
            <p:cNvPr id="26433" name="AutoShape 87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4" name="AutoShape 87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5" name="AutoShape 87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6" name="AutoShape 87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7" name="Group 874"/>
          <p:cNvGrpSpPr>
            <a:grpSpLocks/>
          </p:cNvGrpSpPr>
          <p:nvPr/>
        </p:nvGrpSpPr>
        <p:grpSpPr bwMode="auto">
          <a:xfrm rot="-5400000">
            <a:off x="4724400" y="4419600"/>
            <a:ext cx="533400" cy="533400"/>
            <a:chOff x="1104" y="1632"/>
            <a:chExt cx="336" cy="336"/>
          </a:xfrm>
        </p:grpSpPr>
        <p:sp>
          <p:nvSpPr>
            <p:cNvPr id="26429" name="AutoShape 87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0" name="AutoShape 87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1" name="AutoShape 87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32" name="AutoShape 87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8" name="Group 879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6425" name="AutoShape 88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26" name="AutoShape 88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27" name="AutoShape 88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28" name="AutoShape 88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19" name="Group 884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6421" name="AutoShape 88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22" name="AutoShape 88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23" name="AutoShape 88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24" name="AutoShape 88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0" name="Group 889"/>
          <p:cNvGrpSpPr>
            <a:grpSpLocks/>
          </p:cNvGrpSpPr>
          <p:nvPr/>
        </p:nvGrpSpPr>
        <p:grpSpPr bwMode="auto">
          <a:xfrm>
            <a:off x="4419600" y="4495800"/>
            <a:ext cx="533400" cy="533400"/>
            <a:chOff x="1104" y="1632"/>
            <a:chExt cx="336" cy="336"/>
          </a:xfrm>
        </p:grpSpPr>
        <p:sp>
          <p:nvSpPr>
            <p:cNvPr id="26417" name="AutoShape 89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8" name="AutoShape 89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9" name="AutoShape 89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20" name="AutoShape 89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1" name="Group 894"/>
          <p:cNvGrpSpPr>
            <a:grpSpLocks/>
          </p:cNvGrpSpPr>
          <p:nvPr/>
        </p:nvGrpSpPr>
        <p:grpSpPr bwMode="auto">
          <a:xfrm rot="-5400000">
            <a:off x="4572000" y="4648200"/>
            <a:ext cx="533400" cy="533400"/>
            <a:chOff x="1104" y="1632"/>
            <a:chExt cx="336" cy="336"/>
          </a:xfrm>
        </p:grpSpPr>
        <p:sp>
          <p:nvSpPr>
            <p:cNvPr id="26413" name="AutoShape 89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4" name="AutoShape 89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5" name="AutoShape 89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6" name="AutoShape 89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2" name="Group 899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6409" name="AutoShape 90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0" name="AutoShape 90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1" name="AutoShape 90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12" name="AutoShape 90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3" name="Group 904"/>
          <p:cNvGrpSpPr>
            <a:grpSpLocks/>
          </p:cNvGrpSpPr>
          <p:nvPr/>
        </p:nvGrpSpPr>
        <p:grpSpPr bwMode="auto">
          <a:xfrm>
            <a:off x="4724400" y="4419600"/>
            <a:ext cx="533400" cy="533400"/>
            <a:chOff x="1104" y="1632"/>
            <a:chExt cx="336" cy="336"/>
          </a:xfrm>
        </p:grpSpPr>
        <p:sp>
          <p:nvSpPr>
            <p:cNvPr id="26405" name="AutoShape 90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06" name="AutoShape 90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07" name="AutoShape 90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08" name="AutoShape 90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4" name="Group 909"/>
          <p:cNvGrpSpPr>
            <a:grpSpLocks/>
          </p:cNvGrpSpPr>
          <p:nvPr/>
        </p:nvGrpSpPr>
        <p:grpSpPr bwMode="auto">
          <a:xfrm rot="-5400000">
            <a:off x="4876800" y="4572000"/>
            <a:ext cx="533400" cy="533400"/>
            <a:chOff x="1104" y="1632"/>
            <a:chExt cx="336" cy="336"/>
          </a:xfrm>
        </p:grpSpPr>
        <p:sp>
          <p:nvSpPr>
            <p:cNvPr id="26401" name="AutoShape 91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02" name="AutoShape 91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03" name="AutoShape 91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04" name="AutoShape 91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5" name="Group 914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6397" name="AutoShape 91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8" name="AutoShape 91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9" name="AutoShape 91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400" name="AutoShape 91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6" name="Group 919"/>
          <p:cNvGrpSpPr>
            <a:grpSpLocks/>
          </p:cNvGrpSpPr>
          <p:nvPr/>
        </p:nvGrpSpPr>
        <p:grpSpPr bwMode="auto">
          <a:xfrm>
            <a:off x="4572000" y="4648200"/>
            <a:ext cx="533400" cy="533400"/>
            <a:chOff x="1104" y="1632"/>
            <a:chExt cx="336" cy="336"/>
          </a:xfrm>
        </p:grpSpPr>
        <p:sp>
          <p:nvSpPr>
            <p:cNvPr id="26393" name="AutoShape 92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4" name="AutoShape 92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5" name="AutoShape 92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6" name="AutoShape 92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7" name="Group 924"/>
          <p:cNvGrpSpPr>
            <a:grpSpLocks/>
          </p:cNvGrpSpPr>
          <p:nvPr/>
        </p:nvGrpSpPr>
        <p:grpSpPr bwMode="auto">
          <a:xfrm rot="-5400000">
            <a:off x="4800600" y="3505200"/>
            <a:ext cx="533400" cy="533400"/>
            <a:chOff x="1104" y="1632"/>
            <a:chExt cx="336" cy="336"/>
          </a:xfrm>
        </p:grpSpPr>
        <p:sp>
          <p:nvSpPr>
            <p:cNvPr id="26389" name="AutoShape 92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0" name="AutoShape 92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1" name="AutoShape 92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92" name="AutoShape 92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8" name="Group 929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6385" name="AutoShape 93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86" name="AutoShape 93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87" name="AutoShape 93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88" name="AutoShape 93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29" name="Group 934"/>
          <p:cNvGrpSpPr>
            <a:grpSpLocks/>
          </p:cNvGrpSpPr>
          <p:nvPr/>
        </p:nvGrpSpPr>
        <p:grpSpPr bwMode="auto">
          <a:xfrm>
            <a:off x="4876800" y="4572000"/>
            <a:ext cx="533400" cy="533400"/>
            <a:chOff x="1104" y="1632"/>
            <a:chExt cx="336" cy="336"/>
          </a:xfrm>
        </p:grpSpPr>
        <p:sp>
          <p:nvSpPr>
            <p:cNvPr id="26381" name="AutoShape 935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82" name="AutoShape 936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83" name="AutoShape 937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84" name="AutoShape 938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30" name="Group 939"/>
          <p:cNvGrpSpPr>
            <a:grpSpLocks/>
          </p:cNvGrpSpPr>
          <p:nvPr/>
        </p:nvGrpSpPr>
        <p:grpSpPr bwMode="auto">
          <a:xfrm>
            <a:off x="4724400" y="4800600"/>
            <a:ext cx="533400" cy="533400"/>
            <a:chOff x="1104" y="1632"/>
            <a:chExt cx="336" cy="336"/>
          </a:xfrm>
        </p:grpSpPr>
        <p:sp>
          <p:nvSpPr>
            <p:cNvPr id="26377" name="AutoShape 940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8" name="AutoShape 941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9" name="AutoShape 942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80" name="AutoShape 943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131" name="Oval 944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32" name="Oval 945"/>
          <p:cNvSpPr>
            <a:spLocks noChangeArrowheads="1"/>
          </p:cNvSpPr>
          <p:nvPr/>
        </p:nvSpPr>
        <p:spPr bwMode="auto">
          <a:xfrm>
            <a:off x="63246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33" name="Oval 946"/>
          <p:cNvSpPr>
            <a:spLocks noChangeArrowheads="1"/>
          </p:cNvSpPr>
          <p:nvPr/>
        </p:nvSpPr>
        <p:spPr bwMode="auto">
          <a:xfrm>
            <a:off x="62484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34" name="Oval 947"/>
          <p:cNvSpPr>
            <a:spLocks noChangeArrowheads="1"/>
          </p:cNvSpPr>
          <p:nvPr/>
        </p:nvSpPr>
        <p:spPr bwMode="auto">
          <a:xfrm>
            <a:off x="6324600" y="3581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35" name="Oval 948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36" name="Oval 949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37" name="Oval 950"/>
          <p:cNvSpPr>
            <a:spLocks noChangeArrowheads="1"/>
          </p:cNvSpPr>
          <p:nvPr/>
        </p:nvSpPr>
        <p:spPr bwMode="auto">
          <a:xfrm>
            <a:off x="6324600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38" name="Oval 951"/>
          <p:cNvSpPr>
            <a:spLocks noChangeArrowheads="1"/>
          </p:cNvSpPr>
          <p:nvPr/>
        </p:nvSpPr>
        <p:spPr bwMode="auto">
          <a:xfrm>
            <a:off x="6400800" y="3810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26139" name="Group 952"/>
          <p:cNvGrpSpPr>
            <a:grpSpLocks/>
          </p:cNvGrpSpPr>
          <p:nvPr/>
        </p:nvGrpSpPr>
        <p:grpSpPr bwMode="auto">
          <a:xfrm>
            <a:off x="4724400" y="3657600"/>
            <a:ext cx="533400" cy="533400"/>
            <a:chOff x="1104" y="1632"/>
            <a:chExt cx="336" cy="336"/>
          </a:xfrm>
        </p:grpSpPr>
        <p:sp>
          <p:nvSpPr>
            <p:cNvPr id="26373" name="AutoShape 9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4" name="AutoShape 9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5" name="AutoShape 9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6" name="AutoShape 9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0" name="Group 957"/>
          <p:cNvGrpSpPr>
            <a:grpSpLocks/>
          </p:cNvGrpSpPr>
          <p:nvPr/>
        </p:nvGrpSpPr>
        <p:grpSpPr bwMode="auto">
          <a:xfrm rot="-5400000">
            <a:off x="4953000" y="3657600"/>
            <a:ext cx="533400" cy="533400"/>
            <a:chOff x="1104" y="1632"/>
            <a:chExt cx="336" cy="336"/>
          </a:xfrm>
        </p:grpSpPr>
        <p:sp>
          <p:nvSpPr>
            <p:cNvPr id="26369" name="AutoShape 9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0" name="AutoShape 9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1" name="AutoShape 9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72" name="AutoShape 9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1" name="Group 962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6365" name="AutoShape 9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66" name="AutoShape 9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67" name="AutoShape 9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68" name="AutoShape 9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2" name="Group 967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6361" name="AutoShape 9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62" name="AutoShape 9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63" name="AutoShape 9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64" name="AutoShape 9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3" name="Group 972"/>
          <p:cNvGrpSpPr>
            <a:grpSpLocks/>
          </p:cNvGrpSpPr>
          <p:nvPr/>
        </p:nvGrpSpPr>
        <p:grpSpPr bwMode="auto">
          <a:xfrm>
            <a:off x="4724400" y="3886200"/>
            <a:ext cx="533400" cy="533400"/>
            <a:chOff x="1104" y="1632"/>
            <a:chExt cx="336" cy="336"/>
          </a:xfrm>
        </p:grpSpPr>
        <p:sp>
          <p:nvSpPr>
            <p:cNvPr id="26357" name="AutoShape 9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8" name="AutoShape 9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9" name="AutoShape 9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60" name="AutoShape 9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4" name="Group 977"/>
          <p:cNvGrpSpPr>
            <a:grpSpLocks/>
          </p:cNvGrpSpPr>
          <p:nvPr/>
        </p:nvGrpSpPr>
        <p:grpSpPr bwMode="auto">
          <a:xfrm rot="-5400000">
            <a:off x="4724400" y="4038600"/>
            <a:ext cx="533400" cy="533400"/>
            <a:chOff x="1104" y="1632"/>
            <a:chExt cx="336" cy="336"/>
          </a:xfrm>
        </p:grpSpPr>
        <p:sp>
          <p:nvSpPr>
            <p:cNvPr id="26353" name="AutoShape 9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4" name="AutoShape 9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5" name="AutoShape 9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6" name="AutoShape 9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5" name="Group 982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6349" name="AutoShape 9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0" name="AutoShape 9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1" name="AutoShape 9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52" name="AutoShape 9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6" name="Group 987"/>
          <p:cNvGrpSpPr>
            <a:grpSpLocks/>
          </p:cNvGrpSpPr>
          <p:nvPr/>
        </p:nvGrpSpPr>
        <p:grpSpPr bwMode="auto">
          <a:xfrm>
            <a:off x="4876800" y="3810000"/>
            <a:ext cx="533400" cy="533400"/>
            <a:chOff x="1104" y="1632"/>
            <a:chExt cx="336" cy="336"/>
          </a:xfrm>
        </p:grpSpPr>
        <p:sp>
          <p:nvSpPr>
            <p:cNvPr id="26345" name="AutoShape 9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46" name="AutoShape 9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47" name="AutoShape 9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48" name="AutoShape 9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7" name="Group 992"/>
          <p:cNvGrpSpPr>
            <a:grpSpLocks/>
          </p:cNvGrpSpPr>
          <p:nvPr/>
        </p:nvGrpSpPr>
        <p:grpSpPr bwMode="auto">
          <a:xfrm rot="-5400000">
            <a:off x="5029200" y="3962400"/>
            <a:ext cx="533400" cy="533400"/>
            <a:chOff x="1104" y="1632"/>
            <a:chExt cx="336" cy="336"/>
          </a:xfrm>
        </p:grpSpPr>
        <p:sp>
          <p:nvSpPr>
            <p:cNvPr id="26341" name="AutoShape 9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42" name="AutoShape 9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43" name="AutoShape 9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44" name="AutoShape 9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8" name="Group 997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6337" name="AutoShape 9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8" name="AutoShape 9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9" name="AutoShape 10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40" name="AutoShape 10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49" name="Group 1002"/>
          <p:cNvGrpSpPr>
            <a:grpSpLocks/>
          </p:cNvGrpSpPr>
          <p:nvPr/>
        </p:nvGrpSpPr>
        <p:grpSpPr bwMode="auto">
          <a:xfrm>
            <a:off x="4724400" y="4038600"/>
            <a:ext cx="533400" cy="533400"/>
            <a:chOff x="1104" y="1632"/>
            <a:chExt cx="336" cy="336"/>
          </a:xfrm>
        </p:grpSpPr>
        <p:sp>
          <p:nvSpPr>
            <p:cNvPr id="26333" name="AutoShape 10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4" name="AutoShape 10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5" name="AutoShape 10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6" name="AutoShape 10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0" name="Group 1007"/>
          <p:cNvGrpSpPr>
            <a:grpSpLocks/>
          </p:cNvGrpSpPr>
          <p:nvPr/>
        </p:nvGrpSpPr>
        <p:grpSpPr bwMode="auto">
          <a:xfrm rot="-5400000">
            <a:off x="4876800" y="4191000"/>
            <a:ext cx="533400" cy="533400"/>
            <a:chOff x="1104" y="1632"/>
            <a:chExt cx="336" cy="336"/>
          </a:xfrm>
        </p:grpSpPr>
        <p:sp>
          <p:nvSpPr>
            <p:cNvPr id="26329" name="AutoShape 10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0" name="AutoShape 10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1" name="AutoShape 10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32" name="AutoShape 10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1" name="Group 1012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6325" name="AutoShape 10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26" name="AutoShape 10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27" name="AutoShape 10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28" name="AutoShape 10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2" name="Group 1017"/>
          <p:cNvGrpSpPr>
            <a:grpSpLocks/>
          </p:cNvGrpSpPr>
          <p:nvPr/>
        </p:nvGrpSpPr>
        <p:grpSpPr bwMode="auto">
          <a:xfrm>
            <a:off x="5029200" y="3962400"/>
            <a:ext cx="533400" cy="533400"/>
            <a:chOff x="1104" y="1632"/>
            <a:chExt cx="336" cy="336"/>
          </a:xfrm>
        </p:grpSpPr>
        <p:sp>
          <p:nvSpPr>
            <p:cNvPr id="26321" name="AutoShape 10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22" name="AutoShape 10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23" name="AutoShape 10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24" name="AutoShape 10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3" name="Group 1022"/>
          <p:cNvGrpSpPr>
            <a:grpSpLocks/>
          </p:cNvGrpSpPr>
          <p:nvPr/>
        </p:nvGrpSpPr>
        <p:grpSpPr bwMode="auto">
          <a:xfrm rot="-5400000">
            <a:off x="5181600" y="4114800"/>
            <a:ext cx="533400" cy="533400"/>
            <a:chOff x="1104" y="1632"/>
            <a:chExt cx="336" cy="336"/>
          </a:xfrm>
        </p:grpSpPr>
        <p:sp>
          <p:nvSpPr>
            <p:cNvPr id="26317" name="AutoShape 10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8" name="AutoShape 10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9" name="AutoShape 10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20" name="AutoShape 10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4" name="Group 1027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6313" name="AutoShape 10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4" name="AutoShape 10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5" name="AutoShape 10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6" name="AutoShape 10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5" name="Group 1032"/>
          <p:cNvGrpSpPr>
            <a:grpSpLocks/>
          </p:cNvGrpSpPr>
          <p:nvPr/>
        </p:nvGrpSpPr>
        <p:grpSpPr bwMode="auto">
          <a:xfrm>
            <a:off x="4876800" y="4191000"/>
            <a:ext cx="533400" cy="533400"/>
            <a:chOff x="1104" y="1632"/>
            <a:chExt cx="336" cy="336"/>
          </a:xfrm>
        </p:grpSpPr>
        <p:sp>
          <p:nvSpPr>
            <p:cNvPr id="26309" name="AutoShape 10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0" name="AutoShape 10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1" name="AutoShape 10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12" name="AutoShape 10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6" name="Group 1037"/>
          <p:cNvGrpSpPr>
            <a:grpSpLocks/>
          </p:cNvGrpSpPr>
          <p:nvPr/>
        </p:nvGrpSpPr>
        <p:grpSpPr bwMode="auto">
          <a:xfrm rot="-5400000">
            <a:off x="4876800" y="4343400"/>
            <a:ext cx="533400" cy="533400"/>
            <a:chOff x="1104" y="1632"/>
            <a:chExt cx="336" cy="336"/>
          </a:xfrm>
        </p:grpSpPr>
        <p:sp>
          <p:nvSpPr>
            <p:cNvPr id="26305" name="AutoShape 10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06" name="AutoShape 10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07" name="AutoShape 10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08" name="AutoShape 10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7" name="Group 1042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6301" name="AutoShape 10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02" name="AutoShape 10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03" name="AutoShape 10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04" name="AutoShape 10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8" name="Group 1047"/>
          <p:cNvGrpSpPr>
            <a:grpSpLocks/>
          </p:cNvGrpSpPr>
          <p:nvPr/>
        </p:nvGrpSpPr>
        <p:grpSpPr bwMode="auto">
          <a:xfrm>
            <a:off x="5181600" y="4114800"/>
            <a:ext cx="533400" cy="533400"/>
            <a:chOff x="1104" y="1632"/>
            <a:chExt cx="336" cy="336"/>
          </a:xfrm>
        </p:grpSpPr>
        <p:sp>
          <p:nvSpPr>
            <p:cNvPr id="26297" name="AutoShape 10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8" name="AutoShape 10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9" name="AutoShape 10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300" name="AutoShape 10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59" name="Group 1052"/>
          <p:cNvGrpSpPr>
            <a:grpSpLocks/>
          </p:cNvGrpSpPr>
          <p:nvPr/>
        </p:nvGrpSpPr>
        <p:grpSpPr bwMode="auto">
          <a:xfrm rot="-5400000">
            <a:off x="5334000" y="4267200"/>
            <a:ext cx="533400" cy="533400"/>
            <a:chOff x="1104" y="1632"/>
            <a:chExt cx="336" cy="336"/>
          </a:xfrm>
        </p:grpSpPr>
        <p:sp>
          <p:nvSpPr>
            <p:cNvPr id="26293" name="AutoShape 10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4" name="AutoShape 10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5" name="AutoShape 10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6" name="AutoShape 10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0" name="Group 105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6289" name="AutoShape 10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0" name="AutoShape 10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1" name="AutoShape 10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92" name="AutoShape 10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1" name="Group 1062"/>
          <p:cNvGrpSpPr>
            <a:grpSpLocks/>
          </p:cNvGrpSpPr>
          <p:nvPr/>
        </p:nvGrpSpPr>
        <p:grpSpPr bwMode="auto">
          <a:xfrm>
            <a:off x="4876800" y="4343400"/>
            <a:ext cx="533400" cy="533400"/>
            <a:chOff x="1104" y="1632"/>
            <a:chExt cx="336" cy="336"/>
          </a:xfrm>
        </p:grpSpPr>
        <p:sp>
          <p:nvSpPr>
            <p:cNvPr id="26285" name="AutoShape 10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86" name="AutoShape 10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87" name="AutoShape 10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88" name="AutoShape 10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2" name="Group 1067"/>
          <p:cNvGrpSpPr>
            <a:grpSpLocks/>
          </p:cNvGrpSpPr>
          <p:nvPr/>
        </p:nvGrpSpPr>
        <p:grpSpPr bwMode="auto">
          <a:xfrm rot="-5400000">
            <a:off x="5181600" y="4495800"/>
            <a:ext cx="533400" cy="533400"/>
            <a:chOff x="1104" y="1632"/>
            <a:chExt cx="336" cy="336"/>
          </a:xfrm>
        </p:grpSpPr>
        <p:sp>
          <p:nvSpPr>
            <p:cNvPr id="26281" name="AutoShape 10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82" name="AutoShape 10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83" name="AutoShape 10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84" name="AutoShape 10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3" name="Group 1072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6277" name="AutoShape 10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8" name="AutoShape 10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9" name="AutoShape 10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80" name="AutoShape 10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4" name="Group 107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6273" name="AutoShape 10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4" name="AutoShape 10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5" name="AutoShape 10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6" name="AutoShape 10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5" name="Group 1082"/>
          <p:cNvGrpSpPr>
            <a:grpSpLocks/>
          </p:cNvGrpSpPr>
          <p:nvPr/>
        </p:nvGrpSpPr>
        <p:grpSpPr bwMode="auto">
          <a:xfrm rot="-5400000">
            <a:off x="5486400" y="4419600"/>
            <a:ext cx="533400" cy="533400"/>
            <a:chOff x="1104" y="1632"/>
            <a:chExt cx="336" cy="336"/>
          </a:xfrm>
        </p:grpSpPr>
        <p:sp>
          <p:nvSpPr>
            <p:cNvPr id="26269" name="AutoShape 10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0" name="AutoShape 10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1" name="AutoShape 10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72" name="AutoShape 10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6" name="Group 1087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6265" name="AutoShape 108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66" name="AutoShape 108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67" name="AutoShape 109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68" name="AutoShape 109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7" name="Group 1092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6261" name="AutoShape 109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62" name="AutoShape 109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63" name="AutoShape 109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64" name="AutoShape 109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8" name="Group 1097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6257" name="AutoShape 109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8" name="AutoShape 109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9" name="AutoShape 110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60" name="AutoShape 110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69" name="Group 1102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6253" name="AutoShape 110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4" name="AutoShape 110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5" name="AutoShape 110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6" name="AutoShape 110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0" name="Group 1107"/>
          <p:cNvGrpSpPr>
            <a:grpSpLocks/>
          </p:cNvGrpSpPr>
          <p:nvPr/>
        </p:nvGrpSpPr>
        <p:grpSpPr bwMode="auto">
          <a:xfrm>
            <a:off x="5334000" y="4267200"/>
            <a:ext cx="533400" cy="533400"/>
            <a:chOff x="1104" y="1632"/>
            <a:chExt cx="336" cy="336"/>
          </a:xfrm>
        </p:grpSpPr>
        <p:sp>
          <p:nvSpPr>
            <p:cNvPr id="26249" name="AutoShape 110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0" name="AutoShape 110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1" name="AutoShape 111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52" name="AutoShape 111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1" name="Group 1112"/>
          <p:cNvGrpSpPr>
            <a:grpSpLocks/>
          </p:cNvGrpSpPr>
          <p:nvPr/>
        </p:nvGrpSpPr>
        <p:grpSpPr bwMode="auto">
          <a:xfrm rot="-5400000">
            <a:off x="5562600" y="4267200"/>
            <a:ext cx="533400" cy="533400"/>
            <a:chOff x="1104" y="1632"/>
            <a:chExt cx="336" cy="336"/>
          </a:xfrm>
        </p:grpSpPr>
        <p:sp>
          <p:nvSpPr>
            <p:cNvPr id="26245" name="AutoShape 111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46" name="AutoShape 111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47" name="AutoShape 111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48" name="AutoShape 111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2" name="Group 1117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6241" name="AutoShape 111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42" name="AutoShape 111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43" name="AutoShape 112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44" name="AutoShape 112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3" name="Group 1122"/>
          <p:cNvGrpSpPr>
            <a:grpSpLocks/>
          </p:cNvGrpSpPr>
          <p:nvPr/>
        </p:nvGrpSpPr>
        <p:grpSpPr bwMode="auto">
          <a:xfrm rot="-5400000">
            <a:off x="5638800" y="4572000"/>
            <a:ext cx="533400" cy="533400"/>
            <a:chOff x="1104" y="1632"/>
            <a:chExt cx="336" cy="336"/>
          </a:xfrm>
        </p:grpSpPr>
        <p:sp>
          <p:nvSpPr>
            <p:cNvPr id="26237" name="AutoShape 112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8" name="AutoShape 112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9" name="AutoShape 112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40" name="AutoShape 112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4" name="Group 1127"/>
          <p:cNvGrpSpPr>
            <a:grpSpLocks/>
          </p:cNvGrpSpPr>
          <p:nvPr/>
        </p:nvGrpSpPr>
        <p:grpSpPr bwMode="auto">
          <a:xfrm>
            <a:off x="5181600" y="4495800"/>
            <a:ext cx="533400" cy="533400"/>
            <a:chOff x="1104" y="1632"/>
            <a:chExt cx="336" cy="336"/>
          </a:xfrm>
        </p:grpSpPr>
        <p:sp>
          <p:nvSpPr>
            <p:cNvPr id="26233" name="AutoShape 112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4" name="AutoShape 112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5" name="AutoShape 113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6" name="AutoShape 113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5" name="Group 1132"/>
          <p:cNvGrpSpPr>
            <a:grpSpLocks/>
          </p:cNvGrpSpPr>
          <p:nvPr/>
        </p:nvGrpSpPr>
        <p:grpSpPr bwMode="auto">
          <a:xfrm rot="-5400000">
            <a:off x="5334000" y="4648200"/>
            <a:ext cx="533400" cy="533400"/>
            <a:chOff x="1104" y="1632"/>
            <a:chExt cx="336" cy="336"/>
          </a:xfrm>
        </p:grpSpPr>
        <p:sp>
          <p:nvSpPr>
            <p:cNvPr id="26229" name="AutoShape 113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0" name="AutoShape 113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1" name="AutoShape 113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32" name="AutoShape 113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6" name="Group 1137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6225" name="AutoShape 113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26" name="AutoShape 113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27" name="AutoShape 114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28" name="AutoShape 114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7" name="Group 1142"/>
          <p:cNvGrpSpPr>
            <a:grpSpLocks/>
          </p:cNvGrpSpPr>
          <p:nvPr/>
        </p:nvGrpSpPr>
        <p:grpSpPr bwMode="auto">
          <a:xfrm>
            <a:off x="5486400" y="4419600"/>
            <a:ext cx="533400" cy="533400"/>
            <a:chOff x="1104" y="1632"/>
            <a:chExt cx="336" cy="336"/>
          </a:xfrm>
        </p:grpSpPr>
        <p:sp>
          <p:nvSpPr>
            <p:cNvPr id="26221" name="AutoShape 114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22" name="AutoShape 114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23" name="AutoShape 114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24" name="AutoShape 114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8" name="Group 1147"/>
          <p:cNvGrpSpPr>
            <a:grpSpLocks/>
          </p:cNvGrpSpPr>
          <p:nvPr/>
        </p:nvGrpSpPr>
        <p:grpSpPr bwMode="auto">
          <a:xfrm rot="-5400000">
            <a:off x="5638800" y="4419600"/>
            <a:ext cx="533400" cy="533400"/>
            <a:chOff x="1104" y="1632"/>
            <a:chExt cx="336" cy="336"/>
          </a:xfrm>
        </p:grpSpPr>
        <p:sp>
          <p:nvSpPr>
            <p:cNvPr id="26217" name="AutoShape 114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8" name="AutoShape 114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9" name="AutoShape 115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20" name="AutoShape 115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79" name="Group 1152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6213" name="AutoShape 115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4" name="AutoShape 115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5" name="AutoShape 115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6" name="AutoShape 115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80" name="Group 1157"/>
          <p:cNvGrpSpPr>
            <a:grpSpLocks/>
          </p:cNvGrpSpPr>
          <p:nvPr/>
        </p:nvGrpSpPr>
        <p:grpSpPr bwMode="auto">
          <a:xfrm>
            <a:off x="5334000" y="4648200"/>
            <a:ext cx="533400" cy="533400"/>
            <a:chOff x="1104" y="1632"/>
            <a:chExt cx="336" cy="336"/>
          </a:xfrm>
        </p:grpSpPr>
        <p:sp>
          <p:nvSpPr>
            <p:cNvPr id="26209" name="AutoShape 115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0" name="AutoShape 115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1" name="AutoShape 116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12" name="AutoShape 116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81" name="Group 1162"/>
          <p:cNvGrpSpPr>
            <a:grpSpLocks/>
          </p:cNvGrpSpPr>
          <p:nvPr/>
        </p:nvGrpSpPr>
        <p:grpSpPr bwMode="auto">
          <a:xfrm rot="-5400000">
            <a:off x="5486400" y="4800600"/>
            <a:ext cx="533400" cy="533400"/>
            <a:chOff x="1104" y="1632"/>
            <a:chExt cx="336" cy="336"/>
          </a:xfrm>
        </p:grpSpPr>
        <p:sp>
          <p:nvSpPr>
            <p:cNvPr id="26205" name="AutoShape 116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06" name="AutoShape 116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07" name="AutoShape 116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08" name="AutoShape 116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82" name="Group 1167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6201" name="AutoShape 116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02" name="AutoShape 116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03" name="AutoShape 117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04" name="AutoShape 117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83" name="Group 1172"/>
          <p:cNvGrpSpPr>
            <a:grpSpLocks/>
          </p:cNvGrpSpPr>
          <p:nvPr/>
        </p:nvGrpSpPr>
        <p:grpSpPr bwMode="auto">
          <a:xfrm>
            <a:off x="5638800" y="4572000"/>
            <a:ext cx="533400" cy="533400"/>
            <a:chOff x="1104" y="1632"/>
            <a:chExt cx="336" cy="336"/>
          </a:xfrm>
        </p:grpSpPr>
        <p:sp>
          <p:nvSpPr>
            <p:cNvPr id="26197" name="AutoShape 117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8" name="AutoShape 117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9" name="AutoShape 117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200" name="AutoShape 117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84" name="Group 1177"/>
          <p:cNvGrpSpPr>
            <a:grpSpLocks/>
          </p:cNvGrpSpPr>
          <p:nvPr/>
        </p:nvGrpSpPr>
        <p:grpSpPr bwMode="auto">
          <a:xfrm>
            <a:off x="5486400" y="4800600"/>
            <a:ext cx="533400" cy="533400"/>
            <a:chOff x="1104" y="1632"/>
            <a:chExt cx="336" cy="336"/>
          </a:xfrm>
        </p:grpSpPr>
        <p:sp>
          <p:nvSpPr>
            <p:cNvPr id="26193" name="AutoShape 1178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4" name="AutoShape 1179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5" name="AutoShape 1180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6" name="AutoShape 1181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6185" name="Group 1182"/>
          <p:cNvGrpSpPr>
            <a:grpSpLocks/>
          </p:cNvGrpSpPr>
          <p:nvPr/>
        </p:nvGrpSpPr>
        <p:grpSpPr bwMode="auto">
          <a:xfrm flipH="1">
            <a:off x="4800600" y="3276600"/>
            <a:ext cx="533400" cy="533400"/>
            <a:chOff x="1104" y="1632"/>
            <a:chExt cx="336" cy="336"/>
          </a:xfrm>
        </p:grpSpPr>
        <p:sp>
          <p:nvSpPr>
            <p:cNvPr id="26189" name="AutoShape 1183"/>
            <p:cNvSpPr>
              <a:spLocks noChangeArrowheads="1"/>
            </p:cNvSpPr>
            <p:nvPr/>
          </p:nvSpPr>
          <p:spPr bwMode="auto">
            <a:xfrm>
              <a:off x="1104" y="1632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0" name="AutoShape 1184"/>
            <p:cNvSpPr>
              <a:spLocks noChangeArrowheads="1"/>
            </p:cNvSpPr>
            <p:nvPr/>
          </p:nvSpPr>
          <p:spPr bwMode="auto">
            <a:xfrm>
              <a:off x="1200" y="1728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1" name="AutoShape 1185"/>
            <p:cNvSpPr>
              <a:spLocks noChangeArrowheads="1"/>
            </p:cNvSpPr>
            <p:nvPr/>
          </p:nvSpPr>
          <p:spPr bwMode="auto">
            <a:xfrm>
              <a:off x="1296" y="1824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6192" name="AutoShape 1186"/>
            <p:cNvSpPr>
              <a:spLocks noChangeArrowheads="1"/>
            </p:cNvSpPr>
            <p:nvPr/>
          </p:nvSpPr>
          <p:spPr bwMode="auto">
            <a:xfrm>
              <a:off x="1392" y="1920"/>
              <a:ext cx="48" cy="4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6186" name="Freeform 1187"/>
          <p:cNvSpPr>
            <a:spLocks/>
          </p:cNvSpPr>
          <p:nvPr/>
        </p:nvSpPr>
        <p:spPr bwMode="auto">
          <a:xfrm>
            <a:off x="3810001" y="1981201"/>
            <a:ext cx="2557463" cy="3605213"/>
          </a:xfrm>
          <a:custGeom>
            <a:avLst/>
            <a:gdLst>
              <a:gd name="T0" fmla="*/ 2147483647 w 1611"/>
              <a:gd name="T1" fmla="*/ 0 h 2271"/>
              <a:gd name="T2" fmla="*/ 2147483647 w 1611"/>
              <a:gd name="T3" fmla="*/ 2147483647 h 2271"/>
              <a:gd name="T4" fmla="*/ 2147483647 w 1611"/>
              <a:gd name="T5" fmla="*/ 2147483647 h 2271"/>
              <a:gd name="T6" fmla="*/ 2147483647 w 1611"/>
              <a:gd name="T7" fmla="*/ 2147483647 h 2271"/>
              <a:gd name="T8" fmla="*/ 2147483647 w 1611"/>
              <a:gd name="T9" fmla="*/ 2147483647 h 2271"/>
              <a:gd name="T10" fmla="*/ 2147483647 w 1611"/>
              <a:gd name="T11" fmla="*/ 2147483647 h 2271"/>
              <a:gd name="T12" fmla="*/ 2147483647 w 1611"/>
              <a:gd name="T13" fmla="*/ 2147483647 h 2271"/>
              <a:gd name="T14" fmla="*/ 2147483647 w 1611"/>
              <a:gd name="T15" fmla="*/ 2147483647 h 2271"/>
              <a:gd name="T16" fmla="*/ 2147483647 w 1611"/>
              <a:gd name="T17" fmla="*/ 2147483647 h 2271"/>
              <a:gd name="T18" fmla="*/ 2147483647 w 1611"/>
              <a:gd name="T19" fmla="*/ 2147483647 h 2271"/>
              <a:gd name="T20" fmla="*/ 0 w 1611"/>
              <a:gd name="T21" fmla="*/ 2147483647 h 227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611"/>
              <a:gd name="T34" fmla="*/ 0 h 2271"/>
              <a:gd name="T35" fmla="*/ 1611 w 1611"/>
              <a:gd name="T36" fmla="*/ 2271 h 2271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611" h="2271">
                <a:moveTo>
                  <a:pt x="1200" y="0"/>
                </a:moveTo>
                <a:cubicBezTo>
                  <a:pt x="1076" y="332"/>
                  <a:pt x="979" y="735"/>
                  <a:pt x="960" y="912"/>
                </a:cubicBezTo>
                <a:cubicBezTo>
                  <a:pt x="941" y="1089"/>
                  <a:pt x="1075" y="999"/>
                  <a:pt x="1089" y="1062"/>
                </a:cubicBezTo>
                <a:cubicBezTo>
                  <a:pt x="1103" y="1125"/>
                  <a:pt x="1020" y="1247"/>
                  <a:pt x="1043" y="1292"/>
                </a:cubicBezTo>
                <a:cubicBezTo>
                  <a:pt x="1066" y="1337"/>
                  <a:pt x="1186" y="1308"/>
                  <a:pt x="1227" y="1332"/>
                </a:cubicBezTo>
                <a:cubicBezTo>
                  <a:pt x="1268" y="1356"/>
                  <a:pt x="1253" y="1418"/>
                  <a:pt x="1290" y="1436"/>
                </a:cubicBezTo>
                <a:cubicBezTo>
                  <a:pt x="1327" y="1454"/>
                  <a:pt x="1417" y="1415"/>
                  <a:pt x="1452" y="1442"/>
                </a:cubicBezTo>
                <a:cubicBezTo>
                  <a:pt x="1487" y="1469"/>
                  <a:pt x="1499" y="1528"/>
                  <a:pt x="1503" y="1597"/>
                </a:cubicBezTo>
                <a:cubicBezTo>
                  <a:pt x="1507" y="1666"/>
                  <a:pt x="1498" y="1753"/>
                  <a:pt x="1475" y="1857"/>
                </a:cubicBezTo>
                <a:cubicBezTo>
                  <a:pt x="1452" y="1961"/>
                  <a:pt x="1611" y="2169"/>
                  <a:pt x="1365" y="2220"/>
                </a:cubicBezTo>
                <a:cubicBezTo>
                  <a:pt x="1119" y="2271"/>
                  <a:pt x="284" y="2174"/>
                  <a:pt x="0" y="2162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6187" name="Text Box 1188"/>
          <p:cNvSpPr txBox="1">
            <a:spLocks noChangeArrowheads="1"/>
          </p:cNvSpPr>
          <p:nvPr/>
        </p:nvSpPr>
        <p:spPr bwMode="auto">
          <a:xfrm>
            <a:off x="8823325" y="6132513"/>
            <a:ext cx="7071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verde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188" name="Text Box 1189"/>
          <p:cNvSpPr txBox="1">
            <a:spLocks noChangeArrowheads="1"/>
          </p:cNvSpPr>
          <p:nvPr/>
        </p:nvSpPr>
        <p:spPr bwMode="auto">
          <a:xfrm>
            <a:off x="3794126" y="6208713"/>
            <a:ext cx="28611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SOBREENTRENAMIENTO!!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BC70B8-A7D5-9948-86AB-681771196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13E0DD-A8C8-B893-905C-8722A4884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7CDCC-7AA0-4587-1416-53C04C57B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C9D536-A72E-8415-453F-44B60AAB1657}"/>
              </a:ext>
            </a:extLst>
          </p:cNvPr>
          <p:cNvSpPr txBox="1"/>
          <p:nvPr/>
        </p:nvSpPr>
        <p:spPr>
          <a:xfrm>
            <a:off x="925898" y="2363235"/>
            <a:ext cx="63133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Formulación Metodológica</a:t>
            </a:r>
            <a:r>
              <a:rPr lang="es-ES_tradnl" sz="1400" noProof="1"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4B40D0-0B08-03BC-C619-F141E27C3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8" b="89992" l="10000" r="90781">
                        <a14:foregroundMark x1="73073" y1="25380" x2="73073" y2="25380"/>
                        <a14:foregroundMark x1="61146" y1="51081" x2="61146" y2="51081"/>
                        <a14:foregroundMark x1="64896" y1="32906" x2="64896" y2="32906"/>
                        <a14:foregroundMark x1="73646" y1="28263" x2="73646" y2="28263"/>
                        <a14:foregroundMark x1="90781" y1="27702" x2="90781" y2="27702"/>
                        <a14:backgroundMark x1="68698" y1="54043" x2="78021" y2="54043"/>
                        <a14:backgroundMark x1="78438" y1="35629" x2="79375" y2="29784"/>
                        <a14:backgroundMark x1="58438" y1="34748" x2="59531" y2="45236"/>
                        <a14:backgroundMark x1="59531" y1="45236" x2="58802" y2="47638"/>
                        <a14:backgroundMark x1="58229" y1="64291" x2="58646" y2="69015"/>
                        <a14:backgroundMark x1="28177" y1="54043" x2="28177" y2="540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8393" y="2363235"/>
            <a:ext cx="6963774" cy="452645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26F1F-9C6A-C7FD-D484-7C678D08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50669-A8B3-F887-DB35-6DC5A43A0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62850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1A04DAC-3B06-F240-9CB3-367D0ADCC047}"/>
              </a:ext>
            </a:extLst>
          </p:cNvPr>
          <p:cNvSpPr/>
          <p:nvPr/>
        </p:nvSpPr>
        <p:spPr bwMode="auto">
          <a:xfrm>
            <a:off x="2312277" y="4992411"/>
            <a:ext cx="7220606" cy="1198182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9BA9DC2-387B-3B49-AB61-1C9C11A58E72}"/>
              </a:ext>
            </a:extLst>
          </p:cNvPr>
          <p:cNvSpPr/>
          <p:nvPr/>
        </p:nvSpPr>
        <p:spPr bwMode="auto">
          <a:xfrm>
            <a:off x="2307021" y="2454165"/>
            <a:ext cx="7220606" cy="2496207"/>
          </a:xfrm>
          <a:prstGeom prst="roundRect">
            <a:avLst>
              <a:gd name="adj" fmla="val 6141"/>
            </a:avLst>
          </a:prstGeom>
          <a:solidFill>
            <a:schemeClr val="tx2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760CD04-3FEC-6240-88AA-854E63A23F48}"/>
              </a:ext>
            </a:extLst>
          </p:cNvPr>
          <p:cNvSpPr/>
          <p:nvPr/>
        </p:nvSpPr>
        <p:spPr bwMode="auto">
          <a:xfrm>
            <a:off x="2301766" y="998483"/>
            <a:ext cx="7220606" cy="1397876"/>
          </a:xfrm>
          <a:prstGeom prst="roundRect">
            <a:avLst>
              <a:gd name="adj" fmla="val 9148"/>
            </a:avLst>
          </a:prstGeom>
          <a:solidFill>
            <a:schemeClr val="tx2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25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latin typeface="Gill Sans MT" panose="020B0502020104020203" pitchFamily="34" charset="77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44B89-D21C-6E36-14CB-843AB4D3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677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0"/>
            <a:ext cx="487364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Durante la explicación seguiremos este ejemplo ...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352800" y="5715001"/>
            <a:ext cx="44550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¿cómo separar las mandarinas de las naranjas?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6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66E4CB-DD73-CC4E-BAFD-E210A9F32E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30" b="3333"/>
          <a:stretch/>
        </p:blipFill>
        <p:spPr>
          <a:xfrm rot="16200000">
            <a:off x="6465482" y="1652546"/>
            <a:ext cx="3645646" cy="4155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66B765-4006-8B44-B527-4B0D48FE36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66655" y="1666775"/>
            <a:ext cx="3633608" cy="41147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FE071A-5C41-614B-8154-B64A8F1C272C}"/>
              </a:ext>
            </a:extLst>
          </p:cNvPr>
          <p:cNvSpPr txBox="1"/>
          <p:nvPr/>
        </p:nvSpPr>
        <p:spPr>
          <a:xfrm>
            <a:off x="1810276" y="121513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606DBC-EEE0-674B-ABDD-C948DB29753E}"/>
              </a:ext>
            </a:extLst>
          </p:cNvPr>
          <p:cNvSpPr txBox="1"/>
          <p:nvPr/>
        </p:nvSpPr>
        <p:spPr>
          <a:xfrm>
            <a:off x="6282045" y="1215138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9919C-62E7-F242-9D2E-AF3427677ABA}"/>
              </a:ext>
            </a:extLst>
          </p:cNvPr>
          <p:cNvSpPr/>
          <p:nvPr/>
        </p:nvSpPr>
        <p:spPr bwMode="auto">
          <a:xfrm>
            <a:off x="1676400" y="1733348"/>
            <a:ext cx="8839200" cy="24785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C05023-3F6A-CC45-9818-58950CE4C41A}"/>
              </a:ext>
            </a:extLst>
          </p:cNvPr>
          <p:cNvSpPr/>
          <p:nvPr/>
        </p:nvSpPr>
        <p:spPr bwMode="auto">
          <a:xfrm>
            <a:off x="1553017" y="5486401"/>
            <a:ext cx="8839200" cy="24785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DCC5F8-EB0F-0644-B163-203AB3CE0368}"/>
              </a:ext>
            </a:extLst>
          </p:cNvPr>
          <p:cNvSpPr/>
          <p:nvPr/>
        </p:nvSpPr>
        <p:spPr bwMode="auto">
          <a:xfrm>
            <a:off x="5940860" y="1905837"/>
            <a:ext cx="341185" cy="364564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6FCB9C-B7D3-5A44-8118-B0775BB8B852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267A9C-5AA2-20C6-B90B-DDBF93A90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117404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27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solidFill>
                <a:schemeClr val="bg1">
                  <a:lumMod val="85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210D9-1145-D2CF-CAE8-1034EA741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677114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1. Obtención de la Información Original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28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552BD8-A2E6-F64B-9CD9-EBB7A29B7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391" y="1906355"/>
            <a:ext cx="1816100" cy="17907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6CD735-5074-3C45-812B-B679102417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400" y="2514600"/>
            <a:ext cx="1803400" cy="17653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6BF250-B2B6-824A-85E3-12F2E2B632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600" y="2819400"/>
            <a:ext cx="1803400" cy="176530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C93F92-29B6-5340-BE5A-3C02ECE440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860" y="3101742"/>
            <a:ext cx="1803400" cy="1765300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48164F-BF4E-C14E-B0FC-6C2DC520053B}"/>
              </a:ext>
            </a:extLst>
          </p:cNvPr>
          <p:cNvSpPr txBox="1"/>
          <p:nvPr/>
        </p:nvSpPr>
        <p:spPr>
          <a:xfrm>
            <a:off x="3352800" y="460371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410DF7-68CA-ED46-9194-F9E12DBD5AF0}"/>
              </a:ext>
            </a:extLst>
          </p:cNvPr>
          <p:cNvSpPr txBox="1"/>
          <p:nvPr/>
        </p:nvSpPr>
        <p:spPr>
          <a:xfrm>
            <a:off x="3559914" y="43223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BFFFCF-F9D2-EB42-A181-F3218DC15A51}"/>
              </a:ext>
            </a:extLst>
          </p:cNvPr>
          <p:cNvSpPr txBox="1"/>
          <p:nvPr/>
        </p:nvSpPr>
        <p:spPr>
          <a:xfrm>
            <a:off x="3796860" y="403388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2A425F-7A2C-9346-916E-AC5A37754945}"/>
              </a:ext>
            </a:extLst>
          </p:cNvPr>
          <p:cNvSpPr txBox="1"/>
          <p:nvPr/>
        </p:nvSpPr>
        <p:spPr>
          <a:xfrm>
            <a:off x="4486090" y="3430454"/>
            <a:ext cx="324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3E0AB7C-AF0B-AD40-9BA6-E44CF3E7D5A8}"/>
              </a:ext>
            </a:extLst>
          </p:cNvPr>
          <p:cNvCxnSpPr>
            <a:cxnSpLocks/>
            <a:endCxn id="13" idx="2"/>
          </p:cNvCxnSpPr>
          <p:nvPr/>
        </p:nvCxnSpPr>
        <p:spPr bwMode="auto">
          <a:xfrm flipV="1">
            <a:off x="4214651" y="3738231"/>
            <a:ext cx="433503" cy="413357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CAADC1FC-D3BE-4B4A-9C93-1B3D95C28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441" y="2744828"/>
            <a:ext cx="508000" cy="3937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96B020E-BB1E-AE40-BC68-F6F204AAA67F}"/>
              </a:ext>
            </a:extLst>
          </p:cNvPr>
          <p:cNvSpPr/>
          <p:nvPr/>
        </p:nvSpPr>
        <p:spPr>
          <a:xfrm>
            <a:off x="6761656" y="2718552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para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4C8C26F-6F65-D84A-8C9D-58E71EEB3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200" y="2718552"/>
            <a:ext cx="2082800" cy="3302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73545BB-50F4-034C-BA82-15A8EDBD8B3F}"/>
              </a:ext>
            </a:extLst>
          </p:cNvPr>
          <p:cNvSpPr/>
          <p:nvPr/>
        </p:nvSpPr>
        <p:spPr>
          <a:xfrm>
            <a:off x="5946583" y="3846069"/>
            <a:ext cx="2722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Matriz (imagen) del objeto 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3D6407-BE0D-A543-AD28-ED7405AB61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6256" y="3862736"/>
            <a:ext cx="109008" cy="257655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2C928F-9A37-7C47-9DC1-408AF982282D}"/>
              </a:ext>
            </a:extLst>
          </p:cNvPr>
          <p:cNvCxnSpPr>
            <a:stCxn id="18" idx="2"/>
          </p:cNvCxnSpPr>
          <p:nvPr/>
        </p:nvCxnSpPr>
        <p:spPr bwMode="auto">
          <a:xfrm>
            <a:off x="6219441" y="3138529"/>
            <a:ext cx="0" cy="6458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EEAE0E0-D962-A84B-B32B-0D9A2CC6AB25}"/>
              </a:ext>
            </a:extLst>
          </p:cNvPr>
          <p:cNvSpPr/>
          <p:nvPr/>
        </p:nvSpPr>
        <p:spPr>
          <a:xfrm>
            <a:off x="4180012" y="4249561"/>
            <a:ext cx="1124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 objetos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E31EC-A442-9F4F-A2BA-1C0E1DBD95AB}"/>
              </a:ext>
            </a:extLst>
          </p:cNvPr>
          <p:cNvSpPr/>
          <p:nvPr/>
        </p:nvSpPr>
        <p:spPr>
          <a:xfrm>
            <a:off x="1640302" y="5403288"/>
            <a:ext cx="3125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Ejemplo: Mandarinas y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8671CE3-ED8F-9148-A788-EA7BF9EED5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0" y="3151666"/>
            <a:ext cx="254000" cy="1778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5513867-472A-7F41-A361-D796CE80BE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6600" y="2836448"/>
            <a:ext cx="254000" cy="177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5BC66D6-9FCD-3341-B07B-A88DC55951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1400" y="2542761"/>
            <a:ext cx="254000" cy="1778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3F498B5-FF6F-0045-935B-BB52443C45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1800" y="1905000"/>
            <a:ext cx="317500" cy="1778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5BAFE22-F522-854D-89F8-8C6AA69BFB23}"/>
              </a:ext>
            </a:extLst>
          </p:cNvPr>
          <p:cNvSpPr/>
          <p:nvPr/>
        </p:nvSpPr>
        <p:spPr>
          <a:xfrm>
            <a:off x="2084165" y="882152"/>
            <a:ext cx="4706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Los datos (imágenes, señales, etc.) se capturan…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9DA74-BF0B-2D98-C997-B5DE96499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953497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370947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2. Pre-procesamiento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29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1821BA-DE63-1048-ADBA-D5946AD31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773" y="5228471"/>
            <a:ext cx="2286000" cy="46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031B1F-6309-A649-B539-0719190D1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869" y="2038350"/>
            <a:ext cx="508000" cy="393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7F1DFDD-04B7-274E-8AF5-BB7143A05353}"/>
              </a:ext>
            </a:extLst>
          </p:cNvPr>
          <p:cNvSpPr/>
          <p:nvPr/>
        </p:nvSpPr>
        <p:spPr bwMode="auto">
          <a:xfrm>
            <a:off x="4800600" y="3329150"/>
            <a:ext cx="1219200" cy="533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51C391-583B-E047-87F8-B522AD6568B9}"/>
              </a:ext>
            </a:extLst>
          </p:cNvPr>
          <p:cNvCxnSpPr>
            <a:cxnSpLocks/>
            <a:endCxn id="10" idx="1"/>
          </p:cNvCxnSpPr>
          <p:nvPr/>
        </p:nvCxnSpPr>
        <p:spPr bwMode="auto">
          <a:xfrm>
            <a:off x="4175570" y="3594496"/>
            <a:ext cx="625031" cy="13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CAFE69-67C3-B547-AE80-AA7B2F19B9E7}"/>
              </a:ext>
            </a:extLst>
          </p:cNvPr>
          <p:cNvCxnSpPr>
            <a:cxnSpLocks/>
            <a:stCxn id="10" idx="3"/>
          </p:cNvCxnSpPr>
          <p:nvPr/>
        </p:nvCxnSpPr>
        <p:spPr bwMode="auto">
          <a:xfrm>
            <a:off x="6019801" y="3595850"/>
            <a:ext cx="81351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6BA5D955-9134-AF43-8FE3-D696D5088E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316" y="2695413"/>
            <a:ext cx="1827209" cy="18369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4EE87E7-97A5-B94B-A29F-5539C974F9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9573" y="2191626"/>
            <a:ext cx="508000" cy="3937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D1C1CD-7117-6545-B60E-088AEF94C8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3709" y="3381980"/>
            <a:ext cx="201176" cy="360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5991086-CF6F-DB4B-9C71-011DD0AFCCD0}"/>
              </a:ext>
            </a:extLst>
          </p:cNvPr>
          <p:cNvSpPr/>
          <p:nvPr/>
        </p:nvSpPr>
        <p:spPr>
          <a:xfrm>
            <a:off x="2160629" y="1197462"/>
            <a:ext cx="4225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Los datos se limpian, filtran, segmentan, etc.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EBABCA-964A-7A48-8843-DEF2C20487F0}"/>
              </a:ext>
            </a:extLst>
          </p:cNvPr>
          <p:cNvSpPr/>
          <p:nvPr/>
        </p:nvSpPr>
        <p:spPr>
          <a:xfrm>
            <a:off x="5332251" y="5241035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para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B3BD9A4-0EEF-9441-97D4-BC203CCE55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6795" y="5241035"/>
            <a:ext cx="2082800" cy="330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329C3E4-097E-C242-AAC0-1B54AFE529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854" y="2726162"/>
            <a:ext cx="1738754" cy="1714436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15E36-A45A-25F4-4A43-5B2B02EF5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54611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30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solidFill>
                <a:schemeClr val="bg1">
                  <a:lumMod val="85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89FA6C-5271-5361-15A9-6391931FC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08135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541423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3. Extracción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31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F1DFDD-04B7-274E-8AF5-BB7143A05353}"/>
              </a:ext>
            </a:extLst>
          </p:cNvPr>
          <p:cNvSpPr/>
          <p:nvPr/>
        </p:nvSpPr>
        <p:spPr bwMode="auto">
          <a:xfrm>
            <a:off x="4800600" y="3329150"/>
            <a:ext cx="1219200" cy="533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51C391-583B-E047-87F8-B522AD6568B9}"/>
              </a:ext>
            </a:extLst>
          </p:cNvPr>
          <p:cNvCxnSpPr>
            <a:cxnSpLocks/>
            <a:endCxn id="10" idx="1"/>
          </p:cNvCxnSpPr>
          <p:nvPr/>
        </p:nvCxnSpPr>
        <p:spPr bwMode="auto">
          <a:xfrm>
            <a:off x="4175570" y="3594496"/>
            <a:ext cx="625031" cy="13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CAFE69-67C3-B547-AE80-AA7B2F19B9E7}"/>
              </a:ext>
            </a:extLst>
          </p:cNvPr>
          <p:cNvCxnSpPr>
            <a:cxnSpLocks/>
            <a:stCxn id="10" idx="3"/>
          </p:cNvCxnSpPr>
          <p:nvPr/>
        </p:nvCxnSpPr>
        <p:spPr bwMode="auto">
          <a:xfrm>
            <a:off x="6019801" y="3595850"/>
            <a:ext cx="81351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6BA5D955-9134-AF43-8FE3-D696D5088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433" y="2695413"/>
            <a:ext cx="1827209" cy="18369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4EE87E7-97A5-B94B-A29F-5539C974F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6266" y="2191626"/>
            <a:ext cx="508000" cy="3937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5991086-CF6F-DB4B-9C71-011DD0AFCCD0}"/>
              </a:ext>
            </a:extLst>
          </p:cNvPr>
          <p:cNvSpPr/>
          <p:nvPr/>
        </p:nvSpPr>
        <p:spPr>
          <a:xfrm>
            <a:off x="2099534" y="1197462"/>
            <a:ext cx="4618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Para cara objeto se extraen M características…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A5C22B-C99C-B44C-9BA5-2260835284FA}"/>
              </a:ext>
            </a:extLst>
          </p:cNvPr>
          <p:cNvSpPr/>
          <p:nvPr/>
        </p:nvSpPr>
        <p:spPr>
          <a:xfrm>
            <a:off x="6774216" y="3945918"/>
            <a:ext cx="2898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Característica ‘j’ de Objeto ‘i’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C161C-09EA-1048-BED8-11001EEA59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887" y="3467756"/>
            <a:ext cx="533400" cy="3429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9E20FA4-E5B2-AB41-863A-E7FAB614009B}"/>
              </a:ext>
            </a:extLst>
          </p:cNvPr>
          <p:cNvSpPr/>
          <p:nvPr/>
        </p:nvSpPr>
        <p:spPr>
          <a:xfrm>
            <a:off x="5342761" y="5062364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para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FE6E98-FE38-8543-9907-6C764C078A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606" y="5044091"/>
            <a:ext cx="2222500" cy="406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3A6A43-6218-8442-9207-DD43A564B8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3427" y="3351705"/>
            <a:ext cx="393700" cy="469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B7DD28-2459-6B44-8C0C-DF20907EDB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9712" y="5048031"/>
            <a:ext cx="2501900" cy="4826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7430FD-3BED-4F9D-92E4-89EB4D251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4104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541423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3. Extracción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32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991086-CF6F-DB4B-9C71-011DD0AFCCD0}"/>
              </a:ext>
            </a:extLst>
          </p:cNvPr>
          <p:cNvSpPr/>
          <p:nvPr/>
        </p:nvSpPr>
        <p:spPr>
          <a:xfrm>
            <a:off x="2397710" y="955732"/>
            <a:ext cx="5767284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s-ES_tradnl" dirty="0">
                <a:latin typeface="Gill Sans MT" panose="020B0502020104020203" pitchFamily="34" charset="77"/>
              </a:rPr>
              <a:t>Ejemplo: Para las Mandarinas (50) y Naranjas (75) se extrae:</a:t>
            </a:r>
          </a:p>
          <a:p>
            <a:pPr algn="l"/>
            <a:r>
              <a:rPr lang="es-ES_tradnl" dirty="0">
                <a:latin typeface="Gill Sans MT" panose="020B0502020104020203" pitchFamily="34" charset="77"/>
              </a:rPr>
              <a:t> </a:t>
            </a:r>
          </a:p>
          <a:p>
            <a:pPr marL="342900" indent="-342900">
              <a:buAutoNum type="arabicParenR"/>
            </a:pPr>
            <a:r>
              <a:rPr lang="es-ES_tradnl" dirty="0">
                <a:latin typeface="Gill Sans MT" panose="020B0502020104020203" pitchFamily="34" charset="77"/>
              </a:rPr>
              <a:t>Área (A)</a:t>
            </a:r>
          </a:p>
          <a:p>
            <a:pPr marL="342900" indent="-342900">
              <a:buAutoNum type="arabicParenR"/>
            </a:pPr>
            <a:r>
              <a:rPr lang="es-ES_tradnl" dirty="0">
                <a:latin typeface="Gill Sans MT" panose="020B0502020104020203" pitchFamily="34" charset="77"/>
              </a:rPr>
              <a:t>Rojo (R)</a:t>
            </a:r>
          </a:p>
          <a:p>
            <a:pPr marL="342900" indent="-342900">
              <a:buAutoNum type="arabicParenR"/>
            </a:pPr>
            <a:r>
              <a:rPr lang="es-ES_tradnl" dirty="0">
                <a:latin typeface="Gill Sans MT" panose="020B0502020104020203" pitchFamily="34" charset="77"/>
              </a:rPr>
              <a:t>Verde (G)</a:t>
            </a:r>
          </a:p>
          <a:p>
            <a:pPr marL="342900" indent="-342900">
              <a:buAutoNum type="arabicParenR"/>
            </a:pPr>
            <a:r>
              <a:rPr lang="es-ES_tradnl" dirty="0">
                <a:latin typeface="Gill Sans MT" panose="020B0502020104020203" pitchFamily="34" charset="77"/>
              </a:rPr>
              <a:t>Azul (B) </a:t>
            </a:r>
          </a:p>
          <a:p>
            <a:pPr marL="342900" indent="-342900">
              <a:buAutoNum type="arabicParenR"/>
            </a:pPr>
            <a:endParaRPr lang="es-ES_tradnl" dirty="0">
              <a:latin typeface="Gill Sans MT" panose="020B0502020104020203" pitchFamily="34" charset="77"/>
            </a:endParaRPr>
          </a:p>
          <a:p>
            <a:pPr algn="l"/>
            <a:r>
              <a:rPr lang="es-ES_tradnl" dirty="0">
                <a:latin typeface="Gill Sans MT" panose="020B0502020104020203" pitchFamily="34" charset="77"/>
              </a:rPr>
              <a:t>En este caso, N = 50 + 75 = 125:</a:t>
            </a:r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44C06DAE-4C4F-A346-A2EC-3E136FB245DF}"/>
              </a:ext>
            </a:extLst>
          </p:cNvPr>
          <p:cNvGraphicFramePr>
            <a:graphicFrameLocks noGrp="1"/>
          </p:cNvGraphicFramePr>
          <p:nvPr/>
        </p:nvGraphicFramePr>
        <p:xfrm>
          <a:off x="3426370" y="3793362"/>
          <a:ext cx="6096000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7564206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77334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305256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32070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9087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Muestra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13234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51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97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11957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7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5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1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17288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6101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89B6D7A9-1621-3745-8673-4F4F83827277}"/>
              </a:ext>
            </a:extLst>
          </p:cNvPr>
          <p:cNvGrpSpPr/>
          <p:nvPr/>
        </p:nvGrpSpPr>
        <p:grpSpPr>
          <a:xfrm>
            <a:off x="1771837" y="4141080"/>
            <a:ext cx="1354988" cy="2254469"/>
            <a:chOff x="247837" y="4141079"/>
            <a:chExt cx="1354988" cy="2254469"/>
          </a:xfrm>
        </p:grpSpPr>
        <p:sp>
          <p:nvSpPr>
            <p:cNvPr id="20" name="Left Brace 19">
              <a:extLst>
                <a:ext uri="{FF2B5EF4-FFF2-40B4-BE49-F238E27FC236}">
                  <a16:creationId xmlns:a16="http://schemas.microsoft.com/office/drawing/2014/main" id="{66DEA4A8-1EA4-C249-8D6F-D6706EABB57A}"/>
                </a:ext>
              </a:extLst>
            </p:cNvPr>
            <p:cNvSpPr/>
            <p:nvPr/>
          </p:nvSpPr>
          <p:spPr bwMode="auto">
            <a:xfrm>
              <a:off x="1534508" y="4141079"/>
              <a:ext cx="63062" cy="1114097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</a:endParaRPr>
            </a:p>
          </p:txBody>
        </p:sp>
        <p:sp>
          <p:nvSpPr>
            <p:cNvPr id="24" name="Left Brace 23">
              <a:extLst>
                <a:ext uri="{FF2B5EF4-FFF2-40B4-BE49-F238E27FC236}">
                  <a16:creationId xmlns:a16="http://schemas.microsoft.com/office/drawing/2014/main" id="{1D6031AC-2829-984C-9763-52339342576C}"/>
                </a:ext>
              </a:extLst>
            </p:cNvPr>
            <p:cNvSpPr/>
            <p:nvPr/>
          </p:nvSpPr>
          <p:spPr bwMode="auto">
            <a:xfrm>
              <a:off x="1539763" y="5281451"/>
              <a:ext cx="63062" cy="1114097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7FF2D3B-17E7-944A-A1B8-5733FA10184C}"/>
                </a:ext>
              </a:extLst>
            </p:cNvPr>
            <p:cNvSpPr/>
            <p:nvPr/>
          </p:nvSpPr>
          <p:spPr>
            <a:xfrm>
              <a:off x="410457" y="5693244"/>
              <a:ext cx="100380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Naranjas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C223760-ECAF-E44C-9A92-1E57F127F18A}"/>
                </a:ext>
              </a:extLst>
            </p:cNvPr>
            <p:cNvSpPr/>
            <p:nvPr/>
          </p:nvSpPr>
          <p:spPr>
            <a:xfrm>
              <a:off x="247837" y="4500320"/>
              <a:ext cx="12362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Mandarinas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8C9373B-B7D2-8C43-AC36-BE2DC6470BB5}"/>
              </a:ext>
            </a:extLst>
          </p:cNvPr>
          <p:cNvGrpSpPr/>
          <p:nvPr/>
        </p:nvGrpSpPr>
        <p:grpSpPr>
          <a:xfrm>
            <a:off x="7587618" y="2361465"/>
            <a:ext cx="2125903" cy="938785"/>
            <a:chOff x="6063617" y="2361464"/>
            <a:chExt cx="2125903" cy="93878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BD8A8F7-22F2-C34E-A3B9-C74147E43196}"/>
                </a:ext>
              </a:extLst>
            </p:cNvPr>
            <p:cNvSpPr/>
            <p:nvPr/>
          </p:nvSpPr>
          <p:spPr>
            <a:xfrm>
              <a:off x="6063617" y="2361464"/>
              <a:ext cx="212590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Matriz </a:t>
              </a:r>
              <a:r>
                <a:rPr lang="es-ES_tradnl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s-ES_tradnl" dirty="0">
                  <a:latin typeface="Gill Sans MT" panose="020B0502020104020203" pitchFamily="34" charset="77"/>
                </a:rPr>
                <a:t> de 125 x 4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AEBF793-B4E1-0746-845D-4ED4413378C3}"/>
                </a:ext>
              </a:extLst>
            </p:cNvPr>
            <p:cNvCxnSpPr/>
            <p:nvPr/>
          </p:nvCxnSpPr>
          <p:spPr bwMode="auto">
            <a:xfrm flipH="1">
              <a:off x="6884276" y="2879835"/>
              <a:ext cx="168165" cy="42041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6B7F1BD-EF5C-AA43-90D9-A809715EC87F}"/>
              </a:ext>
            </a:extLst>
          </p:cNvPr>
          <p:cNvGrpSpPr/>
          <p:nvPr/>
        </p:nvGrpSpPr>
        <p:grpSpPr>
          <a:xfrm>
            <a:off x="5125764" y="3419805"/>
            <a:ext cx="5262836" cy="1933465"/>
            <a:chOff x="3601764" y="3419804"/>
            <a:chExt cx="5262836" cy="1933465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7D4DE440-A426-5543-A0A5-94FC63EB8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04200" y="5099269"/>
              <a:ext cx="660400" cy="2540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50DFFA15-193E-8440-99AB-ECC73CE72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764" y="3430314"/>
              <a:ext cx="342900" cy="22860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3B9E15F-1A96-B04C-98CB-97806E0BF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41042" y="3419804"/>
              <a:ext cx="355600" cy="2286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9AAA8C4-AB40-B849-B0DF-C0D3AE3C3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70752" y="3430314"/>
              <a:ext cx="355600" cy="22860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25F956CD-D735-2D4A-909B-957762A2B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58421" y="3424368"/>
              <a:ext cx="355600" cy="2286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5285ADE-D7A5-3F40-8C2D-B617B573FFD8}"/>
              </a:ext>
            </a:extLst>
          </p:cNvPr>
          <p:cNvGrpSpPr/>
          <p:nvPr/>
        </p:nvGrpSpPr>
        <p:grpSpPr>
          <a:xfrm>
            <a:off x="6106510" y="2896257"/>
            <a:ext cx="1267372" cy="1633702"/>
            <a:chOff x="4582510" y="2896257"/>
            <a:chExt cx="1267372" cy="1633702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7DEFF01A-DB31-7646-AACA-09C10578E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91082" y="2896257"/>
              <a:ext cx="558800" cy="266700"/>
            </a:xfrm>
            <a:prstGeom prst="rect">
              <a:avLst/>
            </a:prstGeom>
          </p:spPr>
        </p:pic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60793CB-7C49-D940-8107-3ED49C0AF7C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192110" y="3258207"/>
              <a:ext cx="399393" cy="98797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3DC50B5-0161-1245-A5D1-BF2006318174}"/>
                </a:ext>
              </a:extLst>
            </p:cNvPr>
            <p:cNvSpPr/>
            <p:nvPr/>
          </p:nvSpPr>
          <p:spPr bwMode="auto">
            <a:xfrm>
              <a:off x="4582510" y="4141076"/>
              <a:ext cx="714704" cy="38888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6EF7F19-E160-D695-F936-504F8C52E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24856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33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solidFill>
                <a:schemeClr val="bg1">
                  <a:lumMod val="85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8F5150-29EA-1562-E9A7-B63D9A2E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959453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607627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4. Normalización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34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44C06DAE-4C4F-A346-A2EC-3E136FB245DF}"/>
              </a:ext>
            </a:extLst>
          </p:cNvPr>
          <p:cNvGraphicFramePr>
            <a:graphicFrameLocks noGrp="1"/>
          </p:cNvGraphicFramePr>
          <p:nvPr/>
        </p:nvGraphicFramePr>
        <p:xfrm>
          <a:off x="3510453" y="1071183"/>
          <a:ext cx="6096000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7564206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77334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305256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32070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9087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Muestra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13234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51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97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11957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7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5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1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17288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61018"/>
                  </a:ext>
                </a:extLst>
              </a:tr>
            </a:tbl>
          </a:graphicData>
        </a:graphic>
      </p:graphicFrame>
      <p:sp>
        <p:nvSpPr>
          <p:cNvPr id="20" name="Left Brace 19">
            <a:extLst>
              <a:ext uri="{FF2B5EF4-FFF2-40B4-BE49-F238E27FC236}">
                <a16:creationId xmlns:a16="http://schemas.microsoft.com/office/drawing/2014/main" id="{66DEA4A8-1EA4-C249-8D6F-D6706EABB57A}"/>
              </a:ext>
            </a:extLst>
          </p:cNvPr>
          <p:cNvSpPr/>
          <p:nvPr/>
        </p:nvSpPr>
        <p:spPr bwMode="auto">
          <a:xfrm>
            <a:off x="3142591" y="1418901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D6031AC-2829-984C-9763-52339342576C}"/>
              </a:ext>
            </a:extLst>
          </p:cNvPr>
          <p:cNvSpPr/>
          <p:nvPr/>
        </p:nvSpPr>
        <p:spPr bwMode="auto">
          <a:xfrm>
            <a:off x="3147846" y="2559273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FF2D3B-17E7-944A-A1B8-5733FA10184C}"/>
              </a:ext>
            </a:extLst>
          </p:cNvPr>
          <p:cNvSpPr/>
          <p:nvPr/>
        </p:nvSpPr>
        <p:spPr>
          <a:xfrm>
            <a:off x="2018540" y="2971065"/>
            <a:ext cx="100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223760-ECAF-E44C-9A92-1E57F127F18A}"/>
              </a:ext>
            </a:extLst>
          </p:cNvPr>
          <p:cNvSpPr/>
          <p:nvPr/>
        </p:nvSpPr>
        <p:spPr>
          <a:xfrm>
            <a:off x="1855920" y="1778141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4AFD758-CDB1-084F-B2A0-2D5D6449F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690" y="2345558"/>
            <a:ext cx="660400" cy="254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64BB178-727C-584A-AA80-83FEE482F66D}"/>
              </a:ext>
            </a:extLst>
          </p:cNvPr>
          <p:cNvGrpSpPr/>
          <p:nvPr/>
        </p:nvGrpSpPr>
        <p:grpSpPr>
          <a:xfrm>
            <a:off x="1688295" y="3867807"/>
            <a:ext cx="5380793" cy="2494314"/>
            <a:chOff x="164294" y="3867807"/>
            <a:chExt cx="5380793" cy="2494314"/>
          </a:xfrm>
        </p:grpSpPr>
        <p:sp>
          <p:nvSpPr>
            <p:cNvPr id="4" name="Down Arrow 3">
              <a:extLst>
                <a:ext uri="{FF2B5EF4-FFF2-40B4-BE49-F238E27FC236}">
                  <a16:creationId xmlns:a16="http://schemas.microsoft.com/office/drawing/2014/main" id="{AC36471F-D242-CD4F-9009-1B2976EB67E1}"/>
                </a:ext>
              </a:extLst>
            </p:cNvPr>
            <p:cNvSpPr/>
            <p:nvPr/>
          </p:nvSpPr>
          <p:spPr bwMode="auto">
            <a:xfrm rot="2623948">
              <a:off x="3363310" y="3867807"/>
              <a:ext cx="325820" cy="472965"/>
            </a:xfrm>
            <a:prstGeom prst="down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14B96A-F02F-0249-B124-B07DBAB55710}"/>
                </a:ext>
              </a:extLst>
            </p:cNvPr>
            <p:cNvSpPr/>
            <p:nvPr/>
          </p:nvSpPr>
          <p:spPr>
            <a:xfrm>
              <a:off x="231228" y="4461670"/>
              <a:ext cx="484001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Escalamiento: cada columna se normaliza…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9E8260B-8B43-C445-B403-812946BA5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7784" y="5109342"/>
              <a:ext cx="1828800" cy="381000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54544EC-68B4-9740-B7CE-96F109C3B62E}"/>
                </a:ext>
              </a:extLst>
            </p:cNvPr>
            <p:cNvCxnSpPr/>
            <p:nvPr/>
          </p:nvCxnSpPr>
          <p:spPr bwMode="auto">
            <a:xfrm>
              <a:off x="3384335" y="5496910"/>
              <a:ext cx="399393" cy="4309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058959B-5442-3E4A-A082-5F447F0B73D5}"/>
                </a:ext>
              </a:extLst>
            </p:cNvPr>
            <p:cNvSpPr/>
            <p:nvPr/>
          </p:nvSpPr>
          <p:spPr>
            <a:xfrm>
              <a:off x="2918039" y="5966513"/>
              <a:ext cx="16049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columna j de U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A836A5A-0A2C-8C4F-824E-9ED394AC5BB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587066" y="5575740"/>
              <a:ext cx="310058" cy="41515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36BE7E1-3BCF-3E48-9EFC-4A34F1A0EDCE}"/>
                </a:ext>
              </a:extLst>
            </p:cNvPr>
            <p:cNvSpPr/>
            <p:nvPr/>
          </p:nvSpPr>
          <p:spPr>
            <a:xfrm>
              <a:off x="164294" y="5992789"/>
              <a:ext cx="215475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columna normalizada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C1079BE-46B5-4B41-AD74-3BE7788C3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67087" y="5122042"/>
              <a:ext cx="1778000" cy="355600"/>
            </a:xfrm>
            <a:prstGeom prst="rect">
              <a:avLst/>
            </a:prstGeom>
          </p:spPr>
        </p:pic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432E2B7B-0043-9144-85CD-337DFD85F81A}"/>
              </a:ext>
            </a:extLst>
          </p:cNvPr>
          <p:cNvSpPr/>
          <p:nvPr/>
        </p:nvSpPr>
        <p:spPr>
          <a:xfrm>
            <a:off x="7756640" y="4204167"/>
            <a:ext cx="260656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s-ES_tradnl" dirty="0">
                <a:latin typeface="Gill Sans MT" panose="020B0502020104020203" pitchFamily="34" charset="77"/>
              </a:rPr>
              <a:t>Normalización:</a:t>
            </a:r>
          </a:p>
          <a:p>
            <a:pPr algn="l"/>
            <a:endParaRPr lang="es-ES_tradnl" dirty="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MinMax</a:t>
            </a:r>
            <a:r>
              <a:rPr lang="es-ES_tradnl" dirty="0">
                <a:solidFill>
                  <a:srgbClr val="FF9300"/>
                </a:solidFill>
                <a:latin typeface="Gill Sans MT" panose="020B0502020104020203" pitchFamily="34" charset="77"/>
              </a:rPr>
              <a:t>: </a:t>
            </a:r>
          </a:p>
          <a:p>
            <a:pPr algn="l"/>
            <a:r>
              <a:rPr lang="es-ES_tradnl" dirty="0">
                <a:latin typeface="Gill Sans MT" panose="020B0502020104020203" pitchFamily="34" charset="77"/>
              </a:rPr>
              <a:t>    min = 0, </a:t>
            </a:r>
            <a:r>
              <a:rPr lang="es-ES_tradnl" dirty="0" err="1">
                <a:latin typeface="Gill Sans MT" panose="020B0502020104020203" pitchFamily="34" charset="77"/>
              </a:rPr>
              <a:t>max</a:t>
            </a:r>
            <a:r>
              <a:rPr lang="es-ES_tradnl" dirty="0">
                <a:latin typeface="Gill Sans MT" panose="020B0502020104020203" pitchFamily="34" charset="77"/>
              </a:rPr>
              <a:t> = 1</a:t>
            </a:r>
          </a:p>
          <a:p>
            <a:pPr algn="l"/>
            <a:endParaRPr lang="es-ES_tradnl" dirty="0">
              <a:solidFill>
                <a:srgbClr val="FF9300"/>
              </a:solidFill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solidFill>
                  <a:srgbClr val="FF9300"/>
                </a:solidFill>
                <a:latin typeface="Gill Sans MT" panose="020B0502020104020203" pitchFamily="34" charset="77"/>
              </a:rPr>
              <a:t>Mean0:</a:t>
            </a:r>
          </a:p>
          <a:p>
            <a:pPr algn="l"/>
            <a:r>
              <a:rPr lang="es-ES_tradnl" dirty="0">
                <a:solidFill>
                  <a:srgbClr val="FF9300"/>
                </a:solidFill>
                <a:latin typeface="Gill Sans MT" panose="020B0502020104020203" pitchFamily="34" charset="77"/>
              </a:rPr>
              <a:t>    </a:t>
            </a:r>
            <a:r>
              <a:rPr lang="es-ES_tradnl" dirty="0">
                <a:latin typeface="Gill Sans MT" panose="020B0502020104020203" pitchFamily="34" charset="77"/>
              </a:rPr>
              <a:t>mean = 0, </a:t>
            </a:r>
            <a:r>
              <a:rPr lang="es-ES_tradnl" dirty="0" err="1">
                <a:latin typeface="Gill Sans MT" panose="020B0502020104020203" pitchFamily="34" charset="77"/>
              </a:rPr>
              <a:t>var</a:t>
            </a:r>
            <a:r>
              <a:rPr lang="es-ES_tradnl" dirty="0">
                <a:latin typeface="Gill Sans MT" panose="020B0502020104020203" pitchFamily="34" charset="77"/>
              </a:rPr>
              <a:t> = 1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A5CA6CE-9CAF-344B-9904-D35DBA9B3D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7804" y="813245"/>
            <a:ext cx="3429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C179E40-2EDF-AE4C-BB1F-E311CCA5CA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142" y="802735"/>
            <a:ext cx="355600" cy="2286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A9F0940-333D-5642-9787-5FFA1E5AB9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6792" y="813245"/>
            <a:ext cx="355600" cy="2286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B27F7C0-910C-5E43-878D-B77FB6DA1B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4461" y="771203"/>
            <a:ext cx="355600" cy="228600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09C9DF9-B679-73A8-B326-FEC69DAD1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0248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607627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4. Normalización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35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44C06DAE-4C4F-A346-A2EC-3E136FB245DF}"/>
              </a:ext>
            </a:extLst>
          </p:cNvPr>
          <p:cNvGraphicFramePr>
            <a:graphicFrameLocks noGrp="1"/>
          </p:cNvGraphicFramePr>
          <p:nvPr/>
        </p:nvGraphicFramePr>
        <p:xfrm>
          <a:off x="3510453" y="2038134"/>
          <a:ext cx="6096000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7564206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77334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305256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32070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9087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Muestra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13234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51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97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11957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7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5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1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17288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61018"/>
                  </a:ext>
                </a:extLst>
              </a:tr>
            </a:tbl>
          </a:graphicData>
        </a:graphic>
      </p:graphicFrame>
      <p:sp>
        <p:nvSpPr>
          <p:cNvPr id="20" name="Left Brace 19">
            <a:extLst>
              <a:ext uri="{FF2B5EF4-FFF2-40B4-BE49-F238E27FC236}">
                <a16:creationId xmlns:a16="http://schemas.microsoft.com/office/drawing/2014/main" id="{66DEA4A8-1EA4-C249-8D6F-D6706EABB57A}"/>
              </a:ext>
            </a:extLst>
          </p:cNvPr>
          <p:cNvSpPr/>
          <p:nvPr/>
        </p:nvSpPr>
        <p:spPr bwMode="auto">
          <a:xfrm>
            <a:off x="3142591" y="2385852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D6031AC-2829-984C-9763-52339342576C}"/>
              </a:ext>
            </a:extLst>
          </p:cNvPr>
          <p:cNvSpPr/>
          <p:nvPr/>
        </p:nvSpPr>
        <p:spPr bwMode="auto">
          <a:xfrm>
            <a:off x="3147846" y="3526224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FF2D3B-17E7-944A-A1B8-5733FA10184C}"/>
              </a:ext>
            </a:extLst>
          </p:cNvPr>
          <p:cNvSpPr/>
          <p:nvPr/>
        </p:nvSpPr>
        <p:spPr>
          <a:xfrm>
            <a:off x="2018540" y="3938016"/>
            <a:ext cx="100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223760-ECAF-E44C-9A92-1E57F127F18A}"/>
              </a:ext>
            </a:extLst>
          </p:cNvPr>
          <p:cNvSpPr/>
          <p:nvPr/>
        </p:nvSpPr>
        <p:spPr>
          <a:xfrm>
            <a:off x="1855920" y="2745092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CC779F-20F2-F94D-9D1C-17C3FA2669F3}"/>
              </a:ext>
            </a:extLst>
          </p:cNvPr>
          <p:cNvSpPr/>
          <p:nvPr/>
        </p:nvSpPr>
        <p:spPr bwMode="auto">
          <a:xfrm>
            <a:off x="5972014" y="1580827"/>
            <a:ext cx="3967566" cy="354911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EA260E0-A10A-574B-A3F2-022534F8D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133" y="4880029"/>
            <a:ext cx="342900" cy="2286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5177A65-4ACD-754B-9A41-73340E77BE8A}"/>
              </a:ext>
            </a:extLst>
          </p:cNvPr>
          <p:cNvSpPr/>
          <p:nvPr/>
        </p:nvSpPr>
        <p:spPr>
          <a:xfrm>
            <a:off x="6699037" y="3182337"/>
            <a:ext cx="10967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Columna 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Original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E911C-EEAF-48F6-3A42-8D629157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258996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607627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4. Normalización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36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44C06DAE-4C4F-A346-A2EC-3E136FB245DF}"/>
              </a:ext>
            </a:extLst>
          </p:cNvPr>
          <p:cNvGraphicFramePr>
            <a:graphicFrameLocks noGrp="1"/>
          </p:cNvGraphicFramePr>
          <p:nvPr/>
        </p:nvGraphicFramePr>
        <p:xfrm>
          <a:off x="3510453" y="2038134"/>
          <a:ext cx="6096000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7564206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77334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305256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32070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9087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Muestra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51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97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7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5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1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0.9751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61018"/>
                  </a:ext>
                </a:extLst>
              </a:tr>
            </a:tbl>
          </a:graphicData>
        </a:graphic>
      </p:graphicFrame>
      <p:sp>
        <p:nvSpPr>
          <p:cNvPr id="20" name="Left Brace 19">
            <a:extLst>
              <a:ext uri="{FF2B5EF4-FFF2-40B4-BE49-F238E27FC236}">
                <a16:creationId xmlns:a16="http://schemas.microsoft.com/office/drawing/2014/main" id="{66DEA4A8-1EA4-C249-8D6F-D6706EABB57A}"/>
              </a:ext>
            </a:extLst>
          </p:cNvPr>
          <p:cNvSpPr/>
          <p:nvPr/>
        </p:nvSpPr>
        <p:spPr bwMode="auto">
          <a:xfrm>
            <a:off x="3142591" y="2385852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D6031AC-2829-984C-9763-52339342576C}"/>
              </a:ext>
            </a:extLst>
          </p:cNvPr>
          <p:cNvSpPr/>
          <p:nvPr/>
        </p:nvSpPr>
        <p:spPr bwMode="auto">
          <a:xfrm>
            <a:off x="3147846" y="3526224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FF2D3B-17E7-944A-A1B8-5733FA10184C}"/>
              </a:ext>
            </a:extLst>
          </p:cNvPr>
          <p:cNvSpPr/>
          <p:nvPr/>
        </p:nvSpPr>
        <p:spPr>
          <a:xfrm>
            <a:off x="2018540" y="3938016"/>
            <a:ext cx="100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223760-ECAF-E44C-9A92-1E57F127F18A}"/>
              </a:ext>
            </a:extLst>
          </p:cNvPr>
          <p:cNvSpPr/>
          <p:nvPr/>
        </p:nvSpPr>
        <p:spPr>
          <a:xfrm>
            <a:off x="1855920" y="2745092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A49C4A-5F9A-E940-A7E6-84FED38AAFA3}"/>
              </a:ext>
            </a:extLst>
          </p:cNvPr>
          <p:cNvSpPr/>
          <p:nvPr/>
        </p:nvSpPr>
        <p:spPr bwMode="auto">
          <a:xfrm>
            <a:off x="5972014" y="1580827"/>
            <a:ext cx="3967566" cy="354911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738E7-F332-D842-8EF0-BA56D1BEF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480" y="4833533"/>
            <a:ext cx="330200" cy="228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CAB3974-6F90-3649-8584-685553AA02BF}"/>
              </a:ext>
            </a:extLst>
          </p:cNvPr>
          <p:cNvSpPr/>
          <p:nvPr/>
        </p:nvSpPr>
        <p:spPr>
          <a:xfrm>
            <a:off x="6537134" y="2918870"/>
            <a:ext cx="137409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Columna 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Normalizada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con </a:t>
            </a:r>
            <a:r>
              <a:rPr lang="es-ES_tradnl" dirty="0" err="1">
                <a:latin typeface="Gill Sans MT" panose="020B0502020104020203" pitchFamily="34" charset="77"/>
              </a:rPr>
              <a:t>MinMax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35B62-ACD4-6982-89B0-C90012082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01744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607627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4. Normalización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37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44C06DAE-4C4F-A346-A2EC-3E136FB245DF}"/>
              </a:ext>
            </a:extLst>
          </p:cNvPr>
          <p:cNvGraphicFramePr>
            <a:graphicFrameLocks noGrp="1"/>
          </p:cNvGraphicFramePr>
          <p:nvPr/>
        </p:nvGraphicFramePr>
        <p:xfrm>
          <a:off x="3510453" y="2038134"/>
          <a:ext cx="6096000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7564206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77334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305256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32070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9087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Muestra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51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97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7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5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1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0.9751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61018"/>
                  </a:ext>
                </a:extLst>
              </a:tr>
            </a:tbl>
          </a:graphicData>
        </a:graphic>
      </p:graphicFrame>
      <p:sp>
        <p:nvSpPr>
          <p:cNvPr id="20" name="Left Brace 19">
            <a:extLst>
              <a:ext uri="{FF2B5EF4-FFF2-40B4-BE49-F238E27FC236}">
                <a16:creationId xmlns:a16="http://schemas.microsoft.com/office/drawing/2014/main" id="{66DEA4A8-1EA4-C249-8D6F-D6706EABB57A}"/>
              </a:ext>
            </a:extLst>
          </p:cNvPr>
          <p:cNvSpPr/>
          <p:nvPr/>
        </p:nvSpPr>
        <p:spPr bwMode="auto">
          <a:xfrm>
            <a:off x="3142591" y="2385852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D6031AC-2829-984C-9763-52339342576C}"/>
              </a:ext>
            </a:extLst>
          </p:cNvPr>
          <p:cNvSpPr/>
          <p:nvPr/>
        </p:nvSpPr>
        <p:spPr bwMode="auto">
          <a:xfrm>
            <a:off x="3147846" y="3526224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FF2D3B-17E7-944A-A1B8-5733FA10184C}"/>
              </a:ext>
            </a:extLst>
          </p:cNvPr>
          <p:cNvSpPr/>
          <p:nvPr/>
        </p:nvSpPr>
        <p:spPr>
          <a:xfrm>
            <a:off x="2018540" y="3938016"/>
            <a:ext cx="100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223760-ECAF-E44C-9A92-1E57F127F18A}"/>
              </a:ext>
            </a:extLst>
          </p:cNvPr>
          <p:cNvSpPr/>
          <p:nvPr/>
        </p:nvSpPr>
        <p:spPr>
          <a:xfrm>
            <a:off x="1855920" y="2745092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738E7-F332-D842-8EF0-BA56D1BEF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480" y="4833533"/>
            <a:ext cx="330200" cy="228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189921-8A82-EF4B-9FF0-8AEA2B434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5359" y="3162516"/>
            <a:ext cx="660400" cy="25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38E27F-10A3-1F41-BF7A-F23665D81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4001" y="4818036"/>
            <a:ext cx="342900" cy="228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ECD0CB-ADDA-7D46-8D8B-2A7EB290C1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9361" y="4802536"/>
            <a:ext cx="342900" cy="228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0420AE-06D9-F446-99E2-5E6B09BAF7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6383" y="4802535"/>
            <a:ext cx="355600" cy="2286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BA0483B-E566-500C-87A5-A78C77F5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766636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38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ECE99-2CFD-F652-BB10-09F19A30C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48330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8505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5. Análisis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39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A658A4-91F4-844A-B267-6ADE8561B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5" b="2015"/>
          <a:stretch/>
        </p:blipFill>
        <p:spPr>
          <a:xfrm>
            <a:off x="2767524" y="2429789"/>
            <a:ext cx="6223000" cy="21705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C1BA279-D4BF-DA44-B2AC-432E46F204B2}"/>
              </a:ext>
            </a:extLst>
          </p:cNvPr>
          <p:cNvSpPr/>
          <p:nvPr/>
        </p:nvSpPr>
        <p:spPr>
          <a:xfrm>
            <a:off x="2741905" y="1755776"/>
            <a:ext cx="35173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Histogramas en 1D para dos clases 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6EEB24-CD78-6747-A1E3-06E010777BE7}"/>
              </a:ext>
            </a:extLst>
          </p:cNvPr>
          <p:cNvSpPr/>
          <p:nvPr/>
        </p:nvSpPr>
        <p:spPr>
          <a:xfrm>
            <a:off x="2757324" y="4899349"/>
            <a:ext cx="3943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Característica que discrimina mal (Rojo)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7C57C-B4EE-E449-BFBF-CC3ED513A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563" y="4818036"/>
            <a:ext cx="965200" cy="2286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26BB746-6627-7E41-A97C-0F10C0518398}"/>
              </a:ext>
            </a:extLst>
          </p:cNvPr>
          <p:cNvGrpSpPr/>
          <p:nvPr/>
        </p:nvGrpSpPr>
        <p:grpSpPr>
          <a:xfrm>
            <a:off x="2890613" y="2624919"/>
            <a:ext cx="5408376" cy="1094675"/>
            <a:chOff x="1366613" y="2624918"/>
            <a:chExt cx="5408376" cy="109467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26C0CE1-7968-E044-9C10-51AD47CFC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66613" y="2671413"/>
              <a:ext cx="1130300" cy="3683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B07348-15A1-D44B-9035-D798340D2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44689" y="2624918"/>
              <a:ext cx="1130300" cy="368300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893E6AB-59B9-1C40-BCB9-F81AE91CD6C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264442" y="3192651"/>
              <a:ext cx="650930" cy="52694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EF61028-6952-A746-9FB9-1C7312CEFC8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09255" y="3161654"/>
              <a:ext cx="945397" cy="32546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D1AC0A7-C089-7646-838D-BC02BE2446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3930" y="1722603"/>
            <a:ext cx="1179424" cy="37946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8E658-670A-00B1-990C-4A12B521E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8699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8505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5. Análisis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40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A658A4-91F4-844A-B267-6ADE8561BD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871"/>
          <a:stretch/>
        </p:blipFill>
        <p:spPr>
          <a:xfrm>
            <a:off x="2767524" y="2429789"/>
            <a:ext cx="6223000" cy="21705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B018BB-BF3F-FB4A-8757-E62CF3CF6469}"/>
              </a:ext>
            </a:extLst>
          </p:cNvPr>
          <p:cNvSpPr/>
          <p:nvPr/>
        </p:nvSpPr>
        <p:spPr>
          <a:xfrm>
            <a:off x="2684781" y="4852855"/>
            <a:ext cx="4014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Característica que discrimina bien (Área)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DBBB4-B719-E446-8B5A-B805CA913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563" y="4802537"/>
            <a:ext cx="965200" cy="228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9C1BCC-3787-FC47-97FC-6E4DF21BA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7236" y="2671413"/>
            <a:ext cx="1130300" cy="368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74C455-2C18-C74F-816F-7737B4A8D5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2572" y="2624918"/>
            <a:ext cx="1130300" cy="3683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8DA2CC-6349-2449-9B36-36B33A078549}"/>
              </a:ext>
            </a:extLst>
          </p:cNvPr>
          <p:cNvCxnSpPr>
            <a:cxnSpLocks/>
          </p:cNvCxnSpPr>
          <p:nvPr/>
        </p:nvCxnSpPr>
        <p:spPr bwMode="auto">
          <a:xfrm flipH="1">
            <a:off x="7692325" y="3192651"/>
            <a:ext cx="650930" cy="52694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7F9FAE7-FF26-AD44-B472-7FF276DEED8E}"/>
              </a:ext>
            </a:extLst>
          </p:cNvPr>
          <p:cNvCxnSpPr>
            <a:cxnSpLocks/>
          </p:cNvCxnSpPr>
          <p:nvPr/>
        </p:nvCxnSpPr>
        <p:spPr bwMode="auto">
          <a:xfrm>
            <a:off x="2639879" y="3161655"/>
            <a:ext cx="945397" cy="3254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CF3BBE2-12A5-1946-9C03-D6A25B045D14}"/>
              </a:ext>
            </a:extLst>
          </p:cNvPr>
          <p:cNvSpPr/>
          <p:nvPr/>
        </p:nvSpPr>
        <p:spPr>
          <a:xfrm>
            <a:off x="2741905" y="1755776"/>
            <a:ext cx="35173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Histogramas en 1D para dos clases 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082FAB-9342-0347-A405-CCCEDD4D5D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3930" y="1722603"/>
            <a:ext cx="1179424" cy="37946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B6184D-9616-817D-8C52-8FAE64A5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0626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8505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5. Análisis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41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4FB2E2-0FBC-694A-9657-EB4BDC850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01" y="1859797"/>
            <a:ext cx="4585652" cy="48300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B018BB-BF3F-FB4A-8757-E62CF3CF6469}"/>
              </a:ext>
            </a:extLst>
          </p:cNvPr>
          <p:cNvSpPr/>
          <p:nvPr/>
        </p:nvSpPr>
        <p:spPr>
          <a:xfrm>
            <a:off x="1781293" y="4480897"/>
            <a:ext cx="30732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s-ES_tradnl" dirty="0">
                <a:latin typeface="Gill Sans MT" panose="020B0502020104020203" pitchFamily="34" charset="77"/>
              </a:rPr>
              <a:t>Característica que discriminan </a:t>
            </a:r>
          </a:p>
          <a:p>
            <a:pPr algn="l"/>
            <a:r>
              <a:rPr lang="es-ES_tradnl" dirty="0">
                <a:latin typeface="Gill Sans MT" panose="020B0502020104020203" pitchFamily="34" charset="77"/>
              </a:rPr>
              <a:t>bien (Área y Verde)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0B72D2-0357-9D41-8356-E4863ADF5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679" y="2703478"/>
            <a:ext cx="1130300" cy="368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2398C0-2670-F34C-A2AB-1185794F8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509" y="1763959"/>
            <a:ext cx="1130300" cy="368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EAD330-415B-4448-8DD7-C15EEEC85C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415" y="3089867"/>
            <a:ext cx="2209800" cy="3683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FB5FA60-ACE6-E541-BFB7-073B6CEC1F9A}"/>
              </a:ext>
            </a:extLst>
          </p:cNvPr>
          <p:cNvSpPr/>
          <p:nvPr/>
        </p:nvSpPr>
        <p:spPr>
          <a:xfrm>
            <a:off x="4405819" y="3073853"/>
            <a:ext cx="1448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(Área , Verde)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E6C94C-DEC1-564D-A48D-409D3CF06634}"/>
              </a:ext>
            </a:extLst>
          </p:cNvPr>
          <p:cNvSpPr/>
          <p:nvPr/>
        </p:nvSpPr>
        <p:spPr>
          <a:xfrm>
            <a:off x="1922098" y="1314342"/>
            <a:ext cx="35173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Histogramas en 2D para dos clases 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99D285-7DCE-D14D-AC61-93CC649A1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6978" y="1302190"/>
            <a:ext cx="1179424" cy="37946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2CE4F-4C59-3051-FD27-A4B909E07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730872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17CD1F1-91F1-0F4F-99A6-0BB65CDC8C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01901" y="2430190"/>
            <a:ext cx="4585652" cy="4361961"/>
          </a:xfrm>
          <a:prstGeom prst="rect">
            <a:avLst/>
          </a:prstGeom>
        </p:spPr>
      </p:pic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8505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5. Análisis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42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018BB-BF3F-FB4A-8757-E62CF3CF6469}"/>
              </a:ext>
            </a:extLst>
          </p:cNvPr>
          <p:cNvSpPr/>
          <p:nvPr/>
        </p:nvSpPr>
        <p:spPr>
          <a:xfrm>
            <a:off x="1781293" y="4480897"/>
            <a:ext cx="30732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s-ES_tradnl" dirty="0">
                <a:latin typeface="Gill Sans MT" panose="020B0502020104020203" pitchFamily="34" charset="77"/>
              </a:rPr>
              <a:t>Característica que discriminan </a:t>
            </a:r>
          </a:p>
          <a:p>
            <a:pPr algn="l"/>
            <a:r>
              <a:rPr lang="es-ES_tradnl" dirty="0">
                <a:latin typeface="Gill Sans MT" panose="020B0502020104020203" pitchFamily="34" charset="77"/>
              </a:rPr>
              <a:t>mal (Área y Rojo)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0B72D2-0357-9D41-8356-E4863ADF5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679" y="2703478"/>
            <a:ext cx="1130300" cy="368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2398C0-2670-F34C-A2AB-1185794F8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509" y="1763959"/>
            <a:ext cx="1130300" cy="368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EAD330-415B-4448-8DD7-C15EEEC85C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415" y="3089867"/>
            <a:ext cx="2209800" cy="3683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FB5FA60-ACE6-E541-BFB7-073B6CEC1F9A}"/>
              </a:ext>
            </a:extLst>
          </p:cNvPr>
          <p:cNvSpPr/>
          <p:nvPr/>
        </p:nvSpPr>
        <p:spPr>
          <a:xfrm>
            <a:off x="4473594" y="3073853"/>
            <a:ext cx="1384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(Área , Rojo)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E6C94C-DEC1-564D-A48D-409D3CF06634}"/>
              </a:ext>
            </a:extLst>
          </p:cNvPr>
          <p:cNvSpPr/>
          <p:nvPr/>
        </p:nvSpPr>
        <p:spPr>
          <a:xfrm>
            <a:off x="1922098" y="1314342"/>
            <a:ext cx="35173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Histogramas en 2D para dos clases 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99D285-7DCE-D14D-AC61-93CC649A1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6978" y="1302190"/>
            <a:ext cx="1179424" cy="37946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75BE48-599B-BF9D-8A4F-5E8C03C2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625598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8505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5. Análisis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43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3AB1A72-A86B-3843-8F89-8E98942EF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725" y="770308"/>
            <a:ext cx="7514897" cy="56294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A869A8-6486-CA40-897D-9D956B762BDF}"/>
              </a:ext>
            </a:extLst>
          </p:cNvPr>
          <p:cNvSpPr/>
          <p:nvPr/>
        </p:nvSpPr>
        <p:spPr bwMode="auto">
          <a:xfrm>
            <a:off x="2585546" y="935422"/>
            <a:ext cx="472965" cy="22071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_tradnl"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1E500F-24B3-8443-AACC-2BF5F5C2955A}"/>
              </a:ext>
            </a:extLst>
          </p:cNvPr>
          <p:cNvSpPr/>
          <p:nvPr/>
        </p:nvSpPr>
        <p:spPr bwMode="auto">
          <a:xfrm>
            <a:off x="5092263" y="888126"/>
            <a:ext cx="472965" cy="22071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_tradnl"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C623F3-08B4-9048-9BAF-BFD45858CA06}"/>
              </a:ext>
            </a:extLst>
          </p:cNvPr>
          <p:cNvSpPr/>
          <p:nvPr/>
        </p:nvSpPr>
        <p:spPr bwMode="auto">
          <a:xfrm>
            <a:off x="7546428" y="914402"/>
            <a:ext cx="987972" cy="2207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_tradnl">
              <a:latin typeface="Arial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07335-993D-4242-B972-067DDCAD44F7}"/>
              </a:ext>
            </a:extLst>
          </p:cNvPr>
          <p:cNvSpPr txBox="1"/>
          <p:nvPr/>
        </p:nvSpPr>
        <p:spPr>
          <a:xfrm>
            <a:off x="3540641" y="872359"/>
            <a:ext cx="5379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dirty="0">
                <a:latin typeface="Gill Sans MT" panose="020B0502020104020203" pitchFamily="34" charset="77"/>
              </a:rPr>
              <a:t>mal                       aceptable                         muy bien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9BF95-CACC-51FE-0C04-EC1B56780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161831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8505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5. Análisis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44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3AB1A72-A86B-3843-8F89-8E98942EF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725" y="770308"/>
            <a:ext cx="7514897" cy="56294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432879-84DA-A445-8AA9-304CB9D9C42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787" y="3696427"/>
            <a:ext cx="7525407" cy="256998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1B833F-C1BB-8140-95DB-12CB6173EA9E}"/>
              </a:ext>
            </a:extLst>
          </p:cNvPr>
          <p:cNvSpPr/>
          <p:nvPr/>
        </p:nvSpPr>
        <p:spPr bwMode="auto">
          <a:xfrm>
            <a:off x="2585546" y="935422"/>
            <a:ext cx="472965" cy="22071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_tradnl"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4848CD-5E10-E943-BC2D-852415BC0169}"/>
              </a:ext>
            </a:extLst>
          </p:cNvPr>
          <p:cNvSpPr/>
          <p:nvPr/>
        </p:nvSpPr>
        <p:spPr bwMode="auto">
          <a:xfrm>
            <a:off x="5092263" y="888126"/>
            <a:ext cx="472965" cy="22071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_tradnl"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FE6A5B-B00A-8544-9461-DE553AE38E09}"/>
              </a:ext>
            </a:extLst>
          </p:cNvPr>
          <p:cNvSpPr/>
          <p:nvPr/>
        </p:nvSpPr>
        <p:spPr bwMode="auto">
          <a:xfrm>
            <a:off x="7546428" y="914402"/>
            <a:ext cx="987972" cy="2207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_tradnl">
              <a:latin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C84AB1-0A2D-634D-A2FC-FC76E22F828D}"/>
              </a:ext>
            </a:extLst>
          </p:cNvPr>
          <p:cNvSpPr txBox="1"/>
          <p:nvPr/>
        </p:nvSpPr>
        <p:spPr>
          <a:xfrm>
            <a:off x="3540641" y="872359"/>
            <a:ext cx="5379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_tradnl" dirty="0">
                <a:latin typeface="Gill Sans MT" panose="020B0502020104020203" pitchFamily="34" charset="77"/>
              </a:rPr>
              <a:t>mal                       aceptable                         muy bien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38D297-B477-174E-A1B5-B2CC600AC871}"/>
              </a:ext>
            </a:extLst>
          </p:cNvPr>
          <p:cNvSpPr/>
          <p:nvPr/>
        </p:nvSpPr>
        <p:spPr bwMode="auto">
          <a:xfrm>
            <a:off x="9002110" y="4056993"/>
            <a:ext cx="814552" cy="53602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_tradnl">
              <a:latin typeface="Arial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EA171-5D12-C707-B056-98E16CD9B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978365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45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56305E-7303-178E-5940-7EC22FED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027719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520264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6. Selección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46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64C23C-3E11-6E41-9645-951759F8D645}"/>
              </a:ext>
            </a:extLst>
          </p:cNvPr>
          <p:cNvSpPr/>
          <p:nvPr/>
        </p:nvSpPr>
        <p:spPr>
          <a:xfrm>
            <a:off x="2221928" y="1011482"/>
            <a:ext cx="5405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Se escogen aquellas que en conjunto discriminan bien…</a:t>
            </a:r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B33FA99D-38A2-394C-86E7-33020D946258}"/>
              </a:ext>
            </a:extLst>
          </p:cNvPr>
          <p:cNvGraphicFramePr>
            <a:graphicFrameLocks noGrp="1"/>
          </p:cNvGraphicFramePr>
          <p:nvPr/>
        </p:nvGraphicFramePr>
        <p:xfrm>
          <a:off x="3510453" y="2038134"/>
          <a:ext cx="6096000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7564206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77334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305256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32070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9087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Muestra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51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97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7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5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1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0.9751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61018"/>
                  </a:ext>
                </a:extLst>
              </a:tr>
            </a:tbl>
          </a:graphicData>
        </a:graphic>
      </p:graphicFrame>
      <p:sp>
        <p:nvSpPr>
          <p:cNvPr id="18" name="Left Brace 17">
            <a:extLst>
              <a:ext uri="{FF2B5EF4-FFF2-40B4-BE49-F238E27FC236}">
                <a16:creationId xmlns:a16="http://schemas.microsoft.com/office/drawing/2014/main" id="{A92D78F8-2932-7645-993E-AFF3E7D05CEF}"/>
              </a:ext>
            </a:extLst>
          </p:cNvPr>
          <p:cNvSpPr/>
          <p:nvPr/>
        </p:nvSpPr>
        <p:spPr bwMode="auto">
          <a:xfrm>
            <a:off x="3142591" y="2385852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5E1674EF-20AC-2D48-87F8-2710F64B4E6F}"/>
              </a:ext>
            </a:extLst>
          </p:cNvPr>
          <p:cNvSpPr/>
          <p:nvPr/>
        </p:nvSpPr>
        <p:spPr bwMode="auto">
          <a:xfrm>
            <a:off x="3147846" y="3526224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B38B38-8FF8-BA4A-938C-AEF419EAD743}"/>
              </a:ext>
            </a:extLst>
          </p:cNvPr>
          <p:cNvSpPr/>
          <p:nvPr/>
        </p:nvSpPr>
        <p:spPr>
          <a:xfrm>
            <a:off x="2018540" y="3938016"/>
            <a:ext cx="100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006CE4-EE8D-6D4D-91A7-EB98A930F07C}"/>
              </a:ext>
            </a:extLst>
          </p:cNvPr>
          <p:cNvSpPr/>
          <p:nvPr/>
        </p:nvSpPr>
        <p:spPr>
          <a:xfrm>
            <a:off x="1855920" y="2745092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CAF86C8-5A55-3E4D-B5FB-2461C5808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480" y="4833533"/>
            <a:ext cx="330200" cy="228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71F8BFE-D310-8548-961B-46C6FB1D9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5359" y="3162516"/>
            <a:ext cx="660400" cy="254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0DC8722-FC1D-3E44-A58F-5975ECAFC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361" y="4802536"/>
            <a:ext cx="342900" cy="228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354C159-BD61-9249-8417-E8F342771D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6383" y="4802535"/>
            <a:ext cx="355600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99CCE65-68E8-5C48-9468-C881B7856F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4001" y="4818036"/>
            <a:ext cx="342900" cy="2286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A511D32-FF0E-BE4A-B7A2-B81EE1A3A6DA}"/>
              </a:ext>
            </a:extLst>
          </p:cNvPr>
          <p:cNvGrpSpPr/>
          <p:nvPr/>
        </p:nvGrpSpPr>
        <p:grpSpPr>
          <a:xfrm>
            <a:off x="6204489" y="1735811"/>
            <a:ext cx="650929" cy="3921071"/>
            <a:chOff x="4680488" y="1735810"/>
            <a:chExt cx="650929" cy="392107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0101CA2-10F2-BC41-82C9-73E3E64E65F7}"/>
                </a:ext>
              </a:extLst>
            </p:cNvPr>
            <p:cNvCxnSpPr/>
            <p:nvPr/>
          </p:nvCxnSpPr>
          <p:spPr bwMode="auto">
            <a:xfrm>
              <a:off x="4680488" y="1813302"/>
              <a:ext cx="650929" cy="347162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C0EE88B-CE7C-7C47-AD24-E7CAA5D974E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788976" y="1735810"/>
              <a:ext cx="464949" cy="392107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528523A7-99FF-E24F-B5BA-3CA1040A2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2464" y="5905716"/>
            <a:ext cx="660400" cy="254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BC3C483-7314-6241-960C-48ADF6472974}"/>
              </a:ext>
            </a:extLst>
          </p:cNvPr>
          <p:cNvSpPr/>
          <p:nvPr/>
        </p:nvSpPr>
        <p:spPr>
          <a:xfrm>
            <a:off x="4889896" y="5786053"/>
            <a:ext cx="27109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Columnas escogidas de </a:t>
            </a:r>
            <a:r>
              <a:rPr lang="es-ES_tradn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s-ES_tradnl" dirty="0">
                <a:latin typeface="Gill Sans MT" panose="020B0502020104020203" pitchFamily="34" charset="77"/>
              </a:rPr>
              <a:t> </a:t>
            </a:r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9A60002-FD53-9E40-ABB7-A81C62E3EB2F}"/>
              </a:ext>
            </a:extLst>
          </p:cNvPr>
          <p:cNvGrpSpPr/>
          <p:nvPr/>
        </p:nvGrpSpPr>
        <p:grpSpPr>
          <a:xfrm rot="371431">
            <a:off x="8564055" y="1509840"/>
            <a:ext cx="650929" cy="3921071"/>
            <a:chOff x="4680488" y="1735810"/>
            <a:chExt cx="650929" cy="3921071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C602282-5515-504E-A69F-1C491C123B1C}"/>
                </a:ext>
              </a:extLst>
            </p:cNvPr>
            <p:cNvCxnSpPr/>
            <p:nvPr/>
          </p:nvCxnSpPr>
          <p:spPr bwMode="auto">
            <a:xfrm>
              <a:off x="4680488" y="1813302"/>
              <a:ext cx="650929" cy="347162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6F75C8A-3DAF-B947-9659-A2B502B129C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788976" y="1735810"/>
              <a:ext cx="464949" cy="392107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BE1911-B4ED-F965-537E-80D73A979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0020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520264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6. Selección de Características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47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64C23C-3E11-6E41-9645-951759F8D645}"/>
              </a:ext>
            </a:extLst>
          </p:cNvPr>
          <p:cNvSpPr/>
          <p:nvPr/>
        </p:nvSpPr>
        <p:spPr>
          <a:xfrm>
            <a:off x="2221928" y="1011482"/>
            <a:ext cx="5405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Se escogen aquellas que en conjunto discriminan bien…</a:t>
            </a:r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B33FA99D-38A2-394C-86E7-33020D946258}"/>
              </a:ext>
            </a:extLst>
          </p:cNvPr>
          <p:cNvGraphicFramePr>
            <a:graphicFrameLocks noGrp="1"/>
          </p:cNvGraphicFramePr>
          <p:nvPr/>
        </p:nvGraphicFramePr>
        <p:xfrm>
          <a:off x="3510453" y="2038134"/>
          <a:ext cx="3657600" cy="25958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7564206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773349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83207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Muestra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22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515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97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77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0.4601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058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_tradnl" b="0" i="0" noProof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615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0.9751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b="0" i="0" noProof="0" dirty="0">
                          <a:latin typeface="Gill Sans MT" panose="020B0502020104020203" pitchFamily="34" charset="77"/>
                        </a:rPr>
                        <a:t>0.73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861018"/>
                  </a:ext>
                </a:extLst>
              </a:tr>
            </a:tbl>
          </a:graphicData>
        </a:graphic>
      </p:graphicFrame>
      <p:sp>
        <p:nvSpPr>
          <p:cNvPr id="18" name="Left Brace 17">
            <a:extLst>
              <a:ext uri="{FF2B5EF4-FFF2-40B4-BE49-F238E27FC236}">
                <a16:creationId xmlns:a16="http://schemas.microsoft.com/office/drawing/2014/main" id="{A92D78F8-2932-7645-993E-AFF3E7D05CEF}"/>
              </a:ext>
            </a:extLst>
          </p:cNvPr>
          <p:cNvSpPr/>
          <p:nvPr/>
        </p:nvSpPr>
        <p:spPr bwMode="auto">
          <a:xfrm>
            <a:off x="3142591" y="2385852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5E1674EF-20AC-2D48-87F8-2710F64B4E6F}"/>
              </a:ext>
            </a:extLst>
          </p:cNvPr>
          <p:cNvSpPr/>
          <p:nvPr/>
        </p:nvSpPr>
        <p:spPr bwMode="auto">
          <a:xfrm>
            <a:off x="3147846" y="3526224"/>
            <a:ext cx="63062" cy="1114097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B38B38-8FF8-BA4A-938C-AEF419EAD743}"/>
              </a:ext>
            </a:extLst>
          </p:cNvPr>
          <p:cNvSpPr/>
          <p:nvPr/>
        </p:nvSpPr>
        <p:spPr>
          <a:xfrm>
            <a:off x="2018540" y="3938016"/>
            <a:ext cx="100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006CE4-EE8D-6D4D-91A7-EB98A930F07C}"/>
              </a:ext>
            </a:extLst>
          </p:cNvPr>
          <p:cNvSpPr/>
          <p:nvPr/>
        </p:nvSpPr>
        <p:spPr>
          <a:xfrm>
            <a:off x="1855920" y="2745092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8523A7-99FF-E24F-B5BA-3CA1040A2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464" y="5905716"/>
            <a:ext cx="660400" cy="254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BC3C483-7314-6241-960C-48ADF6472974}"/>
              </a:ext>
            </a:extLst>
          </p:cNvPr>
          <p:cNvSpPr/>
          <p:nvPr/>
        </p:nvSpPr>
        <p:spPr>
          <a:xfrm>
            <a:off x="4889896" y="5786053"/>
            <a:ext cx="27109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Columnas escogidas de </a:t>
            </a:r>
            <a:r>
              <a:rPr lang="es-ES_tradn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s-ES_tradnl" dirty="0">
                <a:latin typeface="Gill Sans MT" panose="020B0502020104020203" pitchFamily="34" charset="77"/>
              </a:rPr>
              <a:t> 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E6E29E-A74B-D542-83F3-90D3BAF10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24" y="3271003"/>
            <a:ext cx="584200" cy="25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4EE7C2-5F51-954C-8B23-C03E2D22D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019" y="4786366"/>
            <a:ext cx="825500" cy="165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4D0FA4-A74B-BE40-9540-50BCE5D86D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6215" y="4786368"/>
            <a:ext cx="825500" cy="1651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88C31CB-2C1E-EC28-A50D-36A4268C5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748622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48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432335-69E4-D2BA-8090-385CE3060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12268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4091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7. Diseño del Clasificador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49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4FB2E2-0FBC-694A-9657-EB4BDC850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01" y="1859797"/>
            <a:ext cx="4585652" cy="48300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B018BB-BF3F-FB4A-8757-E62CF3CF6469}"/>
              </a:ext>
            </a:extLst>
          </p:cNvPr>
          <p:cNvSpPr/>
          <p:nvPr/>
        </p:nvSpPr>
        <p:spPr>
          <a:xfrm>
            <a:off x="1781294" y="4480896"/>
            <a:ext cx="41907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s-ES_tradnl" dirty="0">
                <a:latin typeface="Gill Sans MT" panose="020B0502020104020203" pitchFamily="34" charset="77"/>
              </a:rPr>
              <a:t>La función     depende de parámetros que deben estimarse minimizando una función de costo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EAD330-415B-4448-8DD7-C15EEEC85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415" y="3089867"/>
            <a:ext cx="2209800" cy="3683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FB5FA60-ACE6-E541-BFB7-073B6CEC1F9A}"/>
              </a:ext>
            </a:extLst>
          </p:cNvPr>
          <p:cNvSpPr/>
          <p:nvPr/>
        </p:nvSpPr>
        <p:spPr>
          <a:xfrm>
            <a:off x="4405819" y="3073853"/>
            <a:ext cx="1448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(Área , Verde)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97A3103D-D843-3543-B37A-384450A719A4}"/>
              </a:ext>
            </a:extLst>
          </p:cNvPr>
          <p:cNvSpPr/>
          <p:nvPr/>
        </p:nvSpPr>
        <p:spPr bwMode="auto">
          <a:xfrm>
            <a:off x="7258365" y="3673098"/>
            <a:ext cx="4990461" cy="4448017"/>
          </a:xfrm>
          <a:prstGeom prst="arc">
            <a:avLst>
              <a:gd name="adj1" fmla="val 10830465"/>
              <a:gd name="adj2" fmla="val 13729377"/>
            </a:avLst>
          </a:prstGeom>
          <a:noFill/>
          <a:ln w="539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062C824-BDA7-1E42-8644-A8DE37FEEDFB}"/>
              </a:ext>
            </a:extLst>
          </p:cNvPr>
          <p:cNvSpPr/>
          <p:nvPr/>
        </p:nvSpPr>
        <p:spPr bwMode="auto">
          <a:xfrm>
            <a:off x="7271281" y="3655017"/>
            <a:ext cx="4990461" cy="4448017"/>
          </a:xfrm>
          <a:prstGeom prst="arc">
            <a:avLst>
              <a:gd name="adj1" fmla="val 14819401"/>
              <a:gd name="adj2" fmla="val 15956601"/>
            </a:avLst>
          </a:prstGeom>
          <a:noFill/>
          <a:ln w="539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F77E2F-9AFA-FC49-9638-73093D639F8F}"/>
              </a:ext>
            </a:extLst>
          </p:cNvPr>
          <p:cNvSpPr/>
          <p:nvPr/>
        </p:nvSpPr>
        <p:spPr>
          <a:xfrm>
            <a:off x="2203697" y="1011482"/>
            <a:ext cx="4504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Se busca la línea de separación entre las clases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4E379-E616-854B-A29C-B07456A51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573" y="1819006"/>
            <a:ext cx="1981200" cy="3683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1EAB22-759D-A64D-BABB-5AE79DDE44F9}"/>
              </a:ext>
            </a:extLst>
          </p:cNvPr>
          <p:cNvCxnSpPr/>
          <p:nvPr/>
        </p:nvCxnSpPr>
        <p:spPr bwMode="auto">
          <a:xfrm>
            <a:off x="9087173" y="2309247"/>
            <a:ext cx="108488" cy="14103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F4791C2-03B4-1349-91A8-87C5D42FCD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5925" y="4548217"/>
            <a:ext cx="177800" cy="2413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F0379-0794-EC2D-256D-7C11D33F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745741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50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E6905A-0EC6-8CCA-5B91-3D9CD6CCE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874400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492692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8. Evaluación de Desempeño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51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F77E2F-9AFA-FC49-9638-73093D639F8F}"/>
              </a:ext>
            </a:extLst>
          </p:cNvPr>
          <p:cNvSpPr/>
          <p:nvPr/>
        </p:nvSpPr>
        <p:spPr>
          <a:xfrm>
            <a:off x="1834372" y="1011482"/>
            <a:ext cx="5176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Se evalúa qué tan bien se desempeña el clasificador…</a:t>
            </a:r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82C3C08-1F6C-B049-B524-AFAB766E4C23}"/>
              </a:ext>
            </a:extLst>
          </p:cNvPr>
          <p:cNvGraphicFramePr>
            <a:graphicFrameLocks noGrp="1"/>
          </p:cNvGraphicFramePr>
          <p:nvPr/>
        </p:nvGraphicFramePr>
        <p:xfrm>
          <a:off x="2686374" y="2931332"/>
          <a:ext cx="682958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917">
                  <a:extLst>
                    <a:ext uri="{9D8B030D-6E8A-4147-A177-3AD203B41FA5}">
                      <a16:colId xmlns:a16="http://schemas.microsoft.com/office/drawing/2014/main" val="451403764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392212073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602544067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756086955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4193418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Gill Sans MT" panose="020B0502020104020203" pitchFamily="34" charset="77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4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84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20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127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8835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6550F68-E03D-A84A-8232-79CF11D7C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352" y="3392190"/>
            <a:ext cx="342900" cy="22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38856F-D81F-9148-9031-C8EAEC35D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4000" y="3733150"/>
            <a:ext cx="355600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660E1-9305-0A4C-BF97-DA7BAAAD6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8845" y="4508069"/>
            <a:ext cx="469900" cy="228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1EE949-0492-0545-A56A-1DF2CB30B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114" y="3017647"/>
            <a:ext cx="342900" cy="228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56E1385-1A55-3A47-A969-ABD26C47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614" y="3017647"/>
            <a:ext cx="355600" cy="228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AB81A0B-9A50-294A-AE30-CBA512EF4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176" y="3002152"/>
            <a:ext cx="469900" cy="228600"/>
          </a:xfrm>
          <a:prstGeom prst="rect">
            <a:avLst/>
          </a:prstGeom>
        </p:spPr>
      </p:pic>
      <p:sp>
        <p:nvSpPr>
          <p:cNvPr id="24" name="Left Brace 23">
            <a:extLst>
              <a:ext uri="{FF2B5EF4-FFF2-40B4-BE49-F238E27FC236}">
                <a16:creationId xmlns:a16="http://schemas.microsoft.com/office/drawing/2014/main" id="{C90AEBB4-0905-4145-A673-EA214FCD0134}"/>
              </a:ext>
            </a:extLst>
          </p:cNvPr>
          <p:cNvSpPr/>
          <p:nvPr/>
        </p:nvSpPr>
        <p:spPr bwMode="auto">
          <a:xfrm>
            <a:off x="2419425" y="3324748"/>
            <a:ext cx="158461" cy="1495228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12109C-8B2B-344C-9F87-FC92FD9642FA}"/>
              </a:ext>
            </a:extLst>
          </p:cNvPr>
          <p:cNvSpPr/>
          <p:nvPr/>
        </p:nvSpPr>
        <p:spPr>
          <a:xfrm>
            <a:off x="1662711" y="3891522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Real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3D8C2866-2E10-8A45-A011-C25D42C093FB}"/>
              </a:ext>
            </a:extLst>
          </p:cNvPr>
          <p:cNvSpPr/>
          <p:nvPr/>
        </p:nvSpPr>
        <p:spPr bwMode="auto">
          <a:xfrm rot="5400000">
            <a:off x="6692419" y="-23514"/>
            <a:ext cx="178498" cy="5385931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67BEEB-F5A2-5546-97D3-0957B5181717}"/>
              </a:ext>
            </a:extLst>
          </p:cNvPr>
          <p:cNvSpPr/>
          <p:nvPr/>
        </p:nvSpPr>
        <p:spPr>
          <a:xfrm>
            <a:off x="6165049" y="2044641"/>
            <a:ext cx="1162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Predicción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5B0AD0-3CD7-5A48-BDAD-990CDA06809D}"/>
              </a:ext>
            </a:extLst>
          </p:cNvPr>
          <p:cNvSpPr/>
          <p:nvPr/>
        </p:nvSpPr>
        <p:spPr>
          <a:xfrm>
            <a:off x="1981796" y="1809585"/>
            <a:ext cx="31402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Matriz de Confusión ‘C’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BC32BC-F141-3B41-83F1-2599FCD62A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9222" y="5441305"/>
            <a:ext cx="584200" cy="4699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88981C5-E0C9-DF46-8788-EA6ECA4894F5}"/>
              </a:ext>
            </a:extLst>
          </p:cNvPr>
          <p:cNvSpPr/>
          <p:nvPr/>
        </p:nvSpPr>
        <p:spPr>
          <a:xfrm>
            <a:off x="3632261" y="5389692"/>
            <a:ext cx="48597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Número de muestras que pertenecen a la clase ‘i’ 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clasificadas como clase ‘j’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B33332-FA04-7164-BD66-31D966A9A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295586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492692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8. Evaluación de Desempeño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52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F77E2F-9AFA-FC49-9638-73093D639F8F}"/>
              </a:ext>
            </a:extLst>
          </p:cNvPr>
          <p:cNvSpPr/>
          <p:nvPr/>
        </p:nvSpPr>
        <p:spPr>
          <a:xfrm>
            <a:off x="1834372" y="1011482"/>
            <a:ext cx="5176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Se evalúa que tan bien se desempeña el clasificador…</a:t>
            </a:r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82C3C08-1F6C-B049-B524-AFAB766E4C23}"/>
              </a:ext>
            </a:extLst>
          </p:cNvPr>
          <p:cNvGraphicFramePr>
            <a:graphicFrameLocks noGrp="1"/>
          </p:cNvGraphicFramePr>
          <p:nvPr/>
        </p:nvGraphicFramePr>
        <p:xfrm>
          <a:off x="2686374" y="2931332"/>
          <a:ext cx="682958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917">
                  <a:extLst>
                    <a:ext uri="{9D8B030D-6E8A-4147-A177-3AD203B41FA5}">
                      <a16:colId xmlns:a16="http://schemas.microsoft.com/office/drawing/2014/main" val="451403764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392212073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602544067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756086955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4193418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Gill Sans MT" panose="020B0502020104020203" pitchFamily="34" charset="77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4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84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20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127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8835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6550F68-E03D-A84A-8232-79CF11D7C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352" y="3392190"/>
            <a:ext cx="342900" cy="22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38856F-D81F-9148-9031-C8EAEC35D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4000" y="3733150"/>
            <a:ext cx="355600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660E1-9305-0A4C-BF97-DA7BAAAD6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8845" y="4508069"/>
            <a:ext cx="469900" cy="228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1EE949-0492-0545-A56A-1DF2CB30B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114" y="3017647"/>
            <a:ext cx="342900" cy="228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56E1385-1A55-3A47-A969-ABD26C47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614" y="3017647"/>
            <a:ext cx="355600" cy="228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AB81A0B-9A50-294A-AE30-CBA512EF4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176" y="3002152"/>
            <a:ext cx="469900" cy="228600"/>
          </a:xfrm>
          <a:prstGeom prst="rect">
            <a:avLst/>
          </a:prstGeom>
        </p:spPr>
      </p:pic>
      <p:sp>
        <p:nvSpPr>
          <p:cNvPr id="24" name="Left Brace 23">
            <a:extLst>
              <a:ext uri="{FF2B5EF4-FFF2-40B4-BE49-F238E27FC236}">
                <a16:creationId xmlns:a16="http://schemas.microsoft.com/office/drawing/2014/main" id="{C90AEBB4-0905-4145-A673-EA214FCD0134}"/>
              </a:ext>
            </a:extLst>
          </p:cNvPr>
          <p:cNvSpPr/>
          <p:nvPr/>
        </p:nvSpPr>
        <p:spPr bwMode="auto">
          <a:xfrm>
            <a:off x="2419425" y="3324748"/>
            <a:ext cx="158461" cy="1495228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12109C-8B2B-344C-9F87-FC92FD9642FA}"/>
              </a:ext>
            </a:extLst>
          </p:cNvPr>
          <p:cNvSpPr/>
          <p:nvPr/>
        </p:nvSpPr>
        <p:spPr>
          <a:xfrm>
            <a:off x="1662711" y="3891522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Real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3D8C2866-2E10-8A45-A011-C25D42C093FB}"/>
              </a:ext>
            </a:extLst>
          </p:cNvPr>
          <p:cNvSpPr/>
          <p:nvPr/>
        </p:nvSpPr>
        <p:spPr bwMode="auto">
          <a:xfrm rot="5400000">
            <a:off x="6692419" y="-23514"/>
            <a:ext cx="178498" cy="5385931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67BEEB-F5A2-5546-97D3-0957B5181717}"/>
              </a:ext>
            </a:extLst>
          </p:cNvPr>
          <p:cNvSpPr/>
          <p:nvPr/>
        </p:nvSpPr>
        <p:spPr>
          <a:xfrm>
            <a:off x="6165049" y="2044641"/>
            <a:ext cx="1162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Predicción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FC10697-5405-8D4D-B0DE-CA1375990FA9}"/>
              </a:ext>
            </a:extLst>
          </p:cNvPr>
          <p:cNvCxnSpPr/>
          <p:nvPr/>
        </p:nvCxnSpPr>
        <p:spPr bwMode="auto">
          <a:xfrm flipH="1">
            <a:off x="4189709" y="3471621"/>
            <a:ext cx="1844299" cy="20612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C728905-2B7E-C741-9268-8612C9601226}"/>
              </a:ext>
            </a:extLst>
          </p:cNvPr>
          <p:cNvSpPr/>
          <p:nvPr/>
        </p:nvSpPr>
        <p:spPr>
          <a:xfrm>
            <a:off x="1944812" y="5544676"/>
            <a:ext cx="48444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Número de muestras que pertenecen a la clase 1 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pero que fueron clasificadas como clase 2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93580A-8209-E6ED-E875-D6BEEA7BC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847213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492692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8. Evaluación de Desempeño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53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F77E2F-9AFA-FC49-9638-73093D639F8F}"/>
              </a:ext>
            </a:extLst>
          </p:cNvPr>
          <p:cNvSpPr/>
          <p:nvPr/>
        </p:nvSpPr>
        <p:spPr>
          <a:xfrm>
            <a:off x="1834372" y="1011482"/>
            <a:ext cx="5176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Se evalúa que tan bien se desempeña el clasificador…</a:t>
            </a:r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82C3C08-1F6C-B049-B524-AFAB766E4C23}"/>
              </a:ext>
            </a:extLst>
          </p:cNvPr>
          <p:cNvGraphicFramePr>
            <a:graphicFrameLocks noGrp="1"/>
          </p:cNvGraphicFramePr>
          <p:nvPr/>
        </p:nvGraphicFramePr>
        <p:xfrm>
          <a:off x="2686374" y="2931332"/>
          <a:ext cx="682958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917">
                  <a:extLst>
                    <a:ext uri="{9D8B030D-6E8A-4147-A177-3AD203B41FA5}">
                      <a16:colId xmlns:a16="http://schemas.microsoft.com/office/drawing/2014/main" val="451403764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392212073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602544067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756086955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4193418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Gill Sans MT" panose="020B0502020104020203" pitchFamily="34" charset="77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4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84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20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127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8835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6550F68-E03D-A84A-8232-79CF11D7C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352" y="3392190"/>
            <a:ext cx="342900" cy="22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38856F-D81F-9148-9031-C8EAEC35D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4000" y="3733150"/>
            <a:ext cx="355600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660E1-9305-0A4C-BF97-DA7BAAAD6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8845" y="4508069"/>
            <a:ext cx="469900" cy="228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1EE949-0492-0545-A56A-1DF2CB30B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114" y="3017647"/>
            <a:ext cx="342900" cy="228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56E1385-1A55-3A47-A969-ABD26C47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614" y="3017647"/>
            <a:ext cx="355600" cy="228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AB81A0B-9A50-294A-AE30-CBA512EF4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176" y="3002152"/>
            <a:ext cx="469900" cy="228600"/>
          </a:xfrm>
          <a:prstGeom prst="rect">
            <a:avLst/>
          </a:prstGeom>
        </p:spPr>
      </p:pic>
      <p:sp>
        <p:nvSpPr>
          <p:cNvPr id="24" name="Left Brace 23">
            <a:extLst>
              <a:ext uri="{FF2B5EF4-FFF2-40B4-BE49-F238E27FC236}">
                <a16:creationId xmlns:a16="http://schemas.microsoft.com/office/drawing/2014/main" id="{C90AEBB4-0905-4145-A673-EA214FCD0134}"/>
              </a:ext>
            </a:extLst>
          </p:cNvPr>
          <p:cNvSpPr/>
          <p:nvPr/>
        </p:nvSpPr>
        <p:spPr bwMode="auto">
          <a:xfrm>
            <a:off x="2419425" y="3324748"/>
            <a:ext cx="158461" cy="1495228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12109C-8B2B-344C-9F87-FC92FD9642FA}"/>
              </a:ext>
            </a:extLst>
          </p:cNvPr>
          <p:cNvSpPr/>
          <p:nvPr/>
        </p:nvSpPr>
        <p:spPr>
          <a:xfrm>
            <a:off x="1662711" y="3891522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Real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3D8C2866-2E10-8A45-A011-C25D42C093FB}"/>
              </a:ext>
            </a:extLst>
          </p:cNvPr>
          <p:cNvSpPr/>
          <p:nvPr/>
        </p:nvSpPr>
        <p:spPr bwMode="auto">
          <a:xfrm rot="5400000">
            <a:off x="6692419" y="-23514"/>
            <a:ext cx="178498" cy="5385931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67BEEB-F5A2-5546-97D3-0957B5181717}"/>
              </a:ext>
            </a:extLst>
          </p:cNvPr>
          <p:cNvSpPr/>
          <p:nvPr/>
        </p:nvSpPr>
        <p:spPr>
          <a:xfrm>
            <a:off x="6165049" y="2044641"/>
            <a:ext cx="1162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Predicción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FC10697-5405-8D4D-B0DE-CA1375990FA9}"/>
              </a:ext>
            </a:extLst>
          </p:cNvPr>
          <p:cNvCxnSpPr>
            <a:cxnSpLocks/>
          </p:cNvCxnSpPr>
          <p:nvPr/>
        </p:nvCxnSpPr>
        <p:spPr bwMode="auto">
          <a:xfrm flipH="1">
            <a:off x="4189710" y="3487119"/>
            <a:ext cx="604433" cy="20457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C728905-2B7E-C741-9268-8612C9601226}"/>
              </a:ext>
            </a:extLst>
          </p:cNvPr>
          <p:cNvSpPr/>
          <p:nvPr/>
        </p:nvSpPr>
        <p:spPr>
          <a:xfrm>
            <a:off x="1723597" y="5544676"/>
            <a:ext cx="51653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Número de muestras que pertenecen a la clase 1 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y que fueron correctamente clasificadas como clase 1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6C7A11-1988-E07A-8458-A24BB4FE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222846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1"/>
            <a:ext cx="492692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8. Evaluación de Desempeño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54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F77E2F-9AFA-FC49-9638-73093D639F8F}"/>
              </a:ext>
            </a:extLst>
          </p:cNvPr>
          <p:cNvSpPr/>
          <p:nvPr/>
        </p:nvSpPr>
        <p:spPr>
          <a:xfrm>
            <a:off x="1834372" y="1011482"/>
            <a:ext cx="5176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Se evalúa que tan bien se desempeña el clasificador…</a:t>
            </a:r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82C3C08-1F6C-B049-B524-AFAB766E4C23}"/>
              </a:ext>
            </a:extLst>
          </p:cNvPr>
          <p:cNvGraphicFramePr>
            <a:graphicFrameLocks noGrp="1"/>
          </p:cNvGraphicFramePr>
          <p:nvPr/>
        </p:nvGraphicFramePr>
        <p:xfrm>
          <a:off x="2686374" y="2931332"/>
          <a:ext cx="682958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917">
                  <a:extLst>
                    <a:ext uri="{9D8B030D-6E8A-4147-A177-3AD203B41FA5}">
                      <a16:colId xmlns:a16="http://schemas.microsoft.com/office/drawing/2014/main" val="451403764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392212073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602544067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1756086955"/>
                    </a:ext>
                  </a:extLst>
                </a:gridCol>
                <a:gridCol w="1365917">
                  <a:extLst>
                    <a:ext uri="{9D8B030D-6E8A-4147-A177-3AD203B41FA5}">
                      <a16:colId xmlns:a16="http://schemas.microsoft.com/office/drawing/2014/main" val="4193418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1"/>
                          </a:solidFill>
                          <a:latin typeface="Gill Sans MT" panose="020B0502020104020203" pitchFamily="34" charset="77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240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84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20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127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88835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6550F68-E03D-A84A-8232-79CF11D7C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352" y="3392190"/>
            <a:ext cx="342900" cy="22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38856F-D81F-9148-9031-C8EAEC35D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4000" y="3733150"/>
            <a:ext cx="355600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D660E1-9305-0A4C-BF97-DA7BAAAD6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8845" y="4508069"/>
            <a:ext cx="469900" cy="228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41EE949-0492-0545-A56A-1DF2CB30B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114" y="3017647"/>
            <a:ext cx="342900" cy="2286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56E1385-1A55-3A47-A969-ABD26C47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614" y="3017647"/>
            <a:ext cx="355600" cy="228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AB81A0B-9A50-294A-AE30-CBA512EF4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176" y="3002152"/>
            <a:ext cx="469900" cy="228600"/>
          </a:xfrm>
          <a:prstGeom prst="rect">
            <a:avLst/>
          </a:prstGeom>
        </p:spPr>
      </p:pic>
      <p:sp>
        <p:nvSpPr>
          <p:cNvPr id="24" name="Left Brace 23">
            <a:extLst>
              <a:ext uri="{FF2B5EF4-FFF2-40B4-BE49-F238E27FC236}">
                <a16:creationId xmlns:a16="http://schemas.microsoft.com/office/drawing/2014/main" id="{C90AEBB4-0905-4145-A673-EA214FCD0134}"/>
              </a:ext>
            </a:extLst>
          </p:cNvPr>
          <p:cNvSpPr/>
          <p:nvPr/>
        </p:nvSpPr>
        <p:spPr bwMode="auto">
          <a:xfrm>
            <a:off x="2419425" y="3324748"/>
            <a:ext cx="158461" cy="1495228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12109C-8B2B-344C-9F87-FC92FD9642FA}"/>
              </a:ext>
            </a:extLst>
          </p:cNvPr>
          <p:cNvSpPr/>
          <p:nvPr/>
        </p:nvSpPr>
        <p:spPr>
          <a:xfrm>
            <a:off x="1662711" y="3891522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Real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3D8C2866-2E10-8A45-A011-C25D42C093FB}"/>
              </a:ext>
            </a:extLst>
          </p:cNvPr>
          <p:cNvSpPr/>
          <p:nvPr/>
        </p:nvSpPr>
        <p:spPr bwMode="auto">
          <a:xfrm rot="5400000">
            <a:off x="6692419" y="-23514"/>
            <a:ext cx="178498" cy="5385931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67BEEB-F5A2-5546-97D3-0957B5181717}"/>
              </a:ext>
            </a:extLst>
          </p:cNvPr>
          <p:cNvSpPr/>
          <p:nvPr/>
        </p:nvSpPr>
        <p:spPr>
          <a:xfrm>
            <a:off x="6165049" y="2044641"/>
            <a:ext cx="1162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Predicción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728905-2B7E-C741-9268-8612C9601226}"/>
              </a:ext>
            </a:extLst>
          </p:cNvPr>
          <p:cNvSpPr/>
          <p:nvPr/>
        </p:nvSpPr>
        <p:spPr>
          <a:xfrm>
            <a:off x="3616749" y="5544675"/>
            <a:ext cx="1895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 err="1">
                <a:latin typeface="Gill Sans MT" panose="020B0502020104020203" pitchFamily="34" charset="77"/>
              </a:rPr>
              <a:t>Accuracy</a:t>
            </a:r>
            <a:r>
              <a:rPr lang="es-ES_tradnl" dirty="0">
                <a:latin typeface="Gill Sans MT" panose="020B0502020104020203" pitchFamily="34" charset="77"/>
              </a:rPr>
              <a:t> (</a:t>
            </a:r>
            <a:r>
              <a:rPr lang="es-ES_tradnl" dirty="0" err="1">
                <a:latin typeface="Gill Sans MT" panose="020B0502020104020203" pitchFamily="34" charset="77"/>
              </a:rPr>
              <a:t>Acc</a:t>
            </a:r>
            <a:r>
              <a:rPr lang="es-ES_tradnl" dirty="0">
                <a:latin typeface="Gill Sans MT" panose="020B0502020104020203" pitchFamily="34" charset="77"/>
              </a:rPr>
              <a:t>) = 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207360F-5E32-BE44-9C1C-6615CBBF145E}"/>
              </a:ext>
            </a:extLst>
          </p:cNvPr>
          <p:cNvSpPr/>
          <p:nvPr/>
        </p:nvSpPr>
        <p:spPr bwMode="auto">
          <a:xfrm rot="808605">
            <a:off x="4047252" y="3807658"/>
            <a:ext cx="5417884" cy="449451"/>
          </a:xfrm>
          <a:prstGeom prst="ellipse">
            <a:avLst/>
          </a:prstGeom>
          <a:solidFill>
            <a:srgbClr val="FF9300">
              <a:alpha val="57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044D9D-EECD-7441-838D-515E93C6ABD5}"/>
              </a:ext>
            </a:extLst>
          </p:cNvPr>
          <p:cNvSpPr/>
          <p:nvPr/>
        </p:nvSpPr>
        <p:spPr>
          <a:xfrm>
            <a:off x="5699250" y="5232126"/>
            <a:ext cx="205953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_tradnl" dirty="0">
                <a:latin typeface="Gill Sans MT" panose="020B0502020104020203" pitchFamily="34" charset="77"/>
              </a:rPr>
              <a:t>Suma de la Diagonal</a:t>
            </a:r>
          </a:p>
          <a:p>
            <a:pPr algn="ctr"/>
            <a:endParaRPr lang="es-ES_tradnl" dirty="0">
              <a:latin typeface="Gill Sans MT" panose="020B0502020104020203" pitchFamily="34" charset="77"/>
            </a:endParaRPr>
          </a:p>
          <a:p>
            <a:pPr algn="ctr"/>
            <a:r>
              <a:rPr lang="es-ES_tradnl" dirty="0">
                <a:latin typeface="Gill Sans MT" panose="020B0502020104020203" pitchFamily="34" charset="77"/>
              </a:rPr>
              <a:t>Total de 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08A402-81A7-F94E-AEDB-E31BB3ACA431}"/>
              </a:ext>
            </a:extLst>
          </p:cNvPr>
          <p:cNvCxnSpPr>
            <a:stCxn id="20" idx="1"/>
            <a:endCxn id="20" idx="3"/>
          </p:cNvCxnSpPr>
          <p:nvPr/>
        </p:nvCxnSpPr>
        <p:spPr bwMode="auto">
          <a:xfrm>
            <a:off x="5699250" y="5693791"/>
            <a:ext cx="2059538" cy="0"/>
          </a:xfrm>
          <a:prstGeom prst="line">
            <a:avLst/>
          </a:prstGeom>
          <a:solidFill>
            <a:schemeClr val="accent1"/>
          </a:solidFill>
          <a:ln w="476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F09519C-6564-2D4D-A5D3-B5AC3DA9A6B0}"/>
              </a:ext>
            </a:extLst>
          </p:cNvPr>
          <p:cNvSpPr/>
          <p:nvPr/>
        </p:nvSpPr>
        <p:spPr>
          <a:xfrm>
            <a:off x="8493176" y="5370626"/>
            <a:ext cx="14670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rgbClr val="FF9300"/>
                </a:solidFill>
                <a:latin typeface="Gill Sans MT" panose="020B0502020104020203" pitchFamily="34" charset="77"/>
              </a:rPr>
              <a:t>Existen otras </a:t>
            </a:r>
          </a:p>
          <a:p>
            <a:r>
              <a:rPr lang="es-ES_tradnl" dirty="0">
                <a:solidFill>
                  <a:srgbClr val="FF9300"/>
                </a:solidFill>
                <a:latin typeface="Gill Sans MT" panose="020B0502020104020203" pitchFamily="34" charset="77"/>
              </a:rPr>
              <a:t>Métricas !!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47FE7-BA6E-55B2-ED09-94E8DAFA2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7301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60510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</a:rPr>
              <a:t>Formulación Metodológica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2DBF-E317-EC44-A73D-53268C9A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s-ES_tradnl" smtClean="0"/>
              <a:pPr/>
              <a:t>55</a:t>
            </a:fld>
            <a:endParaRPr lang="es-ES_trad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3A8CC-89A1-E444-95C6-E7930B5F8A45}"/>
              </a:ext>
            </a:extLst>
          </p:cNvPr>
          <p:cNvSpPr txBox="1"/>
          <p:nvPr/>
        </p:nvSpPr>
        <p:spPr>
          <a:xfrm>
            <a:off x="1600200" y="6483351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CC563-83F8-284F-9361-533B0E997AAD}"/>
              </a:ext>
            </a:extLst>
          </p:cNvPr>
          <p:cNvSpPr txBox="1"/>
          <p:nvPr/>
        </p:nvSpPr>
        <p:spPr>
          <a:xfrm>
            <a:off x="2807697" y="1033069"/>
            <a:ext cx="5977598" cy="5830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Obtención de la Información Original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Pre-procesamiento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Extracción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Normalización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Análisis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Selección de Características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Diseño del Clasificador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ES_tradnl" sz="2800" dirty="0">
                <a:latin typeface="Gill Sans MT" panose="020B0502020104020203" pitchFamily="34" charset="77"/>
              </a:rPr>
              <a:t>Evaluación del Desempeño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s-ES_tradnl" sz="2800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38255E-EF81-CFA1-2B8A-5B12F8A3D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065690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940712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Sistema de Reconocimiento de Patrones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B0EF4F-C258-2C99-FF90-78924AA19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751" y="3428999"/>
            <a:ext cx="4485032" cy="268634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A23EA-9DE1-C956-6DF9-A4DE8D20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125C7-4782-A81A-3B7D-358B3B88D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621023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9A6292-2FBA-CBA4-20A8-D2D4D53D0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A4D3E-ED57-8090-6DC1-EBDD29B87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256232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 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50616" y="2339612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  ???                   ???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02507" y="5466667"/>
            <a:ext cx="408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???                              ???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47366D-CAF8-0962-4244-2745855A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DB93E-BDCC-043B-44D3-E3826B98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527853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TRAINING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 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50616" y="2339612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  ???                   ???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02507" y="5466667"/>
            <a:ext cx="408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???                              ???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E6E5B7-AFD3-864E-A414-B50DBFB5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3355F-2BDD-24EA-047D-758B5F7E1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41638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TRAINING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 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2507" y="5466667"/>
            <a:ext cx="408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???                              ???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08E4BB-D335-029F-D964-5E0CEA977663}"/>
              </a:ext>
            </a:extLst>
          </p:cNvPr>
          <p:cNvSpPr txBox="1"/>
          <p:nvPr/>
        </p:nvSpPr>
        <p:spPr>
          <a:xfrm>
            <a:off x="5099726" y="2172493"/>
            <a:ext cx="4464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 Feature                 Feature             Design of</a:t>
            </a:r>
          </a:p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Extraction             Selection            Classifier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94412-EB72-8543-1CAF-971316A74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9CA5C-1625-FA71-FA8E-29E7EA8F4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547697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TRAINING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 Image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2507" y="5466667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???                    ???                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362541" y="5466667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Class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EF7B51-3D0B-29C7-7C9A-E83A84608DAA}"/>
              </a:ext>
            </a:extLst>
          </p:cNvPr>
          <p:cNvSpPr txBox="1"/>
          <p:nvPr/>
        </p:nvSpPr>
        <p:spPr>
          <a:xfrm>
            <a:off x="5099726" y="2172493"/>
            <a:ext cx="4464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 Feature                 Feature             Design of</a:t>
            </a:r>
          </a:p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Extraction             Selection            Classifier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01CB2-05AD-17C8-C0BE-4C59463B1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8BF40-50B3-B39C-0F0F-237B09056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653533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2209070" y="367656"/>
            <a:ext cx="2523059" cy="335901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125524" y="4528834"/>
            <a:ext cx="8020320" cy="0"/>
          </a:xfrm>
          <a:prstGeom prst="line">
            <a:avLst/>
          </a:prstGeom>
          <a:ln w="12700" cmpd="sng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45523" y="14558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97923" y="16082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323" y="17606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2723" y="1913093"/>
            <a:ext cx="342813" cy="3763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363489" y="23101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15889" y="24625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68289" y="26149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20689" y="2767397"/>
            <a:ext cx="342813" cy="3763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83246" y="25107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735646" y="26631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888046" y="28155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40446" y="2967941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6291" y="518058"/>
            <a:ext cx="190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Images of different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known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809" y="1790133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1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4452" y="3262745"/>
            <a:ext cx="917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2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500" y="336301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Trebuchet MS"/>
              </a:rPr>
              <a:t>Class n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2764" y="2072224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22519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376710" y="2074216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9" name="Straight Arrow Connector 28"/>
          <p:cNvCxnSpPr>
            <a:stCxn id="25" idx="3"/>
            <a:endCxn id="26" idx="1"/>
          </p:cNvCxnSpPr>
          <p:nvPr/>
        </p:nvCxnSpPr>
        <p:spPr>
          <a:xfrm>
            <a:off x="6369610" y="2523435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3"/>
            <a:endCxn id="27" idx="1"/>
          </p:cNvCxnSpPr>
          <p:nvPr/>
        </p:nvCxnSpPr>
        <p:spPr>
          <a:xfrm>
            <a:off x="8109365" y="2525427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ight Arrow 32"/>
          <p:cNvSpPr/>
          <p:nvPr/>
        </p:nvSpPr>
        <p:spPr>
          <a:xfrm>
            <a:off x="4464785" y="2389742"/>
            <a:ext cx="517979" cy="30080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26471" y="4115042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1: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TRAINING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8490" y="4584970"/>
            <a:ext cx="2572239" cy="36933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Stage 2:  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TESTING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76137" y="5493428"/>
            <a:ext cx="342813" cy="37638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986802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640993" y="5201352"/>
            <a:ext cx="1386847" cy="90242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>
          <a:xfrm>
            <a:off x="4633893" y="5650571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3"/>
            <a:endCxn id="40" idx="1"/>
          </p:cNvCxnSpPr>
          <p:nvPr/>
        </p:nvCxnSpPr>
        <p:spPr>
          <a:xfrm>
            <a:off x="6373648" y="5652563"/>
            <a:ext cx="267344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27" idx="2"/>
            <a:endCxn id="40" idx="0"/>
          </p:cNvCxnSpPr>
          <p:nvPr/>
        </p:nvCxnSpPr>
        <p:spPr>
          <a:xfrm rot="5400000">
            <a:off x="7089920" y="3221137"/>
            <a:ext cx="2224713" cy="1735717"/>
          </a:xfrm>
          <a:prstGeom prst="bentConnector3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8044548" y="5652563"/>
            <a:ext cx="352908" cy="19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44492" y="5470673"/>
            <a:ext cx="2035533" cy="37836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Output: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92107" y="5455957"/>
            <a:ext cx="2491660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Input</a:t>
            </a:r>
            <a:r>
              <a:rPr lang="en-US" sz="2400" dirty="0" err="1">
                <a:solidFill>
                  <a:schemeClr val="bg1"/>
                </a:solidFill>
                <a:latin typeface="Gill Sans MT" panose="020B0502020104020203" pitchFamily="34" charset="77"/>
                <a:cs typeface="Trebuchet MS"/>
              </a:rPr>
              <a:t>A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: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Test Image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           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99726" y="2172493"/>
            <a:ext cx="4464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 Feature                 Feature             Design of</a:t>
            </a:r>
          </a:p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Extraction             Selection            Classifier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362541" y="5466667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Class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66744" y="5299545"/>
            <a:ext cx="123142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 Extraction of 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selected 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features</a:t>
            </a:r>
            <a:endParaRPr lang="en-US" sz="1400" dirty="0">
              <a:latin typeface="Gill Sans MT" panose="020B0502020104020203" pitchFamily="34" charset="7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71044" y="5502087"/>
            <a:ext cx="1135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Classification</a:t>
            </a:r>
            <a:endParaRPr lang="en-US" sz="1400" dirty="0">
              <a:latin typeface="Gill Sans MT" panose="020B05020201040202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1F91E-34BF-7047-365B-9503BB3D6958}"/>
              </a:ext>
            </a:extLst>
          </p:cNvPr>
          <p:cNvSpPr txBox="1"/>
          <p:nvPr/>
        </p:nvSpPr>
        <p:spPr>
          <a:xfrm>
            <a:off x="7435262" y="3753900"/>
            <a:ext cx="15340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Classifier</a:t>
            </a:r>
          </a:p>
          <a:p>
            <a:pPr algn="ctr"/>
            <a:r>
              <a:rPr lang="en-C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Parameters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BDBD27-6B62-0734-F5E0-67C03E8C8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PR01B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0D3C9-8263-35EA-186A-E070E0BF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35457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2364</Words>
  <Application>Microsoft Macintosh PowerPoint</Application>
  <PresentationFormat>Widescreen</PresentationFormat>
  <Paragraphs>912</Paragraphs>
  <Slides>62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7" baseType="lpstr">
      <vt:lpstr>Aptos Display</vt:lpstr>
      <vt:lpstr>Arial</vt:lpstr>
      <vt:lpstr>Gill Sans MT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20</cp:revision>
  <dcterms:created xsi:type="dcterms:W3CDTF">2026-03-08T16:41:49Z</dcterms:created>
  <dcterms:modified xsi:type="dcterms:W3CDTF">2026-08-04T22:12:42Z</dcterms:modified>
</cp:coreProperties>
</file>