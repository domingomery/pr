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7" r:id="rId2"/>
    <p:sldId id="321" r:id="rId3"/>
    <p:sldId id="322" r:id="rId4"/>
    <p:sldId id="323" r:id="rId5"/>
    <p:sldId id="259" r:id="rId6"/>
    <p:sldId id="260" r:id="rId7"/>
    <p:sldId id="261" r:id="rId8"/>
    <p:sldId id="262" r:id="rId9"/>
    <p:sldId id="277" r:id="rId10"/>
    <p:sldId id="272" r:id="rId11"/>
    <p:sldId id="274" r:id="rId12"/>
    <p:sldId id="278" r:id="rId13"/>
    <p:sldId id="275" r:id="rId14"/>
    <p:sldId id="276" r:id="rId15"/>
    <p:sldId id="279" r:id="rId16"/>
    <p:sldId id="263" r:id="rId17"/>
    <p:sldId id="264" r:id="rId18"/>
    <p:sldId id="265" r:id="rId19"/>
    <p:sldId id="267" r:id="rId20"/>
    <p:sldId id="268" r:id="rId21"/>
    <p:sldId id="269" r:id="rId22"/>
    <p:sldId id="270" r:id="rId23"/>
    <p:sldId id="271" r:id="rId24"/>
    <p:sldId id="324" r:id="rId25"/>
    <p:sldId id="291" r:id="rId26"/>
    <p:sldId id="289" r:id="rId27"/>
    <p:sldId id="287" r:id="rId28"/>
    <p:sldId id="299" r:id="rId29"/>
    <p:sldId id="292" r:id="rId30"/>
    <p:sldId id="293" r:id="rId31"/>
    <p:sldId id="300" r:id="rId32"/>
    <p:sldId id="301" r:id="rId33"/>
    <p:sldId id="294" r:id="rId34"/>
    <p:sldId id="317" r:id="rId35"/>
    <p:sldId id="303" r:id="rId36"/>
    <p:sldId id="304" r:id="rId37"/>
    <p:sldId id="309" r:id="rId38"/>
    <p:sldId id="295" r:id="rId39"/>
    <p:sldId id="305" r:id="rId40"/>
    <p:sldId id="306" r:id="rId41"/>
    <p:sldId id="307" r:id="rId42"/>
    <p:sldId id="318" r:id="rId43"/>
    <p:sldId id="319" r:id="rId44"/>
    <p:sldId id="320" r:id="rId45"/>
    <p:sldId id="296" r:id="rId46"/>
    <p:sldId id="308" r:id="rId47"/>
    <p:sldId id="310" r:id="rId48"/>
    <p:sldId id="297" r:id="rId49"/>
    <p:sldId id="311" r:id="rId50"/>
    <p:sldId id="298" r:id="rId51"/>
    <p:sldId id="314" r:id="rId52"/>
    <p:sldId id="312" r:id="rId53"/>
    <p:sldId id="313" r:id="rId54"/>
    <p:sldId id="315" r:id="rId55"/>
    <p:sldId id="316" r:id="rId56"/>
    <p:sldId id="326" r:id="rId57"/>
    <p:sldId id="283" r:id="rId58"/>
    <p:sldId id="282" r:id="rId59"/>
    <p:sldId id="285" r:id="rId60"/>
    <p:sldId id="286" r:id="rId61"/>
    <p:sldId id="327" r:id="rId62"/>
    <p:sldId id="288" r:id="rId63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04-08-26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81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398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8B05D-FD04-9247-A09E-5A81F5BAA23E}" type="slidenum">
              <a:rPr lang="en-US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71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C48E1-00D8-B84D-8B17-ECB8668D277F}" type="slidenum">
              <a:rPr lang="en-US"/>
              <a:pPr/>
              <a:t>6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6911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057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B48B6B-51EB-CF43-8569-F71483022BEB}" type="slidenum">
              <a:rPr lang="en-US"/>
              <a:pPr/>
              <a:t>8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5871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C7B592-F7C7-8240-9D42-7F257EA50DC4}" type="slidenum">
              <a:rPr lang="en-US"/>
              <a:pPr/>
              <a:t>9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6223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1509D-C680-0E4D-9BBA-4A76974DCB3C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5444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765A63-1613-614A-8327-A21BEBE4E51E}" type="slidenum">
              <a:rPr lang="en-US"/>
              <a:pPr/>
              <a:t>11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774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199892-A871-2748-A978-3D34311E71A0}" type="slidenum">
              <a:rPr lang="en-US"/>
              <a:pPr/>
              <a:t>12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6547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4EDB72-0FFB-1D43-8D46-4A7CFCBA0869}" type="slidenum">
              <a:rPr lang="en-US"/>
              <a:pPr/>
              <a:t>13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112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054B34-BC46-AF47-A649-0A476A43B61D}" type="slidenum">
              <a:rPr lang="en-US"/>
              <a:pPr/>
              <a:t>14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37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37C008-256B-424B-A11B-6F164C9C9BCB}" type="slidenum">
              <a:rPr lang="en-US"/>
              <a:pPr/>
              <a:t>15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060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C4434A-1110-DD48-AA0D-5851173680BD}" type="slidenum">
              <a:rPr lang="en-US"/>
              <a:pPr/>
              <a:t>16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2916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660E79-4186-9946-AF79-60B84A4C1AE0}" type="slidenum">
              <a:rPr lang="en-US"/>
              <a:pPr/>
              <a:t>17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962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947186-941B-3446-A256-EDFFE9101F4F}" type="slidenum">
              <a:rPr lang="en-US"/>
              <a:pPr/>
              <a:t>18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7780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F6F63-CA74-9748-B5A4-6161E1316516}" type="slidenum">
              <a:rPr lang="en-US"/>
              <a:pPr/>
              <a:t>19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7601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5800D-3179-E040-8AB0-9B6A77C82426}" type="slidenum">
              <a:rPr lang="en-US"/>
              <a:pPr/>
              <a:t>20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138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815D40-3017-714F-9D84-6A30A7C61581}" type="slidenum">
              <a:rPr lang="en-US"/>
              <a:pPr/>
              <a:t>21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04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F4C6CB-DF56-0247-BBAB-31157F0869C8}" type="slidenum">
              <a:rPr lang="en-US"/>
              <a:pPr/>
              <a:t>22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839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9EEF1E-AA51-9549-BC93-9582720DF933}" type="slidenum">
              <a:rPr lang="en-US"/>
              <a:pPr/>
              <a:t>23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89715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9338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6402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8141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8892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886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2237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7367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8925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76419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24802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5684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7269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3717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60008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1222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646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78114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82839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0091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6064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80006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00681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844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15887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81726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1668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16943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02752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13311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3793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795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PR01B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0" Type="http://schemas.openxmlformats.org/officeDocument/2006/relationships/image" Target="../media/image17.emf"/><Relationship Id="rId4" Type="http://schemas.openxmlformats.org/officeDocument/2006/relationships/image" Target="../media/image11.png"/><Relationship Id="rId9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20.emf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1.png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9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2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31333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Formulación Metodológica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 – PR01B)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6D65B-3884-95C1-693B-2BFF55B7C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28" b="89992" l="10000" r="90781">
                        <a14:foregroundMark x1="73073" y1="25380" x2="73073" y2="25380"/>
                        <a14:foregroundMark x1="61146" y1="51081" x2="61146" y2="51081"/>
                        <a14:foregroundMark x1="64896" y1="32906" x2="64896" y2="32906"/>
                        <a14:foregroundMark x1="73646" y1="28263" x2="73646" y2="28263"/>
                        <a14:foregroundMark x1="90781" y1="27702" x2="90781" y2="27702"/>
                        <a14:backgroundMark x1="68698" y1="54043" x2="78021" y2="54043"/>
                        <a14:backgroundMark x1="78438" y1="35629" x2="79375" y2="29784"/>
                        <a14:backgroundMark x1="58438" y1="34748" x2="59531" y2="45236"/>
                        <a14:backgroundMark x1="59531" y1="45236" x2="58802" y2="47638"/>
                        <a14:backgroundMark x1="58229" y1="64291" x2="58646" y2="69015"/>
                        <a14:backgroundMark x1="28177" y1="54043" x2="28177" y2="5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8393" y="2363235"/>
            <a:ext cx="6963774" cy="4526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59FDC-28D2-AAD3-F8A8-4F355834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6678-3BC3-BA8C-8ED1-11CE0403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754FAFCB-1671-02BE-D3F9-6CBBD819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83" y="1931309"/>
            <a:ext cx="7772400" cy="5172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771320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Ejemplo: Mandarinas vs. Naranjas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A2F8F-AE9A-BF11-2C01-3DB6528F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1053-FDA4-06CE-F4FE-465DC01F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889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8368A-B937-95A7-E4AA-B837071B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0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6E4CB-DD73-CC4E-BAFD-E210A9F32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0" b="3333"/>
          <a:stretch/>
        </p:blipFill>
        <p:spPr>
          <a:xfrm rot="16200000">
            <a:off x="6465482" y="1652546"/>
            <a:ext cx="3645646" cy="415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66B765-4006-8B44-B527-4B0D48FE3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66655" y="1666775"/>
            <a:ext cx="3633608" cy="4114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E071A-5C41-614B-8154-B64A8F1C272C}"/>
              </a:ext>
            </a:extLst>
          </p:cNvPr>
          <p:cNvSpPr txBox="1"/>
          <p:nvPr/>
        </p:nvSpPr>
        <p:spPr>
          <a:xfrm>
            <a:off x="1810276" y="121513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06DBC-EEE0-674B-ABDD-C948DB29753E}"/>
              </a:ext>
            </a:extLst>
          </p:cNvPr>
          <p:cNvSpPr txBox="1"/>
          <p:nvPr/>
        </p:nvSpPr>
        <p:spPr>
          <a:xfrm>
            <a:off x="6282045" y="121513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9919C-62E7-F242-9D2E-AF3427677ABA}"/>
              </a:ext>
            </a:extLst>
          </p:cNvPr>
          <p:cNvSpPr/>
          <p:nvPr/>
        </p:nvSpPr>
        <p:spPr bwMode="auto">
          <a:xfrm>
            <a:off x="1676400" y="1733348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05023-3F6A-CC45-9818-58950CE4C41A}"/>
              </a:ext>
            </a:extLst>
          </p:cNvPr>
          <p:cNvSpPr/>
          <p:nvPr/>
        </p:nvSpPr>
        <p:spPr bwMode="auto">
          <a:xfrm>
            <a:off x="1553017" y="5486401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CC5F8-EB0F-0644-B163-203AB3CE0368}"/>
              </a:ext>
            </a:extLst>
          </p:cNvPr>
          <p:cNvSpPr/>
          <p:nvPr/>
        </p:nvSpPr>
        <p:spPr bwMode="auto">
          <a:xfrm>
            <a:off x="5940860" y="1905837"/>
            <a:ext cx="341185" cy="364564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A2C90-473A-F17C-AB0E-DC7C8B17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49273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778546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Medición del tamaño es una buena alternativa: (las mandarinas son más pequeñas)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0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965826" y="2551113"/>
            <a:ext cx="22841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15.457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2" name="Text Box 11"/>
          <p:cNvSpPr txBox="1">
            <a:spLocks noChangeArrowheads="1"/>
          </p:cNvSpPr>
          <p:nvPr/>
        </p:nvSpPr>
        <p:spPr bwMode="auto">
          <a:xfrm>
            <a:off x="6057901" y="4800600"/>
            <a:ext cx="22841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18.583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103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1" y="1905001"/>
            <a:ext cx="34448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A18-53AD-254C-8482-DB05AB23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FAE02-01B9-4C3A-FC7D-68C0CA26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1143001"/>
            <a:ext cx="43188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Recolección de información: Área en Pixeles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0399" name="Group 159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19.327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13.221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18.265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17.456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15.321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19.341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15.965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17.001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19.056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Naranja-75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15.900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Mandarina-50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13.439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F1526-B8F5-5F46-BD4E-D8500F16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976DE-D7AF-93AE-42B8-96AF852E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420BE-31C1-4044-AC7C-6285F47E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85990-19FA-8093-AB28-FDFB6637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4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5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6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7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8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9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200" name="Line 33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1" name="Line 34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2" name="Text Box 35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3" name="Line 36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4" name="Text Box 37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5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CCE840-6877-A54D-90C1-5DC9383C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718C8-342C-1930-F18B-9085B70B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2322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La separación es buena pero no es perfecta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3733800" y="2667000"/>
            <a:ext cx="609600" cy="685800"/>
            <a:chOff x="1392" y="1680"/>
            <a:chExt cx="384" cy="432"/>
          </a:xfrm>
        </p:grpSpPr>
        <p:sp>
          <p:nvSpPr>
            <p:cNvPr id="8228" name="Line 6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9" name="Line 7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199" name="Group 9"/>
          <p:cNvGrpSpPr>
            <a:grpSpLocks/>
          </p:cNvGrpSpPr>
          <p:nvPr/>
        </p:nvGrpSpPr>
        <p:grpSpPr bwMode="auto">
          <a:xfrm>
            <a:off x="7315200" y="4267200"/>
            <a:ext cx="609600" cy="685800"/>
            <a:chOff x="1392" y="1680"/>
            <a:chExt cx="384" cy="432"/>
          </a:xfrm>
        </p:grpSpPr>
        <p:sp>
          <p:nvSpPr>
            <p:cNvPr id="8226" name="Line 10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7" name="Line 11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200" name="Group 12"/>
          <p:cNvGrpSpPr>
            <a:grpSpLocks/>
          </p:cNvGrpSpPr>
          <p:nvPr/>
        </p:nvGrpSpPr>
        <p:grpSpPr bwMode="auto">
          <a:xfrm>
            <a:off x="7239000" y="3124200"/>
            <a:ext cx="304800" cy="381000"/>
            <a:chOff x="1392" y="1680"/>
            <a:chExt cx="384" cy="432"/>
          </a:xfrm>
        </p:grpSpPr>
        <p:sp>
          <p:nvSpPr>
            <p:cNvPr id="8224" name="Line 13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5" name="Line 14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201" name="Group 18"/>
          <p:cNvGrpSpPr>
            <a:grpSpLocks/>
          </p:cNvGrpSpPr>
          <p:nvPr/>
        </p:nvGrpSpPr>
        <p:grpSpPr bwMode="auto">
          <a:xfrm>
            <a:off x="3276600" y="4267200"/>
            <a:ext cx="304800" cy="381000"/>
            <a:chOff x="1392" y="1680"/>
            <a:chExt cx="384" cy="432"/>
          </a:xfrm>
        </p:grpSpPr>
        <p:sp>
          <p:nvSpPr>
            <p:cNvPr id="8222" name="Line 19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3" name="Line 20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8202" name="Freeform 21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3" name="Freeform 22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4" name="Freeform 23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5" name="Freeform 24"/>
          <p:cNvSpPr>
            <a:spLocks/>
          </p:cNvSpPr>
          <p:nvPr/>
        </p:nvSpPr>
        <p:spPr bwMode="auto">
          <a:xfrm>
            <a:off x="5943600" y="2743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6" name="Freeform 25"/>
          <p:cNvSpPr>
            <a:spLocks/>
          </p:cNvSpPr>
          <p:nvPr/>
        </p:nvSpPr>
        <p:spPr bwMode="auto">
          <a:xfrm>
            <a:off x="4953000" y="3810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7" name="Freeform 26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8" name="Freeform 27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9" name="Freeform 28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0" name="Freeform 29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1" name="Freeform 31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2" name="Freeform 32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3" name="Freeform 33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4" name="Freeform 34"/>
          <p:cNvSpPr>
            <a:spLocks/>
          </p:cNvSpPr>
          <p:nvPr/>
        </p:nvSpPr>
        <p:spPr bwMode="auto">
          <a:xfrm>
            <a:off x="9144000" y="2286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5" name="Freeform 35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6" name="Freeform 36"/>
          <p:cNvSpPr>
            <a:spLocks/>
          </p:cNvSpPr>
          <p:nvPr/>
        </p:nvSpPr>
        <p:spPr bwMode="auto">
          <a:xfrm>
            <a:off x="6324600" y="4038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7" name="Freeform 45"/>
          <p:cNvSpPr>
            <a:spLocks/>
          </p:cNvSpPr>
          <p:nvPr/>
        </p:nvSpPr>
        <p:spPr bwMode="auto">
          <a:xfrm>
            <a:off x="4953000" y="2819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8" name="Freeform 46"/>
          <p:cNvSpPr>
            <a:spLocks/>
          </p:cNvSpPr>
          <p:nvPr/>
        </p:nvSpPr>
        <p:spPr bwMode="auto">
          <a:xfrm>
            <a:off x="4114800" y="3733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9" name="Freeform 47"/>
          <p:cNvSpPr>
            <a:spLocks/>
          </p:cNvSpPr>
          <p:nvPr/>
        </p:nvSpPr>
        <p:spPr bwMode="auto">
          <a:xfrm>
            <a:off x="2743200" y="3124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20" name="Freeform 48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21" name="Freeform 49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04FDB-B613-C24C-9A9B-8FB134F6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9CC21-78B9-BF44-3135-F5FAB69C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2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3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4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5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6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7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8" name="Line 33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49" name="Line 34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0" name="Text Box 35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1" name="Line 36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2" name="Text Box 37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3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4" name="Rectangle 39"/>
          <p:cNvSpPr>
            <a:spLocks noChangeArrowheads="1"/>
          </p:cNvSpPr>
          <p:nvPr/>
        </p:nvSpPr>
        <p:spPr bwMode="auto">
          <a:xfrm rot="-1663695">
            <a:off x="1228725" y="2397125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las mandarinas son mucho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más caras que las naranjas?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9255" name="Text Box 41"/>
          <p:cNvSpPr txBox="1">
            <a:spLocks noChangeArrowheads="1"/>
          </p:cNvSpPr>
          <p:nvPr/>
        </p:nvSpPr>
        <p:spPr bwMode="auto">
          <a:xfrm>
            <a:off x="6267451" y="3962400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solidFill>
                  <a:srgbClr val="FF3300"/>
                </a:solidFill>
                <a:latin typeface="Gill Sans MT" panose="020B0502020104020203" pitchFamily="34" charset="77"/>
              </a:rPr>
              <a:t>?????</a:t>
            </a:r>
            <a:endParaRPr lang="en-US" dirty="0">
              <a:solidFill>
                <a:srgbClr val="FF3300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Line 42"/>
          <p:cNvSpPr>
            <a:spLocks noChangeShapeType="1"/>
          </p:cNvSpPr>
          <p:nvPr/>
        </p:nvSpPr>
        <p:spPr bwMode="auto">
          <a:xfrm>
            <a:off x="67056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7" name="Line 43"/>
          <p:cNvSpPr>
            <a:spLocks noChangeShapeType="1"/>
          </p:cNvSpPr>
          <p:nvPr/>
        </p:nvSpPr>
        <p:spPr bwMode="auto">
          <a:xfrm flipH="1">
            <a:off x="57912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444A4-6C8D-3C44-A75D-EFE601BC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0D66D-E57B-2D5B-F042-21599141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7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8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9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0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1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2" name="Line 33"/>
          <p:cNvSpPr>
            <a:spLocks noChangeShapeType="1"/>
          </p:cNvSpPr>
          <p:nvPr/>
        </p:nvSpPr>
        <p:spPr bwMode="auto">
          <a:xfrm>
            <a:off x="73914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3" name="Line 34"/>
          <p:cNvSpPr>
            <a:spLocks noChangeShapeType="1"/>
          </p:cNvSpPr>
          <p:nvPr/>
        </p:nvSpPr>
        <p:spPr bwMode="auto">
          <a:xfrm>
            <a:off x="73914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4" name="Text Box 35"/>
          <p:cNvSpPr txBox="1">
            <a:spLocks noChangeArrowheads="1"/>
          </p:cNvSpPr>
          <p:nvPr/>
        </p:nvSpPr>
        <p:spPr bwMode="auto">
          <a:xfrm>
            <a:off x="75438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5" name="Line 36"/>
          <p:cNvSpPr>
            <a:spLocks noChangeShapeType="1"/>
          </p:cNvSpPr>
          <p:nvPr/>
        </p:nvSpPr>
        <p:spPr bwMode="auto">
          <a:xfrm flipH="1">
            <a:off x="64770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6" name="Text Box 37"/>
          <p:cNvSpPr txBox="1">
            <a:spLocks noChangeArrowheads="1"/>
          </p:cNvSpPr>
          <p:nvPr/>
        </p:nvSpPr>
        <p:spPr bwMode="auto">
          <a:xfrm>
            <a:off x="60198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7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8" name="Rectangle 39"/>
          <p:cNvSpPr>
            <a:spLocks noChangeArrowheads="1"/>
          </p:cNvSpPr>
          <p:nvPr/>
        </p:nvSpPr>
        <p:spPr bwMode="auto">
          <a:xfrm rot="-1663695">
            <a:off x="1228725" y="2397125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las mandarinas son mucho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más caras que las naranjas?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D484F4-347F-6947-B2BC-048C36656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505199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¿Es ético esto?</a:t>
            </a:r>
            <a:endParaRPr lang="en-US" sz="4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FE547-9685-DA49-B866-F961841C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34A30-C4E9-6338-5472-01FA1730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2362201" y="5431553"/>
            <a:ext cx="650646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Todas las mandarinas son clasificadas perfectamente</a:t>
            </a:r>
          </a:p>
          <a:p>
            <a:r>
              <a:rPr lang="es-CL" dirty="0">
                <a:latin typeface="Gill Sans MT" panose="020B0502020104020203" pitchFamily="34" charset="77"/>
              </a:rPr>
              <a:t>… pero el costo es que hay varias naranjas mal clasificadas</a:t>
            </a:r>
          </a:p>
          <a:p>
            <a:r>
              <a:rPr lang="es-CL" dirty="0">
                <a:latin typeface="Gill Sans MT" panose="020B0502020104020203" pitchFamily="34" charset="77"/>
              </a:rPr>
              <a:t>se venden muchas naranjas como si fueran mandarinas (no es ético)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3733800" y="2667000"/>
            <a:ext cx="609600" cy="685800"/>
            <a:chOff x="1392" y="1680"/>
            <a:chExt cx="384" cy="432"/>
          </a:xfrm>
        </p:grpSpPr>
        <p:sp>
          <p:nvSpPr>
            <p:cNvPr id="11300" name="Line 7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301" name="Line 8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1271" name="Group 9"/>
          <p:cNvGrpSpPr>
            <a:grpSpLocks/>
          </p:cNvGrpSpPr>
          <p:nvPr/>
        </p:nvGrpSpPr>
        <p:grpSpPr bwMode="auto">
          <a:xfrm>
            <a:off x="7315200" y="4267200"/>
            <a:ext cx="609600" cy="685800"/>
            <a:chOff x="1392" y="1680"/>
            <a:chExt cx="384" cy="432"/>
          </a:xfrm>
        </p:grpSpPr>
        <p:sp>
          <p:nvSpPr>
            <p:cNvPr id="11298" name="Line 10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9" name="Line 11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272" name="Freeform 18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3" name="Freeform 19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4" name="Freeform 20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5" name="Freeform 23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6" name="Freeform 24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7" name="Freeform 25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8" name="Freeform 26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9" name="Freeform 27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0" name="Freeform 28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1" name="Freeform 29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2" name="Freeform 30"/>
          <p:cNvSpPr>
            <a:spLocks/>
          </p:cNvSpPr>
          <p:nvPr/>
        </p:nvSpPr>
        <p:spPr bwMode="auto">
          <a:xfrm>
            <a:off x="9144000" y="2286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3" name="Freeform 31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4" name="Freeform 32"/>
          <p:cNvSpPr>
            <a:spLocks/>
          </p:cNvSpPr>
          <p:nvPr/>
        </p:nvSpPr>
        <p:spPr bwMode="auto">
          <a:xfrm>
            <a:off x="6324600" y="4038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5" name="Freeform 33"/>
          <p:cNvSpPr>
            <a:spLocks/>
          </p:cNvSpPr>
          <p:nvPr/>
        </p:nvSpPr>
        <p:spPr bwMode="auto">
          <a:xfrm>
            <a:off x="4953000" y="2819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6" name="Freeform 34"/>
          <p:cNvSpPr>
            <a:spLocks/>
          </p:cNvSpPr>
          <p:nvPr/>
        </p:nvSpPr>
        <p:spPr bwMode="auto">
          <a:xfrm>
            <a:off x="4114800" y="3733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7" name="Freeform 35"/>
          <p:cNvSpPr>
            <a:spLocks/>
          </p:cNvSpPr>
          <p:nvPr/>
        </p:nvSpPr>
        <p:spPr bwMode="auto">
          <a:xfrm>
            <a:off x="2743200" y="3124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8" name="Freeform 36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9" name="Freeform 37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90" name="Freeform 38"/>
          <p:cNvSpPr>
            <a:spLocks/>
          </p:cNvSpPr>
          <p:nvPr/>
        </p:nvSpPr>
        <p:spPr bwMode="auto">
          <a:xfrm>
            <a:off x="3276600" y="4267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91" name="Freeform 39"/>
          <p:cNvSpPr>
            <a:spLocks/>
          </p:cNvSpPr>
          <p:nvPr/>
        </p:nvSpPr>
        <p:spPr bwMode="auto">
          <a:xfrm>
            <a:off x="7315200" y="3048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1292" name="Group 40"/>
          <p:cNvGrpSpPr>
            <a:grpSpLocks/>
          </p:cNvGrpSpPr>
          <p:nvPr/>
        </p:nvGrpSpPr>
        <p:grpSpPr bwMode="auto">
          <a:xfrm>
            <a:off x="6019800" y="2819400"/>
            <a:ext cx="609600" cy="685800"/>
            <a:chOff x="1392" y="1680"/>
            <a:chExt cx="384" cy="432"/>
          </a:xfrm>
        </p:grpSpPr>
        <p:sp>
          <p:nvSpPr>
            <p:cNvPr id="11296" name="Line 41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7" name="Line 42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1293" name="Group 43"/>
          <p:cNvGrpSpPr>
            <a:grpSpLocks/>
          </p:cNvGrpSpPr>
          <p:nvPr/>
        </p:nvGrpSpPr>
        <p:grpSpPr bwMode="auto">
          <a:xfrm>
            <a:off x="5029200" y="3810000"/>
            <a:ext cx="609600" cy="685800"/>
            <a:chOff x="1392" y="1680"/>
            <a:chExt cx="384" cy="432"/>
          </a:xfrm>
        </p:grpSpPr>
        <p:sp>
          <p:nvSpPr>
            <p:cNvPr id="11294" name="Line 44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5" name="Line 45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7E73A-F13E-B944-9EDA-5A954807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96033-2CBF-B5C2-C52C-A2840D25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1" name="Line 33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3" name="Line 35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6" name="Text Box 39"/>
          <p:cNvSpPr txBox="1">
            <a:spLocks noChangeArrowheads="1"/>
          </p:cNvSpPr>
          <p:nvPr/>
        </p:nvSpPr>
        <p:spPr bwMode="auto">
          <a:xfrm>
            <a:off x="6267451" y="3962400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solidFill>
                  <a:srgbClr val="FF3300"/>
                </a:solidFill>
                <a:latin typeface="Gill Sans MT" panose="020B0502020104020203" pitchFamily="34" charset="77"/>
              </a:rPr>
              <a:t>?????</a:t>
            </a:r>
            <a:endParaRPr lang="en-US" dirty="0">
              <a:solidFill>
                <a:srgbClr val="FF33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327" name="Line 40"/>
          <p:cNvSpPr>
            <a:spLocks noChangeShapeType="1"/>
          </p:cNvSpPr>
          <p:nvPr/>
        </p:nvSpPr>
        <p:spPr bwMode="auto">
          <a:xfrm>
            <a:off x="67056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8" name="Line 41"/>
          <p:cNvSpPr>
            <a:spLocks noChangeShapeType="1"/>
          </p:cNvSpPr>
          <p:nvPr/>
        </p:nvSpPr>
        <p:spPr bwMode="auto">
          <a:xfrm flipH="1">
            <a:off x="57912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9" name="Rectangle 42"/>
          <p:cNvSpPr>
            <a:spLocks noChangeArrowheads="1"/>
          </p:cNvSpPr>
          <p:nvPr/>
        </p:nvSpPr>
        <p:spPr bwMode="auto">
          <a:xfrm rot="2445352">
            <a:off x="6629400" y="1371600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hay muchas más naranjas 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que mandarinas (y valen lo mismo)?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1EB32-D8FD-4B43-A186-BF72B393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A19F9-4E84-DF21-500C-667DC407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8" name="Rectangle 26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9" name="Rectangle 27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0" name="Rectangle 28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2" name="Rectangle 30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4" name="Line 32"/>
          <p:cNvSpPr>
            <a:spLocks noChangeShapeType="1"/>
          </p:cNvSpPr>
          <p:nvPr/>
        </p:nvSpPr>
        <p:spPr bwMode="auto">
          <a:xfrm>
            <a:off x="61722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5" name="Line 33"/>
          <p:cNvSpPr>
            <a:spLocks noChangeShapeType="1"/>
          </p:cNvSpPr>
          <p:nvPr/>
        </p:nvSpPr>
        <p:spPr bwMode="auto">
          <a:xfrm>
            <a:off x="6172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63246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 flipH="1">
            <a:off x="52578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8" name="Text Box 36"/>
          <p:cNvSpPr txBox="1">
            <a:spLocks noChangeArrowheads="1"/>
          </p:cNvSpPr>
          <p:nvPr/>
        </p:nvSpPr>
        <p:spPr bwMode="auto">
          <a:xfrm>
            <a:off x="48006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9" name="Text Box 37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 rot="2445352">
            <a:off x="6629400" y="1371600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hay muchas más naranjas 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que mandarinas (y valen lo mismo)?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973264-F1DD-A34A-8010-89BB4117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524AE-E936-D0A7-B542-127E6B1D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3194050" y="5715000"/>
            <a:ext cx="59260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Todas las naranjas son clasificadas perfectamente</a:t>
            </a:r>
          </a:p>
          <a:p>
            <a:r>
              <a:rPr lang="es-CL" dirty="0">
                <a:latin typeface="Gill Sans MT" panose="020B0502020104020203" pitchFamily="34" charset="77"/>
              </a:rPr>
              <a:t>… pero el costo es que hay varias mandarinas mal clasificadas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2" name="Freeform 12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3" name="Freeform 13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4" name="Freeform 14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5" name="Freeform 15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6" name="Freeform 16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7" name="Freeform 17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8" name="Freeform 18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9" name="Freeform 19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0" name="Freeform 20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1" name="Freeform 21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2" name="Freeform 23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3" name="Freeform 28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4" name="Freeform 29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5" name="Freeform 31"/>
          <p:cNvSpPr>
            <a:spLocks/>
          </p:cNvSpPr>
          <p:nvPr/>
        </p:nvSpPr>
        <p:spPr bwMode="auto">
          <a:xfrm>
            <a:off x="7315200" y="3048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6" name="Freeform 38"/>
          <p:cNvSpPr>
            <a:spLocks/>
          </p:cNvSpPr>
          <p:nvPr/>
        </p:nvSpPr>
        <p:spPr bwMode="auto">
          <a:xfrm>
            <a:off x="6019800" y="2743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7" name="Freeform 39"/>
          <p:cNvSpPr>
            <a:spLocks/>
          </p:cNvSpPr>
          <p:nvPr/>
        </p:nvSpPr>
        <p:spPr bwMode="auto">
          <a:xfrm>
            <a:off x="3657600" y="2590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8" name="Freeform 40"/>
          <p:cNvSpPr>
            <a:spLocks/>
          </p:cNvSpPr>
          <p:nvPr/>
        </p:nvSpPr>
        <p:spPr bwMode="auto">
          <a:xfrm>
            <a:off x="4953000" y="36576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4359" name="Group 41"/>
          <p:cNvGrpSpPr>
            <a:grpSpLocks/>
          </p:cNvGrpSpPr>
          <p:nvPr/>
        </p:nvGrpSpPr>
        <p:grpSpPr bwMode="auto">
          <a:xfrm>
            <a:off x="3276600" y="4267200"/>
            <a:ext cx="304800" cy="381000"/>
            <a:chOff x="1392" y="1680"/>
            <a:chExt cx="384" cy="432"/>
          </a:xfrm>
        </p:grpSpPr>
        <p:sp>
          <p:nvSpPr>
            <p:cNvPr id="14375" name="Line 42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6" name="Line 43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0" name="Group 44"/>
          <p:cNvGrpSpPr>
            <a:grpSpLocks/>
          </p:cNvGrpSpPr>
          <p:nvPr/>
        </p:nvGrpSpPr>
        <p:grpSpPr bwMode="auto">
          <a:xfrm>
            <a:off x="4114800" y="3733800"/>
            <a:ext cx="304800" cy="381000"/>
            <a:chOff x="1392" y="1680"/>
            <a:chExt cx="384" cy="432"/>
          </a:xfrm>
        </p:grpSpPr>
        <p:sp>
          <p:nvSpPr>
            <p:cNvPr id="14373" name="Line 45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4" name="Line 46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1" name="Group 47"/>
          <p:cNvGrpSpPr>
            <a:grpSpLocks/>
          </p:cNvGrpSpPr>
          <p:nvPr/>
        </p:nvGrpSpPr>
        <p:grpSpPr bwMode="auto">
          <a:xfrm>
            <a:off x="6324600" y="4114800"/>
            <a:ext cx="304800" cy="381000"/>
            <a:chOff x="1392" y="1680"/>
            <a:chExt cx="384" cy="432"/>
          </a:xfrm>
        </p:grpSpPr>
        <p:sp>
          <p:nvSpPr>
            <p:cNvPr id="14371" name="Line 48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2" name="Line 49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2" name="Group 50"/>
          <p:cNvGrpSpPr>
            <a:grpSpLocks/>
          </p:cNvGrpSpPr>
          <p:nvPr/>
        </p:nvGrpSpPr>
        <p:grpSpPr bwMode="auto">
          <a:xfrm>
            <a:off x="4876800" y="2895600"/>
            <a:ext cx="304800" cy="381000"/>
            <a:chOff x="1392" y="1680"/>
            <a:chExt cx="384" cy="432"/>
          </a:xfrm>
        </p:grpSpPr>
        <p:sp>
          <p:nvSpPr>
            <p:cNvPr id="14369" name="Line 51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0" name="Line 52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3" name="Group 53"/>
          <p:cNvGrpSpPr>
            <a:grpSpLocks/>
          </p:cNvGrpSpPr>
          <p:nvPr/>
        </p:nvGrpSpPr>
        <p:grpSpPr bwMode="auto">
          <a:xfrm>
            <a:off x="2743200" y="3200400"/>
            <a:ext cx="304800" cy="381000"/>
            <a:chOff x="1392" y="1680"/>
            <a:chExt cx="384" cy="432"/>
          </a:xfrm>
        </p:grpSpPr>
        <p:sp>
          <p:nvSpPr>
            <p:cNvPr id="14367" name="Line 54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68" name="Line 55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4" name="Group 56"/>
          <p:cNvGrpSpPr>
            <a:grpSpLocks/>
          </p:cNvGrpSpPr>
          <p:nvPr/>
        </p:nvGrpSpPr>
        <p:grpSpPr bwMode="auto">
          <a:xfrm>
            <a:off x="9144000" y="2209800"/>
            <a:ext cx="304800" cy="381000"/>
            <a:chOff x="1392" y="1680"/>
            <a:chExt cx="384" cy="432"/>
          </a:xfrm>
        </p:grpSpPr>
        <p:sp>
          <p:nvSpPr>
            <p:cNvPr id="14365" name="Line 57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66" name="Line 58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62678-20E7-E945-8AD3-4E71EFB3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0B679-EA51-6CCA-C345-4FAACE60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76400" y="685801"/>
            <a:ext cx="448712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mejorar el desempeño?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r>
              <a:rPr lang="es-CL" dirty="0">
                <a:latin typeface="Gill Sans MT" panose="020B0502020104020203" pitchFamily="34" charset="77"/>
              </a:rPr>
              <a:t>Medición del color es una segunda alternativa: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965825" y="2551113"/>
            <a:ext cx="15999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 = 23.6%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057901" y="4800600"/>
            <a:ext cx="14108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 = 46%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6629400" y="1219201"/>
            <a:ext cx="2880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(las naranjas son más verdes)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36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1" y="1981201"/>
            <a:ext cx="18764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562CE-97F3-8B43-BEC9-DD5A346D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478B5-127C-9F8C-17CF-C01E94A8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676401" y="1143001"/>
            <a:ext cx="472892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Recolección de información: Porcentaje de Verde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8437" name="Group 5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39.8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Naranja-75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38.7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Mandarina-50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6891BA-CA1A-424D-BE31-8F46CF90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C1023-D32B-BCAB-6970-B4C4BDD2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9448800" y="35417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9525000" y="5791201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919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15                20              25               30                35               40                 45%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7" name="Rectangle 20"/>
          <p:cNvSpPr>
            <a:spLocks noChangeArrowheads="1"/>
          </p:cNvSpPr>
          <p:nvPr/>
        </p:nvSpPr>
        <p:spPr bwMode="auto">
          <a:xfrm>
            <a:off x="3810000" y="3200400"/>
            <a:ext cx="533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28" name="Rectangle 21"/>
          <p:cNvSpPr>
            <a:spLocks noChangeArrowheads="1"/>
          </p:cNvSpPr>
          <p:nvPr/>
        </p:nvSpPr>
        <p:spPr bwMode="auto">
          <a:xfrm>
            <a:off x="4419600" y="28956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29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0" name="Rectangle 23"/>
          <p:cNvSpPr>
            <a:spLocks noChangeArrowheads="1"/>
          </p:cNvSpPr>
          <p:nvPr/>
        </p:nvSpPr>
        <p:spPr bwMode="auto">
          <a:xfrm>
            <a:off x="5638800" y="28194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1" name="Rectangle 24"/>
          <p:cNvSpPr>
            <a:spLocks noChangeArrowheads="1"/>
          </p:cNvSpPr>
          <p:nvPr/>
        </p:nvSpPr>
        <p:spPr bwMode="auto">
          <a:xfrm>
            <a:off x="6248400" y="3124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2" name="Rectangle 25"/>
          <p:cNvSpPr>
            <a:spLocks noChangeArrowheads="1"/>
          </p:cNvSpPr>
          <p:nvPr/>
        </p:nvSpPr>
        <p:spPr bwMode="auto">
          <a:xfrm>
            <a:off x="6858000" y="3276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3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4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5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6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7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BA9DA-FD68-4D48-B1AE-CEB93477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5E890-6FAE-6A90-080E-EF1846B4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9448800" y="35417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9525000" y="5791201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919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15                20              25               30                35               40                 45%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3810000" y="3200400"/>
            <a:ext cx="533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4419600" y="28956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5638800" y="28194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6248400" y="3124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6858000" y="3276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9" name="Rectangle 27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>
            <a:off x="7086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7239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4" name="Line 32"/>
          <p:cNvSpPr>
            <a:spLocks noChangeShapeType="1"/>
          </p:cNvSpPr>
          <p:nvPr/>
        </p:nvSpPr>
        <p:spPr bwMode="auto">
          <a:xfrm flipH="1">
            <a:off x="6172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5715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>
            <a:off x="7086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9B97E-B11A-E644-88D5-D639E03E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C5AC2-54F1-6397-7BF8-E8348178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1" name="Line 3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2" name="Line 3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3" name="Text Box 37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4" name="Text Box 3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5" name="Oval 3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6" name="Oval 4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7" name="Oval 4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8" name="Oval 4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9" name="Oval 4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0" name="Oval 4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1" name="Oval 4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2" name="Oval 4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73" name="Group 51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0643" name="Oval 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4" name="Oval 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5" name="Oval 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6" name="Oval 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74" name="Oval 5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5" name="Oval 5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6" name="Oval 5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7" name="Oval 5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8" name="Oval 5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9" name="Oval 5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0" name="Oval 5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1" name="Oval 5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82" name="Group 6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0639" name="Oval 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0" name="Oval 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1" name="Oval 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2" name="Oval 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83" name="Oval 6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4" name="Oval 6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5" name="Oval 6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6" name="Oval 6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7" name="Oval 6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8" name="Oval 7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9" name="Oval 7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0" name="Oval 7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91" name="Group 7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0635" name="Oval 7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6" name="Oval 7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7" name="Oval 7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8" name="Oval 7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92" name="Oval 7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3" name="Oval 7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4" name="Oval 8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5" name="Oval 8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6" name="Oval 8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7" name="Oval 8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98" name="Group 8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0631" name="Oval 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2" name="Oval 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3" name="Oval 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4" name="Oval 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99" name="Oval 8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0" name="Oval 9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1" name="Oval 9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2" name="Oval 9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3" name="Oval 9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4" name="Oval 9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5" name="Oval 9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06" name="Group 9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0627" name="Oval 9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8" name="Oval 9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9" name="Oval 9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0" name="Oval 10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07" name="Oval 10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8" name="Oval 10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9" name="Oval 10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0" name="Oval 10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11" name="Group 10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0623" name="Oval 10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4" name="Oval 10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5" name="Oval 10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6" name="Oval 10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12" name="Oval 11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3" name="Oval 11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4" name="Oval 11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5" name="Oval 11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6" name="Oval 11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7" name="Oval 11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8" name="Oval 11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9" name="Oval 11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20" name="Group 11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0619" name="Oval 1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0" name="Oval 1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1" name="Oval 1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2" name="Oval 1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21" name="Oval 12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2" name="Oval 12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3" name="Oval 12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4" name="Oval 12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5" name="Oval 12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6" name="Oval 12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7" name="Oval 12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8" name="Oval 13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29" name="Group 13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0615" name="Oval 13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6" name="Oval 13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7" name="Oval 13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8" name="Oval 13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30" name="Oval 13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1" name="Oval 13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2" name="Oval 13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3" name="Oval 13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4" name="Oval 14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5" name="Oval 14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6" name="Oval 14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7" name="Oval 14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38" name="Group 14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0611" name="Oval 14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2" name="Oval 14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3" name="Oval 14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4" name="Oval 14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39" name="Oval 14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0" name="Oval 15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1" name="Oval 15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2" name="Oval 15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3" name="Oval 15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4" name="Oval 15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45" name="Group 15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0607" name="Oval 15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8" name="Oval 15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9" name="Oval 15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0" name="Oval 15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46" name="Oval 16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7" name="Oval 16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8" name="Oval 16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9" name="Oval 16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0" name="Oval 16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1" name="Oval 16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2" name="Oval 16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53" name="Group 16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0603" name="Oval 16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4" name="Oval 16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5" name="Oval 17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6" name="Oval 17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54" name="Oval 17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5" name="Oval 17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6" name="Oval 17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7" name="Oval 17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58" name="Group 17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0599" name="Oval 17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0" name="Oval 17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1" name="Oval 17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2" name="Oval 18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59" name="Oval 18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0" name="Oval 18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1" name="Oval 18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2" name="Oval 18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3" name="Oval 18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4" name="Oval 18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5" name="Oval 18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6" name="Oval 18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7" name="Oval 18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8" name="Oval 19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9" name="Oval 19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0" name="Oval 19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71" name="Group 19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0595" name="Oval 19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6" name="Oval 19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7" name="Oval 19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8" name="Oval 19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72" name="Oval 19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3" name="Oval 19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4" name="Oval 20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5" name="Oval 20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6" name="Oval 20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7" name="Oval 20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8" name="Oval 20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9" name="Oval 20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0" name="Oval 20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1" name="Oval 20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2" name="Oval 20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3" name="Oval 20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4" name="Oval 21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85" name="Group 21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0591" name="Oval 21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2" name="Oval 21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3" name="Oval 21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4" name="Oval 21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86" name="Oval 21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7" name="Oval 21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8" name="Oval 21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9" name="Oval 21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0" name="Oval 22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1" name="Oval 22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2" name="Oval 22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3" name="Oval 22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94" name="Group 22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0587" name="Oval 2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8" name="Oval 2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9" name="Oval 2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0" name="Oval 2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95" name="Oval 22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6" name="Oval 23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7" name="Oval 23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8" name="Oval 23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9" name="Oval 23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0" name="Oval 23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1" name="Oval 23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2" name="Oval 23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03" name="Group 23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0583" name="Oval 2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4" name="Oval 2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5" name="Oval 2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6" name="Oval 2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04" name="Oval 24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5" name="Oval 24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6" name="Oval 24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7" name="Oval 24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8" name="Oval 24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9" name="Oval 24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10" name="Group 24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0579" name="Oval 24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0" name="Oval 25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1" name="Oval 25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2" name="Oval 25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11" name="Oval 25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2" name="Oval 25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3" name="Oval 25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4" name="Oval 25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5" name="Oval 25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6" name="Oval 25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7" name="Oval 25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18" name="Group 26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0575" name="Oval 2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6" name="Oval 2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7" name="Oval 2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8" name="Oval 2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19" name="Oval 26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0" name="Oval 26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1" name="Oval 26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2" name="Oval 26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23" name="Group 26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0571" name="Oval 27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2" name="Oval 27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3" name="Oval 27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4" name="Oval 27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24" name="Oval 27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5" name="Oval 27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6" name="Oval 27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7" name="Oval 27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8" name="Oval 27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9" name="Oval 27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0" name="Oval 28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1" name="Oval 28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32" name="Group 28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0567" name="Oval 28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8" name="Oval 28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9" name="Oval 28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0" name="Oval 28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33" name="Oval 28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4" name="Oval 28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5" name="Oval 28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6" name="Oval 29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7" name="Oval 29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8" name="Oval 29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9" name="Oval 29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0" name="Oval 29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41" name="Group 29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0563" name="Oval 2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4" name="Oval 2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5" name="Oval 2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6" name="Oval 2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42" name="Oval 30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3" name="Oval 30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4" name="Oval 30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5" name="Oval 30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6" name="Oval 30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7" name="Oval 30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8" name="Oval 30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9" name="Oval 30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50" name="Group 30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0559" name="Oval 30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0" name="Oval 31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1" name="Oval 31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2" name="Oval 31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51" name="Oval 31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2" name="Oval 31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3" name="Oval 31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4" name="Oval 31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5" name="Oval 31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6" name="Oval 31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57" name="Group 31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0555" name="Oval 32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6" name="Oval 32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7" name="Oval 32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8" name="Oval 32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58" name="Oval 32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9" name="Oval 32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0" name="Oval 32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1" name="Oval 32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2" name="Oval 32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3" name="Oval 32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4" name="Oval 33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65" name="Group 33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0551" name="Oval 33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2" name="Oval 33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3" name="Oval 33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4" name="Oval 33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66" name="Oval 33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7" name="Oval 33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8" name="Oval 33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9" name="Oval 33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70" name="Group 34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0547" name="Oval 34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8" name="Oval 34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9" name="Oval 34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0" name="Oval 34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71" name="Oval 34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2" name="Oval 34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3" name="Oval 34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4" name="Oval 34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5" name="Oval 34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6" name="Oval 35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7" name="Oval 35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8" name="Oval 35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79" name="Group 35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0543" name="Oval 3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4" name="Oval 3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5" name="Oval 3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6" name="Oval 3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80" name="Oval 35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1" name="Oval 35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2" name="Oval 36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3" name="Oval 36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4" name="Oval 36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5" name="Oval 36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6" name="Oval 36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7" name="Oval 36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88" name="Group 36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0539" name="Oval 3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0" name="Oval 3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1" name="Oval 3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2" name="Oval 3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89" name="Oval 37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0" name="Oval 37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1" name="Oval 37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2" name="Oval 37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3" name="Oval 37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4" name="Oval 37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5" name="Oval 37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6" name="Oval 37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97" name="Group 37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0535" name="Oval 38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6" name="Oval 38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7" name="Oval 38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8" name="Oval 38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98" name="Oval 38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9" name="Oval 38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0" name="Oval 38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1" name="Oval 38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2" name="Oval 38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3" name="Oval 38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04" name="Group 39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0531" name="Oval 39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2" name="Oval 39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3" name="Oval 39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4" name="Oval 39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05" name="Oval 39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6" name="Oval 39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7" name="Oval 39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8" name="Oval 39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9" name="Oval 39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0" name="Oval 40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1" name="Oval 40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12" name="Group 40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0527" name="Oval 40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8" name="Oval 40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9" name="Oval 40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0" name="Oval 40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13" name="Oval 40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4" name="Oval 40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5" name="Oval 40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6" name="Oval 41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17" name="Group 41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0523" name="Oval 41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4" name="Oval 41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5" name="Oval 41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6" name="Oval 41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18" name="Oval 41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9" name="Oval 41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0" name="Oval 41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1" name="Oval 41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2" name="Oval 42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3" name="Oval 42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4" name="Oval 42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5" name="Oval 42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6" name="Oval 42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7" name="Oval 42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8" name="Oval 42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9" name="Oval 42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30" name="Group 42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0519" name="Oval 42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0" name="Oval 43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1" name="Oval 43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2" name="Oval 43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31" name="Oval 43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2" name="Oval 43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3" name="Oval 43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4" name="Oval 43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5" name="Oval 43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6" name="Oval 43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7" name="Oval 43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8" name="Oval 44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9" name="Oval 44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0" name="Oval 44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1" name="Oval 44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2" name="Oval 44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3" name="Oval 44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44" name="Group 44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0515" name="Oval 4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6" name="Oval 4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7" name="Oval 4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8" name="Oval 4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45" name="Oval 45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6" name="Oval 45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7" name="Oval 45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8" name="Oval 45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9" name="Oval 45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0" name="Oval 45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1" name="Oval 45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2" name="Oval 45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53" name="Group 45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0511" name="Oval 46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2" name="Oval 46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3" name="Oval 46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4" name="Oval 46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54" name="Oval 46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5" name="Oval 46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6" name="Oval 46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7" name="Oval 46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8" name="Oval 46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9" name="Oval 46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0" name="Oval 47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1" name="Oval 47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62" name="Group 47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0507" name="Oval 4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8" name="Oval 4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9" name="Oval 4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0" name="Oval 4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63" name="Oval 47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4" name="Oval 47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5" name="Oval 47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6" name="Oval 48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7" name="Oval 48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8" name="Oval 48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69" name="Group 48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0503" name="Oval 48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4" name="Oval 48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5" name="Oval 48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6" name="Oval 48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70" name="Oval 48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1" name="Oval 48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2" name="Oval 49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3" name="Oval 49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4" name="Oval 49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5" name="Oval 49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6" name="Oval 49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77" name="Group 49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0499" name="Oval 4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0" name="Oval 4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1" name="Oval 4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2" name="Oval 4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78" name="Oval 50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9" name="Oval 50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0" name="Oval 50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1" name="Oval 50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82" name="Group 50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0495" name="Oval 50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6" name="Oval 50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7" name="Oval 50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8" name="Oval 50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83" name="Oval 74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4" name="Oval 745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5" name="Oval 746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6" name="Oval 747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7" name="Oval 748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8" name="Oval 749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9" name="Oval 750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0" name="Oval 751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91" name="Group 752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0491" name="Oval 7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2" name="Oval 7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3" name="Oval 7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4" name="Oval 7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92" name="Oval 757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3" name="Oval 758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4" name="Oval 759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5" name="Oval 760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6" name="Oval 761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7" name="Oval 762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8" name="Oval 763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9" name="Oval 764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00" name="Group 765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0487" name="Oval 7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8" name="Oval 7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9" name="Oval 7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0" name="Oval 7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01" name="Oval 77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2" name="Oval 77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3" name="Oval 77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4" name="Oval 77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5" name="Oval 77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6" name="Oval 77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7" name="Oval 77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8" name="Oval 777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09" name="Group 778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0483" name="Oval 7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4" name="Oval 7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5" name="Oval 7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6" name="Oval 7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10" name="Oval 783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1" name="Oval 784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2" name="Oval 785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3" name="Oval 786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4" name="Oval 787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5" name="Oval 788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16" name="Group 789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0479" name="Oval 7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0" name="Oval 7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1" name="Oval 7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2" name="Oval 7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17" name="Oval 794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8" name="Oval 795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9" name="Oval 796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0" name="Oval 797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1" name="Oval 798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2" name="Oval 799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3" name="Oval 800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24" name="Group 801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0475" name="Oval 8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6" name="Oval 8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7" name="Oval 8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8" name="Oval 8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25" name="Oval 806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6" name="Oval 807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7" name="Oval 808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8" name="Oval 809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29" name="Group 810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0471" name="Oval 8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2" name="Oval 8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3" name="Oval 8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4" name="Oval 8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30" name="Oval 81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1" name="Oval 816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2" name="Oval 817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3" name="Oval 818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4" name="Oval 819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5" name="Oval 820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6" name="Oval 821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7" name="Oval 822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38" name="Group 823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0467" name="Oval 8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8" name="Oval 8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9" name="Oval 8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0" name="Oval 8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39" name="Oval 828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0" name="Oval 829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1" name="Oval 830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2" name="Oval 831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3" name="Oval 832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4" name="Oval 833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5" name="Oval 834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6" name="Oval 835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47" name="Group 836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0463" name="Oval 8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4" name="Oval 8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5" name="Oval 8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6" name="Oval 8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48" name="Oval 841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9" name="Oval 842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0" name="Oval 843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1" name="Oval 844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2" name="Oval 845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3" name="Oval 846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4" name="Oval 847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5" name="Oval 848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56" name="Group 849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0459" name="Oval 8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0" name="Oval 8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1" name="Oval 8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2" name="Oval 8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57" name="Oval 854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8" name="Oval 855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9" name="Oval 856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0" name="Oval 857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1" name="Oval 858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2" name="Oval 859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63" name="Group 860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0455" name="Oval 8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6" name="Oval 8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7" name="Oval 8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8" name="Oval 8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64" name="Oval 865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5" name="Oval 866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6" name="Oval 867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7" name="Oval 868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8" name="Oval 869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9" name="Oval 870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0" name="Oval 871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71" name="Group 872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0451" name="Oval 8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2" name="Oval 8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3" name="Oval 8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4" name="Oval 8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72" name="Oval 877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3" name="Oval 878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4" name="Oval 879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5" name="Oval 880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76" name="Group 881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0447" name="Oval 8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8" name="Oval 8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9" name="Oval 8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0" name="Oval 8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77" name="Oval 886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8" name="Oval 887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9" name="Oval 88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0" name="Oval 889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1" name="Oval 89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2" name="Oval 891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3" name="Oval 892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4" name="Oval 893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5" name="Oval 89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6" name="Oval 895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7" name="Oval 896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8" name="Oval 897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89" name="Group 898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0443" name="Oval 8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4" name="Oval 9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5" name="Oval 9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6" name="Oval 9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90" name="Oval 903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1" name="Oval 904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2" name="Oval 905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3" name="Oval 906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4" name="Oval 907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5" name="Oval 90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6" name="Oval 909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7" name="Oval 910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8" name="Oval 911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9" name="Oval 912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0" name="Oval 913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1" name="Oval 914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2" name="Oval 915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03" name="Group 916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0439" name="Oval 9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0" name="Oval 9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1" name="Oval 9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2" name="Oval 9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04" name="Oval 921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5" name="Oval 922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6" name="Oval 923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7" name="Oval 924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8" name="Oval 925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9" name="Oval 926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0" name="Oval 927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1" name="Oval 928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12" name="Group 929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0435" name="Oval 9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6" name="Oval 9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7" name="Oval 9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8" name="Oval 9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13" name="Oval 934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4" name="Oval 935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5" name="Oval 936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6" name="Oval 937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7" name="Oval 938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8" name="Oval 939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9" name="Oval 940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0" name="Oval 941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21" name="Group 942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0431" name="Oval 9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2" name="Oval 9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3" name="Oval 9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4" name="Oval 9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22" name="Oval 947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3" name="Oval 948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4" name="Oval 949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5" name="Oval 950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6" name="Oval 951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7" name="Oval 952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28" name="Group 953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0427" name="Oval 9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8" name="Oval 9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9" name="Oval 9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0" name="Oval 9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29" name="Oval 958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0" name="Oval 959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1" name="Oval 960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2" name="Oval 961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3" name="Oval 962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4" name="Oval 963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5" name="Oval 964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36" name="Group 965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0423" name="Oval 9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4" name="Oval 9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5" name="Oval 9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6" name="Oval 9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37" name="Oval 970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8" name="Oval 971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9" name="Oval 972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40" name="Oval 973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41" name="Group 974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0419" name="Oval 9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0" name="Oval 9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1" name="Oval 9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2" name="Oval 9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2" name="Group 983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0415" name="AutoShape 979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6" name="AutoShape 980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7" name="AutoShape 981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8" name="AutoShape 982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3" name="Group 98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0411" name="AutoShape 9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2" name="AutoShape 9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3" name="AutoShape 9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4" name="AutoShape 9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4" name="Group 98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0407" name="AutoShape 9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8" name="AutoShape 9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9" name="AutoShape 9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0" name="AutoShape 9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5" name="Group 99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0403" name="AutoShape 9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4" name="AutoShape 9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5" name="AutoShape 9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6" name="AutoShape 9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6" name="Group 999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0399" name="AutoShape 10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0" name="AutoShape 10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1" name="AutoShape 10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2" name="AutoShape 10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7" name="Group 1004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0395" name="AutoShape 10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6" name="AutoShape 10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7" name="AutoShape 10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8" name="AutoShape 10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8" name="Group 1009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0391" name="AutoShape 10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2" name="AutoShape 10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3" name="AutoShape 10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4" name="AutoShape 10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9" name="Group 101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0387" name="AutoShape 10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8" name="AutoShape 10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9" name="AutoShape 10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0" name="AutoShape 10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0" name="Group 101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0383" name="AutoShape 10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4" name="AutoShape 10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5" name="AutoShape 10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6" name="AutoShape 10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1" name="Group 1024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0379" name="AutoShape 10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0" name="AutoShape 10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1" name="AutoShape 10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2" name="AutoShape 10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2" name="Group 1029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0375" name="AutoShape 10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6" name="AutoShape 10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7" name="AutoShape 10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8" name="AutoShape 10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3" name="Group 1034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0371" name="AutoShape 10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2" name="AutoShape 10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3" name="AutoShape 10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4" name="AutoShape 10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4" name="Group 1039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0367" name="AutoShape 10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8" name="AutoShape 10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9" name="AutoShape 10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0" name="AutoShape 10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5" name="Group 1044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0363" name="AutoShape 10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4" name="AutoShape 10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5" name="AutoShape 10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6" name="AutoShape 10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6" name="Group 1049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0359" name="AutoShape 10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0" name="AutoShape 10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1" name="AutoShape 10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2" name="AutoShape 10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7" name="Group 1054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0355" name="AutoShape 10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6" name="AutoShape 10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7" name="AutoShape 10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8" name="AutoShape 10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8" name="Group 1059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0351" name="AutoShape 10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2" name="AutoShape 10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3" name="AutoShape 10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4" name="AutoShape 10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9" name="Group 1064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0347" name="AutoShape 10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8" name="AutoShape 10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9" name="AutoShape 10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0" name="AutoShape 10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0" name="Group 1069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0343" name="AutoShape 10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4" name="AutoShape 10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5" name="AutoShape 10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6" name="AutoShape 10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1" name="Group 1074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0339" name="AutoShape 10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0" name="AutoShape 10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1" name="AutoShape 10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2" name="AutoShape 10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2" name="Group 107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0335" name="AutoShape 10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6" name="AutoShape 10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7" name="AutoShape 10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8" name="AutoShape 10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3" name="Group 108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331" name="AutoShape 10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2" name="AutoShape 10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3" name="AutoShape 10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4" name="AutoShape 10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4" name="Group 1089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0327" name="AutoShape 10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8" name="AutoShape 10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9" name="AutoShape 10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0" name="AutoShape 10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5" name="Group 1094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0323" name="AutoShape 10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4" name="AutoShape 10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5" name="AutoShape 10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6" name="AutoShape 10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6" name="Group 109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319" name="AutoShape 11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0" name="AutoShape 11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1" name="AutoShape 11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2" name="AutoShape 11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7" name="Group 110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315" name="AutoShape 11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6" name="AutoShape 11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7" name="AutoShape 11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8" name="AutoShape 11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8" name="Group 1109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0311" name="AutoShape 11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2" name="AutoShape 11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3" name="AutoShape 11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4" name="AutoShape 11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9" name="Group 111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307" name="AutoShape 11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8" name="AutoShape 11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9" name="AutoShape 11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0" name="AutoShape 11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0" name="Group 111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303" name="AutoShape 11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4" name="AutoShape 11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5" name="AutoShape 11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6" name="AutoShape 11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1" name="Group 112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0299" name="AutoShape 11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0" name="AutoShape 11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1" name="AutoShape 11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2" name="AutoShape 11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2" name="Group 112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95" name="AutoShape 11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6" name="AutoShape 11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7" name="AutoShape 11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8" name="AutoShape 11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3" name="Group 113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291" name="AutoShape 11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2" name="AutoShape 11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3" name="AutoShape 11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4" name="AutoShape 11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4" name="Group 1139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0287" name="AutoShape 11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8" name="AutoShape 11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9" name="AutoShape 11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0" name="AutoShape 11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5" name="Group 114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283" name="AutoShape 11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4" name="AutoShape 11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5" name="AutoShape 11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6" name="AutoShape 11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6" name="Group 114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0279" name="AutoShape 11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0" name="AutoShape 11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1" name="AutoShape 11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2" name="AutoShape 11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7" name="Group 11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275" name="AutoShape 11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6" name="AutoShape 11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7" name="AutoShape 11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8" name="AutoShape 11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8" name="Group 11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0271" name="AutoShape 11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2" name="AutoShape 11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3" name="AutoShape 11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4" name="AutoShape 11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9" name="Group 11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67" name="AutoShape 11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8" name="AutoShape 11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9" name="AutoShape 11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0" name="AutoShape 11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0" name="Group 116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263" name="AutoShape 11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4" name="AutoShape 11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5" name="AutoShape 11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6" name="AutoShape 11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1" name="Group 117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0259" name="AutoShape 11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0" name="AutoShape 11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1" name="AutoShape 11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2" name="AutoShape 11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2" name="Group 1179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0255" name="AutoShape 11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6" name="AutoShape 11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7" name="AutoShape 11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8" name="AutoShape 11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3" name="Group 118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51" name="AutoShape 11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2" name="AutoShape 11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3" name="AutoShape 11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4" name="AutoShape 11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4" name="Group 1189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0247" name="AutoShape 11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8" name="AutoShape 11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9" name="AutoShape 11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0" name="AutoShape 11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5" name="Group 1194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0243" name="AutoShape 11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4" name="AutoShape 11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5" name="AutoShape 11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6" name="AutoShape 11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6" name="Group 1199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0239" name="AutoShape 12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0" name="AutoShape 12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1" name="AutoShape 12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2" name="AutoShape 12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7" name="Group 1204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0235" name="AutoShape 12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6" name="AutoShape 12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7" name="AutoShape 12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8" name="AutoShape 12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88" name="Oval 1209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89" name="Oval 1210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0" name="Oval 1211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1" name="Oval 1212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2" name="Oval 1213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3" name="Oval 1214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4" name="Oval 121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5" name="Oval 1216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96" name="Group 1217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0231" name="AutoShape 12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2" name="AutoShape 12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3" name="AutoShape 12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4" name="AutoShape 12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7" name="Group 1222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0227" name="AutoShape 12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8" name="AutoShape 12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9" name="AutoShape 12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0" name="AutoShape 12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8" name="Group 122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0223" name="AutoShape 12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4" name="AutoShape 12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5" name="AutoShape 12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6" name="AutoShape 12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9" name="Group 123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0219" name="AutoShape 12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0" name="AutoShape 12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1" name="AutoShape 12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2" name="AutoShape 12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0" name="Group 1237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0215" name="AutoShape 12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6" name="AutoShape 12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7" name="AutoShape 12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8" name="AutoShape 12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1" name="Group 1242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0211" name="AutoShape 12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2" name="AutoShape 12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3" name="AutoShape 12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4" name="AutoShape 12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2" name="Group 1247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0207" name="AutoShape 12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8" name="AutoShape 12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9" name="AutoShape 12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0" name="AutoShape 12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3" name="Group 125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0203" name="AutoShape 12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4" name="AutoShape 12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5" name="AutoShape 12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6" name="AutoShape 12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4" name="Group 125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0199" name="AutoShape 12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0" name="AutoShape 12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1" name="AutoShape 12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2" name="AutoShape 12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5" name="Group 1262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0195" name="AutoShape 12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6" name="AutoShape 12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7" name="AutoShape 12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8" name="AutoShape 12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6" name="Group 1267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0191" name="AutoShape 12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2" name="AutoShape 12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3" name="AutoShape 12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4" name="AutoShape 12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7" name="Group 1272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0187" name="AutoShape 12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8" name="AutoShape 12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9" name="AutoShape 12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0" name="AutoShape 12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8" name="Group 1277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0183" name="AutoShape 12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4" name="AutoShape 12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5" name="AutoShape 12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6" name="AutoShape 12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9" name="Group 1282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0179" name="AutoShape 12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0" name="AutoShape 12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1" name="AutoShape 12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2" name="AutoShape 12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0" name="Group 1287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0175" name="AutoShape 12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6" name="AutoShape 12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7" name="AutoShape 12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8" name="AutoShape 12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1" name="Group 1292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0171" name="AutoShape 12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2" name="AutoShape 12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3" name="AutoShape 12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4" name="AutoShape 12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2" name="Group 1297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0167" name="AutoShape 12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8" name="AutoShape 12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9" name="AutoShape 13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0" name="AutoShape 13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3" name="Group 1302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0163" name="AutoShape 13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4" name="AutoShape 13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5" name="AutoShape 13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6" name="AutoShape 13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4" name="Group 1307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0159" name="AutoShape 13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0" name="AutoShape 13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1" name="AutoShape 13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2" name="AutoShape 13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5" name="Group 1312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0155" name="AutoShape 13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6" name="AutoShape 13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7" name="AutoShape 13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8" name="AutoShape 13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6" name="Group 1317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0151" name="AutoShape 13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2" name="AutoShape 13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3" name="AutoShape 13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4" name="AutoShape 13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7" name="Group 132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47" name="AutoShape 13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8" name="AutoShape 13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9" name="AutoShape 13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0" name="AutoShape 13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8" name="Group 1327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0143" name="AutoShape 13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4" name="AutoShape 13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5" name="AutoShape 13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6" name="AutoShape 13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9" name="Group 1332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0139" name="AutoShape 13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0" name="AutoShape 13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1" name="AutoShape 13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2" name="AutoShape 13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0" name="Group 133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135" name="AutoShape 13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6" name="AutoShape 13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7" name="AutoShape 13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8" name="AutoShape 13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1" name="Group 134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31" name="AutoShape 13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2" name="AutoShape 13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3" name="AutoShape 13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4" name="AutoShape 13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2" name="Group 1347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0127" name="AutoShape 13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8" name="AutoShape 13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9" name="AutoShape 13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0" name="AutoShape 13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3" name="Group 135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123" name="AutoShape 13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4" name="AutoShape 13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5" name="AutoShape 13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6" name="AutoShape 13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4" name="Group 135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119" name="AutoShape 13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0" name="AutoShape 13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1" name="AutoShape 13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2" name="AutoShape 13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5" name="Group 136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0115" name="AutoShape 13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6" name="AutoShape 13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7" name="AutoShape 13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8" name="AutoShape 13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6" name="Group 136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111" name="AutoShape 13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2" name="AutoShape 13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3" name="AutoShape 13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4" name="AutoShape 13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7" name="Group 137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07" name="AutoShape 13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8" name="AutoShape 13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9" name="AutoShape 13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0" name="AutoShape 13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8" name="Group 1377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0103" name="AutoShape 13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4" name="AutoShape 13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5" name="AutoShape 13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6" name="AutoShape 13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9" name="Group 138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099" name="AutoShape 13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0" name="AutoShape 13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1" name="AutoShape 13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2" name="AutoShape 13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0" name="Group 1387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0095" name="AutoShape 13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6" name="AutoShape 13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7" name="AutoShape 13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8" name="AutoShape 13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1" name="Group 13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091" name="AutoShape 13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2" name="AutoShape 13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3" name="AutoShape 13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4" name="AutoShape 13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2" name="Group 13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0087" name="AutoShape 13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8" name="AutoShape 13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9" name="AutoShape 14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0" name="AutoShape 14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3" name="Group 14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083" name="AutoShape 14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4" name="AutoShape 14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5" name="AutoShape 14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6" name="AutoShape 14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4" name="Group 140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079" name="AutoShape 14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0" name="AutoShape 14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1" name="AutoShape 14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2" name="AutoShape 14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5" name="Group 1412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0075" name="AutoShape 14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6" name="AutoShape 14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7" name="AutoShape 14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8" name="AutoShape 14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6" name="Group 1417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0071" name="AutoShape 14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2" name="AutoShape 14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3" name="AutoShape 14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4" name="AutoShape 14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7" name="Group 142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067" name="AutoShape 14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8" name="AutoShape 14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9" name="AutoShape 14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0" name="AutoShape 14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8" name="Group 1427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0063" name="AutoShape 14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4" name="AutoShape 14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5" name="AutoShape 14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6" name="AutoShape 14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9" name="Group 1432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0059" name="AutoShape 14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0" name="AutoShape 14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1" name="AutoShape 14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2" name="AutoShape 14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40" name="Group 1437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0055" name="AutoShape 14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6" name="AutoShape 14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7" name="AutoShape 14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8" name="AutoShape 14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41" name="Group 1442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0051" name="AutoShape 14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2" name="AutoShape 14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3" name="AutoShape 14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4" name="AutoShape 14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0042" name="Text Box 1447"/>
          <p:cNvSpPr txBox="1">
            <a:spLocks noChangeArrowheads="1"/>
          </p:cNvSpPr>
          <p:nvPr/>
        </p:nvSpPr>
        <p:spPr bwMode="auto">
          <a:xfrm rot="-2407244">
            <a:off x="4390717" y="2070378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3" name="Text Box 1449"/>
          <p:cNvSpPr txBox="1">
            <a:spLocks noChangeArrowheads="1"/>
          </p:cNvSpPr>
          <p:nvPr/>
        </p:nvSpPr>
        <p:spPr bwMode="auto">
          <a:xfrm rot="-2431308">
            <a:off x="3335191" y="2818092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4" name="Line 1451"/>
          <p:cNvSpPr>
            <a:spLocks noChangeShapeType="1"/>
          </p:cNvSpPr>
          <p:nvPr/>
        </p:nvSpPr>
        <p:spPr bwMode="auto">
          <a:xfrm>
            <a:off x="4343400" y="2438400"/>
            <a:ext cx="2971800" cy="3581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5" name="Line 1452"/>
          <p:cNvSpPr>
            <a:spLocks noChangeShapeType="1"/>
          </p:cNvSpPr>
          <p:nvPr/>
        </p:nvSpPr>
        <p:spPr bwMode="auto">
          <a:xfrm flipV="1">
            <a:off x="4267200" y="2438400"/>
            <a:ext cx="7620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0046" name="Group 1453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0047" name="AutoShape 1454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48" name="AutoShape 1455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49" name="AutoShape 1456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0" name="AutoShape 1457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C479F-AF3B-BB4C-AE15-9831C81C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F2F66-F9DE-BAEB-5145-51B2E16F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1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2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3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4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5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6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7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8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9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20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2688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9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90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91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21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2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3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4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5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6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7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8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29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2684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5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6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7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30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1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2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3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4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5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6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7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38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2680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1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2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3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39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0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1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2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3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4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45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2676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7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8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9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46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7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8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9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0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1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2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53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2672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3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4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5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54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5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6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7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58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2668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9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0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1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59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0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1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2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3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4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5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6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67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2664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5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6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7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68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9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0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1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2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3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4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5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76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2660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1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2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3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77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8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9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0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1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2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3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4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85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2656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7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8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9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86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7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8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9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0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1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92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2652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3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4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5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93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4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5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6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7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8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9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00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2648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9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0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1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01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2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3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4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05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2644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5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6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7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06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7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8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9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0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1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2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3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4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5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6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7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18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2640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1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2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3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19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0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1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2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3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4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5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6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7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8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9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0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1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32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2636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7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8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9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33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4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5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6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7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8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9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0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41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2632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3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4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5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42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3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4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5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6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7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8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9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50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2628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9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0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1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51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2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3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4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5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6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57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2624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5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6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7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58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9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0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1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2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3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4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65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2620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1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2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3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66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7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8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9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70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2616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7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8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9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71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2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3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4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5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6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7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8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79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2612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3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4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5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80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1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2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3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4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5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6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7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88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2608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9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0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1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89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0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1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2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3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4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5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6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97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2604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5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6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7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98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9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0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1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2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3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04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2600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1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2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3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05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6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7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8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9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0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1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12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2596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7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8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9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13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4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5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6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17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2592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3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4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5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18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9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0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1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2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3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4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5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26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2588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9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0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1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27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8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9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0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1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2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3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4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35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2584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5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6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7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36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7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8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9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0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1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2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3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44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2580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1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2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3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45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6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7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8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9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0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51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2576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7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8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9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52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3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4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5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6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7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8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59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2572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3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4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5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60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1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2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3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64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2568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9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0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1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65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6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7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8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9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0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1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2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3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4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5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6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77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2564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5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6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7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78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9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0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1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2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3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4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5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6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7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8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9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0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91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2560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1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2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3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92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3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4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5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6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7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8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9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00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2556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7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8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9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01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2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3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4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5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6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7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8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09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2552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3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4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5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10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1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2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3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4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5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16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2548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9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0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1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17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8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9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0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1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2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3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24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2544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5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6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7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25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6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7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8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29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2540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1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2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3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30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1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2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3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4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5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6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7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38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2536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7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8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9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39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0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1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2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3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4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5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6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47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2532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3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4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5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48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9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0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1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2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3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4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5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56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2528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9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0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1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57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8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9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0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1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2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63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2524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5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6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7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64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5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6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7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8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9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0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71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2520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1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2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3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72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3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4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5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76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2516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7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8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9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77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8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9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0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1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2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3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4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85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2512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3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4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5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86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7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8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9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0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1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2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3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94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2508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9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0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1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95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6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7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8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9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0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1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2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03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2504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5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6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7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04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5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6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7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8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9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10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2500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1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2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3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11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2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3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4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5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6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7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18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2496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7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8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9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19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0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1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2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23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2492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3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4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5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24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5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6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7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8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9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0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1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2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3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4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5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36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2488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9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0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1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37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8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9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0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1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2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3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4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5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6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7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8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9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50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2484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5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6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7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51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2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3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4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5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6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7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8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59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2480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1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2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3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60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1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2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3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4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5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6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7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68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2476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7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8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9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69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0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1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2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3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4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75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2472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3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4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5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76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7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8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9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0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1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2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83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2468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9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0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1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84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5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6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7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88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2464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5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6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7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89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2460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1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2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3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0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2456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7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8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9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1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2452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3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4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5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2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2448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9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0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1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3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2444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5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6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7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4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2440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1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2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3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5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2436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7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8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9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6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2432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3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4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5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7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2428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9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0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1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8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2424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5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6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7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9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2420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1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2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3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0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2416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7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8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9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1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2412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3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4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5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2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2408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9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0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1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3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2404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5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6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7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4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2400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1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2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3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5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2396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7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8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9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6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2392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3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4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5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7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2388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9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0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1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8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2384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5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6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7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9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2380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1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2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3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0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76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7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8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9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1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2372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3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4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5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2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2368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9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0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1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3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64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5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6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7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4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60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1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2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3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5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2356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7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8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9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6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52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3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4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5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7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48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9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0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1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8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2344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5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6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7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9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340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1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2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3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0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36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7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8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9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1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2332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3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4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5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2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28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9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0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1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3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2324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5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6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7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4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20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1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2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3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5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2316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7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8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9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6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312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3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4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5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7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08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9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0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1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8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2304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5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6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7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9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2300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1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2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3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0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296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7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8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9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1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2292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3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4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5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2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2288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9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0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1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3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2284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5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6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7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4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2280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1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2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3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35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6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7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8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9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0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1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2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2043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2276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7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8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9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4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2272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3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4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5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5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2268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9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0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1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6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2264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5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6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7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7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2260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1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2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3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8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2256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7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8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9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9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2252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3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4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5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0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2248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9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0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1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1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2244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5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6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7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2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2240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1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2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3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3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2236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7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8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9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4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2232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3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4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5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5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2228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9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0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1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6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2224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5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6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7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7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2220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1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2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3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8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2216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7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8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9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9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2212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3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4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5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0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2208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9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0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1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1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2204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5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6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7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2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2200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1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2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3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3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2196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7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8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9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4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92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3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4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5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5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2188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9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0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1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6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2184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5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6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7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7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80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1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2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3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8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76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7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8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9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9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2172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3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4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5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0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68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9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0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1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1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64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5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6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7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2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2160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1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2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3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3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56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7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8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9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4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52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3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4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5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5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2148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9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0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1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6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44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5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6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7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7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2140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1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2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3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8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36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7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8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9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9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2132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3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4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5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0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28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9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0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1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1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24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5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6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7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2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2120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1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2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3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3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2116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7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8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9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4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12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3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4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5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5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2108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9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0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1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6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2104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5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6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7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7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2100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1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2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3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8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2096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7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8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9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89" name="Freeform 1184"/>
          <p:cNvSpPr>
            <a:spLocks/>
          </p:cNvSpPr>
          <p:nvPr/>
        </p:nvSpPr>
        <p:spPr bwMode="auto">
          <a:xfrm>
            <a:off x="5400675" y="1920875"/>
            <a:ext cx="2051050" cy="3767138"/>
          </a:xfrm>
          <a:custGeom>
            <a:avLst/>
            <a:gdLst>
              <a:gd name="T0" fmla="*/ 0 w 1292"/>
              <a:gd name="T1" fmla="*/ 0 h 2373"/>
              <a:gd name="T2" fmla="*/ 2147483647 w 1292"/>
              <a:gd name="T3" fmla="*/ 2147483647 h 2373"/>
              <a:gd name="T4" fmla="*/ 2147483647 w 1292"/>
              <a:gd name="T5" fmla="*/ 2147483647 h 2373"/>
              <a:gd name="T6" fmla="*/ 0 60000 65536"/>
              <a:gd name="T7" fmla="*/ 0 60000 65536"/>
              <a:gd name="T8" fmla="*/ 0 60000 65536"/>
              <a:gd name="T9" fmla="*/ 0 w 1292"/>
              <a:gd name="T10" fmla="*/ 0 h 2373"/>
              <a:gd name="T11" fmla="*/ 1292 w 1292"/>
              <a:gd name="T12" fmla="*/ 2373 h 2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2" h="2373">
                <a:moveTo>
                  <a:pt x="0" y="0"/>
                </a:moveTo>
                <a:lnTo>
                  <a:pt x="31" y="1405"/>
                </a:lnTo>
                <a:lnTo>
                  <a:pt x="1292" y="2373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2090" name="Group 1186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2092" name="AutoShape 1187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3" name="AutoShape 1188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4" name="AutoShape 1189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5" name="AutoShape 1190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91" name="Text Box 1191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E1B96-C45A-8947-82EF-ED3DB47C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79B55-F995-41AE-A1A3-69AF66E5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9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60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1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2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3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4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5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6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7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68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4736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7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8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9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69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0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1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2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3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4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5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6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77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4732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3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4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5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78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9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0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1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2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3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4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5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86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4728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9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0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1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87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8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9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0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1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2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93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4724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5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6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7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94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5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6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7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8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9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0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01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4720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1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2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3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02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3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4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5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06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4716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7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8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9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07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8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9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0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1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2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3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4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15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4712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3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4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5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16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7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8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9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0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1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2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3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24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4708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9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0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1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25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6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7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8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9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0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1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2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33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4704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5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6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7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34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5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6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7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8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9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40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4700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1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2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3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41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2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3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4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5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6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7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48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4696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7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8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9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49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0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1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2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53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4692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3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4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5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54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5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6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7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8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9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0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1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2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3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4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5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66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4688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9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0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1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67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8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9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0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1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2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3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4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5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6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7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8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9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80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4684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5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6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7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81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2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3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4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5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6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7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8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89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4680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1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2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3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90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1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2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3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4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5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6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7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98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4676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7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8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9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99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0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1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2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3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4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05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4672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3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4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5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06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7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8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9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0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1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2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13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4668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9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0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1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14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5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6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7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18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4664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5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6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7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19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0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1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2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3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4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5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6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27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4660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1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2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3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28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9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0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1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2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3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4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5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36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4656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7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8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9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37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8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9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0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1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2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3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4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45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4652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3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4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5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46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7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8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9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0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1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52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4648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9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0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1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53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4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5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6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7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8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9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60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4644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5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6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7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61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2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3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4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65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4640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1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2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3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66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7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8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9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0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1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2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3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74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4636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7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8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9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75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6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7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8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9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0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1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2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83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4632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3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4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5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84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5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6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7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8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9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0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1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92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4628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9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0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1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93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4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5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6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7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8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99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4624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5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6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7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00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1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2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3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4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5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6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07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4620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1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2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3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08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9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0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1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12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4616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7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8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9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13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4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5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6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7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8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9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0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1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2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3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4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25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4612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3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4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5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26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7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8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9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0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1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2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3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4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5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6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7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8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39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4608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9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0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1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40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1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2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3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4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5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6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7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48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4604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5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6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7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49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0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1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2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3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4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5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6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57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4600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1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2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3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58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9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0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1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2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3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64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4596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7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8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9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65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6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7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8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9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0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1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72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4592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3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4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5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73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4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5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6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77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4588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9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0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1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78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9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0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1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2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3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4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5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86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4584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5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6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7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87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8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9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0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1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2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3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4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95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4580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1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2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3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96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7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8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9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0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1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2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3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04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4576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7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8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9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05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6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7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8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9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0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11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4572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3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4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5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12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3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4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5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6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7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8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19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4568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9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0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1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20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1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2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3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24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4564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5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6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7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25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6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7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8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9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0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1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2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33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4560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1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2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3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34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5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6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7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8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9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0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1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42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4556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7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8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9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43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4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5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6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7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8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9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0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51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4552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3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4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5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52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3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4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5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6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7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58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4548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9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0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1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59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0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1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2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3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4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5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66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4544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5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6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7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67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8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9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0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71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4540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1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2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3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72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3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4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5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6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7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8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9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0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1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2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3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84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4536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7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8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9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85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6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7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8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9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0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1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2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3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4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5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6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7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98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4532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3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4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5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99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0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1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2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3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4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5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6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07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4528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9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0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1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08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9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0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1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2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3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4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5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16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4524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5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6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7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17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8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9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0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1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2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23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4520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1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2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3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24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5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6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7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8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9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0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31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4516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7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8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9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32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3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4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5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36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4512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3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4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5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7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4508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9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0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1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8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4504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5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6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7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9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4500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1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2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3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0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4496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7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8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9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1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4492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3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4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5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2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4488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9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0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1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3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4484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5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6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7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4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4480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1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2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3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5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4476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7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8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9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6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4472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3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4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5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7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4468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9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0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1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8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4464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5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6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7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9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4460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1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2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3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0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4456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7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8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9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1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4452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3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4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5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2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4448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9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0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1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3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4444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5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6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7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4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4440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1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2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3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5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4436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7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8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9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6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4432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3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4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5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7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4428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9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0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1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8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424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5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6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7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9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4420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1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2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3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0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4416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7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8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9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1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412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3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4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5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2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408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9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0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1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3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4404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5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6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7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4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400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1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2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3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5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396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7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8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9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6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4392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3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4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5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7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88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9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0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1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8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384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5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6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7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9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4380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1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2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3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0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376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7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8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9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1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4372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3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4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5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2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368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9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0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1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3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4364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5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6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7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4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60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1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2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3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5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356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7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8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9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6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4352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3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4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5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7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4348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9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0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1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8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44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5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6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7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9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4340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1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2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3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0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4336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7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8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9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1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4332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3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4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5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2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4328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9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0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1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83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4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5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6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7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8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9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90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91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4324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5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6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7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2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4320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1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2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3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3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4316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7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8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9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4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4312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3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4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5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5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4308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9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0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1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6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4304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5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6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7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7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4300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1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2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3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8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4296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7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8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9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9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4292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3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4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5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0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4288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9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0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1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1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4284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5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6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7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2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4280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1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2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3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3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4276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7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8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9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4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4272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3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4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5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5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4268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9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0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1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6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4264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5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6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7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7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4260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1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2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3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8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4256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7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8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9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9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4252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3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4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5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0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4248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9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0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1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1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4244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5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6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7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2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40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1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2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3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3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4236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7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8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9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4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4232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3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4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5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5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228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9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0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1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6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24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5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6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7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7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4220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1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2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3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8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216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7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8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9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9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212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3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4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5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0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4208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9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0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1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1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204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5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6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7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2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00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1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2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3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3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4196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7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8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9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4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192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3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4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5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5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4188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9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0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1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6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184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5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6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7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7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4180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1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2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3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8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176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7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8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9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9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172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3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4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5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0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4168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9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0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1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1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4164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5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6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7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2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160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1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2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3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3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4156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7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8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9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4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4152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3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4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5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5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4148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9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0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1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6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4144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5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6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7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7" name="Group 1183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4140" name="AutoShape 1184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1" name="AutoShape 1185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2" name="AutoShape 1186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3" name="AutoShape 1187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138" name="Freeform 1188"/>
          <p:cNvSpPr>
            <a:spLocks/>
          </p:cNvSpPr>
          <p:nvPr/>
        </p:nvSpPr>
        <p:spPr bwMode="auto">
          <a:xfrm>
            <a:off x="5321300" y="1981200"/>
            <a:ext cx="2603500" cy="3543300"/>
          </a:xfrm>
          <a:custGeom>
            <a:avLst/>
            <a:gdLst>
              <a:gd name="T0" fmla="*/ 2147483647 w 1640"/>
              <a:gd name="T1" fmla="*/ 0 h 2232"/>
              <a:gd name="T2" fmla="*/ 2147483647 w 1640"/>
              <a:gd name="T3" fmla="*/ 2147483647 h 2232"/>
              <a:gd name="T4" fmla="*/ 2147483647 w 1640"/>
              <a:gd name="T5" fmla="*/ 2147483647 h 2232"/>
              <a:gd name="T6" fmla="*/ 2147483647 w 1640"/>
              <a:gd name="T7" fmla="*/ 2147483647 h 2232"/>
              <a:gd name="T8" fmla="*/ 2147483647 w 1640"/>
              <a:gd name="T9" fmla="*/ 2147483647 h 2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40"/>
              <a:gd name="T16" fmla="*/ 0 h 2232"/>
              <a:gd name="T17" fmla="*/ 1640 w 1640"/>
              <a:gd name="T18" fmla="*/ 2232 h 2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40" h="2232">
                <a:moveTo>
                  <a:pt x="248" y="0"/>
                </a:moveTo>
                <a:cubicBezTo>
                  <a:pt x="124" y="332"/>
                  <a:pt x="0" y="664"/>
                  <a:pt x="8" y="912"/>
                </a:cubicBezTo>
                <a:cubicBezTo>
                  <a:pt x="16" y="1160"/>
                  <a:pt x="152" y="1288"/>
                  <a:pt x="296" y="1488"/>
                </a:cubicBezTo>
                <a:cubicBezTo>
                  <a:pt x="440" y="1688"/>
                  <a:pt x="648" y="1992"/>
                  <a:pt x="872" y="2112"/>
                </a:cubicBezTo>
                <a:cubicBezTo>
                  <a:pt x="1096" y="2232"/>
                  <a:pt x="1368" y="2220"/>
                  <a:pt x="1640" y="2208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139" name="Text Box 1189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2C8E75-F27C-CB45-9F8B-56D9F6D5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EEDBB-8888-0EE1-E9F1-2FF32B3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8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09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0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1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2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3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4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5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16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6785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6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7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8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17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8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9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0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1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2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3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4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25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6781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2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3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4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26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7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8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9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0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1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2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3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34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6777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8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9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0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35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6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7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8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9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0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41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6773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4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5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6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42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3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4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5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6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7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8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49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6769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0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1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2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50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1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2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3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54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6765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6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7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8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55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6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7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8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9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0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1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2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63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6761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2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3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4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64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5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6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7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8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9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0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1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72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6757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8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9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0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73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4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5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6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7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8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9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0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81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6753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4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5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6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82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3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4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5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6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7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88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6749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0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1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2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89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0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1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2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3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4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5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96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6745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6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7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8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97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8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9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0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01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6741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2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3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4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02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3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4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5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6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7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8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9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0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1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2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3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14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6737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8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9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0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15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6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7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8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9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0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1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2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3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4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5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6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7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28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6733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4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5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6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29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0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1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2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3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4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5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6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37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6729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0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1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2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38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9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0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1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2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3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4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5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46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6725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6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7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8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47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8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9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0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1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2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53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6721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2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3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4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54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5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6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7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8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9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0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61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6717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8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9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0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62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3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4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5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66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6713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4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5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6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67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8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9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0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1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2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3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4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75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6709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0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1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2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76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7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8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9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0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1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2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3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84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6705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6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7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8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85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6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7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8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9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0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1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2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93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6701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2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3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4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94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5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6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7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8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9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00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6697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8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9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0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01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2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3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4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5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6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7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08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6693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4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5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6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09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0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1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2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13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6689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0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1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2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14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5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6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7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8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9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0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1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22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6685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6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7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8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23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4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5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6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7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8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9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0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31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6681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2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3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4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32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3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4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5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6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7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8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9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40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6677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8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9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0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41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2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3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4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5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6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47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6673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4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5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6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48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9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0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1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2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3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4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55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6669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0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1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2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56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7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8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9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60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6665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6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7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8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61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2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3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4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5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6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7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8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9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0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1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2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73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6661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2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3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4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74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5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6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7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8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9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0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1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2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3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4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5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6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87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6657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8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9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0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88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9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0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1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2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3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4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5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96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6653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4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5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6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97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8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9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0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1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2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3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4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05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6649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0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1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2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06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7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8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9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0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1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12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6645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6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7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8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13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4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5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6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7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8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9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20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6641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2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3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4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21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2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3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4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25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6637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8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9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0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26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7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8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9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0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1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2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3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34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6633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4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5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6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35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6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7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8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9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0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1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2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43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6629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0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1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2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44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5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6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7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8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9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0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1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52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6625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6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7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8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53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4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5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6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7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8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59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6621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2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3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4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60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1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2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3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4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5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6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67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6617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8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9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0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68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9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0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1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72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6613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4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5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6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73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4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5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6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7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8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9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0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81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6609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0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1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2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82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3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4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5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6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7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8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9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90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6605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6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7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8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91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2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3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4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5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6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7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8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99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6601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2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3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4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00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1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2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3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4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5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06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6597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8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9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0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07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8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9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0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1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2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3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14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6593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4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5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6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15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6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7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8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19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6589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0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1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2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20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1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2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3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4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5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6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7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8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9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0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1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32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6585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6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7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8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33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4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5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6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7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8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9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0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1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2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3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4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5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46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6581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2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3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4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47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8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9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0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1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2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3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4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55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6577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8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9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0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56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7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8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9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0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1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2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3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64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6573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4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5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6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65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6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7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8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9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0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71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6569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0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1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2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72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3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4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5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6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7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8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79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6565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6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7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8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80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1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2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3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84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6561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2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3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4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5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6557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8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9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0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6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6553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4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5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6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7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6549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0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1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2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8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6545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6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7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8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9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6541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2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3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4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0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6537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8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9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0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1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6533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4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5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6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2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6529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0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1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2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3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6525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6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7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8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4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6521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2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3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4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5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6517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8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9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0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6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6513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4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5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6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7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6509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0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1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2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8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6505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6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7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8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9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6501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2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3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4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0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6497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8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9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0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1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6493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4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5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6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2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6489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0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1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2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3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6485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6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7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8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4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6481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2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3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4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5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6477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8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9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0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6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73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4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5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6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7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6469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0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1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2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8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6465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6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7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8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9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61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2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3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4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0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57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8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9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0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1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6453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4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5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6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2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49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0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1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2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3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45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6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7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8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4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6441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2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3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4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5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437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8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9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0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6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33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4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5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6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7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6429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0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1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2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8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25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6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7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8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9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6421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2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3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4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0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17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8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9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0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1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6413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4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5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6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2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409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0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1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2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3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05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6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7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8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4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6401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2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3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4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5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6397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8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9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0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6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393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4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5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6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7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6389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0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1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2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8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6385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6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7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8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9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6381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2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3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4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30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6377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8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9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0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131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2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3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4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5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6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7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8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139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6373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4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5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6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0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6369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0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1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2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1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6365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6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7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8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2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6361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2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3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4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3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6357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8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9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0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4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6353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4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5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6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5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6349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0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1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2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6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6345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6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7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8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7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6341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2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3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4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8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6337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8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9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0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9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6333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4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5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6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0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6329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0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1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2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1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6325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6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7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8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2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6321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2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3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4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3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6317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8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9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0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4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6313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4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5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6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5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6309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0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1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2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6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6305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6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7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8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7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6301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2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3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4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8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6297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8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9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0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9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6293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4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5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6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0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89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0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1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2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1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6285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6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7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8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2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6281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2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3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4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3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77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8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9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0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4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73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4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5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6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5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6269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0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1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2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6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65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6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7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8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7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61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2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3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4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8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6257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8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9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0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9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53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4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5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6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0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49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0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1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2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1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6245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6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7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8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2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41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2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3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4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3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6237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8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9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0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4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33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4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5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6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5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6229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0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1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2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6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25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6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7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8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7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21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2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3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4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8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6217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8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9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0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9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6213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4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5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6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0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09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0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1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2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1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6205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6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7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8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2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6201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2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3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4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3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6197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8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9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0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4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6193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4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5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6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5" name="Group 1182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6189" name="AutoShape 11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0" name="AutoShape 11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1" name="AutoShape 11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2" name="AutoShape 11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186" name="Freeform 1187"/>
          <p:cNvSpPr>
            <a:spLocks/>
          </p:cNvSpPr>
          <p:nvPr/>
        </p:nvSpPr>
        <p:spPr bwMode="auto">
          <a:xfrm>
            <a:off x="3810001" y="1981201"/>
            <a:ext cx="2557463" cy="3605213"/>
          </a:xfrm>
          <a:custGeom>
            <a:avLst/>
            <a:gdLst>
              <a:gd name="T0" fmla="*/ 2147483647 w 1611"/>
              <a:gd name="T1" fmla="*/ 0 h 2271"/>
              <a:gd name="T2" fmla="*/ 2147483647 w 1611"/>
              <a:gd name="T3" fmla="*/ 2147483647 h 2271"/>
              <a:gd name="T4" fmla="*/ 2147483647 w 1611"/>
              <a:gd name="T5" fmla="*/ 2147483647 h 2271"/>
              <a:gd name="T6" fmla="*/ 2147483647 w 1611"/>
              <a:gd name="T7" fmla="*/ 2147483647 h 2271"/>
              <a:gd name="T8" fmla="*/ 2147483647 w 1611"/>
              <a:gd name="T9" fmla="*/ 2147483647 h 2271"/>
              <a:gd name="T10" fmla="*/ 2147483647 w 1611"/>
              <a:gd name="T11" fmla="*/ 2147483647 h 2271"/>
              <a:gd name="T12" fmla="*/ 2147483647 w 1611"/>
              <a:gd name="T13" fmla="*/ 2147483647 h 2271"/>
              <a:gd name="T14" fmla="*/ 2147483647 w 1611"/>
              <a:gd name="T15" fmla="*/ 2147483647 h 2271"/>
              <a:gd name="T16" fmla="*/ 2147483647 w 1611"/>
              <a:gd name="T17" fmla="*/ 2147483647 h 2271"/>
              <a:gd name="T18" fmla="*/ 2147483647 w 1611"/>
              <a:gd name="T19" fmla="*/ 2147483647 h 2271"/>
              <a:gd name="T20" fmla="*/ 0 w 1611"/>
              <a:gd name="T21" fmla="*/ 2147483647 h 22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11"/>
              <a:gd name="T34" fmla="*/ 0 h 2271"/>
              <a:gd name="T35" fmla="*/ 1611 w 1611"/>
              <a:gd name="T36" fmla="*/ 2271 h 227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11" h="2271">
                <a:moveTo>
                  <a:pt x="1200" y="0"/>
                </a:moveTo>
                <a:cubicBezTo>
                  <a:pt x="1076" y="332"/>
                  <a:pt x="979" y="735"/>
                  <a:pt x="960" y="912"/>
                </a:cubicBezTo>
                <a:cubicBezTo>
                  <a:pt x="941" y="1089"/>
                  <a:pt x="1075" y="999"/>
                  <a:pt x="1089" y="1062"/>
                </a:cubicBezTo>
                <a:cubicBezTo>
                  <a:pt x="1103" y="1125"/>
                  <a:pt x="1020" y="1247"/>
                  <a:pt x="1043" y="1292"/>
                </a:cubicBezTo>
                <a:cubicBezTo>
                  <a:pt x="1066" y="1337"/>
                  <a:pt x="1186" y="1308"/>
                  <a:pt x="1227" y="1332"/>
                </a:cubicBezTo>
                <a:cubicBezTo>
                  <a:pt x="1268" y="1356"/>
                  <a:pt x="1253" y="1418"/>
                  <a:pt x="1290" y="1436"/>
                </a:cubicBezTo>
                <a:cubicBezTo>
                  <a:pt x="1327" y="1454"/>
                  <a:pt x="1417" y="1415"/>
                  <a:pt x="1452" y="1442"/>
                </a:cubicBezTo>
                <a:cubicBezTo>
                  <a:pt x="1487" y="1469"/>
                  <a:pt x="1499" y="1528"/>
                  <a:pt x="1503" y="1597"/>
                </a:cubicBezTo>
                <a:cubicBezTo>
                  <a:pt x="1507" y="1666"/>
                  <a:pt x="1498" y="1753"/>
                  <a:pt x="1475" y="1857"/>
                </a:cubicBezTo>
                <a:cubicBezTo>
                  <a:pt x="1452" y="1961"/>
                  <a:pt x="1611" y="2169"/>
                  <a:pt x="1365" y="2220"/>
                </a:cubicBezTo>
                <a:cubicBezTo>
                  <a:pt x="1119" y="2271"/>
                  <a:pt x="284" y="2174"/>
                  <a:pt x="0" y="2162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87" name="Text Box 1188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188" name="Text Box 1189"/>
          <p:cNvSpPr txBox="1">
            <a:spLocks noChangeArrowheads="1"/>
          </p:cNvSpPr>
          <p:nvPr/>
        </p:nvSpPr>
        <p:spPr bwMode="auto">
          <a:xfrm>
            <a:off x="3794126" y="6208713"/>
            <a:ext cx="28611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SOBREENTRENAMIENTO!!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C70B8-A7D5-9948-86AB-68177119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3E0DD-A8C8-B893-905C-8722A488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CDCC-7AA0-4587-1416-53C04C57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C9D536-A72E-8415-453F-44B60AAB1657}"/>
              </a:ext>
            </a:extLst>
          </p:cNvPr>
          <p:cNvSpPr txBox="1"/>
          <p:nvPr/>
        </p:nvSpPr>
        <p:spPr>
          <a:xfrm>
            <a:off x="925898" y="2363235"/>
            <a:ext cx="6313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Formulación Metodológica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B40D0-0B08-03BC-C619-F141E27C3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8" b="89992" l="10000" r="90781">
                        <a14:foregroundMark x1="73073" y1="25380" x2="73073" y2="25380"/>
                        <a14:foregroundMark x1="61146" y1="51081" x2="61146" y2="51081"/>
                        <a14:foregroundMark x1="64896" y1="32906" x2="64896" y2="32906"/>
                        <a14:foregroundMark x1="73646" y1="28263" x2="73646" y2="28263"/>
                        <a14:foregroundMark x1="90781" y1="27702" x2="90781" y2="27702"/>
                        <a14:backgroundMark x1="68698" y1="54043" x2="78021" y2="54043"/>
                        <a14:backgroundMark x1="78438" y1="35629" x2="79375" y2="29784"/>
                        <a14:backgroundMark x1="58438" y1="34748" x2="59531" y2="45236"/>
                        <a14:backgroundMark x1="59531" y1="45236" x2="58802" y2="47638"/>
                        <a14:backgroundMark x1="58229" y1="64291" x2="58646" y2="69015"/>
                        <a14:backgroundMark x1="28177" y1="54043" x2="28177" y2="5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8393" y="2363235"/>
            <a:ext cx="6963774" cy="4526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26F1F-9C6A-C7FD-D484-7C678D08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50669-A8B3-F887-DB35-6DC5A43A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62850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A04DAC-3B06-F240-9CB3-367D0ADCC047}"/>
              </a:ext>
            </a:extLst>
          </p:cNvPr>
          <p:cNvSpPr/>
          <p:nvPr/>
        </p:nvSpPr>
        <p:spPr bwMode="auto">
          <a:xfrm>
            <a:off x="2312277" y="4992411"/>
            <a:ext cx="7220606" cy="119818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BA9DC2-387B-3B49-AB61-1C9C11A58E72}"/>
              </a:ext>
            </a:extLst>
          </p:cNvPr>
          <p:cNvSpPr/>
          <p:nvPr/>
        </p:nvSpPr>
        <p:spPr bwMode="auto">
          <a:xfrm>
            <a:off x="2307021" y="2454165"/>
            <a:ext cx="7220606" cy="2496207"/>
          </a:xfrm>
          <a:prstGeom prst="roundRect">
            <a:avLst>
              <a:gd name="adj" fmla="val 6141"/>
            </a:avLst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60CD04-3FEC-6240-88AA-854E63A23F48}"/>
              </a:ext>
            </a:extLst>
          </p:cNvPr>
          <p:cNvSpPr/>
          <p:nvPr/>
        </p:nvSpPr>
        <p:spPr bwMode="auto">
          <a:xfrm>
            <a:off x="2301766" y="998483"/>
            <a:ext cx="7220606" cy="1397876"/>
          </a:xfrm>
          <a:prstGeom prst="roundRect">
            <a:avLst>
              <a:gd name="adj" fmla="val 9148"/>
            </a:avLst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44B89-D21C-6E36-14CB-843AB4D3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77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0"/>
            <a:ext cx="48736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Durante la explicación seguiremos este ejemplo ...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6E4CB-DD73-CC4E-BAFD-E210A9F32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0" b="3333"/>
          <a:stretch/>
        </p:blipFill>
        <p:spPr>
          <a:xfrm rot="16200000">
            <a:off x="6465482" y="1652546"/>
            <a:ext cx="3645646" cy="415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66B765-4006-8B44-B527-4B0D48FE3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66655" y="1666775"/>
            <a:ext cx="3633608" cy="4114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E071A-5C41-614B-8154-B64A8F1C272C}"/>
              </a:ext>
            </a:extLst>
          </p:cNvPr>
          <p:cNvSpPr txBox="1"/>
          <p:nvPr/>
        </p:nvSpPr>
        <p:spPr>
          <a:xfrm>
            <a:off x="1810276" y="121513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06DBC-EEE0-674B-ABDD-C948DB29753E}"/>
              </a:ext>
            </a:extLst>
          </p:cNvPr>
          <p:cNvSpPr txBox="1"/>
          <p:nvPr/>
        </p:nvSpPr>
        <p:spPr>
          <a:xfrm>
            <a:off x="6282045" y="121513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9919C-62E7-F242-9D2E-AF3427677ABA}"/>
              </a:ext>
            </a:extLst>
          </p:cNvPr>
          <p:cNvSpPr/>
          <p:nvPr/>
        </p:nvSpPr>
        <p:spPr bwMode="auto">
          <a:xfrm>
            <a:off x="1676400" y="1733348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05023-3F6A-CC45-9818-58950CE4C41A}"/>
              </a:ext>
            </a:extLst>
          </p:cNvPr>
          <p:cNvSpPr/>
          <p:nvPr/>
        </p:nvSpPr>
        <p:spPr bwMode="auto">
          <a:xfrm>
            <a:off x="1553017" y="5486401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CC5F8-EB0F-0644-B163-203AB3CE0368}"/>
              </a:ext>
            </a:extLst>
          </p:cNvPr>
          <p:cNvSpPr/>
          <p:nvPr/>
        </p:nvSpPr>
        <p:spPr bwMode="auto">
          <a:xfrm>
            <a:off x="5940860" y="1905837"/>
            <a:ext cx="341185" cy="364564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FCB9C-B7D3-5A44-8118-B0775BB8B852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67A9C-5AA2-20C6-B90B-DDBF93A9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11740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210D9-1145-D2CF-CAE8-1034EA74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77114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1. Obtención de la Información Original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52BD8-A2E6-F64B-9CD9-EBB7A29B7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391" y="1906355"/>
            <a:ext cx="1816100" cy="17907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CD735-5074-3C45-812B-B67910241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0" y="2514600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BF250-B2B6-824A-85E3-12F2E2B63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00" y="2819400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C93F92-29B6-5340-BE5A-3C02ECE44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860" y="3101742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48164F-BF4E-C14E-B0FC-6C2DC520053B}"/>
              </a:ext>
            </a:extLst>
          </p:cNvPr>
          <p:cNvSpPr txBox="1"/>
          <p:nvPr/>
        </p:nvSpPr>
        <p:spPr>
          <a:xfrm>
            <a:off x="3352800" y="460371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10DF7-68CA-ED46-9194-F9E12DBD5AF0}"/>
              </a:ext>
            </a:extLst>
          </p:cNvPr>
          <p:cNvSpPr txBox="1"/>
          <p:nvPr/>
        </p:nvSpPr>
        <p:spPr>
          <a:xfrm>
            <a:off x="3559914" y="43223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FFFCF-F9D2-EB42-A181-F3218DC15A51}"/>
              </a:ext>
            </a:extLst>
          </p:cNvPr>
          <p:cNvSpPr txBox="1"/>
          <p:nvPr/>
        </p:nvSpPr>
        <p:spPr>
          <a:xfrm>
            <a:off x="3796860" y="40338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A425F-7A2C-9346-916E-AC5A37754945}"/>
              </a:ext>
            </a:extLst>
          </p:cNvPr>
          <p:cNvSpPr txBox="1"/>
          <p:nvPr/>
        </p:nvSpPr>
        <p:spPr>
          <a:xfrm>
            <a:off x="4486090" y="3430454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E0AB7C-AF0B-AD40-9BA6-E44CF3E7D5A8}"/>
              </a:ext>
            </a:extLst>
          </p:cNvPr>
          <p:cNvCxnSpPr>
            <a:cxnSpLocks/>
            <a:endCxn id="13" idx="2"/>
          </p:cNvCxnSpPr>
          <p:nvPr/>
        </p:nvCxnSpPr>
        <p:spPr bwMode="auto">
          <a:xfrm flipV="1">
            <a:off x="4214651" y="3738231"/>
            <a:ext cx="433503" cy="413357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AADC1FC-D3BE-4B4A-9C93-1B3D95C28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441" y="2744828"/>
            <a:ext cx="508000" cy="393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6B020E-BB1E-AE40-BC68-F6F204AAA67F}"/>
              </a:ext>
            </a:extLst>
          </p:cNvPr>
          <p:cNvSpPr/>
          <p:nvPr/>
        </p:nvSpPr>
        <p:spPr>
          <a:xfrm>
            <a:off x="6761656" y="2718552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C8C26F-6F65-D84A-8C9D-58E71EEB3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2718552"/>
            <a:ext cx="2082800" cy="3302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73545BB-50F4-034C-BA82-15A8EDBD8B3F}"/>
              </a:ext>
            </a:extLst>
          </p:cNvPr>
          <p:cNvSpPr/>
          <p:nvPr/>
        </p:nvSpPr>
        <p:spPr>
          <a:xfrm>
            <a:off x="5946583" y="3846069"/>
            <a:ext cx="2722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Matriz (imagen) del objeto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3D6407-BE0D-A543-AD28-ED7405AB6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256" y="3862736"/>
            <a:ext cx="109008" cy="25765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2C928F-9A37-7C47-9DC1-408AF982282D}"/>
              </a:ext>
            </a:extLst>
          </p:cNvPr>
          <p:cNvCxnSpPr>
            <a:stCxn id="18" idx="2"/>
          </p:cNvCxnSpPr>
          <p:nvPr/>
        </p:nvCxnSpPr>
        <p:spPr bwMode="auto">
          <a:xfrm>
            <a:off x="6219441" y="3138529"/>
            <a:ext cx="0" cy="6458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EAE0E0-D962-A84B-B32B-0D9A2CC6AB25}"/>
              </a:ext>
            </a:extLst>
          </p:cNvPr>
          <p:cNvSpPr/>
          <p:nvPr/>
        </p:nvSpPr>
        <p:spPr>
          <a:xfrm>
            <a:off x="4180012" y="4249561"/>
            <a:ext cx="1124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 objetos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E31EC-A442-9F4F-A2BA-1C0E1DBD95AB}"/>
              </a:ext>
            </a:extLst>
          </p:cNvPr>
          <p:cNvSpPr/>
          <p:nvPr/>
        </p:nvSpPr>
        <p:spPr>
          <a:xfrm>
            <a:off x="1640302" y="5403288"/>
            <a:ext cx="312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Ejemplo: Mandarinas y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671CE3-ED8F-9148-A788-EA7BF9EED5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3151666"/>
            <a:ext cx="254000" cy="177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513867-472A-7F41-A361-D796CE80BE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6600" y="2836448"/>
            <a:ext cx="254000" cy="177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BC66D6-9FCD-3341-B07B-A88DC55951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400" y="2542761"/>
            <a:ext cx="254000" cy="177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F498B5-FF6F-0045-935B-BB52443C45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1905000"/>
            <a:ext cx="317500" cy="1778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5BAFE22-F522-854D-89F8-8C6AA69BFB23}"/>
              </a:ext>
            </a:extLst>
          </p:cNvPr>
          <p:cNvSpPr/>
          <p:nvPr/>
        </p:nvSpPr>
        <p:spPr>
          <a:xfrm>
            <a:off x="2084165" y="882152"/>
            <a:ext cx="47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Los datos (imágenes, señales, etc.) se capturan…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9DA74-BF0B-2D98-C997-B5DE9649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95349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37094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2. Pre-procesamiento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1821BA-DE63-1048-ADBA-D5946AD3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73" y="5228471"/>
            <a:ext cx="22860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1B1F-6309-A649-B539-0719190D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869" y="2038350"/>
            <a:ext cx="508000" cy="393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F1DFDD-04B7-274E-8AF5-BB7143A05353}"/>
              </a:ext>
            </a:extLst>
          </p:cNvPr>
          <p:cNvSpPr/>
          <p:nvPr/>
        </p:nvSpPr>
        <p:spPr bwMode="auto">
          <a:xfrm>
            <a:off x="4800600" y="3329150"/>
            <a:ext cx="1219200" cy="533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51C391-583B-E047-87F8-B522AD6568B9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4175570" y="3594496"/>
            <a:ext cx="625031" cy="13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CAFE69-67C3-B547-AE80-AA7B2F19B9E7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019801" y="3595850"/>
            <a:ext cx="8135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BA5D955-9134-AF43-8FE3-D696D5088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316" y="2695413"/>
            <a:ext cx="1827209" cy="1836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EE87E7-97A5-B94B-A29F-5539C974F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573" y="2191626"/>
            <a:ext cx="508000" cy="393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D1C1CD-7117-6545-B60E-088AEF94C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709" y="3381980"/>
            <a:ext cx="201176" cy="36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160629" y="1197462"/>
            <a:ext cx="4225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Los datos se limpian, filtran, segmentan, etc.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BABCA-964A-7A48-8843-DEF2C20487F0}"/>
              </a:ext>
            </a:extLst>
          </p:cNvPr>
          <p:cNvSpPr/>
          <p:nvPr/>
        </p:nvSpPr>
        <p:spPr>
          <a:xfrm>
            <a:off x="5332251" y="5241035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3BD9A4-0EEF-9441-97D4-BC203CCE5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795" y="5241035"/>
            <a:ext cx="2082800" cy="33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29C3E4-097E-C242-AAC0-1B54AFE529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854" y="2726162"/>
            <a:ext cx="1738754" cy="1714436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15E36-A45A-25F4-4A43-5B2B02EF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54611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9FA6C-5271-5361-15A9-6391931F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8135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541423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3. Extracción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1DFDD-04B7-274E-8AF5-BB7143A05353}"/>
              </a:ext>
            </a:extLst>
          </p:cNvPr>
          <p:cNvSpPr/>
          <p:nvPr/>
        </p:nvSpPr>
        <p:spPr bwMode="auto">
          <a:xfrm>
            <a:off x="4800600" y="3329150"/>
            <a:ext cx="1219200" cy="533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51C391-583B-E047-87F8-B522AD6568B9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4175570" y="3594496"/>
            <a:ext cx="625031" cy="13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CAFE69-67C3-B547-AE80-AA7B2F19B9E7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019801" y="3595850"/>
            <a:ext cx="8135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BA5D955-9134-AF43-8FE3-D696D508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33" y="2695413"/>
            <a:ext cx="1827209" cy="1836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EE87E7-97A5-B94B-A29F-5539C974F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266" y="2191626"/>
            <a:ext cx="508000" cy="3937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099534" y="1197462"/>
            <a:ext cx="4618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 cara objeto se extraen M características…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5C22B-C99C-B44C-9BA5-2260835284FA}"/>
              </a:ext>
            </a:extLst>
          </p:cNvPr>
          <p:cNvSpPr/>
          <p:nvPr/>
        </p:nvSpPr>
        <p:spPr>
          <a:xfrm>
            <a:off x="6774216" y="3945918"/>
            <a:ext cx="289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‘j’ de Objeto ‘i’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C161C-09EA-1048-BED8-11001EEA5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887" y="3467756"/>
            <a:ext cx="533400" cy="3429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9E20FA4-E5B2-AB41-863A-E7FAB614009B}"/>
              </a:ext>
            </a:extLst>
          </p:cNvPr>
          <p:cNvSpPr/>
          <p:nvPr/>
        </p:nvSpPr>
        <p:spPr>
          <a:xfrm>
            <a:off x="5342761" y="5062364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E6E98-FE38-8543-9907-6C764C078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606" y="5044091"/>
            <a:ext cx="2222500" cy="40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A6A43-6218-8442-9207-DD43A564B8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427" y="3351705"/>
            <a:ext cx="3937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B7DD28-2459-6B44-8C0C-DF20907EDB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9712" y="5048031"/>
            <a:ext cx="2501900" cy="482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430FD-3BED-4F9D-92E4-89EB4D25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4104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541423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3. Extracción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397710" y="955732"/>
            <a:ext cx="576728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Ejemplo: Para las Mandarinas (50) y Naranjas (75) se extrae: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 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Área (A)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Rojo (R)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Verde (G)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Azul (B) </a:t>
            </a:r>
          </a:p>
          <a:p>
            <a:pPr marL="342900" indent="-342900">
              <a:buAutoNum type="arabicParenR"/>
            </a:pPr>
            <a:endParaRPr lang="es-ES_tradnl" dirty="0">
              <a:latin typeface="Gill Sans MT" panose="020B0502020104020203" pitchFamily="34" charset="77"/>
            </a:endParaRP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En este caso, N = 50 + 75 = 125: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426370" y="3793362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9B6D7A9-1621-3745-8673-4F4F83827277}"/>
              </a:ext>
            </a:extLst>
          </p:cNvPr>
          <p:cNvGrpSpPr/>
          <p:nvPr/>
        </p:nvGrpSpPr>
        <p:grpSpPr>
          <a:xfrm>
            <a:off x="1771837" y="4141080"/>
            <a:ext cx="1354988" cy="2254469"/>
            <a:chOff x="247837" y="4141079"/>
            <a:chExt cx="1354988" cy="2254469"/>
          </a:xfrm>
        </p:grpSpPr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66DEA4A8-1EA4-C249-8D6F-D6706EABB57A}"/>
                </a:ext>
              </a:extLst>
            </p:cNvPr>
            <p:cNvSpPr/>
            <p:nvPr/>
          </p:nvSpPr>
          <p:spPr bwMode="auto">
            <a:xfrm>
              <a:off x="1534508" y="4141079"/>
              <a:ext cx="63062" cy="111409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1D6031AC-2829-984C-9763-52339342576C}"/>
                </a:ext>
              </a:extLst>
            </p:cNvPr>
            <p:cNvSpPr/>
            <p:nvPr/>
          </p:nvSpPr>
          <p:spPr bwMode="auto">
            <a:xfrm>
              <a:off x="1539763" y="5281451"/>
              <a:ext cx="63062" cy="111409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FF2D3B-17E7-944A-A1B8-5733FA10184C}"/>
                </a:ext>
              </a:extLst>
            </p:cNvPr>
            <p:cNvSpPr/>
            <p:nvPr/>
          </p:nvSpPr>
          <p:spPr>
            <a:xfrm>
              <a:off x="410457" y="5693244"/>
              <a:ext cx="10038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Naranjas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C223760-ECAF-E44C-9A92-1E57F127F18A}"/>
                </a:ext>
              </a:extLst>
            </p:cNvPr>
            <p:cNvSpPr/>
            <p:nvPr/>
          </p:nvSpPr>
          <p:spPr>
            <a:xfrm>
              <a:off x="247837" y="4500320"/>
              <a:ext cx="1236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Mandarinas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C9373B-B7D2-8C43-AC36-BE2DC6470BB5}"/>
              </a:ext>
            </a:extLst>
          </p:cNvPr>
          <p:cNvGrpSpPr/>
          <p:nvPr/>
        </p:nvGrpSpPr>
        <p:grpSpPr>
          <a:xfrm>
            <a:off x="7587618" y="2361465"/>
            <a:ext cx="2125903" cy="938785"/>
            <a:chOff x="6063617" y="2361464"/>
            <a:chExt cx="2125903" cy="93878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D8A8F7-22F2-C34E-A3B9-C74147E43196}"/>
                </a:ext>
              </a:extLst>
            </p:cNvPr>
            <p:cNvSpPr/>
            <p:nvPr/>
          </p:nvSpPr>
          <p:spPr>
            <a:xfrm>
              <a:off x="6063617" y="2361464"/>
              <a:ext cx="21259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Matriz </a:t>
              </a:r>
              <a:r>
                <a:rPr lang="es-ES_tradnl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s-ES_tradnl" dirty="0">
                  <a:latin typeface="Gill Sans MT" panose="020B0502020104020203" pitchFamily="34" charset="77"/>
                </a:rPr>
                <a:t> de 125 x 4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AEBF793-B4E1-0746-845D-4ED4413378C3}"/>
                </a:ext>
              </a:extLst>
            </p:cNvPr>
            <p:cNvCxnSpPr/>
            <p:nvPr/>
          </p:nvCxnSpPr>
          <p:spPr bwMode="auto">
            <a:xfrm flipH="1">
              <a:off x="6884276" y="2879835"/>
              <a:ext cx="168165" cy="4204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6B7F1BD-EF5C-AA43-90D9-A809715EC87F}"/>
              </a:ext>
            </a:extLst>
          </p:cNvPr>
          <p:cNvGrpSpPr/>
          <p:nvPr/>
        </p:nvGrpSpPr>
        <p:grpSpPr>
          <a:xfrm>
            <a:off x="5125764" y="3419805"/>
            <a:ext cx="5262836" cy="1933465"/>
            <a:chOff x="3601764" y="3419804"/>
            <a:chExt cx="5262836" cy="193346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D4DE440-A426-5543-A0A5-94FC63EB8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4200" y="5099269"/>
              <a:ext cx="660400" cy="254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0DFFA15-193E-8440-99AB-ECC73CE72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764" y="3430314"/>
              <a:ext cx="342900" cy="2286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3B9E15F-1A96-B04C-98CB-97806E0BF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1042" y="3419804"/>
              <a:ext cx="355600" cy="2286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AAA8C4-AB40-B849-B0DF-C0D3AE3C3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70752" y="3430314"/>
              <a:ext cx="355600" cy="2286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5F956CD-D735-2D4A-909B-957762A2B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8421" y="3424368"/>
              <a:ext cx="355600" cy="2286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5285ADE-D7A5-3F40-8C2D-B617B573FFD8}"/>
              </a:ext>
            </a:extLst>
          </p:cNvPr>
          <p:cNvGrpSpPr/>
          <p:nvPr/>
        </p:nvGrpSpPr>
        <p:grpSpPr>
          <a:xfrm>
            <a:off x="6106510" y="2896257"/>
            <a:ext cx="1267372" cy="1633702"/>
            <a:chOff x="4582510" y="2896257"/>
            <a:chExt cx="1267372" cy="163370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DEFF01A-DB31-7646-AACA-09C10578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91082" y="2896257"/>
              <a:ext cx="558800" cy="266700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60793CB-7C49-D940-8107-3ED49C0AF7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192110" y="3258207"/>
              <a:ext cx="399393" cy="9879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3DC50B5-0161-1245-A5D1-BF2006318174}"/>
                </a:ext>
              </a:extLst>
            </p:cNvPr>
            <p:cNvSpPr/>
            <p:nvPr/>
          </p:nvSpPr>
          <p:spPr bwMode="auto">
            <a:xfrm>
              <a:off x="4582510" y="4141076"/>
              <a:ext cx="714704" cy="38888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6EF7F19-E160-D695-F936-504F8C52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2485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F5150-29EA-1562-E9A7-B63D9A2E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95945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1071183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1418901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2559273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2971065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1778141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AFD758-CDB1-084F-B2A0-2D5D6449F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690" y="2345558"/>
            <a:ext cx="660400" cy="254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64BB178-727C-584A-AA80-83FEE482F66D}"/>
              </a:ext>
            </a:extLst>
          </p:cNvPr>
          <p:cNvGrpSpPr/>
          <p:nvPr/>
        </p:nvGrpSpPr>
        <p:grpSpPr>
          <a:xfrm>
            <a:off x="1688295" y="3867807"/>
            <a:ext cx="5380793" cy="2494314"/>
            <a:chOff x="164294" y="3867807"/>
            <a:chExt cx="5380793" cy="2494314"/>
          </a:xfrm>
        </p:grpSpPr>
        <p:sp>
          <p:nvSpPr>
            <p:cNvPr id="4" name="Down Arrow 3">
              <a:extLst>
                <a:ext uri="{FF2B5EF4-FFF2-40B4-BE49-F238E27FC236}">
                  <a16:creationId xmlns:a16="http://schemas.microsoft.com/office/drawing/2014/main" id="{AC36471F-D242-CD4F-9009-1B2976EB67E1}"/>
                </a:ext>
              </a:extLst>
            </p:cNvPr>
            <p:cNvSpPr/>
            <p:nvPr/>
          </p:nvSpPr>
          <p:spPr bwMode="auto">
            <a:xfrm rot="2623948">
              <a:off x="3363310" y="3867807"/>
              <a:ext cx="325820" cy="47296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4B96A-F02F-0249-B124-B07DBAB55710}"/>
                </a:ext>
              </a:extLst>
            </p:cNvPr>
            <p:cNvSpPr/>
            <p:nvPr/>
          </p:nvSpPr>
          <p:spPr>
            <a:xfrm>
              <a:off x="231228" y="4461670"/>
              <a:ext cx="48400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Escalamiento: cada columna se normaliza…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E8260B-8B43-C445-B403-812946BA5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7784" y="5109342"/>
              <a:ext cx="1828800" cy="38100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54544EC-68B4-9740-B7CE-96F109C3B62E}"/>
                </a:ext>
              </a:extLst>
            </p:cNvPr>
            <p:cNvCxnSpPr/>
            <p:nvPr/>
          </p:nvCxnSpPr>
          <p:spPr bwMode="auto">
            <a:xfrm>
              <a:off x="3384335" y="5496910"/>
              <a:ext cx="399393" cy="4309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58959B-5442-3E4A-A082-5F447F0B73D5}"/>
                </a:ext>
              </a:extLst>
            </p:cNvPr>
            <p:cNvSpPr/>
            <p:nvPr/>
          </p:nvSpPr>
          <p:spPr>
            <a:xfrm>
              <a:off x="2918039" y="5966513"/>
              <a:ext cx="16049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columna j de U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A836A5A-0A2C-8C4F-824E-9ED394AC5BB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87066" y="5575740"/>
              <a:ext cx="310058" cy="4151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6BE7E1-3BCF-3E48-9EFC-4A34F1A0EDCE}"/>
                </a:ext>
              </a:extLst>
            </p:cNvPr>
            <p:cNvSpPr/>
            <p:nvPr/>
          </p:nvSpPr>
          <p:spPr>
            <a:xfrm>
              <a:off x="164294" y="5992789"/>
              <a:ext cx="21547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columna normalizada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C1079BE-46B5-4B41-AD74-3BE7788C3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7087" y="5122042"/>
              <a:ext cx="1778000" cy="355600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32E2B7B-0043-9144-85CD-337DFD85F81A}"/>
              </a:ext>
            </a:extLst>
          </p:cNvPr>
          <p:cNvSpPr/>
          <p:nvPr/>
        </p:nvSpPr>
        <p:spPr>
          <a:xfrm>
            <a:off x="7756640" y="4204167"/>
            <a:ext cx="260656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Normalización:</a:t>
            </a:r>
          </a:p>
          <a:p>
            <a:pPr algn="l"/>
            <a:endParaRPr lang="es-ES_tradnl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MinMax</a:t>
            </a: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: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    min = 0, </a:t>
            </a:r>
            <a:r>
              <a:rPr lang="es-ES_tradnl" dirty="0" err="1">
                <a:latin typeface="Gill Sans MT" panose="020B0502020104020203" pitchFamily="34" charset="77"/>
              </a:rPr>
              <a:t>max</a:t>
            </a:r>
            <a:r>
              <a:rPr lang="es-ES_tradnl" dirty="0">
                <a:latin typeface="Gill Sans MT" panose="020B0502020104020203" pitchFamily="34" charset="77"/>
              </a:rPr>
              <a:t> = 1</a:t>
            </a:r>
          </a:p>
          <a:p>
            <a:pPr algn="l"/>
            <a:endParaRPr lang="es-ES_tradnl" dirty="0">
              <a:solidFill>
                <a:srgbClr val="FF9300"/>
              </a:solidFill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Mean0:</a:t>
            </a:r>
          </a:p>
          <a:p>
            <a:pPr algn="l"/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    </a:t>
            </a:r>
            <a:r>
              <a:rPr lang="es-ES_tradnl" dirty="0">
                <a:latin typeface="Gill Sans MT" panose="020B0502020104020203" pitchFamily="34" charset="77"/>
              </a:rPr>
              <a:t>mean = 0, </a:t>
            </a:r>
            <a:r>
              <a:rPr lang="es-ES_tradnl" dirty="0" err="1">
                <a:latin typeface="Gill Sans MT" panose="020B0502020104020203" pitchFamily="34" charset="77"/>
              </a:rPr>
              <a:t>var</a:t>
            </a:r>
            <a:r>
              <a:rPr lang="es-ES_tradnl" dirty="0">
                <a:latin typeface="Gill Sans MT" panose="020B0502020104020203" pitchFamily="34" charset="77"/>
              </a:rPr>
              <a:t> = 1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5CA6CE-9CAF-344B-9904-D35DBA9B3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804" y="813245"/>
            <a:ext cx="3429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179E40-2EDF-AE4C-BB1F-E311CCA5C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142" y="802735"/>
            <a:ext cx="355600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9F0940-333D-5642-9787-5FFA1E5AB9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792" y="813245"/>
            <a:ext cx="355600" cy="228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27F7C0-910C-5E43-878D-B77FB6DA1B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4461" y="771203"/>
            <a:ext cx="355600" cy="2286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09C9DF9-B679-73A8-B326-FEC69DAD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248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C779F-20F2-F94D-9D1C-17C3FA2669F3}"/>
              </a:ext>
            </a:extLst>
          </p:cNvPr>
          <p:cNvSpPr/>
          <p:nvPr/>
        </p:nvSpPr>
        <p:spPr bwMode="auto">
          <a:xfrm>
            <a:off x="5972014" y="1580827"/>
            <a:ext cx="3967566" cy="35491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EA260E0-A10A-574B-A3F2-022534F8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133" y="4880029"/>
            <a:ext cx="342900" cy="2286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5177A65-4ACD-754B-9A41-73340E77BE8A}"/>
              </a:ext>
            </a:extLst>
          </p:cNvPr>
          <p:cNvSpPr/>
          <p:nvPr/>
        </p:nvSpPr>
        <p:spPr>
          <a:xfrm>
            <a:off x="6699037" y="3182337"/>
            <a:ext cx="10967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Original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911C-EEAF-48F6-3A42-8D629157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5899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36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A49C4A-5F9A-E940-A7E6-84FED38AAFA3}"/>
              </a:ext>
            </a:extLst>
          </p:cNvPr>
          <p:cNvSpPr/>
          <p:nvPr/>
        </p:nvSpPr>
        <p:spPr bwMode="auto">
          <a:xfrm>
            <a:off x="5972014" y="1580827"/>
            <a:ext cx="3967566" cy="35491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738E7-F332-D842-8EF0-BA56D1BE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AB3974-6F90-3649-8584-685553AA02BF}"/>
              </a:ext>
            </a:extLst>
          </p:cNvPr>
          <p:cNvSpPr/>
          <p:nvPr/>
        </p:nvSpPr>
        <p:spPr>
          <a:xfrm>
            <a:off x="6537134" y="2918870"/>
            <a:ext cx="137409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Normalizada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con </a:t>
            </a:r>
            <a:r>
              <a:rPr lang="es-ES_tradnl" dirty="0" err="1">
                <a:latin typeface="Gill Sans MT" panose="020B0502020104020203" pitchFamily="34" charset="77"/>
              </a:rPr>
              <a:t>MinMax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35B62-ACD4-6982-89B0-C9001208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01744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738E7-F332-D842-8EF0-BA56D1BE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89921-8A82-EF4B-9FF0-8AEA2B434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359" y="3162516"/>
            <a:ext cx="660400" cy="25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8E27F-10A3-1F41-BF7A-F23665D81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001" y="4818036"/>
            <a:ext cx="342900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ECD0CB-ADDA-7D46-8D8B-2A7EB290C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361" y="4802536"/>
            <a:ext cx="342900" cy="22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0420AE-06D9-F446-99E2-5E6B09BAF7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6383" y="4802535"/>
            <a:ext cx="355600" cy="228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A0483B-E566-500C-87A5-A78C77F5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6663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CE99-2CFD-F652-BB10-09F19A30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48330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658A4-91F4-844A-B267-6ADE8561B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" b="2015"/>
          <a:stretch/>
        </p:blipFill>
        <p:spPr>
          <a:xfrm>
            <a:off x="2767524" y="2429789"/>
            <a:ext cx="6223000" cy="21705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1BA279-D4BF-DA44-B2AC-432E46F204B2}"/>
              </a:ext>
            </a:extLst>
          </p:cNvPr>
          <p:cNvSpPr/>
          <p:nvPr/>
        </p:nvSpPr>
        <p:spPr>
          <a:xfrm>
            <a:off x="2741905" y="1755776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1D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6EEB24-CD78-6747-A1E3-06E010777BE7}"/>
              </a:ext>
            </a:extLst>
          </p:cNvPr>
          <p:cNvSpPr/>
          <p:nvPr/>
        </p:nvSpPr>
        <p:spPr>
          <a:xfrm>
            <a:off x="2757324" y="4899349"/>
            <a:ext cx="3943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que discrimina mal (Rojo)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7C57C-B4EE-E449-BFBF-CC3ED513A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563" y="4818036"/>
            <a:ext cx="965200" cy="228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26BB746-6627-7E41-A97C-0F10C0518398}"/>
              </a:ext>
            </a:extLst>
          </p:cNvPr>
          <p:cNvGrpSpPr/>
          <p:nvPr/>
        </p:nvGrpSpPr>
        <p:grpSpPr>
          <a:xfrm>
            <a:off x="2890613" y="2624919"/>
            <a:ext cx="5408376" cy="1094675"/>
            <a:chOff x="1366613" y="2624918"/>
            <a:chExt cx="5408376" cy="10946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6C0CE1-7968-E044-9C10-51AD47CFC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6613" y="2671413"/>
              <a:ext cx="1130300" cy="3683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B07348-15A1-D44B-9035-D798340D2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44689" y="2624918"/>
              <a:ext cx="1130300" cy="36830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93E6AB-59B9-1C40-BCB9-F81AE91CD6C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64442" y="3192651"/>
              <a:ext cx="650930" cy="5269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F61028-6952-A746-9FB9-1C7312CEFC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09255" y="3161654"/>
              <a:ext cx="945397" cy="32546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1AC0A7-C089-7646-838D-BC02BE244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930" y="1722603"/>
            <a:ext cx="1179424" cy="37946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8E658-670A-00B1-990C-4A12B521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8699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658A4-91F4-844A-B267-6ADE8561BD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871"/>
          <a:stretch/>
        </p:blipFill>
        <p:spPr>
          <a:xfrm>
            <a:off x="2767524" y="2429789"/>
            <a:ext cx="6223000" cy="21705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2684781" y="4852855"/>
            <a:ext cx="4014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que discrimina bien (Área)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DBBB4-B719-E446-8B5A-B805CA913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563" y="4802537"/>
            <a:ext cx="9652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9C1BCC-3787-FC47-97FC-6E4DF21BA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236" y="2671413"/>
            <a:ext cx="1130300" cy="36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4C455-2C18-C74F-816F-7737B4A8D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572" y="2624918"/>
            <a:ext cx="1130300" cy="368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8DA2CC-6349-2449-9B36-36B33A078549}"/>
              </a:ext>
            </a:extLst>
          </p:cNvPr>
          <p:cNvCxnSpPr>
            <a:cxnSpLocks/>
          </p:cNvCxnSpPr>
          <p:nvPr/>
        </p:nvCxnSpPr>
        <p:spPr bwMode="auto">
          <a:xfrm flipH="1">
            <a:off x="7692325" y="3192651"/>
            <a:ext cx="650930" cy="5269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F9FAE7-FF26-AD44-B472-7FF276DEED8E}"/>
              </a:ext>
            </a:extLst>
          </p:cNvPr>
          <p:cNvCxnSpPr>
            <a:cxnSpLocks/>
          </p:cNvCxnSpPr>
          <p:nvPr/>
        </p:nvCxnSpPr>
        <p:spPr bwMode="auto">
          <a:xfrm>
            <a:off x="2639879" y="3161655"/>
            <a:ext cx="945397" cy="325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CF3BBE2-12A5-1946-9C03-D6A25B045D14}"/>
              </a:ext>
            </a:extLst>
          </p:cNvPr>
          <p:cNvSpPr/>
          <p:nvPr/>
        </p:nvSpPr>
        <p:spPr>
          <a:xfrm>
            <a:off x="2741905" y="1755776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1D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082FAB-9342-0347-A405-CCCEDD4D5D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930" y="1722603"/>
            <a:ext cx="1179424" cy="37946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B6184D-9616-817D-8C52-8FAE64A5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062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4FB2E2-0FBC-694A-9657-EB4BDC85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01" y="1859797"/>
            <a:ext cx="4585652" cy="4830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3" y="4480897"/>
            <a:ext cx="30732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Característica que discriminan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bien (Área y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0B72D2-0357-9D41-8356-E4863ADF5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679" y="2703478"/>
            <a:ext cx="11303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398C0-2670-F34C-A2AB-1185794F8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509" y="1763959"/>
            <a:ext cx="1130300" cy="36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05819" y="3073853"/>
            <a:ext cx="1448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6C94C-DEC1-564D-A48D-409D3CF06634}"/>
              </a:ext>
            </a:extLst>
          </p:cNvPr>
          <p:cNvSpPr/>
          <p:nvPr/>
        </p:nvSpPr>
        <p:spPr>
          <a:xfrm>
            <a:off x="1922098" y="1314342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2D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99D285-7DCE-D14D-AC61-93CC649A1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978" y="1302190"/>
            <a:ext cx="1179424" cy="3794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2CE4F-4C59-3051-FD27-A4B909E0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73087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17CD1F1-91F1-0F4F-99A6-0BB65CDC8C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1901" y="2430190"/>
            <a:ext cx="4585652" cy="4361961"/>
          </a:xfrm>
          <a:prstGeom prst="rect">
            <a:avLst/>
          </a:prstGeom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3" y="4480897"/>
            <a:ext cx="30732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Característica que discriminan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mal (Área y Rojo)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0B72D2-0357-9D41-8356-E4863ADF5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679" y="2703478"/>
            <a:ext cx="11303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398C0-2670-F34C-A2AB-1185794F8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509" y="1763959"/>
            <a:ext cx="1130300" cy="36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73594" y="3073853"/>
            <a:ext cx="1384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Rojo)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6C94C-DEC1-564D-A48D-409D3CF06634}"/>
              </a:ext>
            </a:extLst>
          </p:cNvPr>
          <p:cNvSpPr/>
          <p:nvPr/>
        </p:nvSpPr>
        <p:spPr>
          <a:xfrm>
            <a:off x="1922098" y="1314342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2D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99D285-7DCE-D14D-AC61-93CC649A1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978" y="1302190"/>
            <a:ext cx="1179424" cy="3794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5BE48-599B-BF9D-8A4F-5E8C03C2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62559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AB1A72-A86B-3843-8F89-8E98942EF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25" y="770308"/>
            <a:ext cx="7514897" cy="56294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A869A8-6486-CA40-897D-9D956B762BDF}"/>
              </a:ext>
            </a:extLst>
          </p:cNvPr>
          <p:cNvSpPr/>
          <p:nvPr/>
        </p:nvSpPr>
        <p:spPr bwMode="auto">
          <a:xfrm>
            <a:off x="2585546" y="935422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1E500F-24B3-8443-AACC-2BF5F5C2955A}"/>
              </a:ext>
            </a:extLst>
          </p:cNvPr>
          <p:cNvSpPr/>
          <p:nvPr/>
        </p:nvSpPr>
        <p:spPr bwMode="auto">
          <a:xfrm>
            <a:off x="5092263" y="888126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C623F3-08B4-9048-9BAF-BFD45858CA06}"/>
              </a:ext>
            </a:extLst>
          </p:cNvPr>
          <p:cNvSpPr/>
          <p:nvPr/>
        </p:nvSpPr>
        <p:spPr bwMode="auto">
          <a:xfrm>
            <a:off x="7546428" y="914402"/>
            <a:ext cx="987972" cy="2207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07335-993D-4242-B972-067DDCAD44F7}"/>
              </a:ext>
            </a:extLst>
          </p:cNvPr>
          <p:cNvSpPr txBox="1"/>
          <p:nvPr/>
        </p:nvSpPr>
        <p:spPr>
          <a:xfrm>
            <a:off x="3540641" y="872359"/>
            <a:ext cx="537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mal                       aceptable                         muy bien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9BF95-CACC-51FE-0C04-EC1B5678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61831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AB1A72-A86B-3843-8F89-8E98942EF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25" y="770308"/>
            <a:ext cx="7514897" cy="5629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432879-84DA-A445-8AA9-304CB9D9C4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787" y="3696427"/>
            <a:ext cx="7525407" cy="2569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1B833F-C1BB-8140-95DB-12CB6173EA9E}"/>
              </a:ext>
            </a:extLst>
          </p:cNvPr>
          <p:cNvSpPr/>
          <p:nvPr/>
        </p:nvSpPr>
        <p:spPr bwMode="auto">
          <a:xfrm>
            <a:off x="2585546" y="935422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848CD-5E10-E943-BC2D-852415BC0169}"/>
              </a:ext>
            </a:extLst>
          </p:cNvPr>
          <p:cNvSpPr/>
          <p:nvPr/>
        </p:nvSpPr>
        <p:spPr bwMode="auto">
          <a:xfrm>
            <a:off x="5092263" y="888126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FE6A5B-B00A-8544-9461-DE553AE38E09}"/>
              </a:ext>
            </a:extLst>
          </p:cNvPr>
          <p:cNvSpPr/>
          <p:nvPr/>
        </p:nvSpPr>
        <p:spPr bwMode="auto">
          <a:xfrm>
            <a:off x="7546428" y="914402"/>
            <a:ext cx="987972" cy="2207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84AB1-0A2D-634D-A2FC-FC76E22F828D}"/>
              </a:ext>
            </a:extLst>
          </p:cNvPr>
          <p:cNvSpPr txBox="1"/>
          <p:nvPr/>
        </p:nvSpPr>
        <p:spPr>
          <a:xfrm>
            <a:off x="3540641" y="872359"/>
            <a:ext cx="537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mal                       aceptable                         muy bien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8D297-B477-174E-A1B5-B2CC600AC871}"/>
              </a:ext>
            </a:extLst>
          </p:cNvPr>
          <p:cNvSpPr/>
          <p:nvPr/>
        </p:nvSpPr>
        <p:spPr bwMode="auto">
          <a:xfrm>
            <a:off x="9002110" y="4056993"/>
            <a:ext cx="814552" cy="53602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EA171-5D12-C707-B056-98E16CD9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978365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6305E-7303-178E-5940-7EC22FE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027719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52026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6. Selección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46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4C23C-3E11-6E41-9645-951759F8D645}"/>
              </a:ext>
            </a:extLst>
          </p:cNvPr>
          <p:cNvSpPr/>
          <p:nvPr/>
        </p:nvSpPr>
        <p:spPr>
          <a:xfrm>
            <a:off x="2221928" y="1011482"/>
            <a:ext cx="540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escogen aquellas que en conjunto discriminan bien…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33FA99D-38A2-394C-86E7-33020D946258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18" name="Left Brace 17">
            <a:extLst>
              <a:ext uri="{FF2B5EF4-FFF2-40B4-BE49-F238E27FC236}">
                <a16:creationId xmlns:a16="http://schemas.microsoft.com/office/drawing/2014/main" id="{A92D78F8-2932-7645-993E-AFF3E7D05CEF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E1674EF-20AC-2D48-87F8-2710F64B4E6F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38B38-8FF8-BA4A-938C-AEF419EAD743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06CE4-EE8D-6D4D-91A7-EB98A930F07C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AF86C8-5A55-3E4D-B5FB-2461C580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1F8BFE-D310-8548-961B-46C6FB1D9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359" y="3162516"/>
            <a:ext cx="660400" cy="25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DC8722-FC1D-3E44-A58F-5975ECAFC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361" y="4802536"/>
            <a:ext cx="342900" cy="228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54C159-BD61-9249-8417-E8F342771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6383" y="4802535"/>
            <a:ext cx="355600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9CCE65-68E8-5C48-9468-C881B7856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001" y="4818036"/>
            <a:ext cx="3429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A511D32-FF0E-BE4A-B7A2-B81EE1A3A6DA}"/>
              </a:ext>
            </a:extLst>
          </p:cNvPr>
          <p:cNvGrpSpPr/>
          <p:nvPr/>
        </p:nvGrpSpPr>
        <p:grpSpPr>
          <a:xfrm>
            <a:off x="6204489" y="1735811"/>
            <a:ext cx="650929" cy="3921071"/>
            <a:chOff x="4680488" y="1735810"/>
            <a:chExt cx="650929" cy="392107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101CA2-10F2-BC41-82C9-73E3E64E65F7}"/>
                </a:ext>
              </a:extLst>
            </p:cNvPr>
            <p:cNvCxnSpPr/>
            <p:nvPr/>
          </p:nvCxnSpPr>
          <p:spPr bwMode="auto">
            <a:xfrm>
              <a:off x="4680488" y="1813302"/>
              <a:ext cx="650929" cy="347162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0EE88B-CE7C-7C47-AD24-E7CAA5D974E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788976" y="1735810"/>
              <a:ext cx="464949" cy="392107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28523A7-99FF-E24F-B5BA-3CA1040A2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464" y="5905716"/>
            <a:ext cx="660400" cy="254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C3C483-7314-6241-960C-48ADF6472974}"/>
              </a:ext>
            </a:extLst>
          </p:cNvPr>
          <p:cNvSpPr/>
          <p:nvPr/>
        </p:nvSpPr>
        <p:spPr>
          <a:xfrm>
            <a:off x="4889896" y="5786053"/>
            <a:ext cx="2710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Columnas escogidas de </a:t>
            </a:r>
            <a:r>
              <a:rPr lang="es-ES_tradn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A60002-FD53-9E40-ABB7-A81C62E3EB2F}"/>
              </a:ext>
            </a:extLst>
          </p:cNvPr>
          <p:cNvGrpSpPr/>
          <p:nvPr/>
        </p:nvGrpSpPr>
        <p:grpSpPr>
          <a:xfrm rot="371431">
            <a:off x="8564055" y="1509840"/>
            <a:ext cx="650929" cy="3921071"/>
            <a:chOff x="4680488" y="1735810"/>
            <a:chExt cx="650929" cy="392107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C602282-5515-504E-A69F-1C491C123B1C}"/>
                </a:ext>
              </a:extLst>
            </p:cNvPr>
            <p:cNvCxnSpPr/>
            <p:nvPr/>
          </p:nvCxnSpPr>
          <p:spPr bwMode="auto">
            <a:xfrm>
              <a:off x="4680488" y="1813302"/>
              <a:ext cx="650929" cy="347162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F75C8A-3DAF-B947-9659-A2B502B129C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788976" y="1735810"/>
              <a:ext cx="464949" cy="392107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E1911-B4ED-F965-537E-80D73A97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0020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52026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6. Selección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4C23C-3E11-6E41-9645-951759F8D645}"/>
              </a:ext>
            </a:extLst>
          </p:cNvPr>
          <p:cNvSpPr/>
          <p:nvPr/>
        </p:nvSpPr>
        <p:spPr>
          <a:xfrm>
            <a:off x="2221928" y="1011482"/>
            <a:ext cx="540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escogen aquellas que en conjunto discriminan bien…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33FA99D-38A2-394C-86E7-33020D946258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36576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18" name="Left Brace 17">
            <a:extLst>
              <a:ext uri="{FF2B5EF4-FFF2-40B4-BE49-F238E27FC236}">
                <a16:creationId xmlns:a16="http://schemas.microsoft.com/office/drawing/2014/main" id="{A92D78F8-2932-7645-993E-AFF3E7D05CEF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E1674EF-20AC-2D48-87F8-2710F64B4E6F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38B38-8FF8-BA4A-938C-AEF419EAD743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06CE4-EE8D-6D4D-91A7-EB98A930F07C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8523A7-99FF-E24F-B5BA-3CA1040A2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64" y="5905716"/>
            <a:ext cx="660400" cy="254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C3C483-7314-6241-960C-48ADF6472974}"/>
              </a:ext>
            </a:extLst>
          </p:cNvPr>
          <p:cNvSpPr/>
          <p:nvPr/>
        </p:nvSpPr>
        <p:spPr>
          <a:xfrm>
            <a:off x="4889896" y="5786053"/>
            <a:ext cx="2710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Columnas escogidas de </a:t>
            </a:r>
            <a:r>
              <a:rPr lang="es-ES_tradn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6E29E-A74B-D542-83F3-90D3BAF10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24" y="3271003"/>
            <a:ext cx="584200" cy="25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4EE7C2-5F51-954C-8B23-C03E2D22D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019" y="4786366"/>
            <a:ext cx="825500" cy="16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4D0FA4-A74B-BE40-9540-50BCE5D86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215" y="4786368"/>
            <a:ext cx="825500" cy="1651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8C31CB-2C1E-EC28-A50D-36A4268C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74862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32335-69E4-D2BA-8090-385CE306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226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4091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7. Diseño del Clasificador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4FB2E2-0FBC-694A-9657-EB4BDC85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01" y="1859797"/>
            <a:ext cx="4585652" cy="4830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4" y="4480896"/>
            <a:ext cx="41907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La función     depende de parámetros que deben estimarse minimizando una función de costo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05819" y="3073853"/>
            <a:ext cx="1448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97A3103D-D843-3543-B37A-384450A719A4}"/>
              </a:ext>
            </a:extLst>
          </p:cNvPr>
          <p:cNvSpPr/>
          <p:nvPr/>
        </p:nvSpPr>
        <p:spPr bwMode="auto">
          <a:xfrm>
            <a:off x="7258365" y="3673098"/>
            <a:ext cx="4990461" cy="4448017"/>
          </a:xfrm>
          <a:prstGeom prst="arc">
            <a:avLst>
              <a:gd name="adj1" fmla="val 10830465"/>
              <a:gd name="adj2" fmla="val 13729377"/>
            </a:avLst>
          </a:prstGeom>
          <a:noFill/>
          <a:ln w="539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062C824-BDA7-1E42-8644-A8DE37FEEDFB}"/>
              </a:ext>
            </a:extLst>
          </p:cNvPr>
          <p:cNvSpPr/>
          <p:nvPr/>
        </p:nvSpPr>
        <p:spPr bwMode="auto">
          <a:xfrm>
            <a:off x="7271281" y="3655017"/>
            <a:ext cx="4990461" cy="4448017"/>
          </a:xfrm>
          <a:prstGeom prst="arc">
            <a:avLst>
              <a:gd name="adj1" fmla="val 14819401"/>
              <a:gd name="adj2" fmla="val 15956601"/>
            </a:avLst>
          </a:prstGeom>
          <a:noFill/>
          <a:ln w="539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2203697" y="1011482"/>
            <a:ext cx="4504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busca la línea de separación entre las clases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4E379-E616-854B-A29C-B07456A51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573" y="1819006"/>
            <a:ext cx="1981200" cy="3683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1EAB22-759D-A64D-BABB-5AE79DDE44F9}"/>
              </a:ext>
            </a:extLst>
          </p:cNvPr>
          <p:cNvCxnSpPr/>
          <p:nvPr/>
        </p:nvCxnSpPr>
        <p:spPr bwMode="auto">
          <a:xfrm>
            <a:off x="9087173" y="2309247"/>
            <a:ext cx="108488" cy="14103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F4791C2-03B4-1349-91A8-87C5D42FC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5925" y="4548217"/>
            <a:ext cx="177800" cy="2413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F0379-0794-EC2D-256D-7C11D33F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74574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6905A-0EC6-8CCA-5B91-3D9CD6CC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74400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qué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5B0AD0-3CD7-5A48-BDAD-990CDA06809D}"/>
              </a:ext>
            </a:extLst>
          </p:cNvPr>
          <p:cNvSpPr/>
          <p:nvPr/>
        </p:nvSpPr>
        <p:spPr>
          <a:xfrm>
            <a:off x="1981796" y="1809585"/>
            <a:ext cx="3140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Matriz de Confusión ‘C’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BC32BC-F141-3B41-83F1-2599FCD62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222" y="5441305"/>
            <a:ext cx="584200" cy="4699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8981C5-E0C9-DF46-8788-EA6ECA4894F5}"/>
              </a:ext>
            </a:extLst>
          </p:cNvPr>
          <p:cNvSpPr/>
          <p:nvPr/>
        </p:nvSpPr>
        <p:spPr>
          <a:xfrm>
            <a:off x="3632261" y="5389692"/>
            <a:ext cx="48597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‘i’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clasificadas como clase ‘j’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3332-FA04-7164-BD66-31D966A9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295586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C10697-5405-8D4D-B0DE-CA1375990FA9}"/>
              </a:ext>
            </a:extLst>
          </p:cNvPr>
          <p:cNvCxnSpPr/>
          <p:nvPr/>
        </p:nvCxnSpPr>
        <p:spPr bwMode="auto">
          <a:xfrm flipH="1">
            <a:off x="4189709" y="3471621"/>
            <a:ext cx="1844299" cy="20612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1944812" y="5544676"/>
            <a:ext cx="4844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1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pero que fueron clasificadas como clase 2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3580A-8209-E6ED-E875-D6BEEA7B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84721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C10697-5405-8D4D-B0DE-CA1375990FA9}"/>
              </a:ext>
            </a:extLst>
          </p:cNvPr>
          <p:cNvCxnSpPr>
            <a:cxnSpLocks/>
          </p:cNvCxnSpPr>
          <p:nvPr/>
        </p:nvCxnSpPr>
        <p:spPr bwMode="auto">
          <a:xfrm flipH="1">
            <a:off x="4189710" y="3487119"/>
            <a:ext cx="604433" cy="20457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1723597" y="5544676"/>
            <a:ext cx="51653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1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y que fueron correctamente clasificadas como clase 1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C7A11-1988-E07A-8458-A24BB4FE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2284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3616749" y="5544675"/>
            <a:ext cx="189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</a:rPr>
              <a:t>Accuracy</a:t>
            </a:r>
            <a:r>
              <a:rPr lang="es-ES_tradnl" dirty="0">
                <a:latin typeface="Gill Sans MT" panose="020B0502020104020203" pitchFamily="34" charset="77"/>
              </a:rPr>
              <a:t> (</a:t>
            </a:r>
            <a:r>
              <a:rPr lang="es-ES_tradnl" dirty="0" err="1">
                <a:latin typeface="Gill Sans MT" panose="020B0502020104020203" pitchFamily="34" charset="77"/>
              </a:rPr>
              <a:t>Acc</a:t>
            </a:r>
            <a:r>
              <a:rPr lang="es-ES_tradnl" dirty="0">
                <a:latin typeface="Gill Sans MT" panose="020B0502020104020203" pitchFamily="34" charset="77"/>
              </a:rPr>
              <a:t>) =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07360F-5E32-BE44-9C1C-6615CBBF145E}"/>
              </a:ext>
            </a:extLst>
          </p:cNvPr>
          <p:cNvSpPr/>
          <p:nvPr/>
        </p:nvSpPr>
        <p:spPr bwMode="auto">
          <a:xfrm rot="808605">
            <a:off x="4047252" y="3807658"/>
            <a:ext cx="5417884" cy="449451"/>
          </a:xfrm>
          <a:prstGeom prst="ellipse">
            <a:avLst/>
          </a:prstGeom>
          <a:solidFill>
            <a:srgbClr val="FF9300">
              <a:alpha val="5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044D9D-EECD-7441-838D-515E93C6ABD5}"/>
              </a:ext>
            </a:extLst>
          </p:cNvPr>
          <p:cNvSpPr/>
          <p:nvPr/>
        </p:nvSpPr>
        <p:spPr>
          <a:xfrm>
            <a:off x="5699250" y="5232126"/>
            <a:ext cx="205953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Suma de la Diagonal</a:t>
            </a:r>
          </a:p>
          <a:p>
            <a:pPr algn="ctr"/>
            <a:endParaRPr lang="es-ES_tradnl" dirty="0">
              <a:latin typeface="Gill Sans MT" panose="020B0502020104020203" pitchFamily="34" charset="77"/>
            </a:endParaRP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Total de 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08A402-81A7-F94E-AEDB-E31BB3ACA431}"/>
              </a:ext>
            </a:extLst>
          </p:cNvPr>
          <p:cNvCxnSpPr>
            <a:stCxn id="20" idx="1"/>
            <a:endCxn id="20" idx="3"/>
          </p:cNvCxnSpPr>
          <p:nvPr/>
        </p:nvCxnSpPr>
        <p:spPr bwMode="auto">
          <a:xfrm>
            <a:off x="5699250" y="5693791"/>
            <a:ext cx="2059538" cy="0"/>
          </a:xfrm>
          <a:prstGeom prst="line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09519C-6564-2D4D-A5D3-B5AC3DA9A6B0}"/>
              </a:ext>
            </a:extLst>
          </p:cNvPr>
          <p:cNvSpPr/>
          <p:nvPr/>
        </p:nvSpPr>
        <p:spPr>
          <a:xfrm>
            <a:off x="8493176" y="5370626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Existen otras </a:t>
            </a:r>
          </a:p>
          <a:p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Métricas !!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47FE7-BA6E-55B2-ED09-94E8DAFA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7301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8255E-EF81-CFA1-2B8A-5B12F8A3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06569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94071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Sistema de Reconocimiento de Patrones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0EF4F-C258-2C99-FF90-78924AA1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751" y="3428999"/>
            <a:ext cx="4485032" cy="268634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A23EA-9DE1-C956-6DF9-A4DE8D20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125C7-4782-A81A-3B7D-358B3B88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62102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A6292-2FBA-CBA4-20A8-D2D4D53D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A4D3E-ED57-8090-6DC1-EBDD29B8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5623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7366D-CAF8-0962-4244-2745855A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B93E-BDCC-043B-44D3-E3826B98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6E5B7-AFD3-864E-A414-B50DBFB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3355F-2BDD-24EA-047D-758B5F7E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4163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8E4BB-D335-029F-D964-5E0CEA977663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94412-EB72-8543-1CAF-971316A7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9CA5C-1625-FA71-FA8E-29E7EA8F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547697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F7B51-3D0B-29C7-7C9A-E83A84608DAA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1CB2-05AD-17C8-C0BE-4C59463B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8BF40-50B3-B39C-0F0F-237B0905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653533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66744" y="5299545"/>
            <a:ext cx="1231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Extraction of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selected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features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71044" y="5502087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Classification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1F91E-34BF-7047-365B-9503BB3D6958}"/>
              </a:ext>
            </a:extLst>
          </p:cNvPr>
          <p:cNvSpPr txBox="1"/>
          <p:nvPr/>
        </p:nvSpPr>
        <p:spPr>
          <a:xfrm>
            <a:off x="7435262" y="3753900"/>
            <a:ext cx="1534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Classifier</a:t>
            </a:r>
          </a:p>
          <a:p>
            <a:pPr algn="ctr"/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Parameters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DBD27-6B62-0734-F5E0-67C03E8C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0D3C9-8263-35EA-186A-E070E0BF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3545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2364</Words>
  <Application>Microsoft Macintosh PowerPoint</Application>
  <PresentationFormat>Widescreen</PresentationFormat>
  <Paragraphs>912</Paragraphs>
  <Slides>62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 Display</vt:lpstr>
      <vt:lpstr>Arial</vt:lpstr>
      <vt:lpstr>Gill Sans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20</cp:revision>
  <dcterms:created xsi:type="dcterms:W3CDTF">2026-03-08T16:41:49Z</dcterms:created>
  <dcterms:modified xsi:type="dcterms:W3CDTF">2026-08-04T22:13:33Z</dcterms:modified>
</cp:coreProperties>
</file>