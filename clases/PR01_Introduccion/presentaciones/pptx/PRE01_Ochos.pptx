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0" r:id="rId2"/>
    <p:sldId id="282" r:id="rId3"/>
    <p:sldId id="257" r:id="rId4"/>
    <p:sldId id="258" r:id="rId5"/>
    <p:sldId id="274" r:id="rId6"/>
    <p:sldId id="276" r:id="rId7"/>
    <p:sldId id="277" r:id="rId8"/>
    <p:sldId id="278" r:id="rId9"/>
    <p:sldId id="275" r:id="rId10"/>
    <p:sldId id="281" r:id="rId11"/>
    <p:sldId id="279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2" r:id="rId25"/>
    <p:sldId id="271" r:id="rId26"/>
    <p:sldId id="273" r:id="rId27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09"/>
    <a:srgbClr val="FAA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C26A9-002E-5F40-B38C-8C07BFE22C19}" type="datetimeFigureOut">
              <a:rPr lang="en-CL" smtClean="0"/>
              <a:t>04-08-26</a:t>
            </a:fld>
            <a:endParaRPr lang="en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7B714-1829-794C-9346-99DC80A6030E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7037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DE5E-55A9-4294-B1A7-FA881475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BE524-8C7A-677E-2AAE-5A387FB0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459A-09CF-03F0-14AB-5274BA06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322A-B205-1058-AE0B-3EEE0BEE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4827-C436-AC52-ED20-6EF4BF1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64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4409-A185-580E-ED3B-B7E1F08B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FB1F-E49F-4694-41E8-BA577730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BA413-B554-E83E-5A7F-FDAF22B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933A-A6BD-37B3-9FE8-767C0FC6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D29D-BCA1-58A5-8A6F-42077969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242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0A0B-2BD8-B999-3689-9D093643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3DF1B-EFB7-6C75-56BD-3E75EC48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A97A-AF5B-99BA-B318-2960B0B3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0668-6DE5-70D6-23F2-FE9EE8DD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FB3-1E4E-D99F-EADB-698B78A6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117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1A2-F974-CFD0-6598-06501A52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B71A-7A5B-DCCF-CB23-B6D213A5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9ED-B6B1-FDB3-095E-8A02D9962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1D5D-CE22-7188-448E-6182C09C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5D405-AA2E-5668-8441-E24673A4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BEFD-052C-B216-265B-9B33AE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111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4C2-D3B7-DAB8-41AD-767E4F88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2493-6057-314E-0A8D-BD66DC5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FED0-27DD-A87C-41CA-C901B930E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6AC5C-C572-B821-68A7-687E140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17D0-C8AA-DC6F-FC05-86DFE519E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840C2-375F-A6F9-56FF-898166F2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FFD30-D97A-7238-6838-13AAF89C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36ADF-57FB-9337-2A3C-1FAEA70D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606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3082-C63D-2AF5-ED7B-D2E8F048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7DAA3-0F2A-3AAE-22FA-8E7D901D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4A8BF-7EEF-3BC7-4F79-7CE76BB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46D1-EBAF-1E02-CDCD-A7B6F1F7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4208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94E9-67C8-7526-D2D8-5753D1FE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7342-9B22-759D-81F2-8BB6FFFA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46257-A788-C842-2611-65B9F0E7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97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7528-7AC3-CC57-057B-A2688154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D0D7-62C0-6D60-182A-0D6E9EDCC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A12B-5630-38F6-FE64-42EA385D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A2DD-DE82-C181-0BE8-BBCE2FB8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771D7-6CFC-C213-B69F-BCB8717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0C0F9-5373-B9DB-E792-13300EC1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7823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1D38-EBF2-9CAC-24A5-1F91A3FA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FC596-6D61-7BCE-F920-51B7C044D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156F6-EA55-3FAC-48F1-4BC89E11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69A15-BC42-8055-FE41-C7D9AD81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20FF8-CCCB-6E78-D2E6-476979E7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A882B-EBB7-9274-5597-81A51508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10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4532-667D-39D7-AE25-78D3F691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673-AE3C-8484-A105-DF436DFF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E8C8-89F1-B084-59E9-D399D3AB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86F4-E164-46C5-EFE8-AC9244D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FED7-C0F0-555E-0F20-89B31EB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716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4ECC9-F167-6F8D-6226-2F00F7DC8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4B10-9FA3-8779-D6C8-E6A74699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DA57-B739-9294-C406-F45051BE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CEEC-B37C-772B-F971-0B7A96BE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F241-78E5-2A3D-170E-00D0E4E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26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D90E7-15E2-A391-8EAE-5532972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1BE8-6943-1ABD-B0AC-0F91CC12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B5C33-D3A2-8D8B-8D79-CC72C8DE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4A84-524E-1127-C5EE-881DEC10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B2EB-4E2C-517D-4F20-A234C2F54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0679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omingomery.ing.uc.cl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8 ochos - Tocamates - matemáticas y creatividad">
            <a:extLst>
              <a:ext uri="{FF2B5EF4-FFF2-40B4-BE49-F238E27FC236}">
                <a16:creationId xmlns:a16="http://schemas.microsoft.com/office/drawing/2014/main" id="{6E91833A-C9BE-158A-B2BA-3BE0E8CBF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08691" flipH="1">
            <a:off x="5476868" y="1750035"/>
            <a:ext cx="6300697" cy="47838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3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487024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Ejercicio E01: Ochos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 – PRE01)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D615A-088D-04B7-E8A2-F5A3A252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6342D-E5B3-2C82-BD23-1FC5755A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EF948-8639-99A7-D891-C6C48196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477648-FED6-E083-E86F-42249288C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69" y="1994911"/>
            <a:ext cx="11219862" cy="28753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521EA6-E273-901A-B3D0-2579122761FE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2097CCF-3365-3C54-79BE-5A33EA1B8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138C4-F851-9576-6F3E-C4BF79CACC29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196162-408F-407F-5466-B135D3E221AC}"/>
              </a:ext>
            </a:extLst>
          </p:cNvPr>
          <p:cNvGrpSpPr/>
          <p:nvPr/>
        </p:nvGrpSpPr>
        <p:grpSpPr>
          <a:xfrm>
            <a:off x="5097163" y="4061026"/>
            <a:ext cx="3325244" cy="1773895"/>
            <a:chOff x="5809544" y="4011799"/>
            <a:chExt cx="3325244" cy="17738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BBF3C7-70EC-5F8C-C319-86618B7B134D}"/>
                </a:ext>
              </a:extLst>
            </p:cNvPr>
            <p:cNvSpPr txBox="1"/>
            <p:nvPr/>
          </p:nvSpPr>
          <p:spPr>
            <a:xfrm>
              <a:off x="6290740" y="5416362"/>
              <a:ext cx="28440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dirty="0">
                  <a:latin typeface="Consolas" panose="020B0609020204030204" pitchFamily="49" charset="0"/>
                  <a:cs typeface="Consolas" panose="020B0609020204030204" pitchFamily="49" charset="0"/>
                </a:rPr>
                <a:t>Guardar en variable I</a:t>
              </a:r>
            </a:p>
          </p:txBody>
        </p: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223CDB96-CCAA-8C4A-6BF3-8EE1205714D4}"/>
                </a:ext>
              </a:extLst>
            </p:cNvPr>
            <p:cNvSpPr/>
            <p:nvPr/>
          </p:nvSpPr>
          <p:spPr>
            <a:xfrm rot="12684851">
              <a:off x="5809544" y="4011799"/>
              <a:ext cx="1751215" cy="1716905"/>
            </a:xfrm>
            <a:prstGeom prst="arc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L" dirty="0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E6F13-96CE-C488-727B-1E1A194B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28595-8580-3A29-1371-9EA9D6A5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8747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EC8F2-04EE-8055-AFF8-2473451B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27A833E-D2B7-E0CE-8AEF-72B9E04CD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69" y="1994911"/>
            <a:ext cx="11219862" cy="28753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895BDA-B6A0-21BA-F922-DDE35991B410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AD5377-AD53-89B7-6535-57E5B26BBED8}"/>
              </a:ext>
            </a:extLst>
          </p:cNvPr>
          <p:cNvSpPr/>
          <p:nvPr/>
        </p:nvSpPr>
        <p:spPr>
          <a:xfrm>
            <a:off x="3935896" y="410825"/>
            <a:ext cx="7553739" cy="6042984"/>
          </a:xfrm>
          <a:prstGeom prst="roundRect">
            <a:avLst>
              <a:gd name="adj" fmla="val 10785"/>
            </a:avLst>
          </a:prstGeom>
          <a:solidFill>
            <a:schemeClr val="bg1"/>
          </a:solidFill>
          <a:ln w="762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018438-3DB7-9AA7-B61E-413D908E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765" y="1451695"/>
            <a:ext cx="71120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F5CEE3-724B-B965-B976-74D644CC6C1E}"/>
              </a:ext>
            </a:extLst>
          </p:cNvPr>
          <p:cNvSpPr txBox="1"/>
          <p:nvPr/>
        </p:nvSpPr>
        <p:spPr>
          <a:xfrm>
            <a:off x="6536000" y="781552"/>
            <a:ext cx="2353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800" dirty="0">
                <a:latin typeface="Consolas" panose="020B0609020204030204" pitchFamily="49" charset="0"/>
                <a:cs typeface="Consolas" panose="020B0609020204030204" pitchFamily="49" charset="0"/>
              </a:rPr>
              <a:t>numbers.png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3E832-14FF-58BD-66C4-3C2B635B1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3337DA-8503-9704-1F8D-0DF5411C149F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24CAD-DD3D-B21E-9511-94FA1E891F74}"/>
              </a:ext>
            </a:extLst>
          </p:cNvPr>
          <p:cNvSpPr txBox="1"/>
          <p:nvPr/>
        </p:nvSpPr>
        <p:spPr>
          <a:xfrm>
            <a:off x="7116731" y="186060"/>
            <a:ext cx="1204176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CL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38FEB5-CE55-B829-42AA-FA7F8D58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3F339-40D5-6EB3-A9F7-8E99B2F8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7883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317C3-B046-474D-DDAC-F58F0B7F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152615-ED92-7910-DD5F-3FC07041BC8B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C6B59FA-9757-CAF6-CCB2-C218C5951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8" y="1448425"/>
            <a:ext cx="11352131" cy="48728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EA75F6-CD0A-10EC-444E-07862BE76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5518C-791C-E329-42BE-3C0A3898F48B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02EEE-2FDC-BE71-BB6C-6D1573D3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4813B-B638-0BB7-222F-1A98F370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0591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51320-ED63-EBB1-22C5-CB1B176E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29F80F-A33C-D57A-6E53-30572134D3B7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74F4B0-4826-C67F-0128-F8C5DBB1D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84" y="1525267"/>
            <a:ext cx="9128311" cy="484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511EA8-3592-C584-5048-6006AC5F9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EC99A1-C765-4A2B-8821-B17A74893E22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37072-16FB-7606-267E-D8983874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FD961-F302-4C82-C299-AEB540FA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15047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A95A0-728A-0AD8-8AF5-4AFF9380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0EA6FA-4ABE-E1F2-7BA7-3D345F44C3B1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517E33-C292-194A-E16A-20C7B7581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84" y="1525267"/>
            <a:ext cx="9128311" cy="484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A037EB-3F01-E9D1-040C-ED35C97E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571F3A-FF81-2277-D592-88792F0535B8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0A872-8286-0C48-FD32-611D01AF0820}"/>
              </a:ext>
            </a:extLst>
          </p:cNvPr>
          <p:cNvSpPr/>
          <p:nvPr/>
        </p:nvSpPr>
        <p:spPr>
          <a:xfrm>
            <a:off x="2123091" y="1776248"/>
            <a:ext cx="777766" cy="451945"/>
          </a:xfrm>
          <a:prstGeom prst="rect">
            <a:avLst/>
          </a:prstGeom>
          <a:noFill/>
          <a:ln w="381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4B218B-9013-86F0-AF73-769D4AFCFCAF}"/>
              </a:ext>
            </a:extLst>
          </p:cNvPr>
          <p:cNvSpPr txBox="1"/>
          <p:nvPr/>
        </p:nvSpPr>
        <p:spPr>
          <a:xfrm>
            <a:off x="1723136" y="128142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img_001.png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32E10-4A64-2EC6-11BB-DDE9047F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D5BDA-0856-A479-FB9E-2C6B5010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099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30837-F232-937B-5C30-E3E0A50A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F9CF6C-E983-6404-AB89-E0A8FD1B113F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2A51FF-4962-3C57-D311-6E6359DA5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84" y="1525267"/>
            <a:ext cx="9128311" cy="484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315050-3461-4C2E-0632-4609D3897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096B51-5788-EDF0-9A1C-8ED39B231AEB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0CF9D-7F90-427A-635F-DD9977174089}"/>
              </a:ext>
            </a:extLst>
          </p:cNvPr>
          <p:cNvSpPr/>
          <p:nvPr/>
        </p:nvSpPr>
        <p:spPr>
          <a:xfrm>
            <a:off x="2921874" y="1776248"/>
            <a:ext cx="777766" cy="451945"/>
          </a:xfrm>
          <a:prstGeom prst="rect">
            <a:avLst/>
          </a:prstGeom>
          <a:noFill/>
          <a:ln w="381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A033D-8BD8-67C8-D9CD-47AEB34FFDE7}"/>
              </a:ext>
            </a:extLst>
          </p:cNvPr>
          <p:cNvSpPr txBox="1"/>
          <p:nvPr/>
        </p:nvSpPr>
        <p:spPr>
          <a:xfrm>
            <a:off x="2521919" y="128142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img_002.png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A6D8D-21AD-D7C2-9EEE-089ECF2F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8CDF9-BE28-68C3-22E1-C91DE65B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64442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592C7-F897-8394-0767-0D95902E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E86C9F-501E-858E-3F5B-4F95A126CDD7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E9CB1F-AD72-EAA2-78A5-5FEE7C6DC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84" y="1525267"/>
            <a:ext cx="9128311" cy="484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50B76D-1F09-F1B9-52C3-AEF0567D2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E926F5-0624-4DDF-73E2-311C8798D709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BB5A64-2A8E-6ACD-51FF-8E3BF51EFD0E}"/>
              </a:ext>
            </a:extLst>
          </p:cNvPr>
          <p:cNvSpPr/>
          <p:nvPr/>
        </p:nvSpPr>
        <p:spPr>
          <a:xfrm>
            <a:off x="3710147" y="1776248"/>
            <a:ext cx="777766" cy="451945"/>
          </a:xfrm>
          <a:prstGeom prst="rect">
            <a:avLst/>
          </a:prstGeom>
          <a:noFill/>
          <a:ln w="381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91E8EA-A737-2A04-6B7E-6D562B7AA8DE}"/>
              </a:ext>
            </a:extLst>
          </p:cNvPr>
          <p:cNvSpPr txBox="1"/>
          <p:nvPr/>
        </p:nvSpPr>
        <p:spPr>
          <a:xfrm>
            <a:off x="3310192" y="128142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img_003.png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823DB-74B5-4BBA-EB33-03E023B0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9D762-A117-7F1E-485A-2085E573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76061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3E62C-E04E-FE8C-9103-E74E632E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694C49-2B93-E3FD-0CB9-60B8EB1B3EC5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C8114D-D17C-C4A1-96BA-C9914C938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84" y="1525267"/>
            <a:ext cx="9128311" cy="484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FAB4D3-E723-6672-FA4F-F44EE3C3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2FCF24-21D0-9C28-834D-6709A7DC00E1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9C1123-B8A0-EABB-A5D2-3913AF687653}"/>
              </a:ext>
            </a:extLst>
          </p:cNvPr>
          <p:cNvSpPr/>
          <p:nvPr/>
        </p:nvSpPr>
        <p:spPr>
          <a:xfrm>
            <a:off x="3731173" y="3352800"/>
            <a:ext cx="777766" cy="451945"/>
          </a:xfrm>
          <a:prstGeom prst="rect">
            <a:avLst/>
          </a:prstGeom>
          <a:noFill/>
          <a:ln w="381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566CAF-078A-A42F-83F2-1E44F93ACD48}"/>
              </a:ext>
            </a:extLst>
          </p:cNvPr>
          <p:cNvGrpSpPr/>
          <p:nvPr/>
        </p:nvGrpSpPr>
        <p:grpSpPr>
          <a:xfrm>
            <a:off x="3560330" y="3578772"/>
            <a:ext cx="2692058" cy="1773895"/>
            <a:chOff x="5809544" y="4011799"/>
            <a:chExt cx="2692058" cy="177389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47B08F-3048-7E0C-00E4-2C4ED032A893}"/>
                </a:ext>
              </a:extLst>
            </p:cNvPr>
            <p:cNvSpPr txBox="1"/>
            <p:nvPr/>
          </p:nvSpPr>
          <p:spPr>
            <a:xfrm>
              <a:off x="6290740" y="5416362"/>
              <a:ext cx="22108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CL" dirty="0">
                  <a:latin typeface="Consolas" panose="020B0609020204030204" pitchFamily="49" charset="0"/>
                  <a:cs typeface="Consolas" panose="020B0609020204030204" pitchFamily="49" charset="0"/>
                </a:rPr>
                <a:t>105 x 210 pixels</a:t>
              </a:r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4A1E236-13EF-8AE1-A27A-DFEC4579373D}"/>
                </a:ext>
              </a:extLst>
            </p:cNvPr>
            <p:cNvSpPr/>
            <p:nvPr/>
          </p:nvSpPr>
          <p:spPr>
            <a:xfrm rot="12684851">
              <a:off x="5809544" y="4011799"/>
              <a:ext cx="1751215" cy="1716905"/>
            </a:xfrm>
            <a:prstGeom prst="arc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L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F1E675-17AE-AB42-2582-31EE1D0445F2}"/>
              </a:ext>
            </a:extLst>
          </p:cNvPr>
          <p:cNvSpPr txBox="1"/>
          <p:nvPr/>
        </p:nvSpPr>
        <p:spPr>
          <a:xfrm>
            <a:off x="3252688" y="2878885"/>
            <a:ext cx="15776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img_043.png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1C433-360E-6F85-4092-28BE675F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0C95-07B9-B0EF-16CA-7F41D85D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32847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9F069-5F6A-2CEE-87B9-C4A6F388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47F99-DFB1-AD40-D346-12F6DAA38A2E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3108FE-6F89-9C9D-03D5-4A503FBEF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084" y="1525267"/>
            <a:ext cx="9128311" cy="484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2EBD96-F1D4-CC2F-5135-BCD75575E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F4E750-2083-8E75-EA49-19DC47F4BF39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77713C-49EE-22CC-BB11-CB9EB52B5412}"/>
              </a:ext>
            </a:extLst>
          </p:cNvPr>
          <p:cNvSpPr/>
          <p:nvPr/>
        </p:nvSpPr>
        <p:spPr>
          <a:xfrm>
            <a:off x="9415299" y="5379312"/>
            <a:ext cx="777766" cy="451945"/>
          </a:xfrm>
          <a:prstGeom prst="rect">
            <a:avLst/>
          </a:prstGeom>
          <a:noFill/>
          <a:ln w="381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443D2-33F8-1B3F-E591-AB5E3DA29CF4}"/>
              </a:ext>
            </a:extLst>
          </p:cNvPr>
          <p:cNvSpPr txBox="1"/>
          <p:nvPr/>
        </p:nvSpPr>
        <p:spPr>
          <a:xfrm>
            <a:off x="8936814" y="4905397"/>
            <a:ext cx="15776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img_100.png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B824F-F0FF-3E67-163D-78C9B224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4016C-26BB-7D48-2482-8E0D2274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35886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62615-5BCF-25BD-AEEF-08292B70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8B0084-3318-BDAF-ACD3-B8656F16C437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F6EB05F-6FF8-36C3-3CF1-712FC9A1C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8" y="1448425"/>
            <a:ext cx="11352131" cy="48728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F03E4A-F165-FD91-62AA-087FAD94C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57033-FC58-8B86-30AF-74C06362484B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1E4C2-F827-2C32-55FD-75DD53D6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E660F-879D-9151-3928-096F7D0D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7121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6FC98-70C7-7E3F-8D32-AA8F5DE7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C93BD0-6146-31CC-A514-430F81A26697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C9F1035-469C-9585-B4BB-9F52F8826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8" y="1448425"/>
            <a:ext cx="11352131" cy="487284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806E4FC-DEE5-AE33-CF51-78A950FBE426}"/>
              </a:ext>
            </a:extLst>
          </p:cNvPr>
          <p:cNvSpPr/>
          <p:nvPr/>
        </p:nvSpPr>
        <p:spPr>
          <a:xfrm>
            <a:off x="3935896" y="410825"/>
            <a:ext cx="7553739" cy="6042984"/>
          </a:xfrm>
          <a:prstGeom prst="roundRect">
            <a:avLst>
              <a:gd name="adj" fmla="val 10785"/>
            </a:avLst>
          </a:prstGeom>
          <a:solidFill>
            <a:schemeClr val="bg1"/>
          </a:solidFill>
          <a:ln w="762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92A5C-F63B-4D61-F00C-C3960BC4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86" y="1448425"/>
            <a:ext cx="3494349" cy="388421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5B13483-DFF1-F330-3C65-4D0AFD325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567" y="1448425"/>
            <a:ext cx="35052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284B491-E8C7-A2BD-2CFC-CA54489F8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567" y="3529975"/>
            <a:ext cx="35052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7D9D37-4F3D-25EB-6957-129E1BC44DCD}"/>
              </a:ext>
            </a:extLst>
          </p:cNvPr>
          <p:cNvSpPr txBox="1"/>
          <p:nvPr/>
        </p:nvSpPr>
        <p:spPr>
          <a:xfrm>
            <a:off x="8111855" y="361245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img_009.png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DE500-3A8B-257F-7C25-5CD628337A45}"/>
              </a:ext>
            </a:extLst>
          </p:cNvPr>
          <p:cNvSpPr txBox="1"/>
          <p:nvPr/>
        </p:nvSpPr>
        <p:spPr>
          <a:xfrm>
            <a:off x="8111855" y="155230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img_043.png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28A3D-8F5D-E914-5B76-DAA591CD87B7}"/>
              </a:ext>
            </a:extLst>
          </p:cNvPr>
          <p:cNvSpPr txBox="1"/>
          <p:nvPr/>
        </p:nvSpPr>
        <p:spPr>
          <a:xfrm>
            <a:off x="5802385" y="524111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:</a:t>
            </a:r>
          </a:p>
          <a:p>
            <a:r>
              <a:rPr lang="en-CL" dirty="0"/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8FEA75-C6BD-49B5-518D-AE9CE0CCCB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82" t="9023" r="5292"/>
          <a:stretch>
            <a:fillRect/>
          </a:stretch>
        </p:blipFill>
        <p:spPr>
          <a:xfrm>
            <a:off x="4598504" y="5572852"/>
            <a:ext cx="3024531" cy="762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3F141F-DD53-7893-E5F0-339991301D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A38397-4DAD-8D08-A563-37E287A407C1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0C581-93F5-3194-115E-4FA9F4645960}"/>
              </a:ext>
            </a:extLst>
          </p:cNvPr>
          <p:cNvSpPr txBox="1"/>
          <p:nvPr/>
        </p:nvSpPr>
        <p:spPr>
          <a:xfrm>
            <a:off x="7116731" y="186060"/>
            <a:ext cx="1204176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CL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13A45-B54B-B45E-9C8E-CA739ADE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8DD42-99BF-E3DC-9AFF-C17CDBDA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0223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59B5B-38D2-FA56-C216-3A1042E1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0B9AC0-3773-3460-9B85-6AC3D7F54132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6842B7C-500A-4BF6-79E2-CD1E2CA97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419"/>
            <a:ext cx="11927042" cy="3219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5A0346-B6A8-FFC2-CEDA-DCC93CB70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CA6915-9F66-FDE7-9525-B5D75693E35F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E01/P03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7BA71-49EE-84E2-CF78-17E75C29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35AEA-5FD5-040D-6485-6D102A69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9381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D5642-09EA-6007-E4D9-2E986254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B0E217-2AD3-84DD-25C4-BF868656C5EA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0BA0EB5-5022-3416-B4A3-07ED16B0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419"/>
            <a:ext cx="11927042" cy="321963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0971B4C-4AF1-4250-D99D-F16C5F099355}"/>
              </a:ext>
            </a:extLst>
          </p:cNvPr>
          <p:cNvSpPr/>
          <p:nvPr/>
        </p:nvSpPr>
        <p:spPr>
          <a:xfrm>
            <a:off x="3935896" y="410825"/>
            <a:ext cx="7553739" cy="6042984"/>
          </a:xfrm>
          <a:prstGeom prst="roundRect">
            <a:avLst>
              <a:gd name="adj" fmla="val 10785"/>
            </a:avLst>
          </a:prstGeom>
          <a:solidFill>
            <a:schemeClr val="bg1"/>
          </a:solidFill>
          <a:ln w="762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AC7E5-3A84-EFDC-50BD-CC5695CF2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86" y="1448425"/>
            <a:ext cx="3494349" cy="3884214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7BAF1B4-B970-1A87-38E5-066C9D5F4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7809521" y="1448425"/>
            <a:ext cx="3503292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F0B8742-36C9-1883-C9E4-F70B76A61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7809521" y="3529975"/>
            <a:ext cx="3503292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4B9C07-1354-64C3-1B9F-225810D06E48}"/>
              </a:ext>
            </a:extLst>
          </p:cNvPr>
          <p:cNvSpPr txBox="1"/>
          <p:nvPr/>
        </p:nvSpPr>
        <p:spPr>
          <a:xfrm>
            <a:off x="8111855" y="361245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seg_009.png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A9FA9D-8275-3419-469E-6894D3D97374}"/>
              </a:ext>
            </a:extLst>
          </p:cNvPr>
          <p:cNvSpPr txBox="1"/>
          <p:nvPr/>
        </p:nvSpPr>
        <p:spPr>
          <a:xfrm>
            <a:off x="8111855" y="1552306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seg_043.png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1B938-5499-74D5-DE34-2CEBE95382D2}"/>
              </a:ext>
            </a:extLst>
          </p:cNvPr>
          <p:cNvSpPr txBox="1"/>
          <p:nvPr/>
        </p:nvSpPr>
        <p:spPr>
          <a:xfrm>
            <a:off x="5802385" y="524111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:</a:t>
            </a:r>
          </a:p>
          <a:p>
            <a:r>
              <a:rPr lang="en-CL" dirty="0"/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3C5EA7-A447-CAEC-48AD-2C5864E8FB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82" t="9023" r="5292"/>
          <a:stretch>
            <a:fillRect/>
          </a:stretch>
        </p:blipFill>
        <p:spPr>
          <a:xfrm>
            <a:off x="4598504" y="5572852"/>
            <a:ext cx="3024531" cy="7627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E3FF34-75F2-281D-1F9C-5D405773B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750" y="5581933"/>
            <a:ext cx="2537458" cy="7370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D073E1-C1EE-27C9-3595-FAC58A029A3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324" b="27404"/>
          <a:stretch>
            <a:fillRect/>
          </a:stretch>
        </p:blipFill>
        <p:spPr>
          <a:xfrm>
            <a:off x="4855631" y="2532863"/>
            <a:ext cx="2767404" cy="27550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CB0B0C-D3B0-3FF2-5023-96FE34A6D1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F983E7-7A48-35A4-FB1A-A0BA11043A0C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B67D5B-4FBD-C1BC-610C-C3B11A59DFCB}"/>
              </a:ext>
            </a:extLst>
          </p:cNvPr>
          <p:cNvSpPr txBox="1"/>
          <p:nvPr/>
        </p:nvSpPr>
        <p:spPr>
          <a:xfrm>
            <a:off x="7116731" y="186060"/>
            <a:ext cx="1204176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CL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B6AF5-C013-1997-6D08-CA7DC1A1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AEFC22-4494-511F-C4E6-FCCC130E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23666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0BC4B-2B40-F12F-1554-FB4545FF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26EBE1-4624-2975-9513-20BFE7A25237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FF9CB9B-ED15-745C-12AD-4FEBD6175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80" y="1803841"/>
            <a:ext cx="11441123" cy="3564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1FA599-9F1B-279F-AC28-50251CE53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1918F1-CD43-29AD-6031-B38EF77B57D7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8EA4B-F16C-2B87-62E2-17C9A4A7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0B35C-FF9F-66FB-F62C-AFF0D536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05869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83959-F074-2FB5-2F36-31BBE798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819D39-64E9-D713-E967-AF57449C10C7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AE9B567-248C-0842-13F8-0A51BEE4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80" y="1803841"/>
            <a:ext cx="11441123" cy="3564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1F073-0108-36B7-8F9F-B141E7CE2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D5CC52-3A35-E9E8-5624-0D047526E1A6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E01/P04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D979D8-9147-BA49-A9CB-97FC22D7D736}"/>
              </a:ext>
            </a:extLst>
          </p:cNvPr>
          <p:cNvSpPr/>
          <p:nvPr/>
        </p:nvSpPr>
        <p:spPr>
          <a:xfrm>
            <a:off x="3935896" y="410825"/>
            <a:ext cx="7553739" cy="6042984"/>
          </a:xfrm>
          <a:prstGeom prst="roundRect">
            <a:avLst>
              <a:gd name="adj" fmla="val 10785"/>
            </a:avLst>
          </a:prstGeom>
          <a:solidFill>
            <a:schemeClr val="bg1"/>
          </a:solidFill>
          <a:ln w="76200">
            <a:solidFill>
              <a:srgbClr val="E971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F4559A-7370-B73B-33F8-E2E8E748E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240" y="1100754"/>
            <a:ext cx="6787462" cy="602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FE48BC-FC83-482F-7AAB-2D4454F1E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737" y="1781262"/>
            <a:ext cx="7169714" cy="602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DBC1D3-1AD7-ACBB-7ACD-5785DD1E0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2765" y="2634381"/>
            <a:ext cx="3351585" cy="35412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A30532-43BF-7F16-0078-62B2023017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6162" y="2608389"/>
            <a:ext cx="3270801" cy="3541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03BFA5-1369-6F35-123C-40881EB41BAA}"/>
              </a:ext>
            </a:extLst>
          </p:cNvPr>
          <p:cNvSpPr txBox="1"/>
          <p:nvPr/>
        </p:nvSpPr>
        <p:spPr>
          <a:xfrm>
            <a:off x="7116731" y="186060"/>
            <a:ext cx="1204176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CL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97A9-704C-AC6C-B562-3FF5534E2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399A17-8C4E-AB66-EAEE-A9C867B8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9823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0C6EA-232C-61BB-AB02-DB0D6B08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A4AD2F-585C-9C2B-D635-51294892FD3E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5338C8F-6B59-0535-B077-84E2E470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EF5A7C-8F92-4F6A-891E-1E5719542FE0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C30874-F6FE-574F-F5DE-2D3D4503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298700"/>
            <a:ext cx="11178962" cy="218185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4988E-272E-229E-E27A-9DD8EB85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A4B55-8AD8-0A45-236D-74A439CA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83773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D0B61-D2AA-E470-DEF3-3CED8BDA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305C19-2716-81C7-EC4D-2D468B675E7F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3286B78-5B7F-B94A-A1B6-F1217359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11EA8-38A5-D855-5B0E-2405B8E3E145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497D25-9CCC-E0AB-3AAE-CFDF0F360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298700"/>
            <a:ext cx="11178962" cy="218185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8611EC9-A339-D4B9-7409-0A1A19F6CE06}"/>
              </a:ext>
            </a:extLst>
          </p:cNvPr>
          <p:cNvGrpSpPr/>
          <p:nvPr/>
        </p:nvGrpSpPr>
        <p:grpSpPr>
          <a:xfrm>
            <a:off x="3935896" y="186060"/>
            <a:ext cx="7553739" cy="6267749"/>
            <a:chOff x="3935896" y="186060"/>
            <a:chExt cx="7553739" cy="626774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30CCAF08-AFA4-F13D-A637-C94EDE9D4917}"/>
                </a:ext>
              </a:extLst>
            </p:cNvPr>
            <p:cNvSpPr/>
            <p:nvPr/>
          </p:nvSpPr>
          <p:spPr>
            <a:xfrm>
              <a:off x="3935896" y="410825"/>
              <a:ext cx="7553739" cy="6042984"/>
            </a:xfrm>
            <a:prstGeom prst="roundRect">
              <a:avLst>
                <a:gd name="adj" fmla="val 10785"/>
              </a:avLst>
            </a:prstGeom>
            <a:solidFill>
              <a:schemeClr val="bg1"/>
            </a:solidFill>
            <a:ln w="76200">
              <a:solidFill>
                <a:srgbClr val="E971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82BF92-8FD4-85C4-5962-B9B9C126287B}"/>
                </a:ext>
              </a:extLst>
            </p:cNvPr>
            <p:cNvSpPr txBox="1"/>
            <p:nvPr/>
          </p:nvSpPr>
          <p:spPr>
            <a:xfrm>
              <a:off x="7116731" y="186060"/>
              <a:ext cx="1204176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L" sz="2400" b="1" dirty="0">
                  <a:solidFill>
                    <a:srgbClr val="0070C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OUTPUT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1201C00-775E-D755-9C6F-0EF7BFFC01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442"/>
          <a:stretch>
            <a:fillRect/>
          </a:stretch>
        </p:blipFill>
        <p:spPr>
          <a:xfrm>
            <a:off x="5690700" y="966471"/>
            <a:ext cx="4067254" cy="5123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6B6AD-82B1-0E0D-19E5-DF09C93DDF51}"/>
              </a:ext>
            </a:extLst>
          </p:cNvPr>
          <p:cNvSpPr txBox="1"/>
          <p:nvPr/>
        </p:nvSpPr>
        <p:spPr>
          <a:xfrm>
            <a:off x="6593549" y="966471"/>
            <a:ext cx="1119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Á</a:t>
            </a:r>
            <a:r>
              <a:rPr lang="en-CL" sz="1200" dirty="0">
                <a:latin typeface="Consolas" panose="020B0609020204030204" pitchFamily="49" charset="0"/>
                <a:cs typeface="Consolas" panose="020B0609020204030204" pitchFamily="49" charset="0"/>
              </a:rPr>
              <a:t>rea</a:t>
            </a:r>
          </a:p>
          <a:p>
            <a:pPr algn="ctr"/>
            <a:r>
              <a:rPr lang="en-CL" sz="1200" dirty="0">
                <a:latin typeface="Consolas" panose="020B0609020204030204" pitchFamily="49" charset="0"/>
                <a:cs typeface="Consolas" panose="020B0609020204030204" pitchFamily="49" charset="0"/>
              </a:rPr>
              <a:t>normalizada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A48E4-CC74-1959-564F-8CF57FBFCA06}"/>
              </a:ext>
            </a:extLst>
          </p:cNvPr>
          <p:cNvSpPr txBox="1"/>
          <p:nvPr/>
        </p:nvSpPr>
        <p:spPr>
          <a:xfrm>
            <a:off x="8031069" y="945328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1200" dirty="0">
                <a:latin typeface="Consolas" panose="020B0609020204030204" pitchFamily="49" charset="0"/>
                <a:cs typeface="Consolas" panose="020B0609020204030204" pitchFamily="49" charset="0"/>
              </a:rPr>
              <a:t>Número de</a:t>
            </a:r>
          </a:p>
          <a:p>
            <a:pPr algn="ctr"/>
            <a:r>
              <a:rPr lang="es-419" sz="1200" dirty="0">
                <a:latin typeface="Consolas" panose="020B0609020204030204" pitchFamily="49" charset="0"/>
                <a:cs typeface="Consolas" panose="020B0609020204030204" pitchFamily="49" charset="0"/>
              </a:rPr>
              <a:t>Agujeros</a:t>
            </a:r>
            <a:endParaRPr lang="en-CL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307CBD3-77CA-7FAB-B455-4EA89EB8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720FBF-3277-7AC2-2D02-78B1FF24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9811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F35B5-FA55-6967-56A3-041A37E74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B20266-9592-AD3B-C35C-4D3A235F1553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8B0D7C3-4784-843C-E704-BA04BD3EE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35C14-8EF1-09AA-EE9C-AFEE4882597B}"/>
              </a:ext>
            </a:extLst>
          </p:cNvPr>
          <p:cNvSpPr txBox="1"/>
          <p:nvPr/>
        </p:nvSpPr>
        <p:spPr>
          <a:xfrm>
            <a:off x="1719544" y="258585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E6100-E82B-6B19-08EA-3D1C30C16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155" y="258585"/>
            <a:ext cx="8799717" cy="603770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3D908-3249-22C0-7A08-79A45E5D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F46C07-658F-5D0B-9568-2A4CEB87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75419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C8EEF-790A-E7DF-CEBA-9CD4A39E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025179-2139-119B-2014-B3765B5862A5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17E9B41-7130-1B04-0109-6AB377A1B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01CEB0-4ABB-4F56-97FA-B89AA0B9DC81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7580A1-E53C-FF5E-D86A-20E4B2FB2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00" y="1998895"/>
            <a:ext cx="11149242" cy="28062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BA180-4ADA-7598-F3F9-4CFB8AC1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9905C-AA3C-F770-B141-C0D110B6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47047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D022D-FCC4-1F38-8980-BB1C7E63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2DDC32-2E49-81B7-F46C-A7CEA7A4DF31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7B5B8C3-A5A7-C943-CC83-4103E7BF1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BD96A9-5BF3-E708-4AB9-C52464C6C683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FF02A1-D387-2191-13FE-4D93F527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00" y="1998895"/>
            <a:ext cx="11149242" cy="280620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8A0B555-75D5-66B8-DE17-D9A143BC4675}"/>
              </a:ext>
            </a:extLst>
          </p:cNvPr>
          <p:cNvGrpSpPr/>
          <p:nvPr/>
        </p:nvGrpSpPr>
        <p:grpSpPr>
          <a:xfrm>
            <a:off x="3935896" y="186060"/>
            <a:ext cx="7553739" cy="6267749"/>
            <a:chOff x="3935896" y="186060"/>
            <a:chExt cx="7553739" cy="626774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DB18E36-B609-AB67-071F-4EE0183DA9BC}"/>
                </a:ext>
              </a:extLst>
            </p:cNvPr>
            <p:cNvSpPr/>
            <p:nvPr/>
          </p:nvSpPr>
          <p:spPr>
            <a:xfrm>
              <a:off x="3935896" y="410825"/>
              <a:ext cx="7553739" cy="6042984"/>
            </a:xfrm>
            <a:prstGeom prst="roundRect">
              <a:avLst>
                <a:gd name="adj" fmla="val 10785"/>
              </a:avLst>
            </a:prstGeom>
            <a:solidFill>
              <a:schemeClr val="bg1"/>
            </a:solidFill>
            <a:ln w="76200">
              <a:solidFill>
                <a:srgbClr val="E971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5D5C239-FA03-C5EF-EFB7-FDD21279289B}"/>
                </a:ext>
              </a:extLst>
            </p:cNvPr>
            <p:cNvSpPr txBox="1"/>
            <p:nvPr/>
          </p:nvSpPr>
          <p:spPr>
            <a:xfrm>
              <a:off x="7116731" y="186060"/>
              <a:ext cx="1204176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L" sz="2400" b="1" dirty="0">
                  <a:solidFill>
                    <a:srgbClr val="0070C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OUTPUT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DF60146-5665-DDA1-F1C0-D8942961C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631" y="872490"/>
            <a:ext cx="4832287" cy="43508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CC31F1-B5CE-42AA-5408-725D2E64F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616838"/>
            <a:ext cx="4859033" cy="436867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85E417D-E3FE-0CA3-B6BD-DB4D36A9EE5D}"/>
              </a:ext>
            </a:extLst>
          </p:cNvPr>
          <p:cNvGrpSpPr/>
          <p:nvPr/>
        </p:nvGrpSpPr>
        <p:grpSpPr>
          <a:xfrm>
            <a:off x="9038975" y="4584726"/>
            <a:ext cx="944489" cy="1028728"/>
            <a:chOff x="9038975" y="4584726"/>
            <a:chExt cx="944489" cy="1028728"/>
          </a:xfrm>
        </p:grpSpPr>
        <p:sp>
          <p:nvSpPr>
            <p:cNvPr id="13" name="Up Arrow 12">
              <a:extLst>
                <a:ext uri="{FF2B5EF4-FFF2-40B4-BE49-F238E27FC236}">
                  <a16:creationId xmlns:a16="http://schemas.microsoft.com/office/drawing/2014/main" id="{FAF530FF-E713-82FC-788D-750CEA374219}"/>
                </a:ext>
              </a:extLst>
            </p:cNvPr>
            <p:cNvSpPr/>
            <p:nvPr/>
          </p:nvSpPr>
          <p:spPr>
            <a:xfrm rot="10800000">
              <a:off x="9608618" y="5208505"/>
              <a:ext cx="222069" cy="404949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4757A3-80CD-A9E7-CA7F-7E968F49B7D4}"/>
                </a:ext>
              </a:extLst>
            </p:cNvPr>
            <p:cNvSpPr txBox="1"/>
            <p:nvPr/>
          </p:nvSpPr>
          <p:spPr>
            <a:xfrm>
              <a:off x="9038975" y="4584726"/>
              <a:ext cx="9444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sz="3600" dirty="0">
                  <a:latin typeface="Consolas" panose="020B0609020204030204" pitchFamily="49" charset="0"/>
                  <a:cs typeface="Consolas" panose="020B0609020204030204" pitchFamily="49" charset="0"/>
                </a:rPr>
                <a:t>thc</a:t>
              </a: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D327D1-B145-5AB4-6F8F-847E6CDE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4E1954-76DB-9980-BD5B-64A9CE21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9327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992C3-9DCA-3E4D-5922-9C1CE6CE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647569-894A-B2D5-6F3D-FEEA26CE7161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3E6FFE5-0280-23CC-241F-36741139F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957E40-372A-F50A-6865-0C57FE60F7F2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2FFD9B-1301-021D-E6F4-93920325A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10" y="1938347"/>
            <a:ext cx="8397603" cy="298130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6FBCC8-102B-5D4E-8CCD-DD35D88C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5FF1F-7E0D-BB02-6990-2D67898C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90060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7BF6B-891F-1BFB-54B9-01BEBB82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F514E0-6CA8-F2A2-2C14-8BFCCA61E9DF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4444322-2A40-E848-4F09-F4BEEAAC7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9A6DC1-8B50-A671-BBD0-508D5330BC2E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E2822C-4255-FE04-95EC-9898088E1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10" y="1938347"/>
            <a:ext cx="8397603" cy="29813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B70FE6-7224-2C76-5CC7-00CA20985BE1}"/>
              </a:ext>
            </a:extLst>
          </p:cNvPr>
          <p:cNvGrpSpPr/>
          <p:nvPr/>
        </p:nvGrpSpPr>
        <p:grpSpPr>
          <a:xfrm>
            <a:off x="3935896" y="186060"/>
            <a:ext cx="7553739" cy="6267749"/>
            <a:chOff x="3935896" y="186060"/>
            <a:chExt cx="7553739" cy="626774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BB0C0DF-6F76-6F96-ED9C-FACA196E7D07}"/>
                </a:ext>
              </a:extLst>
            </p:cNvPr>
            <p:cNvSpPr/>
            <p:nvPr/>
          </p:nvSpPr>
          <p:spPr>
            <a:xfrm>
              <a:off x="3935896" y="410825"/>
              <a:ext cx="7553739" cy="6042984"/>
            </a:xfrm>
            <a:prstGeom prst="roundRect">
              <a:avLst>
                <a:gd name="adj" fmla="val 10785"/>
              </a:avLst>
            </a:prstGeom>
            <a:solidFill>
              <a:schemeClr val="bg1"/>
            </a:solidFill>
            <a:ln w="76200">
              <a:solidFill>
                <a:srgbClr val="E971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02303B-D481-8190-62BA-234D1CFFB138}"/>
                </a:ext>
              </a:extLst>
            </p:cNvPr>
            <p:cNvSpPr txBox="1"/>
            <p:nvPr/>
          </p:nvSpPr>
          <p:spPr>
            <a:xfrm>
              <a:off x="7116731" y="186060"/>
              <a:ext cx="1204176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L" sz="2400" b="1" dirty="0">
                  <a:solidFill>
                    <a:srgbClr val="0070C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OUTPUT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28D762A-0E7F-D40A-10F3-1CDF651BA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199" y="2514599"/>
            <a:ext cx="7223749" cy="1730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5B968-2AFB-F6D6-06B5-BE7D653537E3}"/>
              </a:ext>
            </a:extLst>
          </p:cNvPr>
          <p:cNvSpPr txBox="1"/>
          <p:nvPr/>
        </p:nvSpPr>
        <p:spPr>
          <a:xfrm>
            <a:off x="5467711" y="4749447"/>
            <a:ext cx="4695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 ‘0’ indican que el digito ha sido clasificado como no-ocho, mientras que los ‘1’ indican que ha sido clasificado como ocho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474371-B0C7-4694-DBC2-1EF2BCC4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5FFBAF-C1CD-D253-14CE-73CB8DA3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81242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5CA36-323E-0B64-5F93-0B9D0034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22C496-C538-510B-E851-498B12F5D1B2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402091F-46F4-86DF-F3D0-39728743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92FF6-73C3-E1F4-A5FA-BBE318FAAE87}"/>
              </a:ext>
            </a:extLst>
          </p:cNvPr>
          <p:cNvSpPr txBox="1"/>
          <p:nvPr/>
        </p:nvSpPr>
        <p:spPr>
          <a:xfrm>
            <a:off x="1719544" y="258585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0FB0C-A449-C89E-6F21-B580F37C5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08" y="1321004"/>
            <a:ext cx="11007220" cy="45139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87D3E-DCC7-BC8C-2088-D1104707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718E8-F54A-C3DC-5C52-50A6858C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32739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73C35-00F7-E1E9-4D92-2A28F67F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EE786-CE55-81EA-8BE1-6AD0195420C8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D8CAD85-FF71-E559-E671-2CA6F52E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F4FC61-1B1F-DC88-9488-D854DBED7091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9C014-8C27-8FFF-24ED-2710404A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54" y="1689099"/>
            <a:ext cx="7660640" cy="394757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25F78-4510-833D-BB24-6F74E4294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3998B-4AE3-DD2A-D9F1-DC8BF602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75778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10870-F667-8992-E10D-B0640BD2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679D20-D3DC-A780-3CF9-4830C4FFB0EC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9EC1425-DEC3-351E-4C11-17C74BD69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DDB65C-FE9A-604B-58D4-A00D0386E1C3}"/>
              </a:ext>
            </a:extLst>
          </p:cNvPr>
          <p:cNvSpPr txBox="1"/>
          <p:nvPr/>
        </p:nvSpPr>
        <p:spPr>
          <a:xfrm>
            <a:off x="1719544" y="258585"/>
            <a:ext cx="2151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E01/P08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4B513C-28DD-87BC-A965-6786F9EB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54" y="1689099"/>
            <a:ext cx="7660640" cy="39475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F8F0C6D-4155-F850-9CFC-A884FEB8B620}"/>
              </a:ext>
            </a:extLst>
          </p:cNvPr>
          <p:cNvGrpSpPr/>
          <p:nvPr/>
        </p:nvGrpSpPr>
        <p:grpSpPr>
          <a:xfrm>
            <a:off x="3935896" y="186060"/>
            <a:ext cx="7553739" cy="6267749"/>
            <a:chOff x="3935896" y="186060"/>
            <a:chExt cx="7553739" cy="626774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95E53866-F197-CDE0-1BE2-BF74B1DDFFC0}"/>
                </a:ext>
              </a:extLst>
            </p:cNvPr>
            <p:cNvSpPr/>
            <p:nvPr/>
          </p:nvSpPr>
          <p:spPr>
            <a:xfrm>
              <a:off x="3935896" y="410825"/>
              <a:ext cx="7553739" cy="6042984"/>
            </a:xfrm>
            <a:prstGeom prst="roundRect">
              <a:avLst>
                <a:gd name="adj" fmla="val 10785"/>
              </a:avLst>
            </a:prstGeom>
            <a:solidFill>
              <a:schemeClr val="bg1"/>
            </a:solidFill>
            <a:ln w="76200">
              <a:solidFill>
                <a:srgbClr val="E9710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0D69F0-FAEA-A8C2-4ABD-E2D0820DD8AA}"/>
                </a:ext>
              </a:extLst>
            </p:cNvPr>
            <p:cNvSpPr txBox="1"/>
            <p:nvPr/>
          </p:nvSpPr>
          <p:spPr>
            <a:xfrm>
              <a:off x="7116731" y="186060"/>
              <a:ext cx="1204176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L" sz="2400" b="1" dirty="0">
                  <a:solidFill>
                    <a:srgbClr val="0070C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OUTPUT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44DDC08-D5FB-6602-F8DD-D0288DA9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73" y="871964"/>
            <a:ext cx="2838934" cy="1224504"/>
          </a:xfrm>
          <a:prstGeom prst="rect">
            <a:avLst/>
          </a:prstGeom>
        </p:spPr>
      </p:pic>
      <p:pic>
        <p:nvPicPr>
          <p:cNvPr id="19458" name="Picture 2">
            <a:extLst>
              <a:ext uri="{FF2B5EF4-FFF2-40B4-BE49-F238E27FC236}">
                <a16:creationId xmlns:a16="http://schemas.microsoft.com/office/drawing/2014/main" id="{A0E2069E-A45C-32AA-55C4-D2678F63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6" y="2247583"/>
            <a:ext cx="4853978" cy="388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3355DCC-E5AB-979B-C911-D63A78F2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PRE01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A807FA-D5F0-F065-9B59-D0F82BDA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619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442</Words>
  <Application>Microsoft Macintosh PowerPoint</Application>
  <PresentationFormat>Widescreen</PresentationFormat>
  <Paragraphs>116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6</cp:revision>
  <dcterms:created xsi:type="dcterms:W3CDTF">2026-03-15T17:41:45Z</dcterms:created>
  <dcterms:modified xsi:type="dcterms:W3CDTF">2026-08-04T23:25:10Z</dcterms:modified>
</cp:coreProperties>
</file>