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0" r:id="rId2"/>
    <p:sldId id="256" r:id="rId3"/>
    <p:sldId id="257" r:id="rId4"/>
    <p:sldId id="258" r:id="rId5"/>
    <p:sldId id="274" r:id="rId6"/>
    <p:sldId id="276" r:id="rId7"/>
    <p:sldId id="277" r:id="rId8"/>
    <p:sldId id="278" r:id="rId9"/>
    <p:sldId id="275" r:id="rId10"/>
    <p:sldId id="281" r:id="rId11"/>
    <p:sldId id="279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2" r:id="rId25"/>
    <p:sldId id="271" r:id="rId26"/>
    <p:sldId id="273" r:id="rId27"/>
  </p:sldIdLst>
  <p:sldSz cx="12192000" cy="6858000"/>
  <p:notesSz cx="6858000" cy="9144000"/>
  <p:defaultTextStyle>
    <a:defPPr>
      <a:defRPr lang="en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7109"/>
    <a:srgbClr val="FAA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726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CDE5E-55A9-4294-B1A7-FA8814752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4BE524-8C7A-677E-2AAE-5A387FB02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4C459A-09CF-03F0-14AB-5274BA061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15-03-26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DC322A-B205-1058-AE0B-3EEE0BEE3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1A4827-C436-AC52-ED20-6EF4BF1C0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8146484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04409-A185-580E-ED3B-B7E1F08BA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9DFB1F-E49F-4694-41E8-BA5777303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EBA413-B554-E83E-5A7F-FDAF22BF1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15-03-26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F8933A-A6BD-37B3-9FE8-767C0FC6B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9BD29D-BCA1-58A5-8A6F-420779694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7224217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60A0B-2BD8-B999-3689-9D0936439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3DF1B-EFB7-6C75-56BD-3E75EC48E7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57A97A-AF5B-99BA-B318-2960B0B3D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15-03-26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880668-6DE5-70D6-23F2-FE9EE8DD2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C43FB3-1E4E-D99F-EADB-698B78A69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111174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DE1A2-F974-CFD0-6598-06501A52F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30B71A-7A5B-DCCF-CB23-B6D213A53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6059ED-B6B1-FDB3-095E-8A02D99622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611D5D-CE22-7188-448E-6182C09CD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15-03-26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5D405-AA2E-5668-8441-E24673A4D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94BEFD-052C-B216-265B-9B33AE76F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7711123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D44C2-D3B7-DAB8-41AD-767E4F881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372493-6057-314E-0A8D-BD66DC5E1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F0FED0-27DD-A87C-41CA-C901B930E4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56AC5C-C572-B821-68A7-687E140AAB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5917D0-C8AA-DC6F-FC05-86DFE519E8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A840C2-375F-A6F9-56FF-898166F2D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15-03-26</a:t>
            </a:fld>
            <a:endParaRPr lang="en-C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EFFD30-D97A-7238-6838-13AAF89C2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C36ADF-57FB-9337-2A3C-1FAEA70DA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3560622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73082-C63D-2AF5-ED7B-D2E8F048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67DAA3-0F2A-3AAE-22FA-8E7D901D6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15-03-26</a:t>
            </a:fld>
            <a:endParaRPr lang="en-C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C4A8BF-7EEF-3BC7-4F79-7CE76BB53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A646D1-EBAF-1E02-CDCD-A7B6F1F74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142080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8494E9-67C8-7526-D2D8-5753D1FE5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15-03-26</a:t>
            </a:fld>
            <a:endParaRPr lang="en-C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387342-9B22-759D-81F2-8BB6FFFA5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46257-A788-C842-2611-65B9F0E78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93977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37528-7AC3-CC57-057B-A26881548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4D0D7-62C0-6D60-182A-0D6E9EDCC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DBA12B-5630-38F6-FE64-42EA385D60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A7A2DD-DE82-C181-0BE8-BBCE2FB82A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15-03-26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8771D7-6CFC-C213-B69F-BCB8717C7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C0C0F9-5373-B9DB-E792-13300EC13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782310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E1D38-EBF2-9CAC-24A5-1F91A3FA3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AFC596-6D61-7BCE-F920-51B7C044D0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B156F6-EA55-3FAC-48F1-4BC89E11CC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B69A15-BC42-8055-FE41-C7D9AD81C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15-03-26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920FF8-CCCB-6E78-D2E6-476979E7B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BA882B-EBB7-9274-5597-81A515088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901007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04532-667D-39D7-AE25-78D3F6914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8E1673-AE3C-8484-A105-DF436DFF43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9E8C8-89F1-B084-59E9-D399D3AB9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15-03-26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486F4-E164-46C5-EFE8-AC9244DBA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CBFED7-C0F0-555E-0F20-89B31EBEF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0716915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E4ECC9-F167-6F8D-6226-2F00F7DC8E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BB4B10-9FA3-8779-D6C8-E6A74699FA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C3DA57-B739-9294-C406-F45051BED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15-03-26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44CEEC-B37C-772B-F971-0B7A96BEF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4F241-78E5-2A3D-170E-00D0E4EDD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92623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ED90E7-15E2-A391-8EAE-55329726D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031BE8-6943-1ABD-B0AC-0F91CC12C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B5C33-D3A2-8D8B-8D79-CC72C8DEE8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C1AB6E-FDAA-194A-A92E-EE902A211754}" type="datetimeFigureOut">
              <a:rPr lang="en-CL" smtClean="0"/>
              <a:t>15-03-26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24A84-524E-1127-C5EE-881DEC10CA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5AB2EB-4E2C-517D-4F20-A234C2F54A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806799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domingomery.ing.uc.cl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9.png"/><Relationship Id="rId7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2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8 ochos - Tocamates - matemáticas y creatividad">
            <a:extLst>
              <a:ext uri="{FF2B5EF4-FFF2-40B4-BE49-F238E27FC236}">
                <a16:creationId xmlns:a16="http://schemas.microsoft.com/office/drawing/2014/main" id="{6E91833A-C9BE-158A-B2BA-3BE0E8CBFE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108691" flipH="1">
            <a:off x="5476868" y="1750035"/>
            <a:ext cx="6300697" cy="478386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A2C7284-77CC-FC88-ACE0-20E53773C64D}"/>
              </a:ext>
            </a:extLst>
          </p:cNvPr>
          <p:cNvSpPr/>
          <p:nvPr/>
        </p:nvSpPr>
        <p:spPr>
          <a:xfrm>
            <a:off x="925897" y="683627"/>
            <a:ext cx="10340205" cy="84741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>
              <a:latin typeface="Gill Sans MT" panose="020B0502020104020203" pitchFamily="34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76E2BE-1E76-0F44-8020-A654157CDF76}"/>
              </a:ext>
            </a:extLst>
          </p:cNvPr>
          <p:cNvSpPr txBox="1"/>
          <p:nvPr/>
        </p:nvSpPr>
        <p:spPr>
          <a:xfrm>
            <a:off x="925898" y="3991689"/>
            <a:ext cx="378392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noProof="1">
                <a:solidFill>
                  <a:srgbClr val="0041A1"/>
                </a:solidFill>
                <a:latin typeface="Gill Sans MT" panose="020B0502020104020203" pitchFamily="34" charset="77"/>
              </a:rPr>
              <a:t>Domingo Mery</a:t>
            </a:r>
          </a:p>
          <a:p>
            <a:endParaRPr lang="es-ES_tradnl" sz="2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Ciencia de la Computación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Universidad Católica – Chile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  <a:hlinkClick r:id="rId3"/>
              </a:rPr>
              <a:t>http://domingomery.ing.uc.cl</a:t>
            </a:r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B8274-BF81-6D48-B1EC-87E4CF24BC51}"/>
              </a:ext>
            </a:extLst>
          </p:cNvPr>
          <p:cNvSpPr txBox="1"/>
          <p:nvPr/>
        </p:nvSpPr>
        <p:spPr>
          <a:xfrm>
            <a:off x="925898" y="546159"/>
            <a:ext cx="680385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solidFill>
                  <a:schemeClr val="accent2"/>
                </a:solidFill>
                <a:latin typeface="Gill Sans MT" panose="020B0502020104020203" pitchFamily="34" charset="77"/>
              </a:rPr>
              <a:t>Reconocimiento de Patrones</a:t>
            </a:r>
          </a:p>
          <a:p>
            <a:r>
              <a:rPr lang="es-ES_tradnl" sz="1400" noProof="1">
                <a:solidFill>
                  <a:schemeClr val="accent1">
                    <a:lumMod val="60000"/>
                    <a:lumOff val="40000"/>
                  </a:schemeClr>
                </a:solidFill>
                <a:latin typeface="Gill Sans MT" panose="020B0502020104020203" pitchFamily="34" charset="77"/>
              </a:rPr>
              <a:t>Versión 2026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F84582F-25ED-D64F-A141-4702851F27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2889" y="4153426"/>
            <a:ext cx="671000" cy="396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9BC001-F490-B55D-4087-04CD68E211CA}"/>
              </a:ext>
            </a:extLst>
          </p:cNvPr>
          <p:cNvSpPr txBox="1"/>
          <p:nvPr/>
        </p:nvSpPr>
        <p:spPr>
          <a:xfrm>
            <a:off x="925898" y="2363235"/>
            <a:ext cx="4870244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latin typeface="Gill Sans MT" panose="020B0502020104020203" pitchFamily="34" charset="77"/>
              </a:rPr>
              <a:t>Ejercicio E01: Ochos</a:t>
            </a:r>
            <a:endParaRPr lang="es-ES_tradnl" sz="1400" noProof="1">
              <a:latin typeface="Gill Sans MT" panose="020B0502020104020203" pitchFamily="34" charset="77"/>
            </a:endParaRPr>
          </a:p>
          <a:p>
            <a:r>
              <a:rPr lang="es-ES_tradnl" sz="1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(CAPÍTULO 1)</a:t>
            </a:r>
            <a:endParaRPr lang="es-ES_tradnl" sz="4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</p:txBody>
      </p:sp>
      <p:pic>
        <p:nvPicPr>
          <p:cNvPr id="4" name="Picture 3" descr="Screen Shot 2014-07-28 at 3.30.32 PM.png">
            <a:extLst>
              <a:ext uri="{FF2B5EF4-FFF2-40B4-BE49-F238E27FC236}">
                <a16:creationId xmlns:a16="http://schemas.microsoft.com/office/drawing/2014/main" id="{F713277D-8D19-F8E9-D0C7-160CDCD11B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7883" y="683626"/>
            <a:ext cx="2688219" cy="8474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F7C2C46-FB77-25C3-BA3D-A0231C48A0BC}"/>
              </a:ext>
            </a:extLst>
          </p:cNvPr>
          <p:cNvSpPr/>
          <p:nvPr/>
        </p:nvSpPr>
        <p:spPr>
          <a:xfrm>
            <a:off x="8532327" y="889536"/>
            <a:ext cx="94889" cy="94882"/>
          </a:xfrm>
          <a:prstGeom prst="rect">
            <a:avLst/>
          </a:prstGeom>
          <a:solidFill>
            <a:srgbClr val="FF00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821CF4-4421-1287-4A0F-68915CE9BDF0}"/>
              </a:ext>
            </a:extLst>
          </p:cNvPr>
          <p:cNvSpPr/>
          <p:nvPr/>
        </p:nvSpPr>
        <p:spPr>
          <a:xfrm>
            <a:off x="9457147" y="1041936"/>
            <a:ext cx="94889" cy="94882"/>
          </a:xfrm>
          <a:prstGeom prst="rect">
            <a:avLst/>
          </a:prstGeom>
          <a:solidFill>
            <a:srgbClr val="FFD3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697AF8-DB10-A907-E9A0-11DBFF2F41AD}"/>
              </a:ext>
            </a:extLst>
          </p:cNvPr>
          <p:cNvSpPr/>
          <p:nvPr/>
        </p:nvSpPr>
        <p:spPr>
          <a:xfrm>
            <a:off x="8450280" y="1194336"/>
            <a:ext cx="94889" cy="94882"/>
          </a:xfrm>
          <a:prstGeom prst="rect">
            <a:avLst/>
          </a:prstGeom>
          <a:solidFill>
            <a:srgbClr val="3366FF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433E66E-94EA-0AAE-A7DB-7F462B910E03}"/>
              </a:ext>
            </a:extLst>
          </p:cNvPr>
          <p:cNvSpPr/>
          <p:nvPr/>
        </p:nvSpPr>
        <p:spPr>
          <a:xfrm>
            <a:off x="9200620" y="814788"/>
            <a:ext cx="94889" cy="94882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468F98-E38C-0CEE-B1A7-0C8769B40381}"/>
              </a:ext>
            </a:extLst>
          </p:cNvPr>
          <p:cNvSpPr/>
          <p:nvPr/>
        </p:nvSpPr>
        <p:spPr>
          <a:xfrm>
            <a:off x="9043304" y="1325718"/>
            <a:ext cx="94889" cy="94882"/>
          </a:xfrm>
          <a:prstGeom prst="rect">
            <a:avLst/>
          </a:prstGeom>
          <a:solidFill>
            <a:srgbClr val="00FF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424940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5777A19-AA31-7CDA-7BA8-12AF98272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A10C4C5-7401-CE83-8D58-CC6BAE8E44BF}"/>
              </a:ext>
            </a:extLst>
          </p:cNvPr>
          <p:cNvSpPr txBox="1"/>
          <p:nvPr/>
        </p:nvSpPr>
        <p:spPr>
          <a:xfrm>
            <a:off x="1719544" y="258585"/>
            <a:ext cx="21515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E01/P01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A2E82E8-9C6F-945E-358F-CF2F0B1C8530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7DBF2CC7-EACE-507C-963B-6F8D49A4BC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230" y="1586463"/>
            <a:ext cx="10886011" cy="3290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496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9EC8F2-04EE-8055-AFF8-2473451BE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D895BDA-B6A0-21BA-F922-DDE35991B410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BD0C703F-C986-4455-38DA-20E7CC2D5C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230" y="1586463"/>
            <a:ext cx="10886011" cy="3290332"/>
          </a:xfrm>
          <a:prstGeom prst="rect">
            <a:avLst/>
          </a:prstGeom>
        </p:spPr>
      </p:pic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7AD5377-AD53-89B7-6535-57E5B26BBED8}"/>
              </a:ext>
            </a:extLst>
          </p:cNvPr>
          <p:cNvSpPr/>
          <p:nvPr/>
        </p:nvSpPr>
        <p:spPr>
          <a:xfrm>
            <a:off x="3935896" y="410825"/>
            <a:ext cx="7553739" cy="6042984"/>
          </a:xfrm>
          <a:prstGeom prst="roundRect">
            <a:avLst>
              <a:gd name="adj" fmla="val 10785"/>
            </a:avLst>
          </a:prstGeom>
          <a:solidFill>
            <a:schemeClr val="bg1"/>
          </a:solidFill>
          <a:ln w="76200">
            <a:solidFill>
              <a:srgbClr val="E971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8018438-3DB7-9AA7-B61E-413D908E5B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6765" y="1451695"/>
            <a:ext cx="7112000" cy="3771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6F5CEE3-724B-B965-B976-74D644CC6C1E}"/>
              </a:ext>
            </a:extLst>
          </p:cNvPr>
          <p:cNvSpPr txBox="1"/>
          <p:nvPr/>
        </p:nvSpPr>
        <p:spPr>
          <a:xfrm>
            <a:off x="6536000" y="781552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2800" dirty="0">
                <a:latin typeface="Consolas" panose="020B0609020204030204" pitchFamily="49" charset="0"/>
                <a:cs typeface="Consolas" panose="020B0609020204030204" pitchFamily="49" charset="0"/>
              </a:rPr>
              <a:t>numbers.png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63E832-14FF-58BD-66C4-3C2B635B1C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C3337DA-8503-9704-1F8D-0DF5411C149F}"/>
              </a:ext>
            </a:extLst>
          </p:cNvPr>
          <p:cNvSpPr txBox="1"/>
          <p:nvPr/>
        </p:nvSpPr>
        <p:spPr>
          <a:xfrm>
            <a:off x="1719544" y="258585"/>
            <a:ext cx="21515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E01/P01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924CAD-DD3D-B21E-9511-94FA1E891F74}"/>
              </a:ext>
            </a:extLst>
          </p:cNvPr>
          <p:cNvSpPr txBox="1"/>
          <p:nvPr/>
        </p:nvSpPr>
        <p:spPr>
          <a:xfrm>
            <a:off x="7116731" y="186060"/>
            <a:ext cx="1204176" cy="46166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txBody>
          <a:bodyPr wrap="none" rtlCol="0">
            <a:spAutoFit/>
          </a:bodyPr>
          <a:lstStyle/>
          <a:p>
            <a:r>
              <a:rPr lang="en-CL" sz="24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OUTPUT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9A80AA2-7D81-B691-CAA8-BB8529A70812}"/>
              </a:ext>
            </a:extLst>
          </p:cNvPr>
          <p:cNvGrpSpPr/>
          <p:nvPr/>
        </p:nvGrpSpPr>
        <p:grpSpPr>
          <a:xfrm>
            <a:off x="5809544" y="4011799"/>
            <a:ext cx="3325244" cy="1773895"/>
            <a:chOff x="5809544" y="4011799"/>
            <a:chExt cx="3325244" cy="177389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B199B95-A814-58E9-9B9E-B059CD59BE41}"/>
                </a:ext>
              </a:extLst>
            </p:cNvPr>
            <p:cNvSpPr txBox="1"/>
            <p:nvPr/>
          </p:nvSpPr>
          <p:spPr>
            <a:xfrm>
              <a:off x="6290740" y="5416362"/>
              <a:ext cx="28440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L" dirty="0">
                  <a:latin typeface="Consolas" panose="020B0609020204030204" pitchFamily="49" charset="0"/>
                  <a:cs typeface="Consolas" panose="020B0609020204030204" pitchFamily="49" charset="0"/>
                </a:rPr>
                <a:t>Guardar en variable I</a:t>
              </a:r>
            </a:p>
          </p:txBody>
        </p:sp>
        <p:sp>
          <p:nvSpPr>
            <p:cNvPr id="2" name="Arc 1">
              <a:extLst>
                <a:ext uri="{FF2B5EF4-FFF2-40B4-BE49-F238E27FC236}">
                  <a16:creationId xmlns:a16="http://schemas.microsoft.com/office/drawing/2014/main" id="{6D7F933D-04BF-BA51-A43E-C2D2965378AA}"/>
                </a:ext>
              </a:extLst>
            </p:cNvPr>
            <p:cNvSpPr/>
            <p:nvPr/>
          </p:nvSpPr>
          <p:spPr>
            <a:xfrm rot="12684851">
              <a:off x="5809544" y="4011799"/>
              <a:ext cx="1751215" cy="1716905"/>
            </a:xfrm>
            <a:prstGeom prst="arc">
              <a:avLst/>
            </a:prstGeom>
            <a:ln w="28575">
              <a:solidFill>
                <a:srgbClr val="FF0000"/>
              </a:solidFill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L" dirty="0"/>
            </a:p>
          </p:txBody>
        </p:sp>
      </p:grpSp>
      <p:pic>
        <p:nvPicPr>
          <p:cNvPr id="8" name="Picture 7" descr="A blue circle with white squares&#10;&#10;AI-generated content may be incorrect.">
            <a:extLst>
              <a:ext uri="{FF2B5EF4-FFF2-40B4-BE49-F238E27FC236}">
                <a16:creationId xmlns:a16="http://schemas.microsoft.com/office/drawing/2014/main" id="{05B9D394-9C7D-4AE3-E0C3-272D0789C0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5132" y="647725"/>
            <a:ext cx="842040" cy="861853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E43E187-CE10-61D9-E79C-088CAFE91A5D}"/>
              </a:ext>
            </a:extLst>
          </p:cNvPr>
          <p:cNvCxnSpPr/>
          <p:nvPr/>
        </p:nvCxnSpPr>
        <p:spPr>
          <a:xfrm>
            <a:off x="5869169" y="1043162"/>
            <a:ext cx="59240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8833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4317C3-B046-474D-DDAC-F58F0B7F8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D152615-ED92-7910-DD5F-3FC07041BC8B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7C6B59FA-9757-CAF6-CCB2-C218C59516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8" y="1448425"/>
            <a:ext cx="11352131" cy="487284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AEA75F6-CD0A-10EC-444E-07862BE76A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C5518C-791C-E329-42BE-3C0A3898F48B}"/>
              </a:ext>
            </a:extLst>
          </p:cNvPr>
          <p:cNvSpPr txBox="1"/>
          <p:nvPr/>
        </p:nvSpPr>
        <p:spPr>
          <a:xfrm>
            <a:off x="1719544" y="258585"/>
            <a:ext cx="21515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E01/P02</a:t>
            </a:r>
          </a:p>
        </p:txBody>
      </p:sp>
    </p:spTree>
    <p:extLst>
      <p:ext uri="{BB962C8B-B14F-4D97-AF65-F5344CB8AC3E}">
        <p14:creationId xmlns:p14="http://schemas.microsoft.com/office/powerpoint/2010/main" val="10059171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651320-ED63-EBB1-22C5-CB1B176E3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29F80F-A33C-D57A-6E53-30572134D3B7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0274F4B0-4826-C67F-0128-F8C5DBB1D5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5084" y="1525267"/>
            <a:ext cx="9128311" cy="4841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F511EA8-3592-C584-5048-6006AC5F99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EC99A1-C765-4A2B-8821-B17A74893E22}"/>
              </a:ext>
            </a:extLst>
          </p:cNvPr>
          <p:cNvSpPr txBox="1"/>
          <p:nvPr/>
        </p:nvSpPr>
        <p:spPr>
          <a:xfrm>
            <a:off x="1719544" y="258585"/>
            <a:ext cx="21515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E01/P02</a:t>
            </a:r>
          </a:p>
        </p:txBody>
      </p:sp>
    </p:spTree>
    <p:extLst>
      <p:ext uri="{BB962C8B-B14F-4D97-AF65-F5344CB8AC3E}">
        <p14:creationId xmlns:p14="http://schemas.microsoft.com/office/powerpoint/2010/main" val="3015047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6A95A0-728A-0AD8-8AF5-4AFF9380F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90EA6FA-4ABE-E1F2-7BA7-3D345F44C3B1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6A517E33-C292-194A-E16A-20C7B75814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5084" y="1525267"/>
            <a:ext cx="9128311" cy="4841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EA037EB-3F01-E9D1-040C-ED35C97E1A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6571F3A-FF81-2277-D592-88792F0535B8}"/>
              </a:ext>
            </a:extLst>
          </p:cNvPr>
          <p:cNvSpPr txBox="1"/>
          <p:nvPr/>
        </p:nvSpPr>
        <p:spPr>
          <a:xfrm>
            <a:off x="1719544" y="258585"/>
            <a:ext cx="21515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E01/P02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40A872-8286-0C48-FD32-611D01AF0820}"/>
              </a:ext>
            </a:extLst>
          </p:cNvPr>
          <p:cNvSpPr/>
          <p:nvPr/>
        </p:nvSpPr>
        <p:spPr>
          <a:xfrm>
            <a:off x="2123091" y="1776248"/>
            <a:ext cx="777766" cy="451945"/>
          </a:xfrm>
          <a:prstGeom prst="rect">
            <a:avLst/>
          </a:prstGeom>
          <a:noFill/>
          <a:ln w="38100">
            <a:solidFill>
              <a:srgbClr val="E971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4B218B-9013-86F0-AF73-769D4AFCFCAF}"/>
              </a:ext>
            </a:extLst>
          </p:cNvPr>
          <p:cNvSpPr txBox="1"/>
          <p:nvPr/>
        </p:nvSpPr>
        <p:spPr>
          <a:xfrm>
            <a:off x="1723136" y="1281426"/>
            <a:ext cx="1577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Consolas" panose="020B0609020204030204" pitchFamily="49" charset="0"/>
                <a:cs typeface="Consolas" panose="020B0609020204030204" pitchFamily="49" charset="0"/>
              </a:rPr>
              <a:t>img_001.png</a:t>
            </a:r>
          </a:p>
        </p:txBody>
      </p:sp>
    </p:spTree>
    <p:extLst>
      <p:ext uri="{BB962C8B-B14F-4D97-AF65-F5344CB8AC3E}">
        <p14:creationId xmlns:p14="http://schemas.microsoft.com/office/powerpoint/2010/main" val="41609998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530837-F232-937B-5C30-E3E0A50AE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3F9CF6C-E983-6404-AB89-E0A8FD1B113F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452A51FF-4962-3C57-D311-6E6359DA55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5084" y="1525267"/>
            <a:ext cx="9128311" cy="4841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4315050-3461-4C2E-0632-4609D3897B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7096B51-5788-EDF0-9A1C-8ED39B231AEB}"/>
              </a:ext>
            </a:extLst>
          </p:cNvPr>
          <p:cNvSpPr txBox="1"/>
          <p:nvPr/>
        </p:nvSpPr>
        <p:spPr>
          <a:xfrm>
            <a:off x="1719544" y="258585"/>
            <a:ext cx="21515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E01/P02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4E0CF9D-7F90-427A-635F-DD9977174089}"/>
              </a:ext>
            </a:extLst>
          </p:cNvPr>
          <p:cNvSpPr/>
          <p:nvPr/>
        </p:nvSpPr>
        <p:spPr>
          <a:xfrm>
            <a:off x="2921874" y="1776248"/>
            <a:ext cx="777766" cy="451945"/>
          </a:xfrm>
          <a:prstGeom prst="rect">
            <a:avLst/>
          </a:prstGeom>
          <a:noFill/>
          <a:ln w="38100">
            <a:solidFill>
              <a:srgbClr val="E971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3A033D-8BD8-67C8-D9CD-47AEB34FFDE7}"/>
              </a:ext>
            </a:extLst>
          </p:cNvPr>
          <p:cNvSpPr txBox="1"/>
          <p:nvPr/>
        </p:nvSpPr>
        <p:spPr>
          <a:xfrm>
            <a:off x="2521919" y="1281426"/>
            <a:ext cx="1577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Consolas" panose="020B0609020204030204" pitchFamily="49" charset="0"/>
                <a:cs typeface="Consolas" panose="020B0609020204030204" pitchFamily="49" charset="0"/>
              </a:rPr>
              <a:t>img_002.png</a:t>
            </a:r>
          </a:p>
        </p:txBody>
      </p:sp>
    </p:spTree>
    <p:extLst>
      <p:ext uri="{BB962C8B-B14F-4D97-AF65-F5344CB8AC3E}">
        <p14:creationId xmlns:p14="http://schemas.microsoft.com/office/powerpoint/2010/main" val="33644426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7592C7-F897-8394-0767-0D95902E9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3E86C9F-501E-858E-3F5B-4F95A126CDD7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48E9CB1F-AD72-EAA2-78A5-5FEE7C6DC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5084" y="1525267"/>
            <a:ext cx="9128311" cy="4841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850B76D-1F09-F1B9-52C3-AEF0567D22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7E926F5-0624-4DDF-73E2-311C8798D709}"/>
              </a:ext>
            </a:extLst>
          </p:cNvPr>
          <p:cNvSpPr txBox="1"/>
          <p:nvPr/>
        </p:nvSpPr>
        <p:spPr>
          <a:xfrm>
            <a:off x="1719544" y="258585"/>
            <a:ext cx="21515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E01/P02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BB5A64-2A8E-6ACD-51FF-8E3BF51EFD0E}"/>
              </a:ext>
            </a:extLst>
          </p:cNvPr>
          <p:cNvSpPr/>
          <p:nvPr/>
        </p:nvSpPr>
        <p:spPr>
          <a:xfrm>
            <a:off x="3710147" y="1776248"/>
            <a:ext cx="777766" cy="451945"/>
          </a:xfrm>
          <a:prstGeom prst="rect">
            <a:avLst/>
          </a:prstGeom>
          <a:noFill/>
          <a:ln w="38100">
            <a:solidFill>
              <a:srgbClr val="E971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91E8EA-A737-2A04-6B7E-6D562B7AA8DE}"/>
              </a:ext>
            </a:extLst>
          </p:cNvPr>
          <p:cNvSpPr txBox="1"/>
          <p:nvPr/>
        </p:nvSpPr>
        <p:spPr>
          <a:xfrm>
            <a:off x="3310192" y="1281426"/>
            <a:ext cx="1577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Consolas" panose="020B0609020204030204" pitchFamily="49" charset="0"/>
                <a:cs typeface="Consolas" panose="020B0609020204030204" pitchFamily="49" charset="0"/>
              </a:rPr>
              <a:t>img_003.png</a:t>
            </a:r>
          </a:p>
        </p:txBody>
      </p:sp>
    </p:spTree>
    <p:extLst>
      <p:ext uri="{BB962C8B-B14F-4D97-AF65-F5344CB8AC3E}">
        <p14:creationId xmlns:p14="http://schemas.microsoft.com/office/powerpoint/2010/main" val="8760614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53E62C-E04E-FE8C-9103-E74E632E3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0694C49-2B93-E3FD-0CB9-60B8EB1B3EC5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22C8114D-D17C-C4A1-96BA-C9914C9380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5084" y="1525267"/>
            <a:ext cx="9128311" cy="4841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5FAB4D3-E723-6672-FA4F-F44EE3C306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42FCF24-21D0-9C28-834D-6709A7DC00E1}"/>
              </a:ext>
            </a:extLst>
          </p:cNvPr>
          <p:cNvSpPr txBox="1"/>
          <p:nvPr/>
        </p:nvSpPr>
        <p:spPr>
          <a:xfrm>
            <a:off x="1719544" y="258585"/>
            <a:ext cx="21515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E01/P02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9C1123-B8A0-EABB-A5D2-3913AF687653}"/>
              </a:ext>
            </a:extLst>
          </p:cNvPr>
          <p:cNvSpPr/>
          <p:nvPr/>
        </p:nvSpPr>
        <p:spPr>
          <a:xfrm>
            <a:off x="3731173" y="3352800"/>
            <a:ext cx="777766" cy="451945"/>
          </a:xfrm>
          <a:prstGeom prst="rect">
            <a:avLst/>
          </a:prstGeom>
          <a:noFill/>
          <a:ln w="38100">
            <a:solidFill>
              <a:srgbClr val="E971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C566CAF-078A-A42F-83F2-1E44F93ACD48}"/>
              </a:ext>
            </a:extLst>
          </p:cNvPr>
          <p:cNvGrpSpPr/>
          <p:nvPr/>
        </p:nvGrpSpPr>
        <p:grpSpPr>
          <a:xfrm>
            <a:off x="3560330" y="3578772"/>
            <a:ext cx="2692058" cy="1773895"/>
            <a:chOff x="5809544" y="4011799"/>
            <a:chExt cx="2692058" cy="177389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647B08F-3048-7E0C-00E4-2C4ED032A893}"/>
                </a:ext>
              </a:extLst>
            </p:cNvPr>
            <p:cNvSpPr txBox="1"/>
            <p:nvPr/>
          </p:nvSpPr>
          <p:spPr>
            <a:xfrm>
              <a:off x="6290740" y="5416362"/>
              <a:ext cx="2210862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CL" dirty="0">
                  <a:latin typeface="Consolas" panose="020B0609020204030204" pitchFamily="49" charset="0"/>
                  <a:cs typeface="Consolas" panose="020B0609020204030204" pitchFamily="49" charset="0"/>
                </a:rPr>
                <a:t>105 x 210 pixels</a:t>
              </a:r>
            </a:p>
          </p:txBody>
        </p:sp>
        <p:sp>
          <p:nvSpPr>
            <p:cNvPr id="11" name="Arc 10">
              <a:extLst>
                <a:ext uri="{FF2B5EF4-FFF2-40B4-BE49-F238E27FC236}">
                  <a16:creationId xmlns:a16="http://schemas.microsoft.com/office/drawing/2014/main" id="{C4A1E236-13EF-8AE1-A27A-DFEC4579373D}"/>
                </a:ext>
              </a:extLst>
            </p:cNvPr>
            <p:cNvSpPr/>
            <p:nvPr/>
          </p:nvSpPr>
          <p:spPr>
            <a:xfrm rot="12684851">
              <a:off x="5809544" y="4011799"/>
              <a:ext cx="1751215" cy="1716905"/>
            </a:xfrm>
            <a:prstGeom prst="arc">
              <a:avLst/>
            </a:prstGeom>
            <a:ln w="28575">
              <a:solidFill>
                <a:srgbClr val="FF0000"/>
              </a:solidFill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L" dirty="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93F1E675-17AE-AB42-2582-31EE1D0445F2}"/>
              </a:ext>
            </a:extLst>
          </p:cNvPr>
          <p:cNvSpPr txBox="1"/>
          <p:nvPr/>
        </p:nvSpPr>
        <p:spPr>
          <a:xfrm>
            <a:off x="3252688" y="2878885"/>
            <a:ext cx="157767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CL" dirty="0">
                <a:latin typeface="Consolas" panose="020B0609020204030204" pitchFamily="49" charset="0"/>
                <a:cs typeface="Consolas" panose="020B0609020204030204" pitchFamily="49" charset="0"/>
              </a:rPr>
              <a:t>img_043.png</a:t>
            </a:r>
          </a:p>
        </p:txBody>
      </p:sp>
    </p:spTree>
    <p:extLst>
      <p:ext uri="{BB962C8B-B14F-4D97-AF65-F5344CB8AC3E}">
        <p14:creationId xmlns:p14="http://schemas.microsoft.com/office/powerpoint/2010/main" val="26328473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89F069-5F6A-2CEE-87B9-C4A6F388F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E947F99-DFB1-AD40-D346-12F6DAA38A2E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3108FE-6F89-9C9D-03D5-4A503FBEF7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5084" y="1525267"/>
            <a:ext cx="9128311" cy="4841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22EBD96-F1D4-CC2F-5135-BCD75575E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EF4E750-2083-8E75-EA49-19DC47F4BF39}"/>
              </a:ext>
            </a:extLst>
          </p:cNvPr>
          <p:cNvSpPr txBox="1"/>
          <p:nvPr/>
        </p:nvSpPr>
        <p:spPr>
          <a:xfrm>
            <a:off x="1719544" y="258585"/>
            <a:ext cx="21515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E01/P02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77713C-49EE-22CC-BB11-CB9EB52B5412}"/>
              </a:ext>
            </a:extLst>
          </p:cNvPr>
          <p:cNvSpPr/>
          <p:nvPr/>
        </p:nvSpPr>
        <p:spPr>
          <a:xfrm>
            <a:off x="9415299" y="5379312"/>
            <a:ext cx="777766" cy="451945"/>
          </a:xfrm>
          <a:prstGeom prst="rect">
            <a:avLst/>
          </a:prstGeom>
          <a:noFill/>
          <a:ln w="38100">
            <a:solidFill>
              <a:srgbClr val="E971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5443D2-33F8-1B3F-E591-AB5E3DA29CF4}"/>
              </a:ext>
            </a:extLst>
          </p:cNvPr>
          <p:cNvSpPr txBox="1"/>
          <p:nvPr/>
        </p:nvSpPr>
        <p:spPr>
          <a:xfrm>
            <a:off x="8936814" y="4905397"/>
            <a:ext cx="157767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CL" dirty="0">
                <a:latin typeface="Consolas" panose="020B0609020204030204" pitchFamily="49" charset="0"/>
                <a:cs typeface="Consolas" panose="020B0609020204030204" pitchFamily="49" charset="0"/>
              </a:rPr>
              <a:t>img_100.png</a:t>
            </a:r>
          </a:p>
        </p:txBody>
      </p:sp>
    </p:spTree>
    <p:extLst>
      <p:ext uri="{BB962C8B-B14F-4D97-AF65-F5344CB8AC3E}">
        <p14:creationId xmlns:p14="http://schemas.microsoft.com/office/powerpoint/2010/main" val="63588652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162615-5BCF-25BD-AEEF-08292B700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D8B0084-3318-BDAF-ACD3-B8656F16C437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0F6EB05F-6FF8-36C3-3CF1-712FC9A1CD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8" y="1448425"/>
            <a:ext cx="11352131" cy="487284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DF03E4A-F165-FD91-62AA-087FAD94C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F157033-FC58-8B86-30AF-74C06362484B}"/>
              </a:ext>
            </a:extLst>
          </p:cNvPr>
          <p:cNvSpPr txBox="1"/>
          <p:nvPr/>
        </p:nvSpPr>
        <p:spPr>
          <a:xfrm>
            <a:off x="1719544" y="258585"/>
            <a:ext cx="21515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E01/P02</a:t>
            </a:r>
          </a:p>
        </p:txBody>
      </p:sp>
    </p:spTree>
    <p:extLst>
      <p:ext uri="{BB962C8B-B14F-4D97-AF65-F5344CB8AC3E}">
        <p14:creationId xmlns:p14="http://schemas.microsoft.com/office/powerpoint/2010/main" val="18712152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D6FC98-70C7-7E3F-8D32-AA8F5DE78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3C93BD0-6146-31CC-A514-430F81A26697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CC9F1035-469C-9585-B4BB-9F52F8826A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8" y="1448425"/>
            <a:ext cx="11352131" cy="4872847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806E4FC-DEE5-AE33-CF51-78A950FBE426}"/>
              </a:ext>
            </a:extLst>
          </p:cNvPr>
          <p:cNvSpPr/>
          <p:nvPr/>
        </p:nvSpPr>
        <p:spPr>
          <a:xfrm>
            <a:off x="3935896" y="410825"/>
            <a:ext cx="7553739" cy="6042984"/>
          </a:xfrm>
          <a:prstGeom prst="roundRect">
            <a:avLst>
              <a:gd name="adj" fmla="val 10785"/>
            </a:avLst>
          </a:prstGeom>
          <a:solidFill>
            <a:schemeClr val="bg1"/>
          </a:solidFill>
          <a:ln w="76200">
            <a:solidFill>
              <a:srgbClr val="E971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892A5C-F63B-4D61-F00C-C3960BC419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8686" y="1448425"/>
            <a:ext cx="3494349" cy="3884214"/>
          </a:xfrm>
          <a:prstGeom prst="rect">
            <a:avLst/>
          </a:prstGeom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45B13483-DFF1-F330-3C65-4D0AFD325B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8567" y="1448425"/>
            <a:ext cx="3505200" cy="187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D284B491-E8C7-A2BD-2CFC-CA54489F87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8567" y="3529975"/>
            <a:ext cx="3505200" cy="187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E7D9D37-4F3D-25EB-6957-129E1BC44DCD}"/>
              </a:ext>
            </a:extLst>
          </p:cNvPr>
          <p:cNvSpPr txBox="1"/>
          <p:nvPr/>
        </p:nvSpPr>
        <p:spPr>
          <a:xfrm>
            <a:off x="8111855" y="3612459"/>
            <a:ext cx="1577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img_009.png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0DE500-3A8B-257F-7C25-5CD628337A45}"/>
              </a:ext>
            </a:extLst>
          </p:cNvPr>
          <p:cNvSpPr txBox="1"/>
          <p:nvPr/>
        </p:nvSpPr>
        <p:spPr>
          <a:xfrm>
            <a:off x="8111855" y="1552306"/>
            <a:ext cx="1577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img_043.png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528A3D-8F5D-E914-5B76-DAA591CD87B7}"/>
              </a:ext>
            </a:extLst>
          </p:cNvPr>
          <p:cNvSpPr txBox="1"/>
          <p:nvPr/>
        </p:nvSpPr>
        <p:spPr>
          <a:xfrm>
            <a:off x="5802385" y="5241110"/>
            <a:ext cx="2503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/>
              <a:t>:</a:t>
            </a:r>
          </a:p>
          <a:p>
            <a:r>
              <a:rPr lang="en-CL" dirty="0"/>
              <a:t>: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E8FEA75-C6BD-49B5-518D-AE9CE0CCCB1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682" t="9023" r="5292"/>
          <a:stretch>
            <a:fillRect/>
          </a:stretch>
        </p:blipFill>
        <p:spPr>
          <a:xfrm>
            <a:off x="4598504" y="5572852"/>
            <a:ext cx="3024531" cy="7627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63F141F-DD53-7893-E5F0-339991301D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7A38397-4DAD-8D08-A563-37E287A407C1}"/>
              </a:ext>
            </a:extLst>
          </p:cNvPr>
          <p:cNvSpPr txBox="1"/>
          <p:nvPr/>
        </p:nvSpPr>
        <p:spPr>
          <a:xfrm>
            <a:off x="1719544" y="258585"/>
            <a:ext cx="21515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E01/P02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90C581-93F5-3194-115E-4FA9F4645960}"/>
              </a:ext>
            </a:extLst>
          </p:cNvPr>
          <p:cNvSpPr txBox="1"/>
          <p:nvPr/>
        </p:nvSpPr>
        <p:spPr>
          <a:xfrm>
            <a:off x="7116731" y="186060"/>
            <a:ext cx="1204176" cy="46166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txBody>
          <a:bodyPr wrap="none" rtlCol="0">
            <a:spAutoFit/>
          </a:bodyPr>
          <a:lstStyle/>
          <a:p>
            <a:r>
              <a:rPr lang="en-CL" sz="24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OUTPUT</a:t>
            </a:r>
          </a:p>
        </p:txBody>
      </p:sp>
    </p:spTree>
    <p:extLst>
      <p:ext uri="{BB962C8B-B14F-4D97-AF65-F5344CB8AC3E}">
        <p14:creationId xmlns:p14="http://schemas.microsoft.com/office/powerpoint/2010/main" val="16022307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559B5B-38D2-FA56-C216-3A1042E19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F0B9AC0-3773-3460-9B85-6AC3D7F54132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A6842B7C-500A-4BF6-79E2-CD1E2CA97E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3419"/>
            <a:ext cx="11927042" cy="321963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35A0346-B6A8-FFC2-CEDA-DCC93CB70F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ACA6915-9F66-FDE7-9525-B5D75693E35F}"/>
              </a:ext>
            </a:extLst>
          </p:cNvPr>
          <p:cNvSpPr txBox="1"/>
          <p:nvPr/>
        </p:nvSpPr>
        <p:spPr>
          <a:xfrm>
            <a:off x="1719544" y="258585"/>
            <a:ext cx="21515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E01/P03</a:t>
            </a:r>
          </a:p>
        </p:txBody>
      </p:sp>
    </p:spTree>
    <p:extLst>
      <p:ext uri="{BB962C8B-B14F-4D97-AF65-F5344CB8AC3E}">
        <p14:creationId xmlns:p14="http://schemas.microsoft.com/office/powerpoint/2010/main" val="22938147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CD5642-09EA-6007-E4D9-2E9862545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4B0E217-2AD3-84DD-25C4-BF868656C5EA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10BA0EB5-5022-3416-B4A3-07ED16B0B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3419"/>
            <a:ext cx="11927042" cy="3219637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0971B4C-4AF1-4250-D99D-F16C5F099355}"/>
              </a:ext>
            </a:extLst>
          </p:cNvPr>
          <p:cNvSpPr/>
          <p:nvPr/>
        </p:nvSpPr>
        <p:spPr>
          <a:xfrm>
            <a:off x="3935896" y="410825"/>
            <a:ext cx="7553739" cy="6042984"/>
          </a:xfrm>
          <a:prstGeom prst="roundRect">
            <a:avLst>
              <a:gd name="adj" fmla="val 10785"/>
            </a:avLst>
          </a:prstGeom>
          <a:solidFill>
            <a:schemeClr val="bg1"/>
          </a:solidFill>
          <a:ln w="76200">
            <a:solidFill>
              <a:srgbClr val="E971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E7AC7E5-3A84-EFDC-50BD-CC5695CF22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8686" y="1448425"/>
            <a:ext cx="3494349" cy="3884214"/>
          </a:xfrm>
          <a:prstGeom prst="rect">
            <a:avLst/>
          </a:prstGeom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D7BAF1B4-B970-1A87-38E5-066C9D5F45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/>
        </p:blipFill>
        <p:spPr bwMode="auto">
          <a:xfrm>
            <a:off x="7809521" y="1448425"/>
            <a:ext cx="3503292" cy="187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1F0B8742-36C9-1883-C9E4-F70B76A610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/>
          <a:srcRect/>
          <a:stretch/>
        </p:blipFill>
        <p:spPr bwMode="auto">
          <a:xfrm>
            <a:off x="7809521" y="3529975"/>
            <a:ext cx="3503292" cy="187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64B9C07-1354-64C3-1B9F-225810D06E48}"/>
              </a:ext>
            </a:extLst>
          </p:cNvPr>
          <p:cNvSpPr txBox="1"/>
          <p:nvPr/>
        </p:nvSpPr>
        <p:spPr>
          <a:xfrm>
            <a:off x="8111855" y="3612459"/>
            <a:ext cx="1577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>
                    <a:lumMod val="40000"/>
                    <a:lumOff val="6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seg_009.png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A9FA9D-8275-3419-469E-6894D3D97374}"/>
              </a:ext>
            </a:extLst>
          </p:cNvPr>
          <p:cNvSpPr txBox="1"/>
          <p:nvPr/>
        </p:nvSpPr>
        <p:spPr>
          <a:xfrm>
            <a:off x="8111855" y="1552306"/>
            <a:ext cx="1577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>
                    <a:lumMod val="40000"/>
                    <a:lumOff val="6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seg_043.png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71B938-5499-74D5-DE34-2CEBE95382D2}"/>
              </a:ext>
            </a:extLst>
          </p:cNvPr>
          <p:cNvSpPr txBox="1"/>
          <p:nvPr/>
        </p:nvSpPr>
        <p:spPr>
          <a:xfrm>
            <a:off x="5802385" y="5241110"/>
            <a:ext cx="2503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/>
              <a:t>:</a:t>
            </a:r>
          </a:p>
          <a:p>
            <a:r>
              <a:rPr lang="en-CL" dirty="0"/>
              <a:t>: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53C5EA7-A447-CAEC-48AD-2C5864E8FB6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682" t="9023" r="5292"/>
          <a:stretch>
            <a:fillRect/>
          </a:stretch>
        </p:blipFill>
        <p:spPr>
          <a:xfrm>
            <a:off x="4598504" y="5572852"/>
            <a:ext cx="3024531" cy="76279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EE3FF34-75F2-281D-1F9C-5D405773BCC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6750" y="5581933"/>
            <a:ext cx="2537458" cy="7370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8D073E1-C1EE-27C9-3595-FAC58A029A3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r="7324" b="27404"/>
          <a:stretch>
            <a:fillRect/>
          </a:stretch>
        </p:blipFill>
        <p:spPr>
          <a:xfrm>
            <a:off x="4855631" y="2532863"/>
            <a:ext cx="2767404" cy="275509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BCB0B0C-D3B0-3FF2-5023-96FE34A6D1B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CF983E7-7A48-35A4-FB1A-A0BA11043A0C}"/>
              </a:ext>
            </a:extLst>
          </p:cNvPr>
          <p:cNvSpPr txBox="1"/>
          <p:nvPr/>
        </p:nvSpPr>
        <p:spPr>
          <a:xfrm>
            <a:off x="1719544" y="258585"/>
            <a:ext cx="21515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E01/P03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B67D5B-4FBD-C1BC-610C-C3B11A59DFCB}"/>
              </a:ext>
            </a:extLst>
          </p:cNvPr>
          <p:cNvSpPr txBox="1"/>
          <p:nvPr/>
        </p:nvSpPr>
        <p:spPr>
          <a:xfrm>
            <a:off x="7116731" y="186060"/>
            <a:ext cx="1204176" cy="46166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txBody>
          <a:bodyPr wrap="none" rtlCol="0">
            <a:spAutoFit/>
          </a:bodyPr>
          <a:lstStyle/>
          <a:p>
            <a:r>
              <a:rPr lang="en-CL" sz="24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OUTPUT</a:t>
            </a:r>
          </a:p>
        </p:txBody>
      </p:sp>
    </p:spTree>
    <p:extLst>
      <p:ext uri="{BB962C8B-B14F-4D97-AF65-F5344CB8AC3E}">
        <p14:creationId xmlns:p14="http://schemas.microsoft.com/office/powerpoint/2010/main" val="20236668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70BC4B-2B40-F12F-1554-FB4545FFF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226EBE1-4624-2975-9513-20BFE7A25237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4FF9CB9B-ED15-745C-12AD-4FEBD6175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880" y="1803841"/>
            <a:ext cx="11441123" cy="356498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41FA599-9F1B-279F-AC28-50251CE531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1918F1-CD43-29AD-6031-B38EF77B57D7}"/>
              </a:ext>
            </a:extLst>
          </p:cNvPr>
          <p:cNvSpPr txBox="1"/>
          <p:nvPr/>
        </p:nvSpPr>
        <p:spPr>
          <a:xfrm>
            <a:off x="1719544" y="258585"/>
            <a:ext cx="21515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E01/P04</a:t>
            </a:r>
          </a:p>
        </p:txBody>
      </p:sp>
    </p:spTree>
    <p:extLst>
      <p:ext uri="{BB962C8B-B14F-4D97-AF65-F5344CB8AC3E}">
        <p14:creationId xmlns:p14="http://schemas.microsoft.com/office/powerpoint/2010/main" val="33058694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F83959-F074-2FB5-2F36-31BBE7982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C819D39-64E9-D713-E967-AF57449C10C7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8AE9B567-248C-0842-13F8-0A51BEE4A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880" y="1803841"/>
            <a:ext cx="11441123" cy="356498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B1F073-0108-36B7-8F9F-B141E7CE2C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2D5CC52-3A35-E9E8-5624-0D047526E1A6}"/>
              </a:ext>
            </a:extLst>
          </p:cNvPr>
          <p:cNvSpPr txBox="1"/>
          <p:nvPr/>
        </p:nvSpPr>
        <p:spPr>
          <a:xfrm>
            <a:off x="1719544" y="258585"/>
            <a:ext cx="21515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E01/P04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AD979D8-9147-BA49-A9CB-97FC22D7D736}"/>
              </a:ext>
            </a:extLst>
          </p:cNvPr>
          <p:cNvSpPr/>
          <p:nvPr/>
        </p:nvSpPr>
        <p:spPr>
          <a:xfrm>
            <a:off x="3935896" y="410825"/>
            <a:ext cx="7553739" cy="6042984"/>
          </a:xfrm>
          <a:prstGeom prst="roundRect">
            <a:avLst>
              <a:gd name="adj" fmla="val 10785"/>
            </a:avLst>
          </a:prstGeom>
          <a:solidFill>
            <a:schemeClr val="bg1"/>
          </a:solidFill>
          <a:ln w="76200">
            <a:solidFill>
              <a:srgbClr val="E971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3F4559A-7370-B73B-33F8-E2E8E748E1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9240" y="1100754"/>
            <a:ext cx="6787462" cy="6028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AFE48BC-FC83-482F-7AAB-2D4454F1E8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4737" y="1781262"/>
            <a:ext cx="7169714" cy="6028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ADBC1D3-1AD7-ACBB-7ACD-5785DD1E0B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2765" y="2634381"/>
            <a:ext cx="3351585" cy="354120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A30532-43BF-7F16-0078-62B20230172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16162" y="2608389"/>
            <a:ext cx="3270801" cy="354120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403BFA5-1369-6F35-123C-40881EB41BAA}"/>
              </a:ext>
            </a:extLst>
          </p:cNvPr>
          <p:cNvSpPr txBox="1"/>
          <p:nvPr/>
        </p:nvSpPr>
        <p:spPr>
          <a:xfrm>
            <a:off x="7116731" y="186060"/>
            <a:ext cx="1204176" cy="46166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txBody>
          <a:bodyPr wrap="none" rtlCol="0">
            <a:spAutoFit/>
          </a:bodyPr>
          <a:lstStyle/>
          <a:p>
            <a:r>
              <a:rPr lang="en-CL" sz="24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OUTPUT</a:t>
            </a:r>
          </a:p>
        </p:txBody>
      </p:sp>
    </p:spTree>
    <p:extLst>
      <p:ext uri="{BB962C8B-B14F-4D97-AF65-F5344CB8AC3E}">
        <p14:creationId xmlns:p14="http://schemas.microsoft.com/office/powerpoint/2010/main" val="8982369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60C6EA-232C-61BB-AB02-DB0D6B082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2A4AD2F-585C-9C2B-D635-51294892FD3E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65338C8F-6B59-0535-B077-84E2E47075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EF5A7C-8F92-4F6A-891E-1E5719542FE0}"/>
              </a:ext>
            </a:extLst>
          </p:cNvPr>
          <p:cNvSpPr txBox="1"/>
          <p:nvPr/>
        </p:nvSpPr>
        <p:spPr>
          <a:xfrm>
            <a:off x="1719544" y="258585"/>
            <a:ext cx="21515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E01/P05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FC30874-F6FE-574F-F5DE-2D3D4503CD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2298700"/>
            <a:ext cx="11178962" cy="2181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7737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6D0B61-D2AA-E470-DEF3-3CED8BDA4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0305C19-2716-81C7-EC4D-2D468B675E7F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B3286B78-5B7F-B94A-A1B6-F1217359FE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811EA8-38A5-D855-5B0E-2405B8E3E145}"/>
              </a:ext>
            </a:extLst>
          </p:cNvPr>
          <p:cNvSpPr txBox="1"/>
          <p:nvPr/>
        </p:nvSpPr>
        <p:spPr>
          <a:xfrm>
            <a:off x="1719544" y="258585"/>
            <a:ext cx="21515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E01/P05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4497D25-9CCC-E0AB-3AAE-CFDF0F360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2298700"/>
            <a:ext cx="11178962" cy="2181858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8611EC9-A339-D4B9-7409-0A1A19F6CE06}"/>
              </a:ext>
            </a:extLst>
          </p:cNvPr>
          <p:cNvGrpSpPr/>
          <p:nvPr/>
        </p:nvGrpSpPr>
        <p:grpSpPr>
          <a:xfrm>
            <a:off x="3935896" y="186060"/>
            <a:ext cx="7553739" cy="6267749"/>
            <a:chOff x="3935896" y="186060"/>
            <a:chExt cx="7553739" cy="6267749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30CCAF08-AFA4-F13D-A637-C94EDE9D4917}"/>
                </a:ext>
              </a:extLst>
            </p:cNvPr>
            <p:cNvSpPr/>
            <p:nvPr/>
          </p:nvSpPr>
          <p:spPr>
            <a:xfrm>
              <a:off x="3935896" y="410825"/>
              <a:ext cx="7553739" cy="6042984"/>
            </a:xfrm>
            <a:prstGeom prst="roundRect">
              <a:avLst>
                <a:gd name="adj" fmla="val 10785"/>
              </a:avLst>
            </a:prstGeom>
            <a:solidFill>
              <a:schemeClr val="bg1"/>
            </a:solidFill>
            <a:ln w="76200">
              <a:solidFill>
                <a:srgbClr val="E9710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B82BF92-8FD4-85C4-5962-B9B9C126287B}"/>
                </a:ext>
              </a:extLst>
            </p:cNvPr>
            <p:cNvSpPr txBox="1"/>
            <p:nvPr/>
          </p:nvSpPr>
          <p:spPr>
            <a:xfrm>
              <a:off x="7116731" y="186060"/>
              <a:ext cx="1204176" cy="461665"/>
            </a:xfrm>
            <a:prstGeom prst="rect">
              <a:avLst/>
            </a:prstGeom>
            <a:solidFill>
              <a:schemeClr val="bg1"/>
            </a:solidFill>
            <a:ln w="285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CL" sz="2400" b="1" dirty="0">
                  <a:solidFill>
                    <a:srgbClr val="0070C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OUTPUT</a:t>
              </a: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31201C00-775E-D755-9C6F-0EF7BFFC011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8442"/>
          <a:stretch>
            <a:fillRect/>
          </a:stretch>
        </p:blipFill>
        <p:spPr>
          <a:xfrm>
            <a:off x="5690700" y="966471"/>
            <a:ext cx="4067254" cy="51235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AE6B6AD-82B1-0E0D-19E5-DF09C93DDF51}"/>
              </a:ext>
            </a:extLst>
          </p:cNvPr>
          <p:cNvSpPr txBox="1"/>
          <p:nvPr/>
        </p:nvSpPr>
        <p:spPr>
          <a:xfrm>
            <a:off x="6593549" y="966471"/>
            <a:ext cx="11192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Á</a:t>
            </a:r>
            <a:r>
              <a:rPr lang="en-CL" sz="1200" dirty="0">
                <a:latin typeface="Consolas" panose="020B0609020204030204" pitchFamily="49" charset="0"/>
                <a:cs typeface="Consolas" panose="020B0609020204030204" pitchFamily="49" charset="0"/>
              </a:rPr>
              <a:t>rea</a:t>
            </a:r>
          </a:p>
          <a:p>
            <a:pPr algn="ctr"/>
            <a:r>
              <a:rPr lang="en-CL" sz="1200" dirty="0">
                <a:latin typeface="Consolas" panose="020B0609020204030204" pitchFamily="49" charset="0"/>
                <a:cs typeface="Consolas" panose="020B0609020204030204" pitchFamily="49" charset="0"/>
              </a:rPr>
              <a:t>normalizada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AA48E4-CC74-1959-564F-8CF57FBFCA06}"/>
              </a:ext>
            </a:extLst>
          </p:cNvPr>
          <p:cNvSpPr txBox="1"/>
          <p:nvPr/>
        </p:nvSpPr>
        <p:spPr>
          <a:xfrm>
            <a:off x="8031069" y="945328"/>
            <a:ext cx="9492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419" sz="1200" dirty="0">
                <a:latin typeface="Consolas" panose="020B0609020204030204" pitchFamily="49" charset="0"/>
                <a:cs typeface="Consolas" panose="020B0609020204030204" pitchFamily="49" charset="0"/>
              </a:rPr>
              <a:t>Número de</a:t>
            </a:r>
          </a:p>
          <a:p>
            <a:pPr algn="ctr"/>
            <a:r>
              <a:rPr lang="es-419" sz="1200" dirty="0">
                <a:latin typeface="Consolas" panose="020B0609020204030204" pitchFamily="49" charset="0"/>
                <a:cs typeface="Consolas" panose="020B0609020204030204" pitchFamily="49" charset="0"/>
              </a:rPr>
              <a:t>Agujeros</a:t>
            </a:r>
            <a:endParaRPr lang="en-CL" sz="12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81184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BF35B5-FA55-6967-56A3-041A37E74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B20266-9592-AD3B-C35C-4D3A235F1553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18B0D7C3-4784-843C-E704-BA04BD3EEE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6F35C14-8EF1-09AA-EE9C-AFEE4882597B}"/>
              </a:ext>
            </a:extLst>
          </p:cNvPr>
          <p:cNvSpPr txBox="1"/>
          <p:nvPr/>
        </p:nvSpPr>
        <p:spPr>
          <a:xfrm>
            <a:off x="1719544" y="258585"/>
            <a:ext cx="10967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3E6100-E82B-6B19-08EA-3D1C30C16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0155" y="258585"/>
            <a:ext cx="8799717" cy="6037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54191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0C8EEF-790A-E7DF-CEBA-9CD4A39EE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C025179-2139-119B-2014-B3765B5862A5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E17E9B41-7130-1B04-0109-6AB377A1B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401CEB0-4ABB-4F56-97FA-B89AA0B9DC81}"/>
              </a:ext>
            </a:extLst>
          </p:cNvPr>
          <p:cNvSpPr txBox="1"/>
          <p:nvPr/>
        </p:nvSpPr>
        <p:spPr>
          <a:xfrm>
            <a:off x="1719544" y="258585"/>
            <a:ext cx="21515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E01/P06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7580A1-E53C-FF5E-D86A-20E4B2FB21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100" y="1998895"/>
            <a:ext cx="11149242" cy="2806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0478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FD022D-FCC4-1F38-8980-BB1C7E63D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D2DDC32-2E49-81B7-F46C-A7CEA7A4DF31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97B5B8C3-A5A7-C943-CC83-4103E7BF1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BD96A9-5BF3-E708-4AB9-C52464C6C683}"/>
              </a:ext>
            </a:extLst>
          </p:cNvPr>
          <p:cNvSpPr txBox="1"/>
          <p:nvPr/>
        </p:nvSpPr>
        <p:spPr>
          <a:xfrm>
            <a:off x="1719544" y="258585"/>
            <a:ext cx="21515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E01/P06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FFF02A1-D387-2191-13FE-4D93F5278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100" y="1998895"/>
            <a:ext cx="11149242" cy="280620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38A0B555-75D5-66B8-DE17-D9A143BC4675}"/>
              </a:ext>
            </a:extLst>
          </p:cNvPr>
          <p:cNvGrpSpPr/>
          <p:nvPr/>
        </p:nvGrpSpPr>
        <p:grpSpPr>
          <a:xfrm>
            <a:off x="3935896" y="186060"/>
            <a:ext cx="7553739" cy="6267749"/>
            <a:chOff x="3935896" y="186060"/>
            <a:chExt cx="7553739" cy="6267749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8DB18E36-B609-AB67-071F-4EE0183DA9BC}"/>
                </a:ext>
              </a:extLst>
            </p:cNvPr>
            <p:cNvSpPr/>
            <p:nvPr/>
          </p:nvSpPr>
          <p:spPr>
            <a:xfrm>
              <a:off x="3935896" y="410825"/>
              <a:ext cx="7553739" cy="6042984"/>
            </a:xfrm>
            <a:prstGeom prst="roundRect">
              <a:avLst>
                <a:gd name="adj" fmla="val 10785"/>
              </a:avLst>
            </a:prstGeom>
            <a:solidFill>
              <a:schemeClr val="bg1"/>
            </a:solidFill>
            <a:ln w="76200">
              <a:solidFill>
                <a:srgbClr val="E9710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5D5C239-FA03-C5EF-EFB7-FDD21279289B}"/>
                </a:ext>
              </a:extLst>
            </p:cNvPr>
            <p:cNvSpPr txBox="1"/>
            <p:nvPr/>
          </p:nvSpPr>
          <p:spPr>
            <a:xfrm>
              <a:off x="7116731" y="186060"/>
              <a:ext cx="1204176" cy="461665"/>
            </a:xfrm>
            <a:prstGeom prst="rect">
              <a:avLst/>
            </a:prstGeom>
            <a:solidFill>
              <a:schemeClr val="bg1"/>
            </a:solidFill>
            <a:ln w="285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CL" sz="2400" b="1" dirty="0">
                  <a:solidFill>
                    <a:srgbClr val="0070C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OUTPUT</a:t>
              </a:r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0DF60146-5665-DDA1-F1C0-D8942961CF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1631" y="872490"/>
            <a:ext cx="4832287" cy="435084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CC31F1-B5CE-42AA-5408-725D2E64F5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999" y="1616838"/>
            <a:ext cx="4859033" cy="4368672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C85E417D-E3FE-0CA3-B6BD-DB4D36A9EE5D}"/>
              </a:ext>
            </a:extLst>
          </p:cNvPr>
          <p:cNvGrpSpPr/>
          <p:nvPr/>
        </p:nvGrpSpPr>
        <p:grpSpPr>
          <a:xfrm>
            <a:off x="9038975" y="4584726"/>
            <a:ext cx="944489" cy="1028728"/>
            <a:chOff x="9038975" y="4584726"/>
            <a:chExt cx="944489" cy="1028728"/>
          </a:xfrm>
        </p:grpSpPr>
        <p:sp>
          <p:nvSpPr>
            <p:cNvPr id="13" name="Up Arrow 12">
              <a:extLst>
                <a:ext uri="{FF2B5EF4-FFF2-40B4-BE49-F238E27FC236}">
                  <a16:creationId xmlns:a16="http://schemas.microsoft.com/office/drawing/2014/main" id="{FAF530FF-E713-82FC-788D-750CEA374219}"/>
                </a:ext>
              </a:extLst>
            </p:cNvPr>
            <p:cNvSpPr/>
            <p:nvPr/>
          </p:nvSpPr>
          <p:spPr>
            <a:xfrm rot="10800000">
              <a:off x="9608618" y="5208505"/>
              <a:ext cx="222069" cy="404949"/>
            </a:xfrm>
            <a:prstGeom prst="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B4757A3-80CD-A9E7-CA7F-7E968F49B7D4}"/>
                </a:ext>
              </a:extLst>
            </p:cNvPr>
            <p:cNvSpPr txBox="1"/>
            <p:nvPr/>
          </p:nvSpPr>
          <p:spPr>
            <a:xfrm>
              <a:off x="9038975" y="4584726"/>
              <a:ext cx="94448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L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thc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93273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4992C3-9DCA-3E4D-5922-9C1CE6CE7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5647569-894A-B2D5-6F3D-FEEA26CE7161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F3E6FFE5-0280-23CC-241F-36741139FF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9957E40-372A-F50A-6865-0C57FE60F7F2}"/>
              </a:ext>
            </a:extLst>
          </p:cNvPr>
          <p:cNvSpPr txBox="1"/>
          <p:nvPr/>
        </p:nvSpPr>
        <p:spPr>
          <a:xfrm>
            <a:off x="1719544" y="258585"/>
            <a:ext cx="21515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E01/P07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2FFD9B-1301-021D-E6F4-93920325AF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910" y="1938347"/>
            <a:ext cx="8397603" cy="2981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0604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A7BF6B-891F-1BFB-54B9-01BEBB821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FF514E0-6CA8-F2A2-2C14-8BFCCA61E9DF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64444322-2A40-E848-4F09-F4BEEAAC76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9A6DC1-8B50-A671-BBD0-508D5330BC2E}"/>
              </a:ext>
            </a:extLst>
          </p:cNvPr>
          <p:cNvSpPr txBox="1"/>
          <p:nvPr/>
        </p:nvSpPr>
        <p:spPr>
          <a:xfrm>
            <a:off x="1719544" y="258585"/>
            <a:ext cx="21515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E01/P07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E2822C-4255-FE04-95EC-9898088E19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910" y="1938347"/>
            <a:ext cx="8397603" cy="2981305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CAB70FE6-7224-2C76-5CC7-00CA20985BE1}"/>
              </a:ext>
            </a:extLst>
          </p:cNvPr>
          <p:cNvGrpSpPr/>
          <p:nvPr/>
        </p:nvGrpSpPr>
        <p:grpSpPr>
          <a:xfrm>
            <a:off x="3935896" y="186060"/>
            <a:ext cx="7553739" cy="6267749"/>
            <a:chOff x="3935896" y="186060"/>
            <a:chExt cx="7553739" cy="6267749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6BB0C0DF-6F76-6F96-ED9C-FACA196E7D07}"/>
                </a:ext>
              </a:extLst>
            </p:cNvPr>
            <p:cNvSpPr/>
            <p:nvPr/>
          </p:nvSpPr>
          <p:spPr>
            <a:xfrm>
              <a:off x="3935896" y="410825"/>
              <a:ext cx="7553739" cy="6042984"/>
            </a:xfrm>
            <a:prstGeom prst="roundRect">
              <a:avLst>
                <a:gd name="adj" fmla="val 10785"/>
              </a:avLst>
            </a:prstGeom>
            <a:solidFill>
              <a:schemeClr val="bg1"/>
            </a:solidFill>
            <a:ln w="76200">
              <a:solidFill>
                <a:srgbClr val="E9710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102303B-D481-8190-62BA-234D1CFFB138}"/>
                </a:ext>
              </a:extLst>
            </p:cNvPr>
            <p:cNvSpPr txBox="1"/>
            <p:nvPr/>
          </p:nvSpPr>
          <p:spPr>
            <a:xfrm>
              <a:off x="7116731" y="186060"/>
              <a:ext cx="1204176" cy="461665"/>
            </a:xfrm>
            <a:prstGeom prst="rect">
              <a:avLst/>
            </a:prstGeom>
            <a:solidFill>
              <a:schemeClr val="bg1"/>
            </a:solidFill>
            <a:ln w="285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CL" sz="2400" b="1" dirty="0">
                  <a:solidFill>
                    <a:srgbClr val="0070C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OUTPUT</a:t>
              </a: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28D762A-0E7F-D40A-10F3-1CDF651BA8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6199" y="2514599"/>
            <a:ext cx="7223749" cy="173081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55B968-2AFB-F6D6-06B5-BE7D653537E3}"/>
              </a:ext>
            </a:extLst>
          </p:cNvPr>
          <p:cNvSpPr txBox="1"/>
          <p:nvPr/>
        </p:nvSpPr>
        <p:spPr>
          <a:xfrm>
            <a:off x="5467711" y="4749447"/>
            <a:ext cx="46955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</a:t>
            </a:r>
            <a:r>
              <a:rPr lang="en-CL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os ‘0’ indican que el digito ha sido clasificado como no-ocho, mientras que los ‘1’ indican que ha sido clasificado como ocho</a:t>
            </a:r>
          </a:p>
        </p:txBody>
      </p:sp>
    </p:spTree>
    <p:extLst>
      <p:ext uri="{BB962C8B-B14F-4D97-AF65-F5344CB8AC3E}">
        <p14:creationId xmlns:p14="http://schemas.microsoft.com/office/powerpoint/2010/main" val="41812424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05CA36-323E-0B64-5F93-0B9D00346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B22C496-C538-510B-E851-498B12F5D1B2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B402091F-46F4-86DF-F3D0-397287430B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2092FF6-73C3-E1F4-A5FA-BBE318FAAE87}"/>
              </a:ext>
            </a:extLst>
          </p:cNvPr>
          <p:cNvSpPr txBox="1"/>
          <p:nvPr/>
        </p:nvSpPr>
        <p:spPr>
          <a:xfrm>
            <a:off x="1719544" y="258585"/>
            <a:ext cx="10967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60FB0C-A449-C89E-6F21-B580F37C5C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08" y="1321004"/>
            <a:ext cx="11007220" cy="4513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7398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B73C35-00F7-E1E9-4D92-2A28F67F2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89EE786-CE55-81EA-8BE1-6AD0195420C8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6D8CAD85-FF71-E559-E671-2CA6F52EB4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F4FC61-1B1F-DC88-9488-D854DBED7091}"/>
              </a:ext>
            </a:extLst>
          </p:cNvPr>
          <p:cNvSpPr txBox="1"/>
          <p:nvPr/>
        </p:nvSpPr>
        <p:spPr>
          <a:xfrm>
            <a:off x="1719544" y="258585"/>
            <a:ext cx="21515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E01/P08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19C014-8C27-8FFF-24ED-2710404AA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154" y="1689099"/>
            <a:ext cx="7660640" cy="394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7789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10870-F667-8992-E10D-B0640BD2A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A679D20-D3DC-A780-3CF9-4830C4FFB0EC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B9EC1425-DEC3-351E-4C11-17C74BD69D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2DDB65C-FE9A-604B-58D4-A00D0386E1C3}"/>
              </a:ext>
            </a:extLst>
          </p:cNvPr>
          <p:cNvSpPr txBox="1"/>
          <p:nvPr/>
        </p:nvSpPr>
        <p:spPr>
          <a:xfrm>
            <a:off x="1719544" y="258585"/>
            <a:ext cx="21515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E01/P08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4B513C-28DD-87BC-A965-6786F9EB3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154" y="1689099"/>
            <a:ext cx="7660640" cy="3947575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1F8F0C6D-4155-F850-9CFC-A884FEB8B620}"/>
              </a:ext>
            </a:extLst>
          </p:cNvPr>
          <p:cNvGrpSpPr/>
          <p:nvPr/>
        </p:nvGrpSpPr>
        <p:grpSpPr>
          <a:xfrm>
            <a:off x="3935896" y="186060"/>
            <a:ext cx="7553739" cy="6267749"/>
            <a:chOff x="3935896" y="186060"/>
            <a:chExt cx="7553739" cy="6267749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95E53866-F197-CDE0-1BE2-BF74B1DDFFC0}"/>
                </a:ext>
              </a:extLst>
            </p:cNvPr>
            <p:cNvSpPr/>
            <p:nvPr/>
          </p:nvSpPr>
          <p:spPr>
            <a:xfrm>
              <a:off x="3935896" y="410825"/>
              <a:ext cx="7553739" cy="6042984"/>
            </a:xfrm>
            <a:prstGeom prst="roundRect">
              <a:avLst>
                <a:gd name="adj" fmla="val 10785"/>
              </a:avLst>
            </a:prstGeom>
            <a:solidFill>
              <a:schemeClr val="bg1"/>
            </a:solidFill>
            <a:ln w="76200">
              <a:solidFill>
                <a:srgbClr val="E9710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40D69F0-FAEA-A8C2-4ABD-E2D0820DD8AA}"/>
                </a:ext>
              </a:extLst>
            </p:cNvPr>
            <p:cNvSpPr txBox="1"/>
            <p:nvPr/>
          </p:nvSpPr>
          <p:spPr>
            <a:xfrm>
              <a:off x="7116731" y="186060"/>
              <a:ext cx="1204176" cy="461665"/>
            </a:xfrm>
            <a:prstGeom prst="rect">
              <a:avLst/>
            </a:prstGeom>
            <a:solidFill>
              <a:schemeClr val="bg1"/>
            </a:solidFill>
            <a:ln w="285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CL" sz="2400" b="1" dirty="0">
                  <a:solidFill>
                    <a:srgbClr val="0070C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OUTPUT</a:t>
              </a:r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744DDC08-D5FB-6602-F8DD-D0288DA976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9773" y="871964"/>
            <a:ext cx="2838934" cy="1224504"/>
          </a:xfrm>
          <a:prstGeom prst="rect">
            <a:avLst/>
          </a:prstGeom>
        </p:spPr>
      </p:pic>
      <p:pic>
        <p:nvPicPr>
          <p:cNvPr id="19458" name="Picture 2">
            <a:extLst>
              <a:ext uri="{FF2B5EF4-FFF2-40B4-BE49-F238E27FC236}">
                <a16:creationId xmlns:a16="http://schemas.microsoft.com/office/drawing/2014/main" id="{A0E2069E-A45C-32AA-55C4-D2678F63E8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6" y="2247583"/>
            <a:ext cx="4853978" cy="38875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061985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206</Words>
  <Application>Microsoft Macintosh PowerPoint</Application>
  <PresentationFormat>Widescreen</PresentationFormat>
  <Paragraphs>64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Aptos</vt:lpstr>
      <vt:lpstr>Aptos Display</vt:lpstr>
      <vt:lpstr>Arial</vt:lpstr>
      <vt:lpstr>Consolas</vt:lpstr>
      <vt:lpstr>Gill Sans MT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Domingo Mery</dc:creator>
  <cp:lastModifiedBy>Domingo Mery</cp:lastModifiedBy>
  <cp:revision>5</cp:revision>
  <dcterms:created xsi:type="dcterms:W3CDTF">2026-03-15T17:41:45Z</dcterms:created>
  <dcterms:modified xsi:type="dcterms:W3CDTF">2026-03-15T19:36:06Z</dcterms:modified>
</cp:coreProperties>
</file>