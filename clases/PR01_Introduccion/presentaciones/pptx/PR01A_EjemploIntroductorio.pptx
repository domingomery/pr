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7" r:id="rId2"/>
    <p:sldId id="300" r:id="rId3"/>
    <p:sldId id="367" r:id="rId4"/>
    <p:sldId id="4632" r:id="rId5"/>
    <p:sldId id="4664" r:id="rId6"/>
    <p:sldId id="368" r:id="rId7"/>
    <p:sldId id="301" r:id="rId8"/>
    <p:sldId id="4636" r:id="rId9"/>
    <p:sldId id="4637" r:id="rId10"/>
    <p:sldId id="4640" r:id="rId11"/>
    <p:sldId id="4634" r:id="rId12"/>
    <p:sldId id="4654" r:id="rId13"/>
    <p:sldId id="258" r:id="rId14"/>
    <p:sldId id="4639" r:id="rId15"/>
    <p:sldId id="4641" r:id="rId16"/>
    <p:sldId id="4642" r:id="rId17"/>
    <p:sldId id="4643" r:id="rId18"/>
    <p:sldId id="4644" r:id="rId19"/>
    <p:sldId id="4646" r:id="rId20"/>
    <p:sldId id="4647" r:id="rId21"/>
    <p:sldId id="4648" r:id="rId22"/>
    <p:sldId id="4649" r:id="rId23"/>
    <p:sldId id="4650" r:id="rId24"/>
    <p:sldId id="4658" r:id="rId25"/>
    <p:sldId id="4657" r:id="rId26"/>
    <p:sldId id="4660" r:id="rId27"/>
    <p:sldId id="4662" r:id="rId28"/>
    <p:sldId id="290" r:id="rId29"/>
    <p:sldId id="291" r:id="rId30"/>
    <p:sldId id="4652" r:id="rId31"/>
    <p:sldId id="296" r:id="rId32"/>
    <p:sldId id="292" r:id="rId33"/>
    <p:sldId id="4635" r:id="rId34"/>
    <p:sldId id="4653" r:id="rId35"/>
    <p:sldId id="297" r:id="rId36"/>
    <p:sldId id="293" r:id="rId37"/>
    <p:sldId id="4655" r:id="rId38"/>
    <p:sldId id="298" r:id="rId39"/>
    <p:sldId id="294" r:id="rId40"/>
    <p:sldId id="4656" r:id="rId41"/>
    <p:sldId id="299" r:id="rId42"/>
    <p:sldId id="295" r:id="rId43"/>
    <p:sldId id="4659" r:id="rId44"/>
    <p:sldId id="4661" r:id="rId45"/>
    <p:sldId id="4663" r:id="rId46"/>
  </p:sldIdLst>
  <p:sldSz cx="12192000" cy="6858000"/>
  <p:notesSz cx="6858000" cy="9144000"/>
  <p:defaultText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88"/>
    <p:restoredTop sz="94658"/>
  </p:normalViewPr>
  <p:slideViewPr>
    <p:cSldViewPr snapToGrid="0">
      <p:cViewPr varScale="1">
        <p:scale>
          <a:sx n="120" d="100"/>
          <a:sy n="120" d="100"/>
        </p:scale>
        <p:origin x="504" y="18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9748F-0FE7-C64C-B0B9-9306A54D4824}" type="datetimeFigureOut">
              <a:rPr lang="en-CL" smtClean="0"/>
              <a:t>04-08-26</a:t>
            </a:fld>
            <a:endParaRPr lang="en-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6E6B2-EC45-1147-8496-DFA2586CC8C4}" type="slidenum">
              <a:rPr lang="en-CL" smtClean="0"/>
              <a:t>‹#›</a:t>
            </a:fld>
            <a:endParaRPr lang="en-CL"/>
          </a:p>
        </p:txBody>
      </p:sp>
    </p:spTree>
    <p:extLst>
      <p:ext uri="{BB962C8B-B14F-4D97-AF65-F5344CB8AC3E}">
        <p14:creationId xmlns:p14="http://schemas.microsoft.com/office/powerpoint/2010/main" val="303457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a:t>La tarea inicial es transformar las fotos digitales de los documentos en archivos de texto tipo Word, en los que cada palabra (detectada en la foto) es transcrita de manera automática utilizando técnicas conocidas como OCR. En algunos casos, cuando la imagen es de mala calidad se hace necesario recurrir a una validación manual.</a:t>
            </a:r>
          </a:p>
        </p:txBody>
      </p:sp>
      <p:sp>
        <p:nvSpPr>
          <p:cNvPr id="4" name="Slide Number Placeholder 3"/>
          <p:cNvSpPr>
            <a:spLocks noGrp="1"/>
          </p:cNvSpPr>
          <p:nvPr>
            <p:ph type="sldNum" sz="quarter" idx="5"/>
          </p:nvPr>
        </p:nvSpPr>
        <p:spPr/>
        <p:txBody>
          <a:bodyPr/>
          <a:lstStyle/>
          <a:p>
            <a:fld id="{9FB1761A-C680-FB46-B523-E06C096DCB03}" type="slidenum">
              <a:rPr lang="es-ES_tradnl" smtClean="0"/>
              <a:t>3</a:t>
            </a:fld>
            <a:endParaRPr lang="es-ES_tradnl"/>
          </a:p>
        </p:txBody>
      </p:sp>
    </p:spTree>
    <p:extLst>
      <p:ext uri="{BB962C8B-B14F-4D97-AF65-F5344CB8AC3E}">
        <p14:creationId xmlns:p14="http://schemas.microsoft.com/office/powerpoint/2010/main" val="40027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A522-6AF1-5FB5-1C91-B7E794A4E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55E90-E6DB-B3A6-CE4B-59801C00A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AB686-7B60-020F-59CA-D924BFD11190}"/>
              </a:ext>
            </a:extLst>
          </p:cNvPr>
          <p:cNvSpPr>
            <a:spLocks noGrp="1"/>
          </p:cNvSpPr>
          <p:nvPr>
            <p:ph type="body" idx="1"/>
          </p:nvPr>
        </p:nvSpPr>
        <p:spPr/>
        <p:txBody>
          <a:bodyPr/>
          <a:lstStyle/>
          <a:p>
            <a:r>
              <a:rPr lang="es-ES_tradnl"/>
              <a:t>La tarea inicial es transformar las fotos digitales de los documentos en archivos de texto tipo Word, en los que cada palabra (detectada en la foto) es transcrita de manera automática utilizando técnicas conocidas como OCR. En algunos casos, cuando la imagen es de mala calidad se hace necesario recurrir a una validación manual.</a:t>
            </a:r>
          </a:p>
        </p:txBody>
      </p:sp>
      <p:sp>
        <p:nvSpPr>
          <p:cNvPr id="4" name="Slide Number Placeholder 3">
            <a:extLst>
              <a:ext uri="{FF2B5EF4-FFF2-40B4-BE49-F238E27FC236}">
                <a16:creationId xmlns:a16="http://schemas.microsoft.com/office/drawing/2014/main" id="{1C67FFA1-AC7F-72C7-E735-80B110E0D6B1}"/>
              </a:ext>
            </a:extLst>
          </p:cNvPr>
          <p:cNvSpPr>
            <a:spLocks noGrp="1"/>
          </p:cNvSpPr>
          <p:nvPr>
            <p:ph type="sldNum" sz="quarter" idx="5"/>
          </p:nvPr>
        </p:nvSpPr>
        <p:spPr/>
        <p:txBody>
          <a:bodyPr/>
          <a:lstStyle/>
          <a:p>
            <a:fld id="{9FB1761A-C680-FB46-B523-E06C096DCB03}" type="slidenum">
              <a:rPr lang="es-ES_tradnl" smtClean="0"/>
              <a:t>6</a:t>
            </a:fld>
            <a:endParaRPr lang="es-ES_tradnl"/>
          </a:p>
        </p:txBody>
      </p:sp>
    </p:spTree>
    <p:extLst>
      <p:ext uri="{BB962C8B-B14F-4D97-AF65-F5344CB8AC3E}">
        <p14:creationId xmlns:p14="http://schemas.microsoft.com/office/powerpoint/2010/main" val="2017814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8DC0-3787-B971-5D00-8727CB18C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L"/>
          </a:p>
        </p:txBody>
      </p:sp>
      <p:sp>
        <p:nvSpPr>
          <p:cNvPr id="3" name="Subtitle 2">
            <a:extLst>
              <a:ext uri="{FF2B5EF4-FFF2-40B4-BE49-F238E27FC236}">
                <a16:creationId xmlns:a16="http://schemas.microsoft.com/office/drawing/2014/main" id="{084A3FB4-AFDF-6CFB-84FB-E0438C517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L"/>
          </a:p>
        </p:txBody>
      </p:sp>
      <p:sp>
        <p:nvSpPr>
          <p:cNvPr id="4" name="Date Placeholder 3">
            <a:extLst>
              <a:ext uri="{FF2B5EF4-FFF2-40B4-BE49-F238E27FC236}">
                <a16:creationId xmlns:a16="http://schemas.microsoft.com/office/drawing/2014/main" id="{C32F51BE-7742-8427-323B-6746C927646C}"/>
              </a:ext>
            </a:extLst>
          </p:cNvPr>
          <p:cNvSpPr>
            <a:spLocks noGrp="1"/>
          </p:cNvSpPr>
          <p:nvPr>
            <p:ph type="dt" sz="half" idx="10"/>
          </p:nvPr>
        </p:nvSpPr>
        <p:spPr/>
        <p:txBody>
          <a:bodyPr/>
          <a:lstStyle/>
          <a:p>
            <a:r>
              <a:rPr lang="en-US"/>
              <a:t>(c) D.Mery - PR01A</a:t>
            </a:r>
            <a:endParaRPr lang="en-CL"/>
          </a:p>
        </p:txBody>
      </p:sp>
      <p:sp>
        <p:nvSpPr>
          <p:cNvPr id="5" name="Footer Placeholder 4">
            <a:extLst>
              <a:ext uri="{FF2B5EF4-FFF2-40B4-BE49-F238E27FC236}">
                <a16:creationId xmlns:a16="http://schemas.microsoft.com/office/drawing/2014/main" id="{6317082A-B0F6-05B3-4148-6F125B3BECC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C935BB3A-30A8-1717-EEEF-CCDD19DE170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4018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5084-85EB-0ADC-D7F0-0DA592CEDEB0}"/>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0EA50CEA-EC43-5349-1EBB-8F562F4E7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7A6EC922-A7D2-9731-7041-D7AC6FB838AD}"/>
              </a:ext>
            </a:extLst>
          </p:cNvPr>
          <p:cNvSpPr>
            <a:spLocks noGrp="1"/>
          </p:cNvSpPr>
          <p:nvPr>
            <p:ph type="dt" sz="half" idx="10"/>
          </p:nvPr>
        </p:nvSpPr>
        <p:spPr/>
        <p:txBody>
          <a:bodyPr/>
          <a:lstStyle/>
          <a:p>
            <a:r>
              <a:rPr lang="en-US"/>
              <a:t>(c) D.Mery - PR01A</a:t>
            </a:r>
            <a:endParaRPr lang="en-CL"/>
          </a:p>
        </p:txBody>
      </p:sp>
      <p:sp>
        <p:nvSpPr>
          <p:cNvPr id="5" name="Footer Placeholder 4">
            <a:extLst>
              <a:ext uri="{FF2B5EF4-FFF2-40B4-BE49-F238E27FC236}">
                <a16:creationId xmlns:a16="http://schemas.microsoft.com/office/drawing/2014/main" id="{5B7AEC05-6729-F167-4DA1-FB23E0490BAE}"/>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46505FA-C70E-C130-A20D-DB301157A75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7885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4697-BA84-150B-4C2D-F84713796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L"/>
          </a:p>
        </p:txBody>
      </p:sp>
      <p:sp>
        <p:nvSpPr>
          <p:cNvPr id="3" name="Text Placeholder 2">
            <a:extLst>
              <a:ext uri="{FF2B5EF4-FFF2-40B4-BE49-F238E27FC236}">
                <a16:creationId xmlns:a16="http://schemas.microsoft.com/office/drawing/2014/main" id="{AB49B2F4-202A-2BB1-535C-1A428E58FC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0EE603-A515-38A5-01CB-993F9D3E6C11}"/>
              </a:ext>
            </a:extLst>
          </p:cNvPr>
          <p:cNvSpPr>
            <a:spLocks noGrp="1"/>
          </p:cNvSpPr>
          <p:nvPr>
            <p:ph type="dt" sz="half" idx="10"/>
          </p:nvPr>
        </p:nvSpPr>
        <p:spPr/>
        <p:txBody>
          <a:bodyPr/>
          <a:lstStyle/>
          <a:p>
            <a:r>
              <a:rPr lang="en-US"/>
              <a:t>(c) D.Mery - PR01A</a:t>
            </a:r>
            <a:endParaRPr lang="en-CL"/>
          </a:p>
        </p:txBody>
      </p:sp>
      <p:sp>
        <p:nvSpPr>
          <p:cNvPr id="5" name="Footer Placeholder 4">
            <a:extLst>
              <a:ext uri="{FF2B5EF4-FFF2-40B4-BE49-F238E27FC236}">
                <a16:creationId xmlns:a16="http://schemas.microsoft.com/office/drawing/2014/main" id="{EC6D1643-6231-F3E2-610F-D775A2BB96F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FD27DCF5-082A-FB09-50BE-837F0ACE123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232677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9F8F-3D31-5054-B98B-32951A347397}"/>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28C103B9-D8C0-4B32-EE45-9BD12EF74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Content Placeholder 3">
            <a:extLst>
              <a:ext uri="{FF2B5EF4-FFF2-40B4-BE49-F238E27FC236}">
                <a16:creationId xmlns:a16="http://schemas.microsoft.com/office/drawing/2014/main" id="{7652F047-75A3-523A-D879-40B2EDA8D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Date Placeholder 4">
            <a:extLst>
              <a:ext uri="{FF2B5EF4-FFF2-40B4-BE49-F238E27FC236}">
                <a16:creationId xmlns:a16="http://schemas.microsoft.com/office/drawing/2014/main" id="{8E9FB8B8-5B4E-1775-617E-5E75D094A47B}"/>
              </a:ext>
            </a:extLst>
          </p:cNvPr>
          <p:cNvSpPr>
            <a:spLocks noGrp="1"/>
          </p:cNvSpPr>
          <p:nvPr>
            <p:ph type="dt" sz="half" idx="10"/>
          </p:nvPr>
        </p:nvSpPr>
        <p:spPr/>
        <p:txBody>
          <a:bodyPr/>
          <a:lstStyle/>
          <a:p>
            <a:r>
              <a:rPr lang="en-US"/>
              <a:t>(c) D.Mery - PR01A</a:t>
            </a:r>
            <a:endParaRPr lang="en-CL"/>
          </a:p>
        </p:txBody>
      </p:sp>
      <p:sp>
        <p:nvSpPr>
          <p:cNvPr id="6" name="Footer Placeholder 5">
            <a:extLst>
              <a:ext uri="{FF2B5EF4-FFF2-40B4-BE49-F238E27FC236}">
                <a16:creationId xmlns:a16="http://schemas.microsoft.com/office/drawing/2014/main" id="{0CB9D2B7-35C0-0726-D40B-546E245F6FDA}"/>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DC310F33-EF19-5FAC-1C0C-CC049E95FBB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650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880C-73E3-54CD-F870-565E8A1B15FC}"/>
              </a:ext>
            </a:extLst>
          </p:cNvPr>
          <p:cNvSpPr>
            <a:spLocks noGrp="1"/>
          </p:cNvSpPr>
          <p:nvPr>
            <p:ph type="title"/>
          </p:nvPr>
        </p:nvSpPr>
        <p:spPr>
          <a:xfrm>
            <a:off x="839788" y="365125"/>
            <a:ext cx="10515600" cy="1325563"/>
          </a:xfrm>
        </p:spPr>
        <p:txBody>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A35B4E4-4FDE-76FD-67FE-AC9066C11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E05A7-4548-3D67-22C7-AE2D1FA32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Text Placeholder 4">
            <a:extLst>
              <a:ext uri="{FF2B5EF4-FFF2-40B4-BE49-F238E27FC236}">
                <a16:creationId xmlns:a16="http://schemas.microsoft.com/office/drawing/2014/main" id="{B123D907-7359-B8EC-9C20-35EBC1A8C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E90DD8-E513-9D1B-B62B-8CD564AF8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7" name="Date Placeholder 6">
            <a:extLst>
              <a:ext uri="{FF2B5EF4-FFF2-40B4-BE49-F238E27FC236}">
                <a16:creationId xmlns:a16="http://schemas.microsoft.com/office/drawing/2014/main" id="{7B7A1F58-D509-1FFB-BFE0-0B0A48435D6B}"/>
              </a:ext>
            </a:extLst>
          </p:cNvPr>
          <p:cNvSpPr>
            <a:spLocks noGrp="1"/>
          </p:cNvSpPr>
          <p:nvPr>
            <p:ph type="dt" sz="half" idx="10"/>
          </p:nvPr>
        </p:nvSpPr>
        <p:spPr/>
        <p:txBody>
          <a:bodyPr/>
          <a:lstStyle/>
          <a:p>
            <a:r>
              <a:rPr lang="en-US"/>
              <a:t>(c) D.Mery - PR01A</a:t>
            </a:r>
            <a:endParaRPr lang="en-CL"/>
          </a:p>
        </p:txBody>
      </p:sp>
      <p:sp>
        <p:nvSpPr>
          <p:cNvPr id="8" name="Footer Placeholder 7">
            <a:extLst>
              <a:ext uri="{FF2B5EF4-FFF2-40B4-BE49-F238E27FC236}">
                <a16:creationId xmlns:a16="http://schemas.microsoft.com/office/drawing/2014/main" id="{F61A7296-B85D-0D25-EB6E-7FAF5D12D145}"/>
              </a:ext>
            </a:extLst>
          </p:cNvPr>
          <p:cNvSpPr>
            <a:spLocks noGrp="1"/>
          </p:cNvSpPr>
          <p:nvPr>
            <p:ph type="ftr" sz="quarter" idx="11"/>
          </p:nvPr>
        </p:nvSpPr>
        <p:spPr/>
        <p:txBody>
          <a:bodyPr/>
          <a:lstStyle/>
          <a:p>
            <a:endParaRPr lang="en-CL"/>
          </a:p>
        </p:txBody>
      </p:sp>
      <p:sp>
        <p:nvSpPr>
          <p:cNvPr id="9" name="Slide Number Placeholder 8">
            <a:extLst>
              <a:ext uri="{FF2B5EF4-FFF2-40B4-BE49-F238E27FC236}">
                <a16:creationId xmlns:a16="http://schemas.microsoft.com/office/drawing/2014/main" id="{7531504A-0C9E-5FD4-88B8-34EEA657446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4005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930F-82FE-3339-6D9E-1DCC65EE1D2C}"/>
              </a:ext>
            </a:extLst>
          </p:cNvPr>
          <p:cNvSpPr>
            <a:spLocks noGrp="1"/>
          </p:cNvSpPr>
          <p:nvPr>
            <p:ph type="title"/>
          </p:nvPr>
        </p:nvSpPr>
        <p:spPr/>
        <p:txBody>
          <a:bodyPr/>
          <a:lstStyle/>
          <a:p>
            <a:r>
              <a:rPr lang="en-US"/>
              <a:t>Click to edit Master title style</a:t>
            </a:r>
            <a:endParaRPr lang="en-CL"/>
          </a:p>
        </p:txBody>
      </p:sp>
      <p:sp>
        <p:nvSpPr>
          <p:cNvPr id="3" name="Date Placeholder 2">
            <a:extLst>
              <a:ext uri="{FF2B5EF4-FFF2-40B4-BE49-F238E27FC236}">
                <a16:creationId xmlns:a16="http://schemas.microsoft.com/office/drawing/2014/main" id="{411259F5-F978-F338-03E4-3952DD8EFFD7}"/>
              </a:ext>
            </a:extLst>
          </p:cNvPr>
          <p:cNvSpPr>
            <a:spLocks noGrp="1"/>
          </p:cNvSpPr>
          <p:nvPr>
            <p:ph type="dt" sz="half" idx="10"/>
          </p:nvPr>
        </p:nvSpPr>
        <p:spPr/>
        <p:txBody>
          <a:bodyPr/>
          <a:lstStyle/>
          <a:p>
            <a:r>
              <a:rPr lang="en-US"/>
              <a:t>(c) D.Mery - PR01A</a:t>
            </a:r>
            <a:endParaRPr lang="en-CL"/>
          </a:p>
        </p:txBody>
      </p:sp>
      <p:sp>
        <p:nvSpPr>
          <p:cNvPr id="4" name="Footer Placeholder 3">
            <a:extLst>
              <a:ext uri="{FF2B5EF4-FFF2-40B4-BE49-F238E27FC236}">
                <a16:creationId xmlns:a16="http://schemas.microsoft.com/office/drawing/2014/main" id="{0BFFF779-7E7D-359E-E5CD-14EA90664F4F}"/>
              </a:ext>
            </a:extLst>
          </p:cNvPr>
          <p:cNvSpPr>
            <a:spLocks noGrp="1"/>
          </p:cNvSpPr>
          <p:nvPr>
            <p:ph type="ftr" sz="quarter" idx="11"/>
          </p:nvPr>
        </p:nvSpPr>
        <p:spPr/>
        <p:txBody>
          <a:bodyPr/>
          <a:lstStyle/>
          <a:p>
            <a:endParaRPr lang="en-CL"/>
          </a:p>
        </p:txBody>
      </p:sp>
      <p:sp>
        <p:nvSpPr>
          <p:cNvPr id="5" name="Slide Number Placeholder 4">
            <a:extLst>
              <a:ext uri="{FF2B5EF4-FFF2-40B4-BE49-F238E27FC236}">
                <a16:creationId xmlns:a16="http://schemas.microsoft.com/office/drawing/2014/main" id="{C73397C7-7E22-651A-C048-37C544FF4C5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62750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37C7D-F2B3-C204-E8FB-4C5FB6A76753}"/>
              </a:ext>
            </a:extLst>
          </p:cNvPr>
          <p:cNvSpPr>
            <a:spLocks noGrp="1"/>
          </p:cNvSpPr>
          <p:nvPr>
            <p:ph type="dt" sz="half" idx="10"/>
          </p:nvPr>
        </p:nvSpPr>
        <p:spPr/>
        <p:txBody>
          <a:bodyPr/>
          <a:lstStyle/>
          <a:p>
            <a:r>
              <a:rPr lang="en-US"/>
              <a:t>(c) D.Mery - PR01A</a:t>
            </a:r>
            <a:endParaRPr lang="en-CL"/>
          </a:p>
        </p:txBody>
      </p:sp>
      <p:sp>
        <p:nvSpPr>
          <p:cNvPr id="3" name="Footer Placeholder 2">
            <a:extLst>
              <a:ext uri="{FF2B5EF4-FFF2-40B4-BE49-F238E27FC236}">
                <a16:creationId xmlns:a16="http://schemas.microsoft.com/office/drawing/2014/main" id="{6EEFEE0D-AE5F-8253-4CF5-C157DB29DA07}"/>
              </a:ext>
            </a:extLst>
          </p:cNvPr>
          <p:cNvSpPr>
            <a:spLocks noGrp="1"/>
          </p:cNvSpPr>
          <p:nvPr>
            <p:ph type="ftr" sz="quarter" idx="11"/>
          </p:nvPr>
        </p:nvSpPr>
        <p:spPr/>
        <p:txBody>
          <a:bodyPr/>
          <a:lstStyle/>
          <a:p>
            <a:endParaRPr lang="en-CL"/>
          </a:p>
        </p:txBody>
      </p:sp>
      <p:sp>
        <p:nvSpPr>
          <p:cNvPr id="4" name="Slide Number Placeholder 3">
            <a:extLst>
              <a:ext uri="{FF2B5EF4-FFF2-40B4-BE49-F238E27FC236}">
                <a16:creationId xmlns:a16="http://schemas.microsoft.com/office/drawing/2014/main" id="{11587494-01E2-375D-3A6E-278594CEBEA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1766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152-0160-E38E-9640-CE00E472C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Content Placeholder 2">
            <a:extLst>
              <a:ext uri="{FF2B5EF4-FFF2-40B4-BE49-F238E27FC236}">
                <a16:creationId xmlns:a16="http://schemas.microsoft.com/office/drawing/2014/main" id="{B6EEA249-D00C-C8BF-F952-C8F00CAC9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Text Placeholder 3">
            <a:extLst>
              <a:ext uri="{FF2B5EF4-FFF2-40B4-BE49-F238E27FC236}">
                <a16:creationId xmlns:a16="http://schemas.microsoft.com/office/drawing/2014/main" id="{C548AD5D-DACB-DF63-8FE5-FD4EB5F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FD239-CEB5-6239-AE07-3B04DD523BF6}"/>
              </a:ext>
            </a:extLst>
          </p:cNvPr>
          <p:cNvSpPr>
            <a:spLocks noGrp="1"/>
          </p:cNvSpPr>
          <p:nvPr>
            <p:ph type="dt" sz="half" idx="10"/>
          </p:nvPr>
        </p:nvSpPr>
        <p:spPr/>
        <p:txBody>
          <a:bodyPr/>
          <a:lstStyle/>
          <a:p>
            <a:r>
              <a:rPr lang="en-US"/>
              <a:t>(c) D.Mery - PR01A</a:t>
            </a:r>
            <a:endParaRPr lang="en-CL"/>
          </a:p>
        </p:txBody>
      </p:sp>
      <p:sp>
        <p:nvSpPr>
          <p:cNvPr id="6" name="Footer Placeholder 5">
            <a:extLst>
              <a:ext uri="{FF2B5EF4-FFF2-40B4-BE49-F238E27FC236}">
                <a16:creationId xmlns:a16="http://schemas.microsoft.com/office/drawing/2014/main" id="{3D6E91D8-CA73-7BEA-3043-ED8929AA7CF7}"/>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FFBF3F48-2CE1-5E7C-C6F3-86C5FE51C9E3}"/>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170426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2A3-0F8B-CC16-20BE-CAA209EB5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Picture Placeholder 2">
            <a:extLst>
              <a:ext uri="{FF2B5EF4-FFF2-40B4-BE49-F238E27FC236}">
                <a16:creationId xmlns:a16="http://schemas.microsoft.com/office/drawing/2014/main" id="{F553BF4D-06F1-F555-7BCE-8DDE12ECA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L"/>
          </a:p>
        </p:txBody>
      </p:sp>
      <p:sp>
        <p:nvSpPr>
          <p:cNvPr id="4" name="Text Placeholder 3">
            <a:extLst>
              <a:ext uri="{FF2B5EF4-FFF2-40B4-BE49-F238E27FC236}">
                <a16:creationId xmlns:a16="http://schemas.microsoft.com/office/drawing/2014/main" id="{1578D79A-13B1-0A13-045B-552423534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041-19BA-61C7-2614-452EAEA62249}"/>
              </a:ext>
            </a:extLst>
          </p:cNvPr>
          <p:cNvSpPr>
            <a:spLocks noGrp="1"/>
          </p:cNvSpPr>
          <p:nvPr>
            <p:ph type="dt" sz="half" idx="10"/>
          </p:nvPr>
        </p:nvSpPr>
        <p:spPr/>
        <p:txBody>
          <a:bodyPr/>
          <a:lstStyle/>
          <a:p>
            <a:r>
              <a:rPr lang="en-US"/>
              <a:t>(c) D.Mery - PR01A</a:t>
            </a:r>
            <a:endParaRPr lang="en-CL"/>
          </a:p>
        </p:txBody>
      </p:sp>
      <p:sp>
        <p:nvSpPr>
          <p:cNvPr id="6" name="Footer Placeholder 5">
            <a:extLst>
              <a:ext uri="{FF2B5EF4-FFF2-40B4-BE49-F238E27FC236}">
                <a16:creationId xmlns:a16="http://schemas.microsoft.com/office/drawing/2014/main" id="{892DDC1A-06C5-55BB-AD73-4558907A0BE0}"/>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04EA2152-78EF-2AC4-BAFC-1632F3AC7D3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333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0AD8-C101-EB20-BB37-5C26D22B6B1B}"/>
              </a:ext>
            </a:extLst>
          </p:cNvPr>
          <p:cNvSpPr>
            <a:spLocks noGrp="1"/>
          </p:cNvSpPr>
          <p:nvPr>
            <p:ph type="title"/>
          </p:nvPr>
        </p:nvSpPr>
        <p:spPr/>
        <p:txBody>
          <a:bodyPr/>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4F2D8A52-99B4-C6B9-B1AB-C4AEFAF4B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41B50266-8A1C-5C52-C130-674316BD038B}"/>
              </a:ext>
            </a:extLst>
          </p:cNvPr>
          <p:cNvSpPr>
            <a:spLocks noGrp="1"/>
          </p:cNvSpPr>
          <p:nvPr>
            <p:ph type="dt" sz="half" idx="10"/>
          </p:nvPr>
        </p:nvSpPr>
        <p:spPr/>
        <p:txBody>
          <a:bodyPr/>
          <a:lstStyle/>
          <a:p>
            <a:r>
              <a:rPr lang="en-US"/>
              <a:t>(c) D.Mery - PR01A</a:t>
            </a:r>
            <a:endParaRPr lang="en-CL"/>
          </a:p>
        </p:txBody>
      </p:sp>
      <p:sp>
        <p:nvSpPr>
          <p:cNvPr id="5" name="Footer Placeholder 4">
            <a:extLst>
              <a:ext uri="{FF2B5EF4-FFF2-40B4-BE49-F238E27FC236}">
                <a16:creationId xmlns:a16="http://schemas.microsoft.com/office/drawing/2014/main" id="{8B48F916-6B33-A387-4535-E912E9B6DC70}"/>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0D0DE79-9DC5-1075-5BCE-A06034D3D1EA}"/>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1117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87A33-D0CF-C093-B49B-3DC54A000A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A71C567E-C21C-371B-9E0F-758B9066F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DB7ED834-5694-C52C-4AFB-CC7182B18318}"/>
              </a:ext>
            </a:extLst>
          </p:cNvPr>
          <p:cNvSpPr>
            <a:spLocks noGrp="1"/>
          </p:cNvSpPr>
          <p:nvPr>
            <p:ph type="dt" sz="half" idx="10"/>
          </p:nvPr>
        </p:nvSpPr>
        <p:spPr/>
        <p:txBody>
          <a:bodyPr/>
          <a:lstStyle/>
          <a:p>
            <a:r>
              <a:rPr lang="en-US"/>
              <a:t>(c) D.Mery - PR01A</a:t>
            </a:r>
            <a:endParaRPr lang="en-CL"/>
          </a:p>
        </p:txBody>
      </p:sp>
      <p:sp>
        <p:nvSpPr>
          <p:cNvPr id="5" name="Footer Placeholder 4">
            <a:extLst>
              <a:ext uri="{FF2B5EF4-FFF2-40B4-BE49-F238E27FC236}">
                <a16:creationId xmlns:a16="http://schemas.microsoft.com/office/drawing/2014/main" id="{20784DEE-BCC0-3112-ED29-8778C02F028B}"/>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7EB55837-C56A-6554-DF4C-C991A899FF06}"/>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0505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88CC3-6112-0648-6A8C-40A7C66249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5BAA52D-33E4-8E14-0BD4-6371720A8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B80AAD87-BD69-6E51-34E6-999EF8327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(c) D.Mery - PR01A</a:t>
            </a:r>
            <a:endParaRPr lang="en-CL"/>
          </a:p>
        </p:txBody>
      </p:sp>
      <p:sp>
        <p:nvSpPr>
          <p:cNvPr id="5" name="Footer Placeholder 4">
            <a:extLst>
              <a:ext uri="{FF2B5EF4-FFF2-40B4-BE49-F238E27FC236}">
                <a16:creationId xmlns:a16="http://schemas.microsoft.com/office/drawing/2014/main" id="{BE1F1805-E127-5436-F4BD-B493F4465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L"/>
          </a:p>
        </p:txBody>
      </p:sp>
      <p:sp>
        <p:nvSpPr>
          <p:cNvPr id="6" name="Slide Number Placeholder 5">
            <a:extLst>
              <a:ext uri="{FF2B5EF4-FFF2-40B4-BE49-F238E27FC236}">
                <a16:creationId xmlns:a16="http://schemas.microsoft.com/office/drawing/2014/main" id="{FF0709C2-DDB7-3E94-C59E-462FCDB337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AE8E3-C79C-E14F-9140-34B0C7F543F1}" type="slidenum">
              <a:rPr lang="en-CL" smtClean="0"/>
              <a:t>‹#›</a:t>
            </a:fld>
            <a:endParaRPr lang="en-CL"/>
          </a:p>
        </p:txBody>
      </p:sp>
    </p:spTree>
    <p:extLst>
      <p:ext uri="{BB962C8B-B14F-4D97-AF65-F5344CB8AC3E}">
        <p14:creationId xmlns:p14="http://schemas.microsoft.com/office/powerpoint/2010/main" val="424805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mingomery.ing.uc.cl/"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C7284-77CC-FC88-ACE0-20E53773C64D}"/>
              </a:ext>
            </a:extLst>
          </p:cNvPr>
          <p:cNvSpPr/>
          <p:nvPr/>
        </p:nvSpPr>
        <p:spPr>
          <a:xfrm>
            <a:off x="925897" y="683627"/>
            <a:ext cx="10340205" cy="8474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TextBox 8">
            <a:extLst>
              <a:ext uri="{FF2B5EF4-FFF2-40B4-BE49-F238E27FC236}">
                <a16:creationId xmlns:a16="http://schemas.microsoft.com/office/drawing/2014/main" id="{B876E2BE-1E76-0F44-8020-A654157CDF76}"/>
              </a:ext>
            </a:extLst>
          </p:cNvPr>
          <p:cNvSpPr txBox="1"/>
          <p:nvPr/>
        </p:nvSpPr>
        <p:spPr>
          <a:xfrm>
            <a:off x="925898" y="3991689"/>
            <a:ext cx="3783921" cy="2123658"/>
          </a:xfrm>
          <a:prstGeom prst="rect">
            <a:avLst/>
          </a:prstGeom>
          <a:noFill/>
        </p:spPr>
        <p:txBody>
          <a:bodyPr wrap="none" rtlCol="0">
            <a:spAutoFit/>
          </a:bodyPr>
          <a:lstStyle/>
          <a:p>
            <a:r>
              <a:rPr lang="es-ES_tradnl" sz="3600" noProof="1">
                <a:solidFill>
                  <a:srgbClr val="0041A1"/>
                </a:solidFill>
                <a:latin typeface="Gill Sans MT" panose="020B0502020104020203" pitchFamily="34" charset="77"/>
              </a:rPr>
              <a:t>Domingo Mery</a:t>
            </a:r>
          </a:p>
          <a:p>
            <a:endParaRPr lang="es-ES_tradnl" sz="2400" noProof="1">
              <a:solidFill>
                <a:schemeClr val="bg1">
                  <a:lumMod val="50000"/>
                </a:schemeClr>
              </a:solidFill>
              <a:latin typeface="Gill Sans MT" panose="020B0502020104020203" pitchFamily="34" charset="77"/>
            </a:endParaRPr>
          </a:p>
          <a:p>
            <a:r>
              <a:rPr lang="es-ES_tradnl" sz="2400" noProof="1">
                <a:solidFill>
                  <a:schemeClr val="bg1">
                    <a:lumMod val="50000"/>
                  </a:schemeClr>
                </a:solidFill>
                <a:latin typeface="Gill Sans MT" panose="020B0502020104020203" pitchFamily="34" charset="77"/>
              </a:rPr>
              <a:t>Ciencia de la Computación</a:t>
            </a:r>
          </a:p>
          <a:p>
            <a:r>
              <a:rPr lang="es-ES_tradnl" sz="2400" noProof="1">
                <a:solidFill>
                  <a:schemeClr val="bg1">
                    <a:lumMod val="50000"/>
                  </a:schemeClr>
                </a:solidFill>
                <a:latin typeface="Gill Sans MT" panose="020B0502020104020203" pitchFamily="34" charset="77"/>
              </a:rPr>
              <a:t>Universidad Católica – Chile</a:t>
            </a:r>
          </a:p>
          <a:p>
            <a:r>
              <a:rPr lang="es-ES_tradnl" sz="2400" noProof="1">
                <a:solidFill>
                  <a:schemeClr val="bg1">
                    <a:lumMod val="50000"/>
                  </a:schemeClr>
                </a:solidFill>
                <a:latin typeface="Gill Sans MT" panose="020B0502020104020203" pitchFamily="34" charset="77"/>
                <a:hlinkClick r:id="rId2"/>
              </a:rPr>
              <a:t>http://domingomery.ing.uc.cl</a:t>
            </a:r>
            <a:r>
              <a:rPr lang="es-ES_tradnl" sz="2400" noProof="1">
                <a:solidFill>
                  <a:schemeClr val="bg1">
                    <a:lumMod val="50000"/>
                  </a:schemeClr>
                </a:solidFill>
                <a:latin typeface="Gill Sans MT" panose="020B0502020104020203" pitchFamily="34" charset="77"/>
              </a:rPr>
              <a:t> </a:t>
            </a:r>
          </a:p>
        </p:txBody>
      </p:sp>
      <p:sp>
        <p:nvSpPr>
          <p:cNvPr id="8" name="TextBox 7">
            <a:extLst>
              <a:ext uri="{FF2B5EF4-FFF2-40B4-BE49-F238E27FC236}">
                <a16:creationId xmlns:a16="http://schemas.microsoft.com/office/drawing/2014/main" id="{DA0B8274-BF81-6D48-B1EC-87E4CF24BC51}"/>
              </a:ext>
            </a:extLst>
          </p:cNvPr>
          <p:cNvSpPr txBox="1"/>
          <p:nvPr/>
        </p:nvSpPr>
        <p:spPr>
          <a:xfrm>
            <a:off x="925898" y="546159"/>
            <a:ext cx="6803850" cy="984885"/>
          </a:xfrm>
          <a:prstGeom prst="rect">
            <a:avLst/>
          </a:prstGeom>
          <a:noFill/>
        </p:spPr>
        <p:txBody>
          <a:bodyPr wrap="none" rtlCol="0">
            <a:spAutoFit/>
          </a:bodyPr>
          <a:lstStyle/>
          <a:p>
            <a:r>
              <a:rPr lang="es-ES_tradnl" sz="4400" noProof="1">
                <a:solidFill>
                  <a:schemeClr val="accent2"/>
                </a:solidFill>
                <a:latin typeface="Gill Sans MT" panose="020B0502020104020203" pitchFamily="34" charset="77"/>
              </a:rPr>
              <a:t>Reconocimiento de Patrones</a:t>
            </a:r>
          </a:p>
          <a:p>
            <a:r>
              <a:rPr lang="es-ES_tradnl" sz="1400" noProof="1">
                <a:solidFill>
                  <a:schemeClr val="accent1">
                    <a:lumMod val="60000"/>
                    <a:lumOff val="40000"/>
                  </a:schemeClr>
                </a:solidFill>
                <a:latin typeface="Gill Sans MT" panose="020B0502020104020203" pitchFamily="34" charset="77"/>
              </a:rPr>
              <a:t>Versión 2026</a:t>
            </a:r>
          </a:p>
        </p:txBody>
      </p:sp>
      <p:pic>
        <p:nvPicPr>
          <p:cNvPr id="32" name="Picture 31">
            <a:extLst>
              <a:ext uri="{FF2B5EF4-FFF2-40B4-BE49-F238E27FC236}">
                <a16:creationId xmlns:a16="http://schemas.microsoft.com/office/drawing/2014/main" id="{1F84582F-25ED-D64F-A141-4702851F27A5}"/>
              </a:ext>
            </a:extLst>
          </p:cNvPr>
          <p:cNvPicPr>
            <a:picLocks noChangeAspect="1"/>
          </p:cNvPicPr>
          <p:nvPr/>
        </p:nvPicPr>
        <p:blipFill>
          <a:blip r:embed="rId3"/>
          <a:stretch>
            <a:fillRect/>
          </a:stretch>
        </p:blipFill>
        <p:spPr>
          <a:xfrm>
            <a:off x="3982889" y="4153426"/>
            <a:ext cx="671000" cy="396000"/>
          </a:xfrm>
          <a:prstGeom prst="rect">
            <a:avLst/>
          </a:prstGeom>
        </p:spPr>
      </p:pic>
      <p:sp>
        <p:nvSpPr>
          <p:cNvPr id="2" name="TextBox 1">
            <a:extLst>
              <a:ext uri="{FF2B5EF4-FFF2-40B4-BE49-F238E27FC236}">
                <a16:creationId xmlns:a16="http://schemas.microsoft.com/office/drawing/2014/main" id="{F09BC001-F490-B55D-4087-04CD68E211CA}"/>
              </a:ext>
            </a:extLst>
          </p:cNvPr>
          <p:cNvSpPr txBox="1"/>
          <p:nvPr/>
        </p:nvSpPr>
        <p:spPr>
          <a:xfrm>
            <a:off x="925898" y="2363235"/>
            <a:ext cx="5321072" cy="984885"/>
          </a:xfrm>
          <a:prstGeom prst="rect">
            <a:avLst/>
          </a:prstGeom>
          <a:noFill/>
        </p:spPr>
        <p:txBody>
          <a:bodyPr wrap="none" rtlCol="0">
            <a:spAutoFit/>
          </a:bodyPr>
          <a:lstStyle/>
          <a:p>
            <a:r>
              <a:rPr lang="es-ES_tradnl" sz="4400" noProof="1">
                <a:latin typeface="Gill Sans MT" panose="020B0502020104020203" pitchFamily="34" charset="77"/>
              </a:rPr>
              <a:t>Ejemplo Introductorio</a:t>
            </a:r>
            <a:r>
              <a:rPr lang="es-ES_tradnl" sz="1400" noProof="1">
                <a:latin typeface="Gill Sans MT" panose="020B0502020104020203" pitchFamily="34" charset="77"/>
              </a:rPr>
              <a:t> </a:t>
            </a:r>
          </a:p>
          <a:p>
            <a:r>
              <a:rPr lang="es-ES_tradnl" sz="1400" noProof="1">
                <a:solidFill>
                  <a:schemeClr val="bg1">
                    <a:lumMod val="50000"/>
                  </a:schemeClr>
                </a:solidFill>
                <a:latin typeface="Gill Sans MT" panose="020B0502020104020203" pitchFamily="34" charset="77"/>
              </a:rPr>
              <a:t>(CAPÍTULO 1 – PR01A)</a:t>
            </a:r>
            <a:endParaRPr lang="es-ES_tradnl" sz="4400" noProof="1">
              <a:solidFill>
                <a:schemeClr val="bg1">
                  <a:lumMod val="50000"/>
                </a:schemeClr>
              </a:solidFill>
              <a:latin typeface="Gill Sans MT" panose="020B0502020104020203" pitchFamily="34" charset="77"/>
            </a:endParaRPr>
          </a:p>
        </p:txBody>
      </p:sp>
      <p:pic>
        <p:nvPicPr>
          <p:cNvPr id="4" name="Picture 3" descr="Screen Shot 2014-07-28 at 3.30.32 PM.png">
            <a:extLst>
              <a:ext uri="{FF2B5EF4-FFF2-40B4-BE49-F238E27FC236}">
                <a16:creationId xmlns:a16="http://schemas.microsoft.com/office/drawing/2014/main" id="{F713277D-8D19-F8E9-D0C7-160CDCD11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7883" y="683626"/>
            <a:ext cx="2688219" cy="847417"/>
          </a:xfrm>
          <a:prstGeom prst="rect">
            <a:avLst/>
          </a:prstGeom>
        </p:spPr>
      </p:pic>
      <p:sp>
        <p:nvSpPr>
          <p:cNvPr id="10" name="Rectangle 9">
            <a:extLst>
              <a:ext uri="{FF2B5EF4-FFF2-40B4-BE49-F238E27FC236}">
                <a16:creationId xmlns:a16="http://schemas.microsoft.com/office/drawing/2014/main" id="{EF7C2C46-FB77-25C3-BA3D-A0231C48A0BC}"/>
              </a:ext>
            </a:extLst>
          </p:cNvPr>
          <p:cNvSpPr/>
          <p:nvPr/>
        </p:nvSpPr>
        <p:spPr>
          <a:xfrm>
            <a:off x="8532327" y="889536"/>
            <a:ext cx="94889" cy="94882"/>
          </a:xfrm>
          <a:prstGeom prst="rect">
            <a:avLst/>
          </a:prstGeom>
          <a:solidFill>
            <a:srgbClr val="FF00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821CF4-4421-1287-4A0F-68915CE9BDF0}"/>
              </a:ext>
            </a:extLst>
          </p:cNvPr>
          <p:cNvSpPr/>
          <p:nvPr/>
        </p:nvSpPr>
        <p:spPr>
          <a:xfrm>
            <a:off x="9457147" y="1041936"/>
            <a:ext cx="94889" cy="94882"/>
          </a:xfrm>
          <a:prstGeom prst="rect">
            <a:avLst/>
          </a:prstGeom>
          <a:solidFill>
            <a:srgbClr val="FFD3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697AF8-DB10-A907-E9A0-11DBFF2F41AD}"/>
              </a:ext>
            </a:extLst>
          </p:cNvPr>
          <p:cNvSpPr/>
          <p:nvPr/>
        </p:nvSpPr>
        <p:spPr>
          <a:xfrm>
            <a:off x="8450280" y="1194336"/>
            <a:ext cx="94889" cy="94882"/>
          </a:xfrm>
          <a:prstGeom prst="rect">
            <a:avLst/>
          </a:prstGeom>
          <a:solidFill>
            <a:srgbClr val="3366FF">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33E66E-94EA-0AAE-A7DB-7F462B910E03}"/>
              </a:ext>
            </a:extLst>
          </p:cNvPr>
          <p:cNvSpPr/>
          <p:nvPr/>
        </p:nvSpPr>
        <p:spPr>
          <a:xfrm>
            <a:off x="9200620" y="814788"/>
            <a:ext cx="94889" cy="94882"/>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7468F98-E38C-0CEE-B1A7-0C8769B40381}"/>
              </a:ext>
            </a:extLst>
          </p:cNvPr>
          <p:cNvSpPr/>
          <p:nvPr/>
        </p:nvSpPr>
        <p:spPr>
          <a:xfrm>
            <a:off x="9043304" y="1325718"/>
            <a:ext cx="94889" cy="94882"/>
          </a:xfrm>
          <a:prstGeom prst="rect">
            <a:avLst/>
          </a:prstGeom>
          <a:solidFill>
            <a:srgbClr val="00FF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A computer screen with binary code&#10;&#10;AI-generated content may be incorrect.">
            <a:extLst>
              <a:ext uri="{FF2B5EF4-FFF2-40B4-BE49-F238E27FC236}">
                <a16:creationId xmlns:a16="http://schemas.microsoft.com/office/drawing/2014/main" id="{2EB9E5D5-7020-EBEF-614B-EBFBEF724496}"/>
              </a:ext>
            </a:extLst>
          </p:cNvPr>
          <p:cNvPicPr>
            <a:picLocks noChangeAspect="1"/>
          </p:cNvPicPr>
          <p:nvPr/>
        </p:nvPicPr>
        <p:blipFill>
          <a:blip r:embed="rId5"/>
          <a:stretch>
            <a:fillRect/>
          </a:stretch>
        </p:blipFill>
        <p:spPr>
          <a:xfrm>
            <a:off x="7418002" y="2419028"/>
            <a:ext cx="3848100" cy="3746500"/>
          </a:xfrm>
          <a:prstGeom prst="rect">
            <a:avLst/>
          </a:prstGeom>
        </p:spPr>
      </p:pic>
      <p:sp>
        <p:nvSpPr>
          <p:cNvPr id="17" name="Date Placeholder 16">
            <a:extLst>
              <a:ext uri="{FF2B5EF4-FFF2-40B4-BE49-F238E27FC236}">
                <a16:creationId xmlns:a16="http://schemas.microsoft.com/office/drawing/2014/main" id="{8562CE25-1E0E-B848-34C1-C8C61BBCCFDE}"/>
              </a:ext>
            </a:extLst>
          </p:cNvPr>
          <p:cNvSpPr>
            <a:spLocks noGrp="1"/>
          </p:cNvSpPr>
          <p:nvPr>
            <p:ph type="dt" sz="half" idx="10"/>
          </p:nvPr>
        </p:nvSpPr>
        <p:spPr/>
        <p:txBody>
          <a:bodyPr/>
          <a:lstStyle/>
          <a:p>
            <a:r>
              <a:rPr lang="en-US"/>
              <a:t>(c) D.Mery - PR01A</a:t>
            </a:r>
            <a:endParaRPr lang="en-CL"/>
          </a:p>
        </p:txBody>
      </p:sp>
      <p:sp>
        <p:nvSpPr>
          <p:cNvPr id="18" name="Slide Number Placeholder 17">
            <a:extLst>
              <a:ext uri="{FF2B5EF4-FFF2-40B4-BE49-F238E27FC236}">
                <a16:creationId xmlns:a16="http://schemas.microsoft.com/office/drawing/2014/main" id="{DEE84B31-5B77-D43C-96E3-64EF8FD5C7C4}"/>
              </a:ext>
            </a:extLst>
          </p:cNvPr>
          <p:cNvSpPr>
            <a:spLocks noGrp="1"/>
          </p:cNvSpPr>
          <p:nvPr>
            <p:ph type="sldNum" sz="quarter" idx="12"/>
          </p:nvPr>
        </p:nvSpPr>
        <p:spPr/>
        <p:txBody>
          <a:bodyPr/>
          <a:lstStyle/>
          <a:p>
            <a:fld id="{006AE8E3-C79C-E14F-9140-34B0C7F543F1}" type="slidenum">
              <a:rPr lang="en-CL" smtClean="0"/>
              <a:t>1</a:t>
            </a:fld>
            <a:endParaRPr lang="en-CL"/>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34FB-91E2-DEE0-BAA8-F949C8CADE96}"/>
              </a:ext>
            </a:extLst>
          </p:cNvPr>
          <p:cNvSpPr>
            <a:spLocks noGrp="1"/>
          </p:cNvSpPr>
          <p:nvPr>
            <p:ph type="title"/>
          </p:nvPr>
        </p:nvSpPr>
        <p:spPr>
          <a:xfrm>
            <a:off x="838200" y="2766218"/>
            <a:ext cx="10515600" cy="1325563"/>
          </a:xfrm>
        </p:spPr>
        <p:txBody>
          <a:bodyPr>
            <a:normAutofit/>
          </a:bodyPr>
          <a:lstStyle/>
          <a:p>
            <a:pPr algn="ctr"/>
            <a:r>
              <a:rPr lang="en-CL" sz="4800">
                <a:latin typeface="Gill Sans MT" panose="020B0502020104020203" pitchFamily="34" charset="77"/>
                <a:cs typeface="Consolas" panose="020B0609020204030204" pitchFamily="49" charset="0"/>
              </a:rPr>
              <a:t>¿Qué es OCR?</a:t>
            </a:r>
          </a:p>
        </p:txBody>
      </p:sp>
      <p:sp>
        <p:nvSpPr>
          <p:cNvPr id="7" name="Date Placeholder 6">
            <a:extLst>
              <a:ext uri="{FF2B5EF4-FFF2-40B4-BE49-F238E27FC236}">
                <a16:creationId xmlns:a16="http://schemas.microsoft.com/office/drawing/2014/main" id="{4ED3C013-15E6-1BBF-AF0D-529944C11B3F}"/>
              </a:ext>
            </a:extLst>
          </p:cNvPr>
          <p:cNvSpPr>
            <a:spLocks noGrp="1"/>
          </p:cNvSpPr>
          <p:nvPr>
            <p:ph type="dt" sz="half" idx="10"/>
          </p:nvPr>
        </p:nvSpPr>
        <p:spPr/>
        <p:txBody>
          <a:bodyPr/>
          <a:lstStyle/>
          <a:p>
            <a:r>
              <a:rPr lang="en-US"/>
              <a:t>(c) D.Mery - PR01A</a:t>
            </a:r>
            <a:endParaRPr lang="en-CL"/>
          </a:p>
        </p:txBody>
      </p:sp>
      <p:sp>
        <p:nvSpPr>
          <p:cNvPr id="8" name="Slide Number Placeholder 7">
            <a:extLst>
              <a:ext uri="{FF2B5EF4-FFF2-40B4-BE49-F238E27FC236}">
                <a16:creationId xmlns:a16="http://schemas.microsoft.com/office/drawing/2014/main" id="{087E1617-01FE-FA19-2728-FC27B463A9EB}"/>
              </a:ext>
            </a:extLst>
          </p:cNvPr>
          <p:cNvSpPr>
            <a:spLocks noGrp="1"/>
          </p:cNvSpPr>
          <p:nvPr>
            <p:ph type="sldNum" sz="quarter" idx="12"/>
          </p:nvPr>
        </p:nvSpPr>
        <p:spPr/>
        <p:txBody>
          <a:bodyPr/>
          <a:lstStyle/>
          <a:p>
            <a:fld id="{006AE8E3-C79C-E14F-9140-34B0C7F543F1}" type="slidenum">
              <a:rPr lang="en-CL" smtClean="0"/>
              <a:t>2</a:t>
            </a:fld>
            <a:endParaRPr lang="en-CL"/>
          </a:p>
        </p:txBody>
      </p:sp>
    </p:spTree>
    <p:extLst>
      <p:ext uri="{BB962C8B-B14F-4D97-AF65-F5344CB8AC3E}">
        <p14:creationId xmlns:p14="http://schemas.microsoft.com/office/powerpoint/2010/main" val="4109382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09EAA-373E-2066-F4A5-5605CD9D585B}"/>
              </a:ext>
            </a:extLst>
          </p:cNvPr>
          <p:cNvPicPr>
            <a:picLocks noChangeAspect="1"/>
          </p:cNvPicPr>
          <p:nvPr/>
        </p:nvPicPr>
        <p:blipFill>
          <a:blip r:embed="rId3"/>
          <a:srcRect l="11637" r="6977"/>
          <a:stretch>
            <a:fillRect/>
          </a:stretch>
        </p:blipFill>
        <p:spPr>
          <a:xfrm rot="5400000">
            <a:off x="-174740" y="1805272"/>
            <a:ext cx="4516243" cy="4161858"/>
          </a:xfrm>
          <a:prstGeom prst="rect">
            <a:avLst/>
          </a:prstGeom>
        </p:spPr>
      </p:pic>
      <p:sp>
        <p:nvSpPr>
          <p:cNvPr id="10" name="TextBox 9">
            <a:extLst>
              <a:ext uri="{FF2B5EF4-FFF2-40B4-BE49-F238E27FC236}">
                <a16:creationId xmlns:a16="http://schemas.microsoft.com/office/drawing/2014/main" id="{61B32878-E1A8-6FCF-CA24-98A66937393E}"/>
              </a:ext>
            </a:extLst>
          </p:cNvPr>
          <p:cNvSpPr txBox="1"/>
          <p:nvPr/>
        </p:nvSpPr>
        <p:spPr>
          <a:xfrm>
            <a:off x="5649252" y="785066"/>
            <a:ext cx="6377433" cy="6001643"/>
          </a:xfrm>
          <a:prstGeom prst="rect">
            <a:avLst/>
          </a:prstGeom>
          <a:solidFill>
            <a:schemeClr val="bg1"/>
          </a:solidFill>
          <a:ln>
            <a:solidFill>
              <a:schemeClr val="tx1">
                <a:lumMod val="85000"/>
                <a:lumOff val="15000"/>
              </a:schemeClr>
            </a:solidFill>
          </a:ln>
        </p:spPr>
        <p:txBody>
          <a:bodyPr wrap="square" rtlCol="0">
            <a:spAutoFit/>
          </a:bodyPr>
          <a:lstStyle/>
          <a:p>
            <a:r>
              <a:rPr lang="es-ES_tradnl" sz="1600">
                <a:latin typeface="Consolas" panose="020B0609020204030204" pitchFamily="49" charset="0"/>
                <a:cs typeface="Consolas" panose="020B0609020204030204" pitchFamily="49" charset="0"/>
              </a:rPr>
              <a:t>Alguien que se encontrara en la pequeña sala cuadrada que había justo debajo de los relojes del ayuntamiento y que mirara por la estrecha ventana vertical que daba al oeste podría haber visto, a través de aquella superficie plana de agua estancada y fétida donde nada llegaba a reflejarse, un solitario bote de remos que se acercaba con dos hombres dentro, como salido de entre los restos de la noche. Pero en la sala bajo los relojes no había nadie; nada perturbaba el polvo que cubría el suelo de mármol, los nidos de pájaros que había entre las vigas y el leve zumbido de los pocos engranajes que aún no se habían averiado. No había nadie que pudiera dar cuerda a los relojes; ¿quién se habría quedado en Perdido tras una riada como aquella? El solitario bote de remos seguía su curso, solemne y majestuoso, inadvertido. Avanzaba lentamente desde el noroeste, donde se alzaban las elegantes casas de los propietarios de los aserraderos, ahora sumergidas bajo las aguas fangosas del río Perdido. Al mando de los remos de la embarcación, que estaba pintada de verde —por algún motivo todas las embarcaciones de ese tipo en Perdido estaban pintadas de verde—, iba un hombre negro de unos treinta años. Sentado ante él, en la proa, había un hombre blanco apenas unos años más joven.</a:t>
            </a:r>
          </a:p>
        </p:txBody>
      </p:sp>
      <p:sp>
        <p:nvSpPr>
          <p:cNvPr id="11" name="Title 1">
            <a:extLst>
              <a:ext uri="{FF2B5EF4-FFF2-40B4-BE49-F238E27FC236}">
                <a16:creationId xmlns:a16="http://schemas.microsoft.com/office/drawing/2014/main" id="{E8F928E9-00E3-C94F-567A-02A2972512A4}"/>
              </a:ext>
            </a:extLst>
          </p:cNvPr>
          <p:cNvSpPr>
            <a:spLocks noGrp="1"/>
          </p:cNvSpPr>
          <p:nvPr>
            <p:ph type="title"/>
          </p:nvPr>
        </p:nvSpPr>
        <p:spPr>
          <a:xfrm>
            <a:off x="147605" y="-321430"/>
            <a:ext cx="9795637" cy="1104857"/>
          </a:xfrm>
        </p:spPr>
        <p:txBody>
          <a:bodyPr vert="horz" lIns="91440" tIns="45720" rIns="91440" bIns="45720" rtlCol="0" anchor="b">
            <a:normAutofit/>
          </a:bodyPr>
          <a:lstStyle/>
          <a:p>
            <a:r>
              <a:rPr lang="en-US" sz="4000">
                <a:latin typeface="Gill Sans MT" panose="020B0502020104020203" pitchFamily="34" charset="77"/>
                <a:cs typeface="Consolas" panose="020B0609020204030204" pitchFamily="49" charset="0"/>
              </a:rPr>
              <a:t>Foto 				       </a:t>
            </a:r>
            <a:r>
              <a:rPr lang="en-US" sz="4000" err="1">
                <a:latin typeface="Gill Sans MT" panose="020B0502020104020203" pitchFamily="34" charset="77"/>
                <a:cs typeface="Consolas" panose="020B0609020204030204" pitchFamily="49" charset="0"/>
              </a:rPr>
              <a:t>Texto</a:t>
            </a:r>
            <a:endParaRPr lang="en-US" sz="4000">
              <a:latin typeface="Gill Sans MT" panose="020B0502020104020203" pitchFamily="34" charset="77"/>
              <a:cs typeface="Consolas" panose="020B0609020204030204" pitchFamily="49" charset="0"/>
            </a:endParaRPr>
          </a:p>
        </p:txBody>
      </p:sp>
      <p:sp>
        <p:nvSpPr>
          <p:cNvPr id="7" name="Right Arrow 6">
            <a:extLst>
              <a:ext uri="{FF2B5EF4-FFF2-40B4-BE49-F238E27FC236}">
                <a16:creationId xmlns:a16="http://schemas.microsoft.com/office/drawing/2014/main" id="{43BD21F4-DD9B-A40C-CADB-5B28767102C9}"/>
              </a:ext>
            </a:extLst>
          </p:cNvPr>
          <p:cNvSpPr/>
          <p:nvPr/>
        </p:nvSpPr>
        <p:spPr>
          <a:xfrm>
            <a:off x="4181477" y="2903863"/>
            <a:ext cx="1450609" cy="97444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sz="1600">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0E133F6B-31BE-3562-E349-BFB036B23AB4}"/>
              </a:ext>
            </a:extLst>
          </p:cNvPr>
          <p:cNvSpPr txBox="1"/>
          <p:nvPr/>
        </p:nvSpPr>
        <p:spPr>
          <a:xfrm>
            <a:off x="4484628" y="3215663"/>
            <a:ext cx="628650" cy="369332"/>
          </a:xfrm>
          <a:prstGeom prst="rect">
            <a:avLst/>
          </a:prstGeom>
          <a:noFill/>
        </p:spPr>
        <p:txBody>
          <a:bodyPr wrap="square">
            <a:spAutoFit/>
          </a:bodyPr>
          <a:lstStyle/>
          <a:p>
            <a:pPr algn="ctr"/>
            <a:r>
              <a:rPr lang="en-AU" sz="1800" b="1">
                <a:solidFill>
                  <a:schemeClr val="bg1"/>
                </a:solidFill>
                <a:latin typeface="Consolas" panose="020B0609020204030204" pitchFamily="49" charset="0"/>
                <a:cs typeface="Consolas" panose="020B0609020204030204" pitchFamily="49" charset="0"/>
              </a:rPr>
              <a:t>OCR</a:t>
            </a:r>
          </a:p>
        </p:txBody>
      </p:sp>
      <p:sp>
        <p:nvSpPr>
          <p:cNvPr id="9" name="Date Placeholder 8">
            <a:extLst>
              <a:ext uri="{FF2B5EF4-FFF2-40B4-BE49-F238E27FC236}">
                <a16:creationId xmlns:a16="http://schemas.microsoft.com/office/drawing/2014/main" id="{5FB5E91B-6FCB-39B4-7926-2BA48567759F}"/>
              </a:ext>
            </a:extLst>
          </p:cNvPr>
          <p:cNvSpPr>
            <a:spLocks noGrp="1"/>
          </p:cNvSpPr>
          <p:nvPr>
            <p:ph type="dt" sz="half" idx="10"/>
          </p:nvPr>
        </p:nvSpPr>
        <p:spPr/>
        <p:txBody>
          <a:bodyPr/>
          <a:lstStyle/>
          <a:p>
            <a:r>
              <a:rPr lang="en-US"/>
              <a:t>(c) D.Mery - PR01A</a:t>
            </a:r>
            <a:endParaRPr lang="en-CL"/>
          </a:p>
        </p:txBody>
      </p:sp>
      <p:sp>
        <p:nvSpPr>
          <p:cNvPr id="12" name="Slide Number Placeholder 11">
            <a:extLst>
              <a:ext uri="{FF2B5EF4-FFF2-40B4-BE49-F238E27FC236}">
                <a16:creationId xmlns:a16="http://schemas.microsoft.com/office/drawing/2014/main" id="{0F1A494A-941E-223D-276D-2ABB6734964C}"/>
              </a:ext>
            </a:extLst>
          </p:cNvPr>
          <p:cNvSpPr>
            <a:spLocks noGrp="1"/>
          </p:cNvSpPr>
          <p:nvPr>
            <p:ph type="sldNum" sz="quarter" idx="12"/>
          </p:nvPr>
        </p:nvSpPr>
        <p:spPr/>
        <p:txBody>
          <a:bodyPr/>
          <a:lstStyle/>
          <a:p>
            <a:fld id="{006AE8E3-C79C-E14F-9140-34B0C7F543F1}" type="slidenum">
              <a:rPr lang="en-CL" smtClean="0"/>
              <a:t>3</a:t>
            </a:fld>
            <a:endParaRPr lang="en-CL"/>
          </a:p>
        </p:txBody>
      </p:sp>
    </p:spTree>
    <p:extLst>
      <p:ext uri="{BB962C8B-B14F-4D97-AF65-F5344CB8AC3E}">
        <p14:creationId xmlns:p14="http://schemas.microsoft.com/office/powerpoint/2010/main" val="2603782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1000"/>
                            </p:stCondLst>
                            <p:childTnLst>
                              <p:par>
                                <p:cTn id="14" presetID="1" presetClass="entr" presetSubtype="0" fill="hold" grpId="0" nodeType="afterEffect">
                                  <p:stCondLst>
                                    <p:cond delay="0"/>
                                  </p:stCondLst>
                                  <p:iterate type="wd">
                                    <p:tmAbs val="500"/>
                                  </p:iterate>
                                  <p:childTnLst>
                                    <p:set>
                                      <p:cBhvr>
                                        <p:cTn id="15" dur="1" fill="hold">
                                          <p:stCondLst>
                                            <p:cond delay="0"/>
                                          </p:stCondLst>
                                        </p:cTn>
                                        <p:tgtEl>
                                          <p:spTgt spid="10">
                                            <p:txEl>
                                              <p:charRg st="4294967295" end="429496729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95E9FF-B5AB-5A4B-0419-A688FA5A7AB8}"/>
              </a:ext>
            </a:extLst>
          </p:cNvPr>
          <p:cNvPicPr>
            <a:picLocks noChangeAspect="1"/>
          </p:cNvPicPr>
          <p:nvPr/>
        </p:nvPicPr>
        <p:blipFill>
          <a:blip r:embed="rId2"/>
          <a:stretch>
            <a:fillRect/>
          </a:stretch>
        </p:blipFill>
        <p:spPr>
          <a:xfrm>
            <a:off x="94735" y="81930"/>
            <a:ext cx="5360068" cy="6858000"/>
          </a:xfrm>
          <a:prstGeom prst="rect">
            <a:avLst/>
          </a:prstGeom>
        </p:spPr>
      </p:pic>
      <p:sp>
        <p:nvSpPr>
          <p:cNvPr id="6" name="TextBox 5">
            <a:extLst>
              <a:ext uri="{FF2B5EF4-FFF2-40B4-BE49-F238E27FC236}">
                <a16:creationId xmlns:a16="http://schemas.microsoft.com/office/drawing/2014/main" id="{43BE3553-0B2F-B754-5275-90188FAC5294}"/>
              </a:ext>
            </a:extLst>
          </p:cNvPr>
          <p:cNvSpPr txBox="1"/>
          <p:nvPr/>
        </p:nvSpPr>
        <p:spPr>
          <a:xfrm>
            <a:off x="6096000" y="81930"/>
            <a:ext cx="6090891" cy="6694140"/>
          </a:xfrm>
          <a:prstGeom prst="rect">
            <a:avLst/>
          </a:prstGeom>
          <a:noFill/>
        </p:spPr>
        <p:txBody>
          <a:bodyPr wrap="square" rtlCol="0">
            <a:spAutoFit/>
          </a:bodyPr>
          <a:lstStyle/>
          <a:p>
            <a:r>
              <a:rPr lang="es-ES_tradnl" sz="1100">
                <a:latin typeface="Consolas" panose="020B0609020204030204" pitchFamily="49" charset="0"/>
                <a:cs typeface="Consolas" panose="020B0609020204030204" pitchFamily="49" charset="0"/>
              </a:rPr>
              <a:t>AL SEÑOR SECRETARIO EJECUTIVO</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COMISION DE DERECHOS HUMANOS</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D.O.55-09-76</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SAD 417</a:t>
            </a:r>
          </a:p>
          <a:p>
            <a:endParaRPr lang="es-ES_tradnl" sz="1100">
              <a:latin typeface="Consolas" panose="020B0609020204030204" pitchFamily="49" charset="0"/>
              <a:cs typeface="Consolas" panose="020B0609020204030204" pitchFamily="49" charset="0"/>
            </a:endParaRPr>
          </a:p>
          <a:p>
            <a:endParaRPr lang="es-ES_tradnl" sz="1100">
              <a:latin typeface="Consolas" panose="020B0609020204030204" pitchFamily="49" charset="0"/>
              <a:cs typeface="Consolas" panose="020B0609020204030204" pitchFamily="49" charset="0"/>
            </a:endParaRP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ANA REBECA NUÑEZ LABARCA, cédula de identidad No 6180707 de Santiago, domiciliada en Juan Sebastián Bach No 231 de San Miguel, Santiago, Chile, muy respetuosamente a Ud. expongo:</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Soy la cónyuge de JUAN LUIS QUIÑONES IBACETA, estudiante del Instituto Pedagógico de la Universidad de Chile, quien actualmente se encuentra detenido y no ubicado. Sus estudios los había interrumpido después de septiembre de 1973. La detención se efectuó el 23 de julio de 1976, en la calle por efectivos de DINA.</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A la fecha he realizado diferentes averiguaciones que me permiten afirmar con absoluta certeza este hecho: fue privado de su libertad por DINA, quien lo ha mantenido y lo mantiene privado de su libertad sin que haya sido suficiente ninguna de mis insistencias a fin de que me den alguna información de su paradero.</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Debo exponer que en estos momentos en que se encuentra mi cónyuge en esta situación, son varias las personas que han sido detenidas en esa fecha y que hasta el momento permanecen no ubicadas, lo que ha dificultado más aún las noticias que pueda yo tener en este momento en relación a mi cónyuge.</a:t>
            </a:r>
          </a:p>
          <a:p>
            <a:endParaRPr lang="es-ES_tradnl" sz="1100">
              <a:latin typeface="Consolas" panose="020B0609020204030204" pitchFamily="49" charset="0"/>
              <a:cs typeface="Consolas" panose="020B0609020204030204" pitchFamily="49" charset="0"/>
            </a:endParaRPr>
          </a:p>
          <a:p>
            <a:r>
              <a:rPr lang="es-ES_tradnl" sz="1100">
                <a:latin typeface="Consolas" panose="020B0609020204030204" pitchFamily="49" charset="0"/>
                <a:cs typeface="Consolas" panose="020B0609020204030204" pitchFamily="49" charset="0"/>
              </a:rPr>
              <a:t>Antecedentes previos a la detención sí puedo exponer, ellos dicen principalmente relación con la intensa búsqueda que se había desatado, por parte de miembros de seguridad, quienes habían llegado a la casa, y a su lugar de trabajo. Tuvo que dejar de trabajar incluso a causa de ellos. Vivíamos permanentemente angustiados a causa de ello, y ahora ya hechas las diversas averiguaciones nos queda la completa certeza de que lograron detenerlo.</a:t>
            </a:r>
          </a:p>
          <a:p>
            <a:endParaRPr lang="es-ES_tradnl" sz="1100">
              <a:latin typeface="Consolas" panose="020B0609020204030204" pitchFamily="49" charset="0"/>
              <a:cs typeface="Consolas" panose="020B0609020204030204" pitchFamily="49" charset="0"/>
            </a:endParaRPr>
          </a:p>
        </p:txBody>
      </p:sp>
      <p:sp>
        <p:nvSpPr>
          <p:cNvPr id="7" name="Right Arrow 6">
            <a:extLst>
              <a:ext uri="{FF2B5EF4-FFF2-40B4-BE49-F238E27FC236}">
                <a16:creationId xmlns:a16="http://schemas.microsoft.com/office/drawing/2014/main" id="{3740571D-81BA-835C-8C43-B9E626C470C4}"/>
              </a:ext>
            </a:extLst>
          </p:cNvPr>
          <p:cNvSpPr/>
          <p:nvPr/>
        </p:nvSpPr>
        <p:spPr>
          <a:xfrm>
            <a:off x="5454803" y="3337560"/>
            <a:ext cx="641197" cy="434340"/>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200" b="1"/>
              <a:t>OCR</a:t>
            </a:r>
          </a:p>
        </p:txBody>
      </p:sp>
      <p:sp>
        <p:nvSpPr>
          <p:cNvPr id="9" name="Date Placeholder 8">
            <a:extLst>
              <a:ext uri="{FF2B5EF4-FFF2-40B4-BE49-F238E27FC236}">
                <a16:creationId xmlns:a16="http://schemas.microsoft.com/office/drawing/2014/main" id="{6B28C8AD-80A8-27FE-7E9F-A91625400C0A}"/>
              </a:ext>
            </a:extLst>
          </p:cNvPr>
          <p:cNvSpPr>
            <a:spLocks noGrp="1"/>
          </p:cNvSpPr>
          <p:nvPr>
            <p:ph type="dt" sz="half" idx="10"/>
          </p:nvPr>
        </p:nvSpPr>
        <p:spPr/>
        <p:txBody>
          <a:bodyPr/>
          <a:lstStyle/>
          <a:p>
            <a:r>
              <a:rPr lang="en-US"/>
              <a:t>(c) D.Mery - PR01A</a:t>
            </a:r>
            <a:endParaRPr lang="en-CL"/>
          </a:p>
        </p:txBody>
      </p:sp>
      <p:sp>
        <p:nvSpPr>
          <p:cNvPr id="10" name="Slide Number Placeholder 9">
            <a:extLst>
              <a:ext uri="{FF2B5EF4-FFF2-40B4-BE49-F238E27FC236}">
                <a16:creationId xmlns:a16="http://schemas.microsoft.com/office/drawing/2014/main" id="{05E1BA1A-86DF-608F-A651-DEB322170A98}"/>
              </a:ext>
            </a:extLst>
          </p:cNvPr>
          <p:cNvSpPr>
            <a:spLocks noGrp="1"/>
          </p:cNvSpPr>
          <p:nvPr>
            <p:ph type="sldNum" sz="quarter" idx="12"/>
          </p:nvPr>
        </p:nvSpPr>
        <p:spPr/>
        <p:txBody>
          <a:bodyPr/>
          <a:lstStyle/>
          <a:p>
            <a:fld id="{006AE8E3-C79C-E14F-9140-34B0C7F543F1}" type="slidenum">
              <a:rPr lang="en-CL" smtClean="0"/>
              <a:t>4</a:t>
            </a:fld>
            <a:endParaRPr lang="en-CL"/>
          </a:p>
        </p:txBody>
      </p:sp>
    </p:spTree>
    <p:extLst>
      <p:ext uri="{BB962C8B-B14F-4D97-AF65-F5344CB8AC3E}">
        <p14:creationId xmlns:p14="http://schemas.microsoft.com/office/powerpoint/2010/main" val="261244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E04959-806A-4E72-9F9A-96687CAD729F}"/>
              </a:ext>
            </a:extLst>
          </p:cNvPr>
          <p:cNvPicPr>
            <a:picLocks noGrp="1" noChangeAspect="1"/>
          </p:cNvPicPr>
          <p:nvPr>
            <p:ph idx="1"/>
          </p:nvPr>
        </p:nvPicPr>
        <p:blipFill>
          <a:blip r:embed="rId2"/>
          <a:srcRect t="3345" b="3345"/>
          <a:stretch/>
        </p:blipFill>
        <p:spPr>
          <a:xfrm>
            <a:off x="3882570" y="10"/>
            <a:ext cx="8309429" cy="6857990"/>
          </a:xfrm>
          <a:custGeom>
            <a:avLst/>
            <a:gdLst/>
            <a:ahLst/>
            <a:cxnLst/>
            <a:rect l="l" t="t" r="r" b="b"/>
            <a:pathLst>
              <a:path w="12192000" h="6858000">
                <a:moveTo>
                  <a:pt x="0" y="0"/>
                </a:moveTo>
                <a:lnTo>
                  <a:pt x="12192000" y="0"/>
                </a:lnTo>
                <a:lnTo>
                  <a:pt x="12192000" y="6858000"/>
                </a:lnTo>
                <a:lnTo>
                  <a:pt x="0" y="6858000"/>
                </a:lnTo>
                <a:close/>
              </a:path>
            </a:pathLst>
          </a:custGeom>
        </p:spPr>
      </p:pic>
      <p:grpSp>
        <p:nvGrpSpPr>
          <p:cNvPr id="10" name="Group 9">
            <a:extLst>
              <a:ext uri="{FF2B5EF4-FFF2-40B4-BE49-F238E27FC236}">
                <a16:creationId xmlns:a16="http://schemas.microsoft.com/office/drawing/2014/main" id="{63737881-458F-40AD-B72B-B57D267DC4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sp>
          <p:nvSpPr>
            <p:cNvPr id="11" name="Freeform: Shape 10">
              <a:extLst>
                <a:ext uri="{FF2B5EF4-FFF2-40B4-BE49-F238E27FC236}">
                  <a16:creationId xmlns:a16="http://schemas.microsoft.com/office/drawing/2014/main" id="{C2967126-346F-41EA-982D-63D8EBB60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1BCD9601-1F44-4E40-998C-1B256DAE94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3" name="Group 12">
                <a:extLst>
                  <a:ext uri="{FF2B5EF4-FFF2-40B4-BE49-F238E27FC236}">
                    <a16:creationId xmlns:a16="http://schemas.microsoft.com/office/drawing/2014/main" id="{1A1CA4E9-12FA-47EB-8471-25E8D55152C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17" name="Freeform: Shape 16">
                  <a:extLst>
                    <a:ext uri="{FF2B5EF4-FFF2-40B4-BE49-F238E27FC236}">
                      <a16:creationId xmlns:a16="http://schemas.microsoft.com/office/drawing/2014/main" id="{E13A9BF0-334C-4457-A635-9CA4877E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F05821A-8598-44E4-A18C-538D5331E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4" name="Group 13">
                <a:extLst>
                  <a:ext uri="{FF2B5EF4-FFF2-40B4-BE49-F238E27FC236}">
                    <a16:creationId xmlns:a16="http://schemas.microsoft.com/office/drawing/2014/main" id="{8A4ECC81-E17F-4F87-9A0B-398363A864A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15" name="Freeform: Shape 14">
                  <a:extLst>
                    <a:ext uri="{FF2B5EF4-FFF2-40B4-BE49-F238E27FC236}">
                      <a16:creationId xmlns:a16="http://schemas.microsoft.com/office/drawing/2014/main" id="{1FBBD7D8-A895-40D0-A53D-DEDF495B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BA602493-BC70-48CF-BDBA-88A866227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7" name="Date Placeholder 6">
            <a:extLst>
              <a:ext uri="{FF2B5EF4-FFF2-40B4-BE49-F238E27FC236}">
                <a16:creationId xmlns:a16="http://schemas.microsoft.com/office/drawing/2014/main" id="{92EDAD48-2E74-F896-71D3-8EF5C42EB76C}"/>
              </a:ext>
            </a:extLst>
          </p:cNvPr>
          <p:cNvSpPr>
            <a:spLocks noGrp="1"/>
          </p:cNvSpPr>
          <p:nvPr>
            <p:ph type="dt" sz="half" idx="10"/>
          </p:nvPr>
        </p:nvSpPr>
        <p:spPr/>
        <p:txBody>
          <a:bodyPr/>
          <a:lstStyle/>
          <a:p>
            <a:r>
              <a:rPr lang="en-US"/>
              <a:t>(c) D.Mery - PR01A</a:t>
            </a:r>
            <a:endParaRPr lang="en-CL"/>
          </a:p>
        </p:txBody>
      </p:sp>
      <p:sp>
        <p:nvSpPr>
          <p:cNvPr id="8" name="Slide Number Placeholder 7">
            <a:extLst>
              <a:ext uri="{FF2B5EF4-FFF2-40B4-BE49-F238E27FC236}">
                <a16:creationId xmlns:a16="http://schemas.microsoft.com/office/drawing/2014/main" id="{DCD90642-09CB-C3F6-AF77-3561C24811B0}"/>
              </a:ext>
            </a:extLst>
          </p:cNvPr>
          <p:cNvSpPr>
            <a:spLocks noGrp="1"/>
          </p:cNvSpPr>
          <p:nvPr>
            <p:ph type="sldNum" sz="quarter" idx="12"/>
          </p:nvPr>
        </p:nvSpPr>
        <p:spPr/>
        <p:txBody>
          <a:bodyPr/>
          <a:lstStyle/>
          <a:p>
            <a:fld id="{006AE8E3-C79C-E14F-9140-34B0C7F543F1}" type="slidenum">
              <a:rPr lang="en-CL" smtClean="0"/>
              <a:t>5</a:t>
            </a:fld>
            <a:endParaRPr lang="en-CL"/>
          </a:p>
        </p:txBody>
      </p:sp>
    </p:spTree>
    <p:extLst>
      <p:ext uri="{BB962C8B-B14F-4D97-AF65-F5344CB8AC3E}">
        <p14:creationId xmlns:p14="http://schemas.microsoft.com/office/powerpoint/2010/main" val="212106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00B330F-F886-D96A-D906-CFB4AF17D4D8}"/>
            </a:ext>
          </a:extLst>
        </p:cNvPr>
        <p:cNvGrpSpPr/>
        <p:nvPr/>
      </p:nvGrpSpPr>
      <p:grpSpPr>
        <a:xfrm>
          <a:off x="0" y="0"/>
          <a:ext cx="0" cy="0"/>
          <a:chOff x="0" y="0"/>
          <a:chExt cx="0" cy="0"/>
        </a:xfrm>
      </p:grpSpPr>
      <p:pic>
        <p:nvPicPr>
          <p:cNvPr id="5" name="Picture 4" descr="A close up of a grey shirt&#10;&#10;AI-generated content may be incorrect.">
            <a:extLst>
              <a:ext uri="{FF2B5EF4-FFF2-40B4-BE49-F238E27FC236}">
                <a16:creationId xmlns:a16="http://schemas.microsoft.com/office/drawing/2014/main" id="{CF9BFF48-07E0-84B7-C15C-0E5D40D62BCB}"/>
              </a:ext>
            </a:extLst>
          </p:cNvPr>
          <p:cNvPicPr>
            <a:picLocks noChangeAspect="1"/>
          </p:cNvPicPr>
          <p:nvPr/>
        </p:nvPicPr>
        <p:blipFill>
          <a:blip r:embed="rId3"/>
          <a:stretch>
            <a:fillRect/>
          </a:stretch>
        </p:blipFill>
        <p:spPr>
          <a:xfrm rot="16200000">
            <a:off x="2826106" y="-804554"/>
            <a:ext cx="6539787" cy="8467107"/>
          </a:xfrm>
          <a:prstGeom prst="rect">
            <a:avLst/>
          </a:prstGeom>
        </p:spPr>
      </p:pic>
      <p:sp>
        <p:nvSpPr>
          <p:cNvPr id="7" name="Date Placeholder 6">
            <a:extLst>
              <a:ext uri="{FF2B5EF4-FFF2-40B4-BE49-F238E27FC236}">
                <a16:creationId xmlns:a16="http://schemas.microsoft.com/office/drawing/2014/main" id="{9203C53F-7314-0739-60C6-9F164F51EFF6}"/>
              </a:ext>
            </a:extLst>
          </p:cNvPr>
          <p:cNvSpPr>
            <a:spLocks noGrp="1"/>
          </p:cNvSpPr>
          <p:nvPr>
            <p:ph type="dt" sz="half" idx="10"/>
          </p:nvPr>
        </p:nvSpPr>
        <p:spPr/>
        <p:txBody>
          <a:bodyPr/>
          <a:lstStyle/>
          <a:p>
            <a:r>
              <a:rPr lang="en-US"/>
              <a:t>(c) D.Mery - PR01A</a:t>
            </a:r>
            <a:endParaRPr lang="en-CL"/>
          </a:p>
        </p:txBody>
      </p:sp>
      <p:sp>
        <p:nvSpPr>
          <p:cNvPr id="8" name="Slide Number Placeholder 7">
            <a:extLst>
              <a:ext uri="{FF2B5EF4-FFF2-40B4-BE49-F238E27FC236}">
                <a16:creationId xmlns:a16="http://schemas.microsoft.com/office/drawing/2014/main" id="{D4058461-DA22-35AB-15B1-7906A9B0A28C}"/>
              </a:ext>
            </a:extLst>
          </p:cNvPr>
          <p:cNvSpPr>
            <a:spLocks noGrp="1"/>
          </p:cNvSpPr>
          <p:nvPr>
            <p:ph type="sldNum" sz="quarter" idx="12"/>
          </p:nvPr>
        </p:nvSpPr>
        <p:spPr/>
        <p:txBody>
          <a:bodyPr/>
          <a:lstStyle/>
          <a:p>
            <a:fld id="{006AE8E3-C79C-E14F-9140-34B0C7F543F1}" type="slidenum">
              <a:rPr lang="en-CL" smtClean="0"/>
              <a:t>6</a:t>
            </a:fld>
            <a:endParaRPr lang="en-CL"/>
          </a:p>
        </p:txBody>
      </p:sp>
    </p:spTree>
    <p:extLst>
      <p:ext uri="{BB962C8B-B14F-4D97-AF65-F5344CB8AC3E}">
        <p14:creationId xmlns:p14="http://schemas.microsoft.com/office/powerpoint/2010/main" val="3699329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 black number on a grey background&#10;&#10;AI-generated content may be incorrect.">
            <a:extLst>
              <a:ext uri="{FF2B5EF4-FFF2-40B4-BE49-F238E27FC236}">
                <a16:creationId xmlns:a16="http://schemas.microsoft.com/office/drawing/2014/main" id="{C9BE5638-47E4-45EA-9936-063E8F6A7696}"/>
              </a:ext>
            </a:extLst>
          </p:cNvPr>
          <p:cNvPicPr>
            <a:picLocks noChangeAspect="1"/>
          </p:cNvPicPr>
          <p:nvPr/>
        </p:nvPicPr>
        <p:blipFill>
          <a:blip r:embed="rId2"/>
          <a:srcRect l="20863" t="15848" r="20625" b="15763"/>
          <a:stretch>
            <a:fillRect/>
          </a:stretch>
        </p:blipFill>
        <p:spPr>
          <a:xfrm>
            <a:off x="2918767" y="2205090"/>
            <a:ext cx="2839481" cy="3344276"/>
          </a:xfrm>
          <a:prstGeom prst="rect">
            <a:avLst/>
          </a:prstGeom>
        </p:spPr>
      </p:pic>
      <p:pic>
        <p:nvPicPr>
          <p:cNvPr id="6" name="Picture 5" descr="A black number on a grey background&#10;&#10;AI-generated content may be incorrect.">
            <a:extLst>
              <a:ext uri="{FF2B5EF4-FFF2-40B4-BE49-F238E27FC236}">
                <a16:creationId xmlns:a16="http://schemas.microsoft.com/office/drawing/2014/main" id="{AE46CB8A-B0D4-FEE7-64E5-56F235192F7F}"/>
              </a:ext>
            </a:extLst>
          </p:cNvPr>
          <p:cNvPicPr>
            <a:picLocks noChangeAspect="1"/>
          </p:cNvPicPr>
          <p:nvPr/>
        </p:nvPicPr>
        <p:blipFill>
          <a:blip r:embed="rId3"/>
          <a:stretch>
            <a:fillRect/>
          </a:stretch>
        </p:blipFill>
        <p:spPr>
          <a:xfrm>
            <a:off x="6601082" y="2205089"/>
            <a:ext cx="2839480" cy="3344276"/>
          </a:xfrm>
          <a:prstGeom prst="rect">
            <a:avLst/>
          </a:prstGeom>
        </p:spPr>
      </p:pic>
      <p:sp>
        <p:nvSpPr>
          <p:cNvPr id="7" name="Title 1">
            <a:extLst>
              <a:ext uri="{FF2B5EF4-FFF2-40B4-BE49-F238E27FC236}">
                <a16:creationId xmlns:a16="http://schemas.microsoft.com/office/drawing/2014/main" id="{C69F4B1F-B573-80D1-40E8-418D0436049B}"/>
              </a:ext>
            </a:extLst>
          </p:cNvPr>
          <p:cNvSpPr>
            <a:spLocks noGrp="1"/>
          </p:cNvSpPr>
          <p:nvPr>
            <p:ph type="title"/>
          </p:nvPr>
        </p:nvSpPr>
        <p:spPr>
          <a:xfrm>
            <a:off x="502024" y="323779"/>
            <a:ext cx="11452653" cy="1325563"/>
          </a:xfrm>
        </p:spPr>
        <p:txBody>
          <a:bodyPr/>
          <a:lstStyle/>
          <a:p>
            <a:pPr algn="ctr"/>
            <a:r>
              <a:rPr lang="en-CL">
                <a:solidFill>
                  <a:schemeClr val="bg1"/>
                </a:solidFill>
                <a:latin typeface="Consolas" panose="020B0609020204030204" pitchFamily="49" charset="0"/>
                <a:cs typeface="Consolas" panose="020B0609020204030204" pitchFamily="49" charset="0"/>
              </a:rPr>
              <a:t>Ejemplo: Reconocedor de ‘1’ y ‘</a:t>
            </a:r>
            <a:r>
              <a:rPr lang="en-CL">
                <a:solidFill>
                  <a:schemeClr val="bg1"/>
                </a:solidFill>
                <a:latin typeface="+mn-lt"/>
                <a:cs typeface="Consolas" panose="020B0609020204030204" pitchFamily="49" charset="0"/>
              </a:rPr>
              <a:t>0</a:t>
            </a:r>
            <a:r>
              <a:rPr lang="en-CL">
                <a:solidFill>
                  <a:schemeClr val="bg1"/>
                </a:solidFill>
                <a:latin typeface="Consolas" panose="020B0609020204030204" pitchFamily="49" charset="0"/>
                <a:cs typeface="Consolas" panose="020B0609020204030204" pitchFamily="49" charset="0"/>
              </a:rPr>
              <a:t>’</a:t>
            </a:r>
          </a:p>
        </p:txBody>
      </p:sp>
      <p:sp>
        <p:nvSpPr>
          <p:cNvPr id="8" name="Title 1">
            <a:extLst>
              <a:ext uri="{FF2B5EF4-FFF2-40B4-BE49-F238E27FC236}">
                <a16:creationId xmlns:a16="http://schemas.microsoft.com/office/drawing/2014/main" id="{E97C17F7-F564-30CB-B49F-3E53275769B3}"/>
              </a:ext>
            </a:extLst>
          </p:cNvPr>
          <p:cNvSpPr txBox="1">
            <a:spLocks/>
          </p:cNvSpPr>
          <p:nvPr/>
        </p:nvSpPr>
        <p:spPr>
          <a:xfrm>
            <a:off x="0" y="867634"/>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L" sz="2400" i="1">
                <a:solidFill>
                  <a:schemeClr val="tx1">
                    <a:lumMod val="50000"/>
                    <a:lumOff val="50000"/>
                  </a:schemeClr>
                </a:solidFill>
                <a:latin typeface="Consolas" panose="020B0609020204030204" pitchFamily="49" charset="0"/>
                <a:cs typeface="Consolas" panose="020B0609020204030204" pitchFamily="49" charset="0"/>
              </a:rPr>
              <a:t>(Sobre un textil gris)</a:t>
            </a:r>
          </a:p>
        </p:txBody>
      </p:sp>
      <p:sp>
        <p:nvSpPr>
          <p:cNvPr id="10" name="Date Placeholder 9">
            <a:extLst>
              <a:ext uri="{FF2B5EF4-FFF2-40B4-BE49-F238E27FC236}">
                <a16:creationId xmlns:a16="http://schemas.microsoft.com/office/drawing/2014/main" id="{D60CF2DF-D92E-5763-9DF5-76BDC79316C7}"/>
              </a:ext>
            </a:extLst>
          </p:cNvPr>
          <p:cNvSpPr>
            <a:spLocks noGrp="1"/>
          </p:cNvSpPr>
          <p:nvPr>
            <p:ph type="dt" sz="half" idx="10"/>
          </p:nvPr>
        </p:nvSpPr>
        <p:spPr/>
        <p:txBody>
          <a:bodyPr/>
          <a:lstStyle/>
          <a:p>
            <a:r>
              <a:rPr lang="en-US"/>
              <a:t>(c) D.Mery - PR01A</a:t>
            </a:r>
            <a:endParaRPr lang="en-CL"/>
          </a:p>
        </p:txBody>
      </p:sp>
      <p:sp>
        <p:nvSpPr>
          <p:cNvPr id="11" name="Slide Number Placeholder 10">
            <a:extLst>
              <a:ext uri="{FF2B5EF4-FFF2-40B4-BE49-F238E27FC236}">
                <a16:creationId xmlns:a16="http://schemas.microsoft.com/office/drawing/2014/main" id="{8046B87F-03E6-498D-5A63-4B64E243D2D9}"/>
              </a:ext>
            </a:extLst>
          </p:cNvPr>
          <p:cNvSpPr>
            <a:spLocks noGrp="1"/>
          </p:cNvSpPr>
          <p:nvPr>
            <p:ph type="sldNum" sz="quarter" idx="12"/>
          </p:nvPr>
        </p:nvSpPr>
        <p:spPr/>
        <p:txBody>
          <a:bodyPr/>
          <a:lstStyle/>
          <a:p>
            <a:fld id="{006AE8E3-C79C-E14F-9140-34B0C7F543F1}" type="slidenum">
              <a:rPr lang="en-CL" smtClean="0"/>
              <a:t>7</a:t>
            </a:fld>
            <a:endParaRPr lang="en-CL"/>
          </a:p>
        </p:txBody>
      </p:sp>
    </p:spTree>
    <p:extLst>
      <p:ext uri="{BB962C8B-B14F-4D97-AF65-F5344CB8AC3E}">
        <p14:creationId xmlns:p14="http://schemas.microsoft.com/office/powerpoint/2010/main" val="3882733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pic>
        <p:nvPicPr>
          <p:cNvPr id="5" name="Picture 4" descr="A computer generated image of a hole&#10;&#10;AI-generated content may be incorrect.">
            <a:extLst>
              <a:ext uri="{FF2B5EF4-FFF2-40B4-BE49-F238E27FC236}">
                <a16:creationId xmlns:a16="http://schemas.microsoft.com/office/drawing/2014/main" id="{1D97AAB2-17ED-3C63-F5C3-C13E5AB9CB6E}"/>
              </a:ext>
            </a:extLst>
          </p:cNvPr>
          <p:cNvPicPr>
            <a:picLocks noChangeAspect="1"/>
          </p:cNvPicPr>
          <p:nvPr/>
        </p:nvPicPr>
        <p:blipFill>
          <a:blip r:embed="rId2"/>
          <a:stretch>
            <a:fillRect/>
          </a:stretch>
        </p:blipFill>
        <p:spPr>
          <a:xfrm>
            <a:off x="11852" y="328676"/>
            <a:ext cx="12180148" cy="6200647"/>
          </a:xfrm>
          <a:prstGeom prst="rect">
            <a:avLst/>
          </a:prstGeom>
        </p:spPr>
      </p:pic>
      <p:pic>
        <p:nvPicPr>
          <p:cNvPr id="8" name="Picture 7" descr="A black number on a grey background&#10;&#10;AI-generated content may be incorrect.">
            <a:extLst>
              <a:ext uri="{FF2B5EF4-FFF2-40B4-BE49-F238E27FC236}">
                <a16:creationId xmlns:a16="http://schemas.microsoft.com/office/drawing/2014/main" id="{052F4D09-96F6-BEE8-BEBD-351186D43114}"/>
              </a:ext>
            </a:extLst>
          </p:cNvPr>
          <p:cNvPicPr>
            <a:picLocks noChangeAspect="1"/>
          </p:cNvPicPr>
          <p:nvPr/>
        </p:nvPicPr>
        <p:blipFill>
          <a:blip r:embed="rId3"/>
          <a:srcRect l="20863" t="15848" r="20625" b="15763"/>
          <a:stretch>
            <a:fillRect/>
          </a:stretch>
        </p:blipFill>
        <p:spPr>
          <a:xfrm>
            <a:off x="11853" y="0"/>
            <a:ext cx="2024672" cy="2384612"/>
          </a:xfrm>
          <a:prstGeom prst="rect">
            <a:avLst/>
          </a:prstGeom>
        </p:spPr>
      </p:pic>
      <p:sp>
        <p:nvSpPr>
          <p:cNvPr id="7" name="Date Placeholder 6">
            <a:extLst>
              <a:ext uri="{FF2B5EF4-FFF2-40B4-BE49-F238E27FC236}">
                <a16:creationId xmlns:a16="http://schemas.microsoft.com/office/drawing/2014/main" id="{DA727706-F8F8-8A3D-FCE8-131479A1D59A}"/>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A2A2894C-3A3A-09B7-FBED-AB4EBA3EC02E}"/>
              </a:ext>
            </a:extLst>
          </p:cNvPr>
          <p:cNvSpPr>
            <a:spLocks noGrp="1"/>
          </p:cNvSpPr>
          <p:nvPr>
            <p:ph type="sldNum" sz="quarter" idx="12"/>
          </p:nvPr>
        </p:nvSpPr>
        <p:spPr/>
        <p:txBody>
          <a:bodyPr/>
          <a:lstStyle/>
          <a:p>
            <a:fld id="{006AE8E3-C79C-E14F-9140-34B0C7F543F1}" type="slidenum">
              <a:rPr lang="en-CL" smtClean="0"/>
              <a:t>8</a:t>
            </a:fld>
            <a:endParaRPr lang="en-CL"/>
          </a:p>
        </p:txBody>
      </p:sp>
    </p:spTree>
    <p:extLst>
      <p:ext uri="{BB962C8B-B14F-4D97-AF65-F5344CB8AC3E}">
        <p14:creationId xmlns:p14="http://schemas.microsoft.com/office/powerpoint/2010/main" val="192893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212121"/>
        </a:solidFill>
        <a:effectLst/>
      </p:bgPr>
    </p:bg>
    <p:spTree>
      <p:nvGrpSpPr>
        <p:cNvPr id="1" name="">
          <a:extLst>
            <a:ext uri="{FF2B5EF4-FFF2-40B4-BE49-F238E27FC236}">
              <a16:creationId xmlns:a16="http://schemas.microsoft.com/office/drawing/2014/main" id="{F42F5B8A-0FE4-D66D-5867-A56E1C65377C}"/>
            </a:ext>
          </a:extLst>
        </p:cNvPr>
        <p:cNvGrpSpPr/>
        <p:nvPr/>
      </p:nvGrpSpPr>
      <p:grpSpPr>
        <a:xfrm>
          <a:off x="0" y="0"/>
          <a:ext cx="0" cy="0"/>
          <a:chOff x="0" y="0"/>
          <a:chExt cx="0" cy="0"/>
        </a:xfrm>
      </p:grpSpPr>
      <p:pic>
        <p:nvPicPr>
          <p:cNvPr id="3" name="Picture 2" descr="A colorful object on a black background&#10;&#10;AI-generated content may be incorrect.">
            <a:extLst>
              <a:ext uri="{FF2B5EF4-FFF2-40B4-BE49-F238E27FC236}">
                <a16:creationId xmlns:a16="http://schemas.microsoft.com/office/drawing/2014/main" id="{3F6CBC8E-D0A3-158D-06E9-450EB73205DC}"/>
              </a:ext>
            </a:extLst>
          </p:cNvPr>
          <p:cNvPicPr>
            <a:picLocks noChangeAspect="1"/>
          </p:cNvPicPr>
          <p:nvPr/>
        </p:nvPicPr>
        <p:blipFill>
          <a:blip r:embed="rId2"/>
          <a:stretch>
            <a:fillRect/>
          </a:stretch>
        </p:blipFill>
        <p:spPr>
          <a:xfrm>
            <a:off x="0" y="1303753"/>
            <a:ext cx="12151678" cy="4236435"/>
          </a:xfrm>
          <a:prstGeom prst="rect">
            <a:avLst/>
          </a:prstGeom>
        </p:spPr>
      </p:pic>
      <p:pic>
        <p:nvPicPr>
          <p:cNvPr id="4" name="Picture 3" descr="A black number on a grey background&#10;&#10;AI-generated content may be incorrect.">
            <a:extLst>
              <a:ext uri="{FF2B5EF4-FFF2-40B4-BE49-F238E27FC236}">
                <a16:creationId xmlns:a16="http://schemas.microsoft.com/office/drawing/2014/main" id="{4544B47E-F3F3-DF6E-7060-D20D887D0644}"/>
              </a:ext>
            </a:extLst>
          </p:cNvPr>
          <p:cNvPicPr>
            <a:picLocks noChangeAspect="1"/>
          </p:cNvPicPr>
          <p:nvPr/>
        </p:nvPicPr>
        <p:blipFill>
          <a:blip r:embed="rId3"/>
          <a:srcRect l="20863" t="15848" r="20625" b="15763"/>
          <a:stretch>
            <a:fillRect/>
          </a:stretch>
        </p:blipFill>
        <p:spPr>
          <a:xfrm>
            <a:off x="11853" y="0"/>
            <a:ext cx="2024672" cy="2384612"/>
          </a:xfrm>
          <a:prstGeom prst="rect">
            <a:avLst/>
          </a:prstGeom>
        </p:spPr>
      </p:pic>
      <p:sp>
        <p:nvSpPr>
          <p:cNvPr id="8" name="Date Placeholder 7">
            <a:extLst>
              <a:ext uri="{FF2B5EF4-FFF2-40B4-BE49-F238E27FC236}">
                <a16:creationId xmlns:a16="http://schemas.microsoft.com/office/drawing/2014/main" id="{E06C45D3-D4F1-B0D2-3760-C85A4B4C16B7}"/>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70393C96-3625-E410-595E-205885DA043F}"/>
              </a:ext>
            </a:extLst>
          </p:cNvPr>
          <p:cNvSpPr>
            <a:spLocks noGrp="1"/>
          </p:cNvSpPr>
          <p:nvPr>
            <p:ph type="sldNum" sz="quarter" idx="12"/>
          </p:nvPr>
        </p:nvSpPr>
        <p:spPr/>
        <p:txBody>
          <a:bodyPr/>
          <a:lstStyle/>
          <a:p>
            <a:fld id="{006AE8E3-C79C-E14F-9140-34B0C7F543F1}" type="slidenum">
              <a:rPr lang="en-CL" smtClean="0"/>
              <a:t>9</a:t>
            </a:fld>
            <a:endParaRPr lang="en-CL"/>
          </a:p>
        </p:txBody>
      </p:sp>
    </p:spTree>
    <p:extLst>
      <p:ext uri="{BB962C8B-B14F-4D97-AF65-F5344CB8AC3E}">
        <p14:creationId xmlns:p14="http://schemas.microsoft.com/office/powerpoint/2010/main" val="3382478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a:extLst>
            <a:ext uri="{FF2B5EF4-FFF2-40B4-BE49-F238E27FC236}">
              <a16:creationId xmlns:a16="http://schemas.microsoft.com/office/drawing/2014/main" id="{17910778-5452-8570-AB93-823028F2F7AD}"/>
            </a:ext>
          </a:extLst>
        </p:cNvPr>
        <p:cNvGrpSpPr/>
        <p:nvPr/>
      </p:nvGrpSpPr>
      <p:grpSpPr>
        <a:xfrm>
          <a:off x="0" y="0"/>
          <a:ext cx="0" cy="0"/>
          <a:chOff x="0" y="0"/>
          <a:chExt cx="0" cy="0"/>
        </a:xfrm>
      </p:grpSpPr>
      <p:pic>
        <p:nvPicPr>
          <p:cNvPr id="5" name="Picture 4" descr="A computer screen shot of a computer screen&#10;&#10;AI-generated content may be incorrect.">
            <a:extLst>
              <a:ext uri="{FF2B5EF4-FFF2-40B4-BE49-F238E27FC236}">
                <a16:creationId xmlns:a16="http://schemas.microsoft.com/office/drawing/2014/main" id="{A05B19D6-E6DC-6BCA-68A5-A7ABE8753628}"/>
              </a:ext>
            </a:extLst>
          </p:cNvPr>
          <p:cNvPicPr>
            <a:picLocks noChangeAspect="1"/>
          </p:cNvPicPr>
          <p:nvPr/>
        </p:nvPicPr>
        <p:blipFill>
          <a:blip r:embed="rId2"/>
          <a:srcRect l="8995" t="16058" r="6357" b="10275"/>
          <a:stretch>
            <a:fillRect/>
          </a:stretch>
        </p:blipFill>
        <p:spPr>
          <a:xfrm>
            <a:off x="2430966" y="1449659"/>
            <a:ext cx="6579220" cy="4092497"/>
          </a:xfrm>
          <a:prstGeom prst="rect">
            <a:avLst/>
          </a:prstGeom>
        </p:spPr>
      </p:pic>
      <p:pic>
        <p:nvPicPr>
          <p:cNvPr id="8" name="Picture 7" descr="A computer screen shot of a computer screen&#10;&#10;AI-generated content may be incorrect.">
            <a:extLst>
              <a:ext uri="{FF2B5EF4-FFF2-40B4-BE49-F238E27FC236}">
                <a16:creationId xmlns:a16="http://schemas.microsoft.com/office/drawing/2014/main" id="{C62D2597-4C11-45AB-D5A1-E3416ED7BD68}"/>
              </a:ext>
            </a:extLst>
          </p:cNvPr>
          <p:cNvPicPr>
            <a:picLocks noChangeAspect="1"/>
          </p:cNvPicPr>
          <p:nvPr/>
        </p:nvPicPr>
        <p:blipFill>
          <a:blip r:embed="rId3">
            <a:alphaModFix/>
          </a:blip>
          <a:srcRect l="8896" t="19512" r="6456" b="10358"/>
          <a:stretch>
            <a:fillRect/>
          </a:stretch>
        </p:blipFill>
        <p:spPr>
          <a:xfrm>
            <a:off x="2419384" y="1638300"/>
            <a:ext cx="6579220" cy="3896069"/>
          </a:xfrm>
          <a:prstGeom prst="rect">
            <a:avLst/>
          </a:prstGeom>
        </p:spPr>
      </p:pic>
      <p:pic>
        <p:nvPicPr>
          <p:cNvPr id="9" name="Picture 8" descr="A blue and yellow triangle with black background&#10;&#10;AI-generated content may be incorrect.">
            <a:extLst>
              <a:ext uri="{FF2B5EF4-FFF2-40B4-BE49-F238E27FC236}">
                <a16:creationId xmlns:a16="http://schemas.microsoft.com/office/drawing/2014/main" id="{836532DC-3A8E-1E6E-DE70-F0B919A57A61}"/>
              </a:ext>
            </a:extLst>
          </p:cNvPr>
          <p:cNvPicPr>
            <a:picLocks noChangeAspect="1"/>
          </p:cNvPicPr>
          <p:nvPr/>
        </p:nvPicPr>
        <p:blipFill>
          <a:blip r:embed="rId4"/>
          <a:srcRect l="68263" r="4880"/>
          <a:stretch>
            <a:fillRect/>
          </a:stretch>
        </p:blipFill>
        <p:spPr>
          <a:xfrm>
            <a:off x="8695763" y="1192306"/>
            <a:ext cx="3191436" cy="4482465"/>
          </a:xfrm>
          <a:prstGeom prst="rect">
            <a:avLst/>
          </a:prstGeom>
        </p:spPr>
      </p:pic>
      <p:pic>
        <p:nvPicPr>
          <p:cNvPr id="2" name="Picture 1" descr="A black number on a grey background&#10;&#10;AI-generated content may be incorrect.">
            <a:extLst>
              <a:ext uri="{FF2B5EF4-FFF2-40B4-BE49-F238E27FC236}">
                <a16:creationId xmlns:a16="http://schemas.microsoft.com/office/drawing/2014/main" id="{41796F15-C201-D4E7-36F9-0E716972B602}"/>
              </a:ext>
            </a:extLst>
          </p:cNvPr>
          <p:cNvPicPr>
            <a:picLocks noChangeAspect="1"/>
          </p:cNvPicPr>
          <p:nvPr/>
        </p:nvPicPr>
        <p:blipFill>
          <a:blip r:embed="rId5"/>
          <a:srcRect l="20863" t="15848" r="20625" b="15763"/>
          <a:stretch>
            <a:fillRect/>
          </a:stretch>
        </p:blipFill>
        <p:spPr>
          <a:xfrm>
            <a:off x="0" y="2004712"/>
            <a:ext cx="2540386" cy="2992008"/>
          </a:xfrm>
          <a:prstGeom prst="rect">
            <a:avLst/>
          </a:prstGeom>
        </p:spPr>
      </p:pic>
      <p:sp>
        <p:nvSpPr>
          <p:cNvPr id="10" name="Date Placeholder 9">
            <a:extLst>
              <a:ext uri="{FF2B5EF4-FFF2-40B4-BE49-F238E27FC236}">
                <a16:creationId xmlns:a16="http://schemas.microsoft.com/office/drawing/2014/main" id="{B85CEF76-680D-0EF1-A3F1-D02D52E03CD3}"/>
              </a:ext>
            </a:extLst>
          </p:cNvPr>
          <p:cNvSpPr>
            <a:spLocks noGrp="1"/>
          </p:cNvSpPr>
          <p:nvPr>
            <p:ph type="dt" sz="half" idx="10"/>
          </p:nvPr>
        </p:nvSpPr>
        <p:spPr/>
        <p:txBody>
          <a:bodyPr/>
          <a:lstStyle/>
          <a:p>
            <a:r>
              <a:rPr lang="en-US"/>
              <a:t>(c) D.Mery - PR01A</a:t>
            </a:r>
            <a:endParaRPr lang="en-CL"/>
          </a:p>
        </p:txBody>
      </p:sp>
      <p:sp>
        <p:nvSpPr>
          <p:cNvPr id="11" name="Slide Number Placeholder 10">
            <a:extLst>
              <a:ext uri="{FF2B5EF4-FFF2-40B4-BE49-F238E27FC236}">
                <a16:creationId xmlns:a16="http://schemas.microsoft.com/office/drawing/2014/main" id="{A479772B-496E-6454-1321-A5BD943CF8C1}"/>
              </a:ext>
            </a:extLst>
          </p:cNvPr>
          <p:cNvSpPr>
            <a:spLocks noGrp="1"/>
          </p:cNvSpPr>
          <p:nvPr>
            <p:ph type="sldNum" sz="quarter" idx="12"/>
          </p:nvPr>
        </p:nvSpPr>
        <p:spPr/>
        <p:txBody>
          <a:bodyPr/>
          <a:lstStyle/>
          <a:p>
            <a:fld id="{006AE8E3-C79C-E14F-9140-34B0C7F543F1}" type="slidenum">
              <a:rPr lang="en-CL" smtClean="0"/>
              <a:t>10</a:t>
            </a:fld>
            <a:endParaRPr lang="en-CL"/>
          </a:p>
        </p:txBody>
      </p:sp>
    </p:spTree>
    <p:extLst>
      <p:ext uri="{BB962C8B-B14F-4D97-AF65-F5344CB8AC3E}">
        <p14:creationId xmlns:p14="http://schemas.microsoft.com/office/powerpoint/2010/main" val="3741168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C2DB-A726-52B0-133F-7328C0614E12}"/>
              </a:ext>
            </a:extLst>
          </p:cNvPr>
          <p:cNvSpPr>
            <a:spLocks noGrp="1"/>
          </p:cNvSpPr>
          <p:nvPr>
            <p:ph type="title"/>
          </p:nvPr>
        </p:nvSpPr>
        <p:spPr>
          <a:xfrm>
            <a:off x="502024" y="323779"/>
            <a:ext cx="11452653" cy="1325563"/>
          </a:xfrm>
        </p:spPr>
        <p:txBody>
          <a:bodyPr/>
          <a:lstStyle/>
          <a:p>
            <a:pPr algn="ctr"/>
            <a:r>
              <a:rPr lang="en-CL" dirty="0">
                <a:latin typeface="Gill Sans MT" panose="020B0502020104020203" pitchFamily="34" charset="77"/>
                <a:cs typeface="Consolas" panose="020B0609020204030204" pitchFamily="49" charset="0"/>
              </a:rPr>
              <a:t>¿Cómo diferenciar un cero de un uno?</a:t>
            </a:r>
          </a:p>
        </p:txBody>
      </p:sp>
      <p:graphicFrame>
        <p:nvGraphicFramePr>
          <p:cNvPr id="5" name="Table 4">
            <a:extLst>
              <a:ext uri="{FF2B5EF4-FFF2-40B4-BE49-F238E27FC236}">
                <a16:creationId xmlns:a16="http://schemas.microsoft.com/office/drawing/2014/main" id="{9E1693E1-899A-2C9F-6571-90D3303226A4}"/>
              </a:ext>
            </a:extLst>
          </p:cNvPr>
          <p:cNvGraphicFramePr>
            <a:graphicFrameLocks noGrp="1"/>
          </p:cNvGraphicFramePr>
          <p:nvPr>
            <p:extLst>
              <p:ext uri="{D42A27DB-BD31-4B8C-83A1-F6EECF244321}">
                <p14:modId xmlns:p14="http://schemas.microsoft.com/office/powerpoint/2010/main" val="1622275497"/>
              </p:ext>
            </p:extLst>
          </p:nvPr>
        </p:nvGraphicFramePr>
        <p:xfrm>
          <a:off x="1329070" y="2869742"/>
          <a:ext cx="8830929" cy="2677160"/>
        </p:xfrm>
        <a:graphic>
          <a:graphicData uri="http://schemas.openxmlformats.org/drawingml/2006/table">
            <a:tbl>
              <a:tblPr firstRow="1" bandRow="1">
                <a:tableStyleId>{073A0DAA-6AF3-43AB-8588-CEC1D06C72B9}</a:tableStyleId>
              </a:tblPr>
              <a:tblGrid>
                <a:gridCol w="2943643">
                  <a:extLst>
                    <a:ext uri="{9D8B030D-6E8A-4147-A177-3AD203B41FA5}">
                      <a16:colId xmlns:a16="http://schemas.microsoft.com/office/drawing/2014/main" val="4020857628"/>
                    </a:ext>
                  </a:extLst>
                </a:gridCol>
                <a:gridCol w="2943643">
                  <a:extLst>
                    <a:ext uri="{9D8B030D-6E8A-4147-A177-3AD203B41FA5}">
                      <a16:colId xmlns:a16="http://schemas.microsoft.com/office/drawing/2014/main" val="2619844283"/>
                    </a:ext>
                  </a:extLst>
                </a:gridCol>
                <a:gridCol w="2943643">
                  <a:extLst>
                    <a:ext uri="{9D8B030D-6E8A-4147-A177-3AD203B41FA5}">
                      <a16:colId xmlns:a16="http://schemas.microsoft.com/office/drawing/2014/main" val="1483460281"/>
                    </a:ext>
                  </a:extLst>
                </a:gridCol>
              </a:tblGrid>
              <a:tr h="370840">
                <a:tc>
                  <a:txBody>
                    <a:bodyPr/>
                    <a:lstStyle/>
                    <a:p>
                      <a:pPr algn="ctr"/>
                      <a:r>
                        <a:rPr lang="en-CL" sz="4800">
                          <a:latin typeface="Consolas" panose="020B0609020204030204" pitchFamily="49" charset="0"/>
                          <a:cs typeface="Consolas" panose="020B0609020204030204" pitchFamily="49" charset="0"/>
                        </a:rPr>
                        <a:t>Atributo</a:t>
                      </a:r>
                    </a:p>
                  </a:txBody>
                  <a:tcPr/>
                </a:tc>
                <a:tc>
                  <a:txBody>
                    <a:bodyPr/>
                    <a:lstStyle/>
                    <a:p>
                      <a:pPr algn="ctr"/>
                      <a:r>
                        <a:rPr lang="en-CL" sz="4800">
                          <a:latin typeface="Abadi MT Condensed Light" panose="020B0306030101010103" pitchFamily="34" charset="77"/>
                          <a:cs typeface="Arial" panose="020B0604020202020204" pitchFamily="34" charset="0"/>
                        </a:rPr>
                        <a:t>0</a:t>
                      </a:r>
                    </a:p>
                  </a:txBody>
                  <a:tcPr/>
                </a:tc>
                <a:tc>
                  <a:txBody>
                    <a:bodyPr/>
                    <a:lstStyle/>
                    <a:p>
                      <a:pPr algn="ctr"/>
                      <a:r>
                        <a:rPr lang="en-CL" sz="4800">
                          <a:latin typeface="Abadi MT Condensed Light" panose="020B0306030101010103" pitchFamily="34" charset="77"/>
                          <a:cs typeface="Arial" panose="020B0604020202020204" pitchFamily="34" charset="0"/>
                        </a:rPr>
                        <a:t>1</a:t>
                      </a:r>
                    </a:p>
                  </a:txBody>
                  <a:tcPr/>
                </a:tc>
                <a:extLst>
                  <a:ext uri="{0D108BD9-81ED-4DB2-BD59-A6C34878D82A}">
                    <a16:rowId xmlns:a16="http://schemas.microsoft.com/office/drawing/2014/main" val="1043877316"/>
                  </a:ext>
                </a:extLst>
              </a:tr>
              <a:tr h="370840">
                <a:tc>
                  <a:txBody>
                    <a:bodyPr/>
                    <a:lstStyle/>
                    <a:p>
                      <a:pPr algn="ctr"/>
                      <a:r>
                        <a:rPr lang="en-US"/>
                        <a:t>A</a:t>
                      </a:r>
                      <a:r>
                        <a:rPr lang="en-CL"/>
                        <a:t>gujeros</a:t>
                      </a:r>
                    </a:p>
                  </a:txBody>
                  <a:tcPr/>
                </a:tc>
                <a:tc>
                  <a:txBody>
                    <a:bodyPr/>
                    <a:lstStyle/>
                    <a:p>
                      <a:pPr algn="ctr"/>
                      <a:r>
                        <a:rPr lang="en-CL"/>
                        <a:t>1</a:t>
                      </a:r>
                    </a:p>
                  </a:txBody>
                  <a:tcPr/>
                </a:tc>
                <a:tc>
                  <a:txBody>
                    <a:bodyPr/>
                    <a:lstStyle/>
                    <a:p>
                      <a:pPr algn="ctr"/>
                      <a:r>
                        <a:rPr lang="en-CL"/>
                        <a:t>0</a:t>
                      </a:r>
                    </a:p>
                  </a:txBody>
                  <a:tcPr/>
                </a:tc>
                <a:extLst>
                  <a:ext uri="{0D108BD9-81ED-4DB2-BD59-A6C34878D82A}">
                    <a16:rowId xmlns:a16="http://schemas.microsoft.com/office/drawing/2014/main" val="3731102265"/>
                  </a:ext>
                </a:extLst>
              </a:tr>
              <a:tr h="370840">
                <a:tc>
                  <a:txBody>
                    <a:bodyPr/>
                    <a:lstStyle/>
                    <a:p>
                      <a:pPr algn="ctr"/>
                      <a:r>
                        <a:rPr lang="en-US" err="1"/>
                        <a:t>Á</a:t>
                      </a:r>
                      <a:r>
                        <a:rPr lang="en-CL"/>
                        <a:t>rea</a:t>
                      </a:r>
                    </a:p>
                  </a:txBody>
                  <a:tcPr/>
                </a:tc>
                <a:tc>
                  <a:txBody>
                    <a:bodyPr/>
                    <a:lstStyle/>
                    <a:p>
                      <a:pPr algn="ctr"/>
                      <a:r>
                        <a:rPr lang="en-US"/>
                        <a:t>M</a:t>
                      </a:r>
                      <a:r>
                        <a:rPr lang="en-CL"/>
                        <a:t>ayor</a:t>
                      </a:r>
                    </a:p>
                  </a:txBody>
                  <a:tcPr/>
                </a:tc>
                <a:tc>
                  <a:txBody>
                    <a:bodyPr/>
                    <a:lstStyle/>
                    <a:p>
                      <a:pPr algn="ctr"/>
                      <a:r>
                        <a:rPr lang="en-CL"/>
                        <a:t>Menor</a:t>
                      </a:r>
                    </a:p>
                  </a:txBody>
                  <a:tcPr/>
                </a:tc>
                <a:extLst>
                  <a:ext uri="{0D108BD9-81ED-4DB2-BD59-A6C34878D82A}">
                    <a16:rowId xmlns:a16="http://schemas.microsoft.com/office/drawing/2014/main" val="2968397382"/>
                  </a:ext>
                </a:extLst>
              </a:tr>
              <a:tr h="370840">
                <a:tc>
                  <a:txBody>
                    <a:bodyPr/>
                    <a:lstStyle/>
                    <a:p>
                      <a:pPr algn="ctr"/>
                      <a:r>
                        <a:rPr lang="en-US"/>
                        <a:t>C</a:t>
                      </a:r>
                      <a:r>
                        <a:rPr lang="en-CL"/>
                        <a:t>urvatura</a:t>
                      </a:r>
                    </a:p>
                  </a:txBody>
                  <a:tcPr/>
                </a:tc>
                <a:tc>
                  <a:txBody>
                    <a:bodyPr/>
                    <a:lstStyle/>
                    <a:p>
                      <a:pPr algn="ctr"/>
                      <a:r>
                        <a:rPr lang="en-CL"/>
                        <a:t>Mayor</a:t>
                      </a:r>
                    </a:p>
                  </a:txBody>
                  <a:tcPr/>
                </a:tc>
                <a:tc>
                  <a:txBody>
                    <a:bodyPr/>
                    <a:lstStyle/>
                    <a:p>
                      <a:pPr algn="ctr"/>
                      <a:r>
                        <a:rPr lang="en-CL"/>
                        <a:t>Menor</a:t>
                      </a:r>
                    </a:p>
                  </a:txBody>
                  <a:tcPr/>
                </a:tc>
                <a:extLst>
                  <a:ext uri="{0D108BD9-81ED-4DB2-BD59-A6C34878D82A}">
                    <a16:rowId xmlns:a16="http://schemas.microsoft.com/office/drawing/2014/main" val="1327422395"/>
                  </a:ext>
                </a:extLst>
              </a:tr>
              <a:tr h="370840">
                <a:tc>
                  <a:txBody>
                    <a:bodyPr/>
                    <a:lstStyle/>
                    <a:p>
                      <a:r>
                        <a:rPr lang="en-CL"/>
                        <a:t>:</a:t>
                      </a:r>
                    </a:p>
                  </a:txBody>
                  <a:tcPr/>
                </a:tc>
                <a:tc>
                  <a:txBody>
                    <a:bodyPr/>
                    <a:lstStyle/>
                    <a:p>
                      <a:endParaRPr lang="en-CL"/>
                    </a:p>
                  </a:txBody>
                  <a:tcPr/>
                </a:tc>
                <a:tc>
                  <a:txBody>
                    <a:bodyPr/>
                    <a:lstStyle/>
                    <a:p>
                      <a:endParaRPr lang="en-CL"/>
                    </a:p>
                  </a:txBody>
                  <a:tcPr/>
                </a:tc>
                <a:extLst>
                  <a:ext uri="{0D108BD9-81ED-4DB2-BD59-A6C34878D82A}">
                    <a16:rowId xmlns:a16="http://schemas.microsoft.com/office/drawing/2014/main" val="784734094"/>
                  </a:ext>
                </a:extLst>
              </a:tr>
              <a:tr h="370840">
                <a:tc>
                  <a:txBody>
                    <a:bodyPr/>
                    <a:lstStyle/>
                    <a:p>
                      <a:r>
                        <a:rPr lang="en-CL"/>
                        <a:t>:</a:t>
                      </a:r>
                    </a:p>
                  </a:txBody>
                  <a:tcPr/>
                </a:tc>
                <a:tc>
                  <a:txBody>
                    <a:bodyPr/>
                    <a:lstStyle/>
                    <a:p>
                      <a:endParaRPr lang="en-CL"/>
                    </a:p>
                  </a:txBody>
                  <a:tcPr/>
                </a:tc>
                <a:tc>
                  <a:txBody>
                    <a:bodyPr/>
                    <a:lstStyle/>
                    <a:p>
                      <a:endParaRPr lang="en-CL"/>
                    </a:p>
                  </a:txBody>
                  <a:tcPr/>
                </a:tc>
                <a:extLst>
                  <a:ext uri="{0D108BD9-81ED-4DB2-BD59-A6C34878D82A}">
                    <a16:rowId xmlns:a16="http://schemas.microsoft.com/office/drawing/2014/main" val="2135041040"/>
                  </a:ext>
                </a:extLst>
              </a:tr>
            </a:tbl>
          </a:graphicData>
        </a:graphic>
      </p:graphicFrame>
      <p:sp>
        <p:nvSpPr>
          <p:cNvPr id="6" name="Title 1">
            <a:extLst>
              <a:ext uri="{FF2B5EF4-FFF2-40B4-BE49-F238E27FC236}">
                <a16:creationId xmlns:a16="http://schemas.microsoft.com/office/drawing/2014/main" id="{6E755C84-32B3-1330-CDF8-AA011A26A1CF}"/>
              </a:ext>
            </a:extLst>
          </p:cNvPr>
          <p:cNvSpPr txBox="1">
            <a:spLocks/>
          </p:cNvSpPr>
          <p:nvPr/>
        </p:nvSpPr>
        <p:spPr>
          <a:xfrm>
            <a:off x="0" y="1172433"/>
            <a:ext cx="12192000" cy="19831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L" sz="2400" i="1">
                <a:solidFill>
                  <a:schemeClr val="tx1">
                    <a:lumMod val="50000"/>
                    <a:lumOff val="50000"/>
                  </a:schemeClr>
                </a:solidFill>
                <a:latin typeface="Gill Sans MT" panose="020B0502020104020203" pitchFamily="34" charset="77"/>
                <a:cs typeface="Consolas" panose="020B0609020204030204" pitchFamily="49" charset="0"/>
              </a:rPr>
              <a:t>¿Qué medición geométrica puede ayudar para distinguir ambas figuras?</a:t>
            </a:r>
          </a:p>
          <a:p>
            <a:pPr algn="ctr"/>
            <a:endParaRPr lang="en-CL" sz="2400" i="1">
              <a:solidFill>
                <a:schemeClr val="tx1">
                  <a:lumMod val="50000"/>
                  <a:lumOff val="50000"/>
                </a:schemeClr>
              </a:solidFill>
              <a:latin typeface="Gill Sans MT" panose="020B0502020104020203" pitchFamily="34" charset="77"/>
              <a:cs typeface="Consolas" panose="020B0609020204030204" pitchFamily="49" charset="0"/>
            </a:endParaRPr>
          </a:p>
        </p:txBody>
      </p:sp>
      <p:sp>
        <p:nvSpPr>
          <p:cNvPr id="9" name="Date Placeholder 8">
            <a:extLst>
              <a:ext uri="{FF2B5EF4-FFF2-40B4-BE49-F238E27FC236}">
                <a16:creationId xmlns:a16="http://schemas.microsoft.com/office/drawing/2014/main" id="{CFCFE9E5-A44B-DF0C-32CC-34481641091C}"/>
              </a:ext>
            </a:extLst>
          </p:cNvPr>
          <p:cNvSpPr>
            <a:spLocks noGrp="1"/>
          </p:cNvSpPr>
          <p:nvPr>
            <p:ph type="dt" sz="half" idx="10"/>
          </p:nvPr>
        </p:nvSpPr>
        <p:spPr/>
        <p:txBody>
          <a:bodyPr/>
          <a:lstStyle/>
          <a:p>
            <a:r>
              <a:rPr lang="en-US"/>
              <a:t>(c) D.Mery - PR01A</a:t>
            </a:r>
            <a:endParaRPr lang="en-CL"/>
          </a:p>
        </p:txBody>
      </p:sp>
      <p:sp>
        <p:nvSpPr>
          <p:cNvPr id="10" name="Slide Number Placeholder 9">
            <a:extLst>
              <a:ext uri="{FF2B5EF4-FFF2-40B4-BE49-F238E27FC236}">
                <a16:creationId xmlns:a16="http://schemas.microsoft.com/office/drawing/2014/main" id="{44FB92A6-3870-A0D7-F5B8-27AF7E4B4963}"/>
              </a:ext>
            </a:extLst>
          </p:cNvPr>
          <p:cNvSpPr>
            <a:spLocks noGrp="1"/>
          </p:cNvSpPr>
          <p:nvPr>
            <p:ph type="sldNum" sz="quarter" idx="12"/>
          </p:nvPr>
        </p:nvSpPr>
        <p:spPr/>
        <p:txBody>
          <a:bodyPr/>
          <a:lstStyle/>
          <a:p>
            <a:fld id="{006AE8E3-C79C-E14F-9140-34B0C7F543F1}" type="slidenum">
              <a:rPr lang="en-CL" smtClean="0"/>
              <a:t>11</a:t>
            </a:fld>
            <a:endParaRPr lang="en-CL"/>
          </a:p>
        </p:txBody>
      </p:sp>
    </p:spTree>
    <p:extLst>
      <p:ext uri="{BB962C8B-B14F-4D97-AF65-F5344CB8AC3E}">
        <p14:creationId xmlns:p14="http://schemas.microsoft.com/office/powerpoint/2010/main" val="220503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369EA52-FC99-A8FD-88F7-D9284F088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C0D60-9C4E-7614-C175-AE1DB8A6B12D}"/>
              </a:ext>
            </a:extLst>
          </p:cNvPr>
          <p:cNvSpPr>
            <a:spLocks noGrp="1"/>
          </p:cNvSpPr>
          <p:nvPr>
            <p:ph type="title"/>
          </p:nvPr>
        </p:nvSpPr>
        <p:spPr>
          <a:xfrm>
            <a:off x="937053" y="315697"/>
            <a:ext cx="10515600"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Una medición posible: </a:t>
            </a:r>
            <a:br>
              <a:rPr lang="en-CL" dirty="0">
                <a:solidFill>
                  <a:schemeClr val="bg1"/>
                </a:solidFill>
                <a:latin typeface="Gill Sans MT" panose="020B0502020104020203" pitchFamily="34" charset="77"/>
                <a:cs typeface="Consolas" panose="020B0609020204030204" pitchFamily="49" charset="0"/>
              </a:rPr>
            </a:br>
            <a:r>
              <a:rPr lang="en-CL" dirty="0">
                <a:solidFill>
                  <a:schemeClr val="accent2"/>
                </a:solidFill>
                <a:latin typeface="Gill Sans MT" panose="020B0502020104020203" pitchFamily="34" charset="77"/>
                <a:cs typeface="Consolas" panose="020B0609020204030204" pitchFamily="49" charset="0"/>
              </a:rPr>
              <a:t>Aspecto</a:t>
            </a:r>
          </a:p>
        </p:txBody>
      </p:sp>
      <p:pic>
        <p:nvPicPr>
          <p:cNvPr id="4" name="Picture 3" descr="A white number on a black background&#10;&#10;AI-generated content may be incorrect.">
            <a:extLst>
              <a:ext uri="{FF2B5EF4-FFF2-40B4-BE49-F238E27FC236}">
                <a16:creationId xmlns:a16="http://schemas.microsoft.com/office/drawing/2014/main" id="{2C3DBBE0-AF04-7A06-47BF-6A37625BCF76}"/>
              </a:ext>
            </a:extLst>
          </p:cNvPr>
          <p:cNvPicPr>
            <a:picLocks noChangeAspect="1"/>
          </p:cNvPicPr>
          <p:nvPr/>
        </p:nvPicPr>
        <p:blipFill>
          <a:blip r:embed="rId2"/>
          <a:stretch>
            <a:fillRect/>
          </a:stretch>
        </p:blipFill>
        <p:spPr>
          <a:xfrm>
            <a:off x="666018" y="2650218"/>
            <a:ext cx="3170878" cy="3419574"/>
          </a:xfrm>
          <a:prstGeom prst="rect">
            <a:avLst/>
          </a:prstGeom>
        </p:spPr>
      </p:pic>
      <p:pic>
        <p:nvPicPr>
          <p:cNvPr id="8" name="Picture 7" descr="A white number on a black background&#10;&#10;AI-generated content may be incorrect.">
            <a:extLst>
              <a:ext uri="{FF2B5EF4-FFF2-40B4-BE49-F238E27FC236}">
                <a16:creationId xmlns:a16="http://schemas.microsoft.com/office/drawing/2014/main" id="{EBED1C08-DC66-2EA5-AEFE-E3E6E11E3DED}"/>
              </a:ext>
            </a:extLst>
          </p:cNvPr>
          <p:cNvPicPr>
            <a:picLocks noChangeAspect="1"/>
          </p:cNvPicPr>
          <p:nvPr/>
        </p:nvPicPr>
        <p:blipFill>
          <a:blip r:embed="rId3"/>
          <a:stretch>
            <a:fillRect/>
          </a:stretch>
        </p:blipFill>
        <p:spPr>
          <a:xfrm>
            <a:off x="7909109" y="2650217"/>
            <a:ext cx="2797834" cy="3419575"/>
          </a:xfrm>
          <a:prstGeom prst="rect">
            <a:avLst/>
          </a:prstGeom>
        </p:spPr>
      </p:pic>
      <p:cxnSp>
        <p:nvCxnSpPr>
          <p:cNvPr id="10" name="Straight Arrow Connector 9">
            <a:extLst>
              <a:ext uri="{FF2B5EF4-FFF2-40B4-BE49-F238E27FC236}">
                <a16:creationId xmlns:a16="http://schemas.microsoft.com/office/drawing/2014/main" id="{04C8438C-0E15-6C2E-1EE2-4E5C8BFDC740}"/>
              </a:ext>
            </a:extLst>
          </p:cNvPr>
          <p:cNvCxnSpPr/>
          <p:nvPr/>
        </p:nvCxnSpPr>
        <p:spPr>
          <a:xfrm>
            <a:off x="8821267" y="2958353"/>
            <a:ext cx="900000" cy="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B900F51-5DF2-2D19-0153-492C663EDBA4}"/>
              </a:ext>
            </a:extLst>
          </p:cNvPr>
          <p:cNvCxnSpPr/>
          <p:nvPr/>
        </p:nvCxnSpPr>
        <p:spPr>
          <a:xfrm>
            <a:off x="1658471" y="2967318"/>
            <a:ext cx="1332000" cy="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6AB7B26-01D3-FC1B-B9D8-C476EFAE53D0}"/>
              </a:ext>
            </a:extLst>
          </p:cNvPr>
          <p:cNvCxnSpPr>
            <a:cxnSpLocks/>
          </p:cNvCxnSpPr>
          <p:nvPr/>
        </p:nvCxnSpPr>
        <p:spPr>
          <a:xfrm>
            <a:off x="10103220" y="3254188"/>
            <a:ext cx="0" cy="212400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F6DADB2-BA42-AFE3-395E-B255E336F140}"/>
              </a:ext>
            </a:extLst>
          </p:cNvPr>
          <p:cNvCxnSpPr>
            <a:cxnSpLocks/>
          </p:cNvCxnSpPr>
          <p:nvPr/>
        </p:nvCxnSpPr>
        <p:spPr>
          <a:xfrm>
            <a:off x="3370730" y="3429000"/>
            <a:ext cx="0" cy="212400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0DA5CD4-9705-2CB5-4CF2-FAD07E655B0F}"/>
              </a:ext>
            </a:extLst>
          </p:cNvPr>
          <p:cNvSpPr txBox="1"/>
          <p:nvPr/>
        </p:nvSpPr>
        <p:spPr>
          <a:xfrm>
            <a:off x="2008096" y="2294967"/>
            <a:ext cx="518091" cy="646331"/>
          </a:xfrm>
          <a:prstGeom prst="rect">
            <a:avLst/>
          </a:prstGeom>
          <a:noFill/>
        </p:spPr>
        <p:txBody>
          <a:bodyPr wrap="none" rtlCol="0">
            <a:spAutoFit/>
          </a:bodyPr>
          <a:lstStyle/>
          <a:p>
            <a:r>
              <a:rPr lang="en-CL" sz="3600">
                <a:solidFill>
                  <a:srgbClr val="00B050"/>
                </a:solidFill>
              </a:rPr>
              <a:t>w</a:t>
            </a:r>
          </a:p>
        </p:txBody>
      </p:sp>
      <p:sp>
        <p:nvSpPr>
          <p:cNvPr id="16" name="TextBox 15">
            <a:extLst>
              <a:ext uri="{FF2B5EF4-FFF2-40B4-BE49-F238E27FC236}">
                <a16:creationId xmlns:a16="http://schemas.microsoft.com/office/drawing/2014/main" id="{5BE7F26F-8DBE-BC44-CA90-D924A37CC231}"/>
              </a:ext>
            </a:extLst>
          </p:cNvPr>
          <p:cNvSpPr txBox="1"/>
          <p:nvPr/>
        </p:nvSpPr>
        <p:spPr>
          <a:xfrm>
            <a:off x="8973665" y="2286006"/>
            <a:ext cx="518091" cy="646331"/>
          </a:xfrm>
          <a:prstGeom prst="rect">
            <a:avLst/>
          </a:prstGeom>
          <a:noFill/>
        </p:spPr>
        <p:txBody>
          <a:bodyPr wrap="none" rtlCol="0">
            <a:spAutoFit/>
          </a:bodyPr>
          <a:lstStyle/>
          <a:p>
            <a:r>
              <a:rPr lang="en-CL" sz="3600">
                <a:solidFill>
                  <a:srgbClr val="00B050"/>
                </a:solidFill>
              </a:rPr>
              <a:t>w</a:t>
            </a:r>
          </a:p>
        </p:txBody>
      </p:sp>
      <p:sp>
        <p:nvSpPr>
          <p:cNvPr id="17" name="TextBox 16">
            <a:extLst>
              <a:ext uri="{FF2B5EF4-FFF2-40B4-BE49-F238E27FC236}">
                <a16:creationId xmlns:a16="http://schemas.microsoft.com/office/drawing/2014/main" id="{BEA65796-61E1-D8C7-7989-D3C74E30F148}"/>
              </a:ext>
            </a:extLst>
          </p:cNvPr>
          <p:cNvSpPr txBox="1"/>
          <p:nvPr/>
        </p:nvSpPr>
        <p:spPr>
          <a:xfrm>
            <a:off x="10219756" y="3926543"/>
            <a:ext cx="439544" cy="646331"/>
          </a:xfrm>
          <a:prstGeom prst="rect">
            <a:avLst/>
          </a:prstGeom>
          <a:noFill/>
        </p:spPr>
        <p:txBody>
          <a:bodyPr wrap="none" rtlCol="0">
            <a:spAutoFit/>
          </a:bodyPr>
          <a:lstStyle/>
          <a:p>
            <a:r>
              <a:rPr lang="en-CL" sz="3600">
                <a:solidFill>
                  <a:srgbClr val="00B0F0"/>
                </a:solidFill>
              </a:rPr>
              <a:t>h</a:t>
            </a:r>
          </a:p>
        </p:txBody>
      </p:sp>
      <p:sp>
        <p:nvSpPr>
          <p:cNvPr id="18" name="TextBox 17">
            <a:extLst>
              <a:ext uri="{FF2B5EF4-FFF2-40B4-BE49-F238E27FC236}">
                <a16:creationId xmlns:a16="http://schemas.microsoft.com/office/drawing/2014/main" id="{2048EE94-7570-D724-AA6E-C64EB5C0991D}"/>
              </a:ext>
            </a:extLst>
          </p:cNvPr>
          <p:cNvSpPr txBox="1"/>
          <p:nvPr/>
        </p:nvSpPr>
        <p:spPr>
          <a:xfrm>
            <a:off x="3523129" y="3953440"/>
            <a:ext cx="439544" cy="646331"/>
          </a:xfrm>
          <a:prstGeom prst="rect">
            <a:avLst/>
          </a:prstGeom>
          <a:noFill/>
        </p:spPr>
        <p:txBody>
          <a:bodyPr wrap="none" rtlCol="0">
            <a:spAutoFit/>
          </a:bodyPr>
          <a:lstStyle/>
          <a:p>
            <a:r>
              <a:rPr lang="en-CL" sz="3600">
                <a:solidFill>
                  <a:srgbClr val="00B0F0"/>
                </a:solidFill>
              </a:rPr>
              <a:t>h</a:t>
            </a:r>
          </a:p>
        </p:txBody>
      </p:sp>
      <p:sp>
        <p:nvSpPr>
          <p:cNvPr id="19" name="TextBox 18">
            <a:extLst>
              <a:ext uri="{FF2B5EF4-FFF2-40B4-BE49-F238E27FC236}">
                <a16:creationId xmlns:a16="http://schemas.microsoft.com/office/drawing/2014/main" id="{D37B52DC-70FA-5E08-C5C9-39BC268D110A}"/>
              </a:ext>
            </a:extLst>
          </p:cNvPr>
          <p:cNvSpPr txBox="1"/>
          <p:nvPr/>
        </p:nvSpPr>
        <p:spPr>
          <a:xfrm>
            <a:off x="5258140" y="3864988"/>
            <a:ext cx="1975221" cy="707886"/>
          </a:xfrm>
          <a:prstGeom prst="rect">
            <a:avLst/>
          </a:prstGeom>
          <a:noFill/>
        </p:spPr>
        <p:txBody>
          <a:bodyPr wrap="none" rtlCol="0">
            <a:spAutoFit/>
          </a:bodyPr>
          <a:lstStyle/>
          <a:p>
            <a:r>
              <a:rPr lang="en-US" sz="4000">
                <a:solidFill>
                  <a:schemeClr val="accent2">
                    <a:lumMod val="60000"/>
                    <a:lumOff val="40000"/>
                  </a:schemeClr>
                </a:solidFill>
              </a:rPr>
              <a:t>a</a:t>
            </a:r>
            <a:r>
              <a:rPr lang="en-CL" sz="4000">
                <a:solidFill>
                  <a:schemeClr val="bg1"/>
                </a:solidFill>
              </a:rPr>
              <a:t> = </a:t>
            </a:r>
            <a:r>
              <a:rPr lang="en-CL" sz="4000">
                <a:solidFill>
                  <a:srgbClr val="00B050"/>
                </a:solidFill>
              </a:rPr>
              <a:t>w </a:t>
            </a:r>
            <a:r>
              <a:rPr lang="en-CL" sz="4000">
                <a:solidFill>
                  <a:schemeClr val="bg1"/>
                </a:solidFill>
              </a:rPr>
              <a:t>/ </a:t>
            </a:r>
            <a:r>
              <a:rPr lang="en-CL" sz="4000">
                <a:solidFill>
                  <a:srgbClr val="00B0F0"/>
                </a:solidFill>
              </a:rPr>
              <a:t>h</a:t>
            </a:r>
          </a:p>
        </p:txBody>
      </p:sp>
      <p:sp>
        <p:nvSpPr>
          <p:cNvPr id="20" name="Title 1">
            <a:extLst>
              <a:ext uri="{FF2B5EF4-FFF2-40B4-BE49-F238E27FC236}">
                <a16:creationId xmlns:a16="http://schemas.microsoft.com/office/drawing/2014/main" id="{3AB8A926-7466-5627-396D-CB52AB0B5201}"/>
              </a:ext>
            </a:extLst>
          </p:cNvPr>
          <p:cNvSpPr txBox="1">
            <a:spLocks/>
          </p:cNvSpPr>
          <p:nvPr/>
        </p:nvSpPr>
        <p:spPr>
          <a:xfrm>
            <a:off x="0" y="1297938"/>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L" sz="3200" i="1">
                <a:solidFill>
                  <a:schemeClr val="tx1">
                    <a:lumMod val="50000"/>
                    <a:lumOff val="50000"/>
                  </a:schemeClr>
                </a:solidFill>
                <a:latin typeface="Gill Sans MT" panose="020B0502020104020203" pitchFamily="34" charset="77"/>
                <a:cs typeface="Consolas" panose="020B0609020204030204" pitchFamily="49" charset="0"/>
              </a:rPr>
              <a:t>El cero es más ancho que el uno</a:t>
            </a:r>
          </a:p>
        </p:txBody>
      </p:sp>
      <p:sp>
        <p:nvSpPr>
          <p:cNvPr id="9" name="Date Placeholder 8">
            <a:extLst>
              <a:ext uri="{FF2B5EF4-FFF2-40B4-BE49-F238E27FC236}">
                <a16:creationId xmlns:a16="http://schemas.microsoft.com/office/drawing/2014/main" id="{C8F91DA5-5B80-69E1-35E7-DAE9FB5631B3}"/>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39B04218-AFC3-AB9F-73C5-9F98C07D552E}"/>
              </a:ext>
            </a:extLst>
          </p:cNvPr>
          <p:cNvSpPr>
            <a:spLocks noGrp="1"/>
          </p:cNvSpPr>
          <p:nvPr>
            <p:ph type="sldNum" sz="quarter" idx="12"/>
          </p:nvPr>
        </p:nvSpPr>
        <p:spPr/>
        <p:txBody>
          <a:bodyPr/>
          <a:lstStyle/>
          <a:p>
            <a:fld id="{006AE8E3-C79C-E14F-9140-34B0C7F543F1}" type="slidenum">
              <a:rPr lang="en-CL" smtClean="0"/>
              <a:t>12</a:t>
            </a:fld>
            <a:endParaRPr lang="en-CL"/>
          </a:p>
        </p:txBody>
      </p:sp>
    </p:spTree>
    <p:extLst>
      <p:ext uri="{BB962C8B-B14F-4D97-AF65-F5344CB8AC3E}">
        <p14:creationId xmlns:p14="http://schemas.microsoft.com/office/powerpoint/2010/main" val="2112414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F60031-9EC4-8ECC-3D75-D6BFC089D9BD}"/>
              </a:ext>
            </a:extLst>
          </p:cNvPr>
          <p:cNvSpPr/>
          <p:nvPr/>
        </p:nvSpPr>
        <p:spPr>
          <a:xfrm>
            <a:off x="391293" y="3135218"/>
            <a:ext cx="3312000" cy="33116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5" name="Rectangle 4">
            <a:extLst>
              <a:ext uri="{FF2B5EF4-FFF2-40B4-BE49-F238E27FC236}">
                <a16:creationId xmlns:a16="http://schemas.microsoft.com/office/drawing/2014/main" id="{F745A01E-8CF4-A438-4FE3-144A7EA43B12}"/>
              </a:ext>
            </a:extLst>
          </p:cNvPr>
          <p:cNvSpPr/>
          <p:nvPr/>
        </p:nvSpPr>
        <p:spPr>
          <a:xfrm>
            <a:off x="5140402" y="3135217"/>
            <a:ext cx="3312000" cy="33116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6" name="Oval 5">
            <a:extLst>
              <a:ext uri="{FF2B5EF4-FFF2-40B4-BE49-F238E27FC236}">
                <a16:creationId xmlns:a16="http://schemas.microsoft.com/office/drawing/2014/main" id="{F2C479D0-3FA8-A54A-BB04-7CE2A0928175}"/>
              </a:ext>
            </a:extLst>
          </p:cNvPr>
          <p:cNvSpPr/>
          <p:nvPr/>
        </p:nvSpPr>
        <p:spPr>
          <a:xfrm>
            <a:off x="1478882" y="3950762"/>
            <a:ext cx="1136821" cy="1680519"/>
          </a:xfrm>
          <a:prstGeom prst="ellipse">
            <a:avLst/>
          </a:prstGeom>
          <a:noFill/>
          <a:ln w="279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7" name="Oval 6">
            <a:extLst>
              <a:ext uri="{FF2B5EF4-FFF2-40B4-BE49-F238E27FC236}">
                <a16:creationId xmlns:a16="http://schemas.microsoft.com/office/drawing/2014/main" id="{D8593E9C-568A-24A0-FC61-69B8120B8632}"/>
              </a:ext>
            </a:extLst>
          </p:cNvPr>
          <p:cNvSpPr/>
          <p:nvPr/>
        </p:nvSpPr>
        <p:spPr>
          <a:xfrm>
            <a:off x="6227991" y="3950761"/>
            <a:ext cx="1136821" cy="1680519"/>
          </a:xfrm>
          <a:prstGeom prst="ellipse">
            <a:avLst/>
          </a:prstGeom>
          <a:solidFill>
            <a:schemeClr val="bg1"/>
          </a:solidFill>
          <a:ln w="279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cxnSp>
        <p:nvCxnSpPr>
          <p:cNvPr id="9" name="Straight Arrow Connector 8">
            <a:extLst>
              <a:ext uri="{FF2B5EF4-FFF2-40B4-BE49-F238E27FC236}">
                <a16:creationId xmlns:a16="http://schemas.microsoft.com/office/drawing/2014/main" id="{8345FAA4-67B7-8010-7938-42CC1DD0C559}"/>
              </a:ext>
            </a:extLst>
          </p:cNvPr>
          <p:cNvCxnSpPr>
            <a:stCxn id="4" idx="3"/>
            <a:endCxn id="5" idx="1"/>
          </p:cNvCxnSpPr>
          <p:nvPr/>
        </p:nvCxnSpPr>
        <p:spPr>
          <a:xfrm flipV="1">
            <a:off x="3703293" y="4791023"/>
            <a:ext cx="1437109" cy="1"/>
          </a:xfrm>
          <a:prstGeom prst="straightConnector1">
            <a:avLst/>
          </a:prstGeom>
          <a:ln w="666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977C8D2-1C9A-2904-4196-AEEA6F7CDD2A}"/>
              </a:ext>
            </a:extLst>
          </p:cNvPr>
          <p:cNvSpPr txBox="1"/>
          <p:nvPr/>
        </p:nvSpPr>
        <p:spPr>
          <a:xfrm>
            <a:off x="3781952" y="4234969"/>
            <a:ext cx="1231427" cy="461665"/>
          </a:xfrm>
          <a:prstGeom prst="rect">
            <a:avLst/>
          </a:prstGeom>
          <a:noFill/>
        </p:spPr>
        <p:txBody>
          <a:bodyPr wrap="none" rtlCol="0">
            <a:spAutoFit/>
          </a:bodyPr>
          <a:lstStyle/>
          <a:p>
            <a:r>
              <a:rPr lang="en-CL" sz="2400">
                <a:latin typeface="Arial" panose="020B0604020202020204" pitchFamily="34" charset="0"/>
                <a:cs typeface="Arial" panose="020B0604020202020204" pitchFamily="34" charset="0"/>
              </a:rPr>
              <a:t>Relleno</a:t>
            </a:r>
          </a:p>
        </p:txBody>
      </p:sp>
      <p:sp>
        <p:nvSpPr>
          <p:cNvPr id="11" name="TextBox 10">
            <a:extLst>
              <a:ext uri="{FF2B5EF4-FFF2-40B4-BE49-F238E27FC236}">
                <a16:creationId xmlns:a16="http://schemas.microsoft.com/office/drawing/2014/main" id="{B6EB8A7B-69FC-363E-CA31-D4C4BCD4ED62}"/>
              </a:ext>
            </a:extLst>
          </p:cNvPr>
          <p:cNvSpPr txBox="1"/>
          <p:nvPr/>
        </p:nvSpPr>
        <p:spPr>
          <a:xfrm>
            <a:off x="2680961" y="5433574"/>
            <a:ext cx="583814" cy="707886"/>
          </a:xfrm>
          <a:prstGeom prst="rect">
            <a:avLst/>
          </a:prstGeom>
          <a:noFill/>
        </p:spPr>
        <p:txBody>
          <a:bodyPr wrap="none" rtlCol="0">
            <a:spAutoFit/>
          </a:bodyPr>
          <a:lstStyle/>
          <a:p>
            <a:r>
              <a:rPr lang="en-CL" sz="4000">
                <a:solidFill>
                  <a:schemeClr val="accent2">
                    <a:lumMod val="40000"/>
                    <a:lumOff val="60000"/>
                  </a:schemeClr>
                </a:solidFill>
                <a:latin typeface="Palatino" pitchFamily="2" charset="77"/>
                <a:ea typeface="Palatino" pitchFamily="2" charset="77"/>
              </a:rPr>
              <a:t>A</a:t>
            </a:r>
          </a:p>
        </p:txBody>
      </p:sp>
      <p:cxnSp>
        <p:nvCxnSpPr>
          <p:cNvPr id="13" name="Straight Connector 12">
            <a:extLst>
              <a:ext uri="{FF2B5EF4-FFF2-40B4-BE49-F238E27FC236}">
                <a16:creationId xmlns:a16="http://schemas.microsoft.com/office/drawing/2014/main" id="{BFEDD6DC-BE47-BDA4-2B2A-AE90618931A6}"/>
              </a:ext>
            </a:extLst>
          </p:cNvPr>
          <p:cNvCxnSpPr>
            <a:stCxn id="6" idx="5"/>
          </p:cNvCxnSpPr>
          <p:nvPr/>
        </p:nvCxnSpPr>
        <p:spPr>
          <a:xfrm>
            <a:off x="2449219" y="5385175"/>
            <a:ext cx="326928" cy="246105"/>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A8D62F-0B8C-C9B4-F15D-72119C6DE034}"/>
              </a:ext>
            </a:extLst>
          </p:cNvPr>
          <p:cNvSpPr txBox="1"/>
          <p:nvPr/>
        </p:nvSpPr>
        <p:spPr>
          <a:xfrm>
            <a:off x="7364812" y="5433574"/>
            <a:ext cx="697627" cy="707886"/>
          </a:xfrm>
          <a:prstGeom prst="rect">
            <a:avLst/>
          </a:prstGeom>
          <a:noFill/>
        </p:spPr>
        <p:txBody>
          <a:bodyPr wrap="none" rtlCol="0">
            <a:spAutoFit/>
          </a:bodyPr>
          <a:lstStyle/>
          <a:p>
            <a:r>
              <a:rPr lang="en-CL" sz="4000">
                <a:solidFill>
                  <a:schemeClr val="accent2">
                    <a:lumMod val="40000"/>
                    <a:lumOff val="60000"/>
                  </a:schemeClr>
                </a:solidFill>
                <a:latin typeface="Palatino" pitchFamily="2" charset="77"/>
                <a:ea typeface="Palatino" pitchFamily="2" charset="77"/>
              </a:rPr>
              <a:t>A</a:t>
            </a:r>
            <a:r>
              <a:rPr lang="en-CL" sz="4000" baseline="-25000">
                <a:solidFill>
                  <a:schemeClr val="accent2">
                    <a:lumMod val="40000"/>
                    <a:lumOff val="60000"/>
                  </a:schemeClr>
                </a:solidFill>
                <a:latin typeface="Palatino" pitchFamily="2" charset="77"/>
                <a:ea typeface="Palatino" pitchFamily="2" charset="77"/>
              </a:rPr>
              <a:t>f</a:t>
            </a:r>
          </a:p>
        </p:txBody>
      </p:sp>
      <p:cxnSp>
        <p:nvCxnSpPr>
          <p:cNvPr id="15" name="Straight Connector 14">
            <a:extLst>
              <a:ext uri="{FF2B5EF4-FFF2-40B4-BE49-F238E27FC236}">
                <a16:creationId xmlns:a16="http://schemas.microsoft.com/office/drawing/2014/main" id="{4C09B201-5C8C-954E-71DB-02CA2C530373}"/>
              </a:ext>
            </a:extLst>
          </p:cNvPr>
          <p:cNvCxnSpPr/>
          <p:nvPr/>
        </p:nvCxnSpPr>
        <p:spPr>
          <a:xfrm>
            <a:off x="7133070" y="5385175"/>
            <a:ext cx="326928" cy="246105"/>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23F207E-769E-7D33-CF6D-C91F37A249B6}"/>
              </a:ext>
            </a:extLst>
          </p:cNvPr>
          <p:cNvCxnSpPr>
            <a:cxnSpLocks/>
            <a:stCxn id="5" idx="3"/>
          </p:cNvCxnSpPr>
          <p:nvPr/>
        </p:nvCxnSpPr>
        <p:spPr>
          <a:xfrm>
            <a:off x="8452402" y="4791023"/>
            <a:ext cx="1014327" cy="0"/>
          </a:xfrm>
          <a:prstGeom prst="straightConnector1">
            <a:avLst/>
          </a:prstGeom>
          <a:ln w="666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B6DFD2F2-5FD4-DEBF-426D-778BBA83D69C}"/>
              </a:ext>
            </a:extLst>
          </p:cNvPr>
          <p:cNvSpPr txBox="1"/>
          <p:nvPr/>
        </p:nvSpPr>
        <p:spPr>
          <a:xfrm>
            <a:off x="11169895" y="4148470"/>
            <a:ext cx="583814" cy="707886"/>
          </a:xfrm>
          <a:prstGeom prst="rect">
            <a:avLst/>
          </a:prstGeom>
          <a:noFill/>
        </p:spPr>
        <p:txBody>
          <a:bodyPr wrap="none" rtlCol="0">
            <a:spAutoFit/>
          </a:bodyPr>
          <a:lstStyle/>
          <a:p>
            <a:r>
              <a:rPr lang="en-CL" sz="4000">
                <a:latin typeface="Palatino" pitchFamily="2" charset="77"/>
                <a:ea typeface="Palatino" pitchFamily="2" charset="77"/>
              </a:rPr>
              <a:t>A</a:t>
            </a:r>
          </a:p>
        </p:txBody>
      </p:sp>
      <p:sp>
        <p:nvSpPr>
          <p:cNvPr id="20" name="TextBox 19">
            <a:extLst>
              <a:ext uri="{FF2B5EF4-FFF2-40B4-BE49-F238E27FC236}">
                <a16:creationId xmlns:a16="http://schemas.microsoft.com/office/drawing/2014/main" id="{EE78D9DA-BBEC-DCD0-1BEA-C13AB98DAC59}"/>
              </a:ext>
            </a:extLst>
          </p:cNvPr>
          <p:cNvSpPr txBox="1"/>
          <p:nvPr/>
        </p:nvSpPr>
        <p:spPr>
          <a:xfrm>
            <a:off x="11169895" y="4767169"/>
            <a:ext cx="697627" cy="707886"/>
          </a:xfrm>
          <a:prstGeom prst="rect">
            <a:avLst/>
          </a:prstGeom>
          <a:noFill/>
        </p:spPr>
        <p:txBody>
          <a:bodyPr wrap="none" rtlCol="0">
            <a:spAutoFit/>
          </a:bodyPr>
          <a:lstStyle/>
          <a:p>
            <a:r>
              <a:rPr lang="en-CL" sz="4000">
                <a:latin typeface="Palatino" pitchFamily="2" charset="77"/>
                <a:ea typeface="Palatino" pitchFamily="2" charset="77"/>
              </a:rPr>
              <a:t>A</a:t>
            </a:r>
            <a:r>
              <a:rPr lang="en-CL" sz="4000" baseline="-25000">
                <a:latin typeface="Palatino" pitchFamily="2" charset="77"/>
                <a:ea typeface="Palatino" pitchFamily="2" charset="77"/>
              </a:rPr>
              <a:t>f</a:t>
            </a:r>
          </a:p>
        </p:txBody>
      </p:sp>
      <p:cxnSp>
        <p:nvCxnSpPr>
          <p:cNvPr id="22" name="Straight Connector 21">
            <a:extLst>
              <a:ext uri="{FF2B5EF4-FFF2-40B4-BE49-F238E27FC236}">
                <a16:creationId xmlns:a16="http://schemas.microsoft.com/office/drawing/2014/main" id="{532CCC5B-FBE9-291E-A3A6-B978DA3A8822}"/>
              </a:ext>
            </a:extLst>
          </p:cNvPr>
          <p:cNvCxnSpPr/>
          <p:nvPr/>
        </p:nvCxnSpPr>
        <p:spPr>
          <a:xfrm>
            <a:off x="11227023" y="4767169"/>
            <a:ext cx="46955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5A05E3F-81DB-560A-BA43-B0E42F450B75}"/>
              </a:ext>
            </a:extLst>
          </p:cNvPr>
          <p:cNvSpPr txBox="1"/>
          <p:nvPr/>
        </p:nvSpPr>
        <p:spPr>
          <a:xfrm>
            <a:off x="10642670" y="4424440"/>
            <a:ext cx="495649" cy="707886"/>
          </a:xfrm>
          <a:prstGeom prst="rect">
            <a:avLst/>
          </a:prstGeom>
          <a:noFill/>
        </p:spPr>
        <p:txBody>
          <a:bodyPr wrap="none" rtlCol="0">
            <a:spAutoFit/>
          </a:bodyPr>
          <a:lstStyle/>
          <a:p>
            <a:r>
              <a:rPr lang="en-CL" sz="4000">
                <a:latin typeface="Palatino" pitchFamily="2" charset="77"/>
                <a:ea typeface="Palatino" pitchFamily="2" charset="77"/>
              </a:rPr>
              <a:t>=</a:t>
            </a:r>
          </a:p>
        </p:txBody>
      </p:sp>
      <p:sp>
        <p:nvSpPr>
          <p:cNvPr id="2" name="Title 1">
            <a:extLst>
              <a:ext uri="{FF2B5EF4-FFF2-40B4-BE49-F238E27FC236}">
                <a16:creationId xmlns:a16="http://schemas.microsoft.com/office/drawing/2014/main" id="{F6361604-01A6-0240-2256-54FADBF88377}"/>
              </a:ext>
            </a:extLst>
          </p:cNvPr>
          <p:cNvSpPr>
            <a:spLocks noGrp="1"/>
          </p:cNvSpPr>
          <p:nvPr>
            <p:ph type="title"/>
          </p:nvPr>
        </p:nvSpPr>
        <p:spPr>
          <a:xfrm>
            <a:off x="394446" y="315697"/>
            <a:ext cx="11438965" cy="1325563"/>
          </a:xfrm>
        </p:spPr>
        <p:txBody>
          <a:bodyPr/>
          <a:lstStyle/>
          <a:p>
            <a:pPr algn="ctr"/>
            <a:r>
              <a:rPr lang="en-CL" dirty="0">
                <a:latin typeface="Gill Sans MT" panose="020B0502020104020203" pitchFamily="34" charset="77"/>
                <a:cs typeface="Consolas" panose="020B0609020204030204" pitchFamily="49" charset="0"/>
              </a:rPr>
              <a:t>Otra medición posible: </a:t>
            </a:r>
            <a:br>
              <a:rPr lang="en-CL" dirty="0">
                <a:latin typeface="Gill Sans MT" panose="020B0502020104020203" pitchFamily="34" charset="77"/>
                <a:cs typeface="Consolas" panose="020B0609020204030204" pitchFamily="49" charset="0"/>
              </a:rPr>
            </a:br>
            <a:r>
              <a:rPr lang="en-CL" dirty="0">
                <a:solidFill>
                  <a:schemeClr val="tx2">
                    <a:lumMod val="75000"/>
                    <a:lumOff val="25000"/>
                  </a:schemeClr>
                </a:solidFill>
                <a:latin typeface="Gill Sans MT" panose="020B0502020104020203" pitchFamily="34" charset="77"/>
                <a:cs typeface="Consolas" panose="020B0609020204030204" pitchFamily="49" charset="0"/>
              </a:rPr>
              <a:t>Área Normalizada (A</a:t>
            </a:r>
            <a:r>
              <a:rPr lang="en-CL" baseline="-25000" dirty="0">
                <a:solidFill>
                  <a:schemeClr val="tx2">
                    <a:lumMod val="75000"/>
                    <a:lumOff val="25000"/>
                  </a:schemeClr>
                </a:solidFill>
                <a:latin typeface="Gill Sans MT" panose="020B0502020104020203" pitchFamily="34" charset="77"/>
                <a:cs typeface="Consolas" panose="020B0609020204030204" pitchFamily="49" charset="0"/>
              </a:rPr>
              <a:t>n</a:t>
            </a:r>
            <a:r>
              <a:rPr lang="en-CL" dirty="0">
                <a:solidFill>
                  <a:schemeClr val="tx2">
                    <a:lumMod val="75000"/>
                    <a:lumOff val="25000"/>
                  </a:schemeClr>
                </a:solidFill>
                <a:latin typeface="Gill Sans MT" panose="020B0502020104020203" pitchFamily="34" charset="77"/>
                <a:cs typeface="Consolas" panose="020B0609020204030204" pitchFamily="49" charset="0"/>
              </a:rPr>
              <a:t>)</a:t>
            </a:r>
          </a:p>
        </p:txBody>
      </p:sp>
      <p:sp>
        <p:nvSpPr>
          <p:cNvPr id="3" name="Title 1">
            <a:extLst>
              <a:ext uri="{FF2B5EF4-FFF2-40B4-BE49-F238E27FC236}">
                <a16:creationId xmlns:a16="http://schemas.microsoft.com/office/drawing/2014/main" id="{821F971E-05B3-3F05-89B6-60FE92457DDF}"/>
              </a:ext>
            </a:extLst>
          </p:cNvPr>
          <p:cNvSpPr txBox="1">
            <a:spLocks/>
          </p:cNvSpPr>
          <p:nvPr/>
        </p:nvSpPr>
        <p:spPr>
          <a:xfrm>
            <a:off x="0" y="1674448"/>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L" sz="2800" i="1">
                <a:solidFill>
                  <a:schemeClr val="tx1">
                    <a:lumMod val="50000"/>
                    <a:lumOff val="50000"/>
                  </a:schemeClr>
                </a:solidFill>
                <a:latin typeface="Gill Sans MT" panose="020B0502020104020203" pitchFamily="34" charset="77"/>
                <a:cs typeface="Consolas" panose="020B0609020204030204" pitchFamily="49" charset="0"/>
              </a:rPr>
              <a:t>El A</a:t>
            </a:r>
            <a:r>
              <a:rPr lang="en-CL" sz="2800" i="1" baseline="-25000">
                <a:solidFill>
                  <a:schemeClr val="tx1">
                    <a:lumMod val="50000"/>
                    <a:lumOff val="50000"/>
                  </a:schemeClr>
                </a:solidFill>
                <a:latin typeface="Gill Sans MT" panose="020B0502020104020203" pitchFamily="34" charset="77"/>
                <a:cs typeface="Consolas" panose="020B0609020204030204" pitchFamily="49" charset="0"/>
              </a:rPr>
              <a:t>n</a:t>
            </a:r>
            <a:r>
              <a:rPr lang="en-CL" sz="2800" i="1">
                <a:solidFill>
                  <a:schemeClr val="tx1">
                    <a:lumMod val="50000"/>
                    <a:lumOff val="50000"/>
                  </a:schemeClr>
                </a:solidFill>
                <a:latin typeface="Gill Sans MT" panose="020B0502020104020203" pitchFamily="34" charset="77"/>
                <a:cs typeface="Consolas" panose="020B0609020204030204" pitchFamily="49" charset="0"/>
              </a:rPr>
              <a:t> del cero es menor </a:t>
            </a:r>
            <a:r>
              <a:rPr lang="en-US" sz="2800" i="1">
                <a:solidFill>
                  <a:schemeClr val="tx1">
                    <a:lumMod val="50000"/>
                    <a:lumOff val="50000"/>
                  </a:schemeClr>
                </a:solidFill>
                <a:latin typeface="Gill Sans MT" panose="020B0502020104020203" pitchFamily="34" charset="77"/>
                <a:cs typeface="Consolas" panose="020B0609020204030204" pitchFamily="49" charset="0"/>
              </a:rPr>
              <a:t>q</a:t>
            </a:r>
            <a:r>
              <a:rPr lang="en-CL" sz="2800" i="1">
                <a:solidFill>
                  <a:schemeClr val="tx1">
                    <a:lumMod val="50000"/>
                    <a:lumOff val="50000"/>
                  </a:schemeClr>
                </a:solidFill>
                <a:latin typeface="Gill Sans MT" panose="020B0502020104020203" pitchFamily="34" charset="77"/>
                <a:cs typeface="Consolas" panose="020B0609020204030204" pitchFamily="49" charset="0"/>
              </a:rPr>
              <a:t>ue 1.0 (porque tiene un agujero)</a:t>
            </a:r>
          </a:p>
          <a:p>
            <a:pPr algn="ctr"/>
            <a:r>
              <a:rPr lang="en-CL" sz="2800" i="1">
                <a:solidFill>
                  <a:schemeClr val="tx1">
                    <a:lumMod val="50000"/>
                    <a:lumOff val="50000"/>
                  </a:schemeClr>
                </a:solidFill>
                <a:latin typeface="Gill Sans MT" panose="020B0502020104020203" pitchFamily="34" charset="77"/>
                <a:cs typeface="Consolas" panose="020B0609020204030204" pitchFamily="49" charset="0"/>
              </a:rPr>
              <a:t> El A</a:t>
            </a:r>
            <a:r>
              <a:rPr lang="en-CL" sz="2800" i="1" baseline="-25000">
                <a:solidFill>
                  <a:schemeClr val="tx1">
                    <a:lumMod val="50000"/>
                    <a:lumOff val="50000"/>
                  </a:schemeClr>
                </a:solidFill>
                <a:latin typeface="Gill Sans MT" panose="020B0502020104020203" pitchFamily="34" charset="77"/>
                <a:cs typeface="Consolas" panose="020B0609020204030204" pitchFamily="49" charset="0"/>
              </a:rPr>
              <a:t>n</a:t>
            </a:r>
            <a:r>
              <a:rPr lang="en-CL" sz="2800" i="1">
                <a:solidFill>
                  <a:schemeClr val="tx1">
                    <a:lumMod val="50000"/>
                    <a:lumOff val="50000"/>
                  </a:schemeClr>
                </a:solidFill>
                <a:latin typeface="Gill Sans MT" panose="020B0502020104020203" pitchFamily="34" charset="77"/>
                <a:cs typeface="Consolas" panose="020B0609020204030204" pitchFamily="49" charset="0"/>
              </a:rPr>
              <a:t> del uno es </a:t>
            </a:r>
            <a:r>
              <a:rPr lang="es-419" sz="2800" i="1">
                <a:solidFill>
                  <a:schemeClr val="tx1">
                    <a:lumMod val="50000"/>
                    <a:lumOff val="50000"/>
                  </a:schemeClr>
                </a:solidFill>
                <a:latin typeface="Gill Sans MT" panose="020B0502020104020203" pitchFamily="34" charset="77"/>
                <a:cs typeface="Consolas" panose="020B0609020204030204" pitchFamily="49" charset="0"/>
              </a:rPr>
              <a:t>1.0</a:t>
            </a:r>
            <a:r>
              <a:rPr lang="en-CL" sz="2800" i="1">
                <a:solidFill>
                  <a:schemeClr val="tx1">
                    <a:lumMod val="50000"/>
                    <a:lumOff val="50000"/>
                  </a:schemeClr>
                </a:solidFill>
                <a:latin typeface="Gill Sans MT" panose="020B0502020104020203" pitchFamily="34" charset="77"/>
                <a:cs typeface="Consolas" panose="020B0609020204030204" pitchFamily="49" charset="0"/>
              </a:rPr>
              <a:t> (porque no tiene agujeros)</a:t>
            </a:r>
          </a:p>
        </p:txBody>
      </p:sp>
      <p:sp>
        <p:nvSpPr>
          <p:cNvPr id="12" name="TextBox 11">
            <a:extLst>
              <a:ext uri="{FF2B5EF4-FFF2-40B4-BE49-F238E27FC236}">
                <a16:creationId xmlns:a16="http://schemas.microsoft.com/office/drawing/2014/main" id="{7CF825AF-B56F-1134-BD35-C228E50753FA}"/>
              </a:ext>
            </a:extLst>
          </p:cNvPr>
          <p:cNvSpPr txBox="1"/>
          <p:nvPr/>
        </p:nvSpPr>
        <p:spPr>
          <a:xfrm>
            <a:off x="10031383" y="4417549"/>
            <a:ext cx="782587" cy="707886"/>
          </a:xfrm>
          <a:prstGeom prst="rect">
            <a:avLst/>
          </a:prstGeom>
          <a:noFill/>
        </p:spPr>
        <p:txBody>
          <a:bodyPr wrap="none" rtlCol="0">
            <a:spAutoFit/>
          </a:bodyPr>
          <a:lstStyle/>
          <a:p>
            <a:r>
              <a:rPr lang="en-CL" sz="4000">
                <a:latin typeface="Palatino" pitchFamily="2" charset="77"/>
                <a:ea typeface="Palatino" pitchFamily="2" charset="77"/>
              </a:rPr>
              <a:t>A</a:t>
            </a:r>
            <a:r>
              <a:rPr lang="en-CL" sz="4000" baseline="-25000">
                <a:latin typeface="Palatino" pitchFamily="2" charset="77"/>
                <a:ea typeface="Palatino" pitchFamily="2" charset="77"/>
              </a:rPr>
              <a:t>n</a:t>
            </a:r>
          </a:p>
        </p:txBody>
      </p:sp>
      <p:sp>
        <p:nvSpPr>
          <p:cNvPr id="23" name="Date Placeholder 22">
            <a:extLst>
              <a:ext uri="{FF2B5EF4-FFF2-40B4-BE49-F238E27FC236}">
                <a16:creationId xmlns:a16="http://schemas.microsoft.com/office/drawing/2014/main" id="{D696395C-579C-BD16-7A43-2D8DEDC3834A}"/>
              </a:ext>
            </a:extLst>
          </p:cNvPr>
          <p:cNvSpPr>
            <a:spLocks noGrp="1"/>
          </p:cNvSpPr>
          <p:nvPr>
            <p:ph type="dt" sz="half" idx="10"/>
          </p:nvPr>
        </p:nvSpPr>
        <p:spPr/>
        <p:txBody>
          <a:bodyPr/>
          <a:lstStyle/>
          <a:p>
            <a:r>
              <a:rPr lang="en-US"/>
              <a:t>(c) D.Mery - PR01A</a:t>
            </a:r>
            <a:endParaRPr lang="en-CL"/>
          </a:p>
        </p:txBody>
      </p:sp>
      <p:sp>
        <p:nvSpPr>
          <p:cNvPr id="24" name="Slide Number Placeholder 23">
            <a:extLst>
              <a:ext uri="{FF2B5EF4-FFF2-40B4-BE49-F238E27FC236}">
                <a16:creationId xmlns:a16="http://schemas.microsoft.com/office/drawing/2014/main" id="{F4FD3BB9-4E79-1064-E397-EB2E03798AE6}"/>
              </a:ext>
            </a:extLst>
          </p:cNvPr>
          <p:cNvSpPr>
            <a:spLocks noGrp="1"/>
          </p:cNvSpPr>
          <p:nvPr>
            <p:ph type="sldNum" sz="quarter" idx="12"/>
          </p:nvPr>
        </p:nvSpPr>
        <p:spPr/>
        <p:txBody>
          <a:bodyPr/>
          <a:lstStyle/>
          <a:p>
            <a:fld id="{006AE8E3-C79C-E14F-9140-34B0C7F543F1}" type="slidenum">
              <a:rPr lang="en-CL" smtClean="0"/>
              <a:t>13</a:t>
            </a:fld>
            <a:endParaRPr lang="en-CL"/>
          </a:p>
        </p:txBody>
      </p:sp>
    </p:spTree>
    <p:extLst>
      <p:ext uri="{BB962C8B-B14F-4D97-AF65-F5344CB8AC3E}">
        <p14:creationId xmlns:p14="http://schemas.microsoft.com/office/powerpoint/2010/main" val="344401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D8BAD86-F8D5-0ABF-B01D-33CE46A94F72}"/>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227F160E-D8A8-1009-1AB5-E7D1423A64C6}"/>
              </a:ext>
            </a:extLst>
          </p:cNvPr>
          <p:cNvPicPr>
            <a:picLocks noChangeAspect="1"/>
          </p:cNvPicPr>
          <p:nvPr/>
        </p:nvPicPr>
        <p:blipFill>
          <a:blip r:embed="rId2"/>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2115966C-411D-1E15-9D3B-E901EC725C9D}"/>
              </a:ext>
            </a:extLst>
          </p:cNvPr>
          <p:cNvSpPr>
            <a:spLocks noGrp="1"/>
          </p:cNvSpPr>
          <p:nvPr>
            <p:ph type="title"/>
          </p:nvPr>
        </p:nvSpPr>
        <p:spPr>
          <a:xfrm>
            <a:off x="502024" y="323779"/>
            <a:ext cx="11452653"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Conjunto de Entrenamiento</a:t>
            </a:r>
          </a:p>
        </p:txBody>
      </p:sp>
      <p:graphicFrame>
        <p:nvGraphicFramePr>
          <p:cNvPr id="2" name="Table 1">
            <a:extLst>
              <a:ext uri="{FF2B5EF4-FFF2-40B4-BE49-F238E27FC236}">
                <a16:creationId xmlns:a16="http://schemas.microsoft.com/office/drawing/2014/main" id="{29DD58E2-1C48-DFB8-F5B6-AFB066B7FACF}"/>
              </a:ext>
            </a:extLst>
          </p:cNvPr>
          <p:cNvGraphicFramePr>
            <a:graphicFrameLocks noGrp="1"/>
          </p:cNvGraphicFramePr>
          <p:nvPr>
            <p:extLst>
              <p:ext uri="{D42A27DB-BD31-4B8C-83A1-F6EECF244321}">
                <p14:modId xmlns:p14="http://schemas.microsoft.com/office/powerpoint/2010/main" val="2707412613"/>
              </p:ext>
            </p:extLst>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3" name="Left Brace 2">
            <a:extLst>
              <a:ext uri="{FF2B5EF4-FFF2-40B4-BE49-F238E27FC236}">
                <a16:creationId xmlns:a16="http://schemas.microsoft.com/office/drawing/2014/main" id="{014D3E4F-003F-BFF5-A673-27F2CDC2CC72}"/>
              </a:ext>
            </a:extLst>
          </p:cNvPr>
          <p:cNvSpPr/>
          <p:nvPr/>
        </p:nvSpPr>
        <p:spPr>
          <a:xfrm>
            <a:off x="1146875" y="1800234"/>
            <a:ext cx="278193" cy="2229326"/>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CAAE9483-CA71-8A3A-FB94-5C8F7B2312FA}"/>
              </a:ext>
            </a:extLst>
          </p:cNvPr>
          <p:cNvSpPr txBox="1"/>
          <p:nvPr/>
        </p:nvSpPr>
        <p:spPr>
          <a:xfrm>
            <a:off x="70281" y="2526224"/>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B25C9C6D-1D1B-BA9F-F089-AB5EE250AA16}"/>
              </a:ext>
            </a:extLst>
          </p:cNvPr>
          <p:cNvSpPr/>
          <p:nvPr/>
        </p:nvSpPr>
        <p:spPr>
          <a:xfrm>
            <a:off x="1146875" y="4122548"/>
            <a:ext cx="278193" cy="2229326"/>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7D4F5569-D961-E22B-7F64-F53EF2228806}"/>
              </a:ext>
            </a:extLst>
          </p:cNvPr>
          <p:cNvSpPr txBox="1"/>
          <p:nvPr/>
        </p:nvSpPr>
        <p:spPr>
          <a:xfrm>
            <a:off x="168866" y="4755550"/>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13" name="Date Placeholder 12">
            <a:extLst>
              <a:ext uri="{FF2B5EF4-FFF2-40B4-BE49-F238E27FC236}">
                <a16:creationId xmlns:a16="http://schemas.microsoft.com/office/drawing/2014/main" id="{479588D6-EF09-55DA-3550-FA9A6C55B790}"/>
              </a:ext>
            </a:extLst>
          </p:cNvPr>
          <p:cNvSpPr>
            <a:spLocks noGrp="1"/>
          </p:cNvSpPr>
          <p:nvPr>
            <p:ph type="dt" sz="half" idx="10"/>
          </p:nvPr>
        </p:nvSpPr>
        <p:spPr/>
        <p:txBody>
          <a:bodyPr/>
          <a:lstStyle/>
          <a:p>
            <a:r>
              <a:rPr lang="en-US"/>
              <a:t>(c) D.Mery - PR01A</a:t>
            </a:r>
            <a:endParaRPr lang="en-CL"/>
          </a:p>
        </p:txBody>
      </p:sp>
      <p:sp>
        <p:nvSpPr>
          <p:cNvPr id="14" name="Slide Number Placeholder 13">
            <a:extLst>
              <a:ext uri="{FF2B5EF4-FFF2-40B4-BE49-F238E27FC236}">
                <a16:creationId xmlns:a16="http://schemas.microsoft.com/office/drawing/2014/main" id="{4382EE89-129B-40F4-22E6-C28825896A44}"/>
              </a:ext>
            </a:extLst>
          </p:cNvPr>
          <p:cNvSpPr>
            <a:spLocks noGrp="1"/>
          </p:cNvSpPr>
          <p:nvPr>
            <p:ph type="sldNum" sz="quarter" idx="12"/>
          </p:nvPr>
        </p:nvSpPr>
        <p:spPr/>
        <p:txBody>
          <a:bodyPr/>
          <a:lstStyle/>
          <a:p>
            <a:fld id="{006AE8E3-C79C-E14F-9140-34B0C7F543F1}" type="slidenum">
              <a:rPr lang="en-CL" smtClean="0"/>
              <a:t>14</a:t>
            </a:fld>
            <a:endParaRPr lang="en-CL"/>
          </a:p>
        </p:txBody>
      </p:sp>
    </p:spTree>
    <p:extLst>
      <p:ext uri="{BB962C8B-B14F-4D97-AF65-F5344CB8AC3E}">
        <p14:creationId xmlns:p14="http://schemas.microsoft.com/office/powerpoint/2010/main" val="909001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7C73EA-6FB3-86DD-7D72-6F7E9EFCB907}"/>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9DE9DC37-E8EB-4098-7AEC-B5C8A2E21C23}"/>
              </a:ext>
            </a:extLst>
          </p:cNvPr>
          <p:cNvPicPr>
            <a:picLocks noChangeAspect="1"/>
          </p:cNvPicPr>
          <p:nvPr/>
        </p:nvPicPr>
        <p:blipFill>
          <a:blip r:embed="rId2">
            <a:alphaModFix amt="50000"/>
          </a:blip>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3EC14ECB-718F-A226-F883-5AE82446A286}"/>
              </a:ext>
            </a:extLst>
          </p:cNvPr>
          <p:cNvSpPr>
            <a:spLocks noGrp="1"/>
          </p:cNvSpPr>
          <p:nvPr>
            <p:ph type="title"/>
          </p:nvPr>
        </p:nvSpPr>
        <p:spPr>
          <a:xfrm>
            <a:off x="502024" y="323779"/>
            <a:ext cx="11452653"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Extracción de Características</a:t>
            </a:r>
          </a:p>
        </p:txBody>
      </p:sp>
      <p:sp>
        <p:nvSpPr>
          <p:cNvPr id="3" name="Left Brace 2">
            <a:extLst>
              <a:ext uri="{FF2B5EF4-FFF2-40B4-BE49-F238E27FC236}">
                <a16:creationId xmlns:a16="http://schemas.microsoft.com/office/drawing/2014/main" id="{DE6C6DC2-E6F7-91B8-E63B-923C1899E79F}"/>
              </a:ext>
            </a:extLst>
          </p:cNvPr>
          <p:cNvSpPr/>
          <p:nvPr/>
        </p:nvSpPr>
        <p:spPr>
          <a:xfrm>
            <a:off x="1146875" y="1800234"/>
            <a:ext cx="278193" cy="2229326"/>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C66F7A1F-FAC3-0E41-D647-A9F713EF7CA6}"/>
              </a:ext>
            </a:extLst>
          </p:cNvPr>
          <p:cNvSpPr txBox="1"/>
          <p:nvPr/>
        </p:nvSpPr>
        <p:spPr>
          <a:xfrm>
            <a:off x="70281" y="2526224"/>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D42CC663-966D-603F-2B5E-11F4081120E1}"/>
              </a:ext>
            </a:extLst>
          </p:cNvPr>
          <p:cNvSpPr/>
          <p:nvPr/>
        </p:nvSpPr>
        <p:spPr>
          <a:xfrm>
            <a:off x="1146875" y="4122548"/>
            <a:ext cx="278193" cy="2229326"/>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7A511745-BA32-2A25-3ADA-A0551BD5E64C}"/>
              </a:ext>
            </a:extLst>
          </p:cNvPr>
          <p:cNvSpPr txBox="1"/>
          <p:nvPr/>
        </p:nvSpPr>
        <p:spPr>
          <a:xfrm>
            <a:off x="168866" y="4755550"/>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unos</a:t>
            </a:r>
          </a:p>
        </p:txBody>
      </p:sp>
      <p:graphicFrame>
        <p:nvGraphicFramePr>
          <p:cNvPr id="9" name="Table 8">
            <a:extLst>
              <a:ext uri="{FF2B5EF4-FFF2-40B4-BE49-F238E27FC236}">
                <a16:creationId xmlns:a16="http://schemas.microsoft.com/office/drawing/2014/main" id="{DD971F10-C948-A12F-8616-31B68862731B}"/>
              </a:ext>
            </a:extLst>
          </p:cNvPr>
          <p:cNvGraphicFramePr>
            <a:graphicFrameLocks noGrp="1"/>
          </p:cNvGraphicFramePr>
          <p:nvPr>
            <p:extLst>
              <p:ext uri="{D42A27DB-BD31-4B8C-83A1-F6EECF244321}">
                <p14:modId xmlns:p14="http://schemas.microsoft.com/office/powerpoint/2010/main" val="1944054122"/>
              </p:ext>
            </p:extLst>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extLst>
                  <a:ext uri="{0D108BD9-81ED-4DB2-BD59-A6C34878D82A}">
                    <a16:rowId xmlns:a16="http://schemas.microsoft.com/office/drawing/2014/main" val="4007625857"/>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73667757"/>
                  </a:ext>
                </a:extLst>
              </a:tr>
              <a:tr h="447339">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extLst>
                  <a:ext uri="{0D108BD9-81ED-4DB2-BD59-A6C34878D82A}">
                    <a16:rowId xmlns:a16="http://schemas.microsoft.com/office/drawing/2014/main" val="1190717889"/>
                  </a:ext>
                </a:extLst>
              </a:tr>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0.71</a:t>
                      </a:r>
                    </a:p>
                  </a:txBody>
                  <a:tcPr>
                    <a:noFill/>
                  </a:tcPr>
                </a:tc>
                <a:extLst>
                  <a:ext uri="{0D108BD9-81ED-4DB2-BD59-A6C34878D82A}">
                    <a16:rowId xmlns:a16="http://schemas.microsoft.com/office/drawing/2014/main" val="1097240151"/>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63989848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2632295809"/>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886508528"/>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7735977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150761872"/>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944151709"/>
                  </a:ext>
                </a:extLst>
              </a:tr>
            </a:tbl>
          </a:graphicData>
        </a:graphic>
      </p:graphicFrame>
      <p:sp>
        <p:nvSpPr>
          <p:cNvPr id="10" name="TextBox 9">
            <a:extLst>
              <a:ext uri="{FF2B5EF4-FFF2-40B4-BE49-F238E27FC236}">
                <a16:creationId xmlns:a16="http://schemas.microsoft.com/office/drawing/2014/main" id="{9F5AD7CA-07E3-DC3F-F67C-E87B1BBA7C44}"/>
              </a:ext>
            </a:extLst>
          </p:cNvPr>
          <p:cNvSpPr txBox="1"/>
          <p:nvPr/>
        </p:nvSpPr>
        <p:spPr>
          <a:xfrm>
            <a:off x="10766931" y="5318392"/>
            <a:ext cx="1080745" cy="1015663"/>
          </a:xfrm>
          <a:prstGeom prst="rect">
            <a:avLst/>
          </a:prstGeom>
          <a:noFill/>
        </p:spPr>
        <p:txBody>
          <a:bodyPr wrap="none" rtlCol="0">
            <a:spAutoFit/>
          </a:bodyPr>
          <a:lstStyle/>
          <a:p>
            <a:r>
              <a:rPr lang="en-CL" sz="6000">
                <a:solidFill>
                  <a:schemeClr val="bg1"/>
                </a:solidFill>
                <a:latin typeface="Palatino" pitchFamily="2" charset="77"/>
                <a:ea typeface="Palatino" pitchFamily="2" charset="77"/>
              </a:rPr>
              <a:t>A</a:t>
            </a:r>
            <a:r>
              <a:rPr lang="en-CL" sz="6000" baseline="-25000">
                <a:solidFill>
                  <a:schemeClr val="bg1"/>
                </a:solidFill>
                <a:latin typeface="Palatino" pitchFamily="2" charset="77"/>
                <a:ea typeface="Palatino" pitchFamily="2" charset="77"/>
              </a:rPr>
              <a:t>n</a:t>
            </a:r>
          </a:p>
        </p:txBody>
      </p:sp>
      <p:sp>
        <p:nvSpPr>
          <p:cNvPr id="14" name="Date Placeholder 13">
            <a:extLst>
              <a:ext uri="{FF2B5EF4-FFF2-40B4-BE49-F238E27FC236}">
                <a16:creationId xmlns:a16="http://schemas.microsoft.com/office/drawing/2014/main" id="{A13550CD-63C6-C3A1-E810-425D137346FD}"/>
              </a:ext>
            </a:extLst>
          </p:cNvPr>
          <p:cNvSpPr>
            <a:spLocks noGrp="1"/>
          </p:cNvSpPr>
          <p:nvPr>
            <p:ph type="dt" sz="half" idx="10"/>
          </p:nvPr>
        </p:nvSpPr>
        <p:spPr/>
        <p:txBody>
          <a:bodyPr/>
          <a:lstStyle/>
          <a:p>
            <a:r>
              <a:rPr lang="en-US"/>
              <a:t>(c) D.Mery - PR01A</a:t>
            </a:r>
            <a:endParaRPr lang="en-CL"/>
          </a:p>
        </p:txBody>
      </p:sp>
      <p:sp>
        <p:nvSpPr>
          <p:cNvPr id="15" name="Slide Number Placeholder 14">
            <a:extLst>
              <a:ext uri="{FF2B5EF4-FFF2-40B4-BE49-F238E27FC236}">
                <a16:creationId xmlns:a16="http://schemas.microsoft.com/office/drawing/2014/main" id="{A6713BC3-C367-7CDB-9202-84B50A2770CC}"/>
              </a:ext>
            </a:extLst>
          </p:cNvPr>
          <p:cNvSpPr>
            <a:spLocks noGrp="1"/>
          </p:cNvSpPr>
          <p:nvPr>
            <p:ph type="sldNum" sz="quarter" idx="12"/>
          </p:nvPr>
        </p:nvSpPr>
        <p:spPr/>
        <p:txBody>
          <a:bodyPr/>
          <a:lstStyle/>
          <a:p>
            <a:fld id="{006AE8E3-C79C-E14F-9140-34B0C7F543F1}" type="slidenum">
              <a:rPr lang="en-CL" smtClean="0"/>
              <a:t>15</a:t>
            </a:fld>
            <a:endParaRPr lang="en-CL"/>
          </a:p>
        </p:txBody>
      </p:sp>
    </p:spTree>
    <p:extLst>
      <p:ext uri="{BB962C8B-B14F-4D97-AF65-F5344CB8AC3E}">
        <p14:creationId xmlns:p14="http://schemas.microsoft.com/office/powerpoint/2010/main" val="254808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35BEF48-66C8-CD2A-F4FA-41D7E8E680C4}"/>
              </a:ext>
            </a:extLst>
          </p:cNvPr>
          <p:cNvGraphicFramePr>
            <a:graphicFrameLocks noGrp="1"/>
          </p:cNvGraphicFramePr>
          <p:nvPr>
            <p:extLst>
              <p:ext uri="{D42A27DB-BD31-4B8C-83A1-F6EECF244321}">
                <p14:modId xmlns:p14="http://schemas.microsoft.com/office/powerpoint/2010/main" val="906270208"/>
              </p:ext>
            </p:extLst>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extLst>
                  <a:ext uri="{0D108BD9-81ED-4DB2-BD59-A6C34878D82A}">
                    <a16:rowId xmlns:a16="http://schemas.microsoft.com/office/drawing/2014/main" val="4007625857"/>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73667757"/>
                  </a:ext>
                </a:extLst>
              </a:tr>
              <a:tr h="447339">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extLst>
                  <a:ext uri="{0D108BD9-81ED-4DB2-BD59-A6C34878D82A}">
                    <a16:rowId xmlns:a16="http://schemas.microsoft.com/office/drawing/2014/main" val="1190717889"/>
                  </a:ext>
                </a:extLst>
              </a:tr>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0.71</a:t>
                      </a:r>
                    </a:p>
                  </a:txBody>
                  <a:tcPr>
                    <a:noFill/>
                  </a:tcPr>
                </a:tc>
                <a:extLst>
                  <a:ext uri="{0D108BD9-81ED-4DB2-BD59-A6C34878D82A}">
                    <a16:rowId xmlns:a16="http://schemas.microsoft.com/office/drawing/2014/main" val="1097240151"/>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63989848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2632295809"/>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886508528"/>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7735977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150761872"/>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944151709"/>
                  </a:ext>
                </a:extLst>
              </a:tr>
            </a:tbl>
          </a:graphicData>
        </a:graphic>
      </p:graphicFrame>
      <p:grpSp>
        <p:nvGrpSpPr>
          <p:cNvPr id="15" name="Group 14">
            <a:extLst>
              <a:ext uri="{FF2B5EF4-FFF2-40B4-BE49-F238E27FC236}">
                <a16:creationId xmlns:a16="http://schemas.microsoft.com/office/drawing/2014/main" id="{256FF0F2-7F38-9F58-5E42-0883980055F4}"/>
              </a:ext>
            </a:extLst>
          </p:cNvPr>
          <p:cNvGrpSpPr/>
          <p:nvPr/>
        </p:nvGrpSpPr>
        <p:grpSpPr>
          <a:xfrm>
            <a:off x="3221064" y="154983"/>
            <a:ext cx="5225512" cy="1301858"/>
            <a:chOff x="3221064" y="154983"/>
            <a:chExt cx="5225512" cy="1301858"/>
          </a:xfrm>
        </p:grpSpPr>
        <p:cxnSp>
          <p:nvCxnSpPr>
            <p:cNvPr id="6" name="Straight Connector 5">
              <a:extLst>
                <a:ext uri="{FF2B5EF4-FFF2-40B4-BE49-F238E27FC236}">
                  <a16:creationId xmlns:a16="http://schemas.microsoft.com/office/drawing/2014/main" id="{D4A8D952-7E83-AF9E-19F9-5453FB59C6AA}"/>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B97CE37-EC19-3D80-979A-1707810C65F6}"/>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E6263CC4-CF48-EDE5-D9BD-B6DDA4B37D9E}"/>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10" name="Left Brace 9">
            <a:extLst>
              <a:ext uri="{FF2B5EF4-FFF2-40B4-BE49-F238E27FC236}">
                <a16:creationId xmlns:a16="http://schemas.microsoft.com/office/drawing/2014/main" id="{A26CB875-D9C3-C7FC-0AE8-5DA9A8092F68}"/>
              </a:ext>
            </a:extLst>
          </p:cNvPr>
          <p:cNvSpPr/>
          <p:nvPr/>
        </p:nvSpPr>
        <p:spPr>
          <a:xfrm>
            <a:off x="1146875" y="1800234"/>
            <a:ext cx="278193" cy="2229326"/>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1" name="TextBox 10">
            <a:extLst>
              <a:ext uri="{FF2B5EF4-FFF2-40B4-BE49-F238E27FC236}">
                <a16:creationId xmlns:a16="http://schemas.microsoft.com/office/drawing/2014/main" id="{317D2401-6C52-DA65-E0B3-F569E286E998}"/>
              </a:ext>
            </a:extLst>
          </p:cNvPr>
          <p:cNvSpPr txBox="1"/>
          <p:nvPr/>
        </p:nvSpPr>
        <p:spPr>
          <a:xfrm>
            <a:off x="70281" y="2526224"/>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12" name="Left Brace 11">
            <a:extLst>
              <a:ext uri="{FF2B5EF4-FFF2-40B4-BE49-F238E27FC236}">
                <a16:creationId xmlns:a16="http://schemas.microsoft.com/office/drawing/2014/main" id="{075E447C-141B-F314-AA13-E96E54C8748A}"/>
              </a:ext>
            </a:extLst>
          </p:cNvPr>
          <p:cNvSpPr/>
          <p:nvPr/>
        </p:nvSpPr>
        <p:spPr>
          <a:xfrm>
            <a:off x="1146875" y="4122548"/>
            <a:ext cx="278193" cy="2229326"/>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3" name="TextBox 12">
            <a:extLst>
              <a:ext uri="{FF2B5EF4-FFF2-40B4-BE49-F238E27FC236}">
                <a16:creationId xmlns:a16="http://schemas.microsoft.com/office/drawing/2014/main" id="{DE6AD8E9-07F2-D302-F44E-170042FA6D65}"/>
              </a:ext>
            </a:extLst>
          </p:cNvPr>
          <p:cNvSpPr txBox="1"/>
          <p:nvPr/>
        </p:nvSpPr>
        <p:spPr>
          <a:xfrm>
            <a:off x="168866" y="4755550"/>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14" name="Rounded Rectangle 13">
            <a:extLst>
              <a:ext uri="{FF2B5EF4-FFF2-40B4-BE49-F238E27FC236}">
                <a16:creationId xmlns:a16="http://schemas.microsoft.com/office/drawing/2014/main" id="{327D859D-7BB4-5AD3-F6AE-F4C1EA09C435}"/>
              </a:ext>
            </a:extLst>
          </p:cNvPr>
          <p:cNvSpPr/>
          <p:nvPr/>
        </p:nvSpPr>
        <p:spPr>
          <a:xfrm>
            <a:off x="1622611" y="1800234"/>
            <a:ext cx="8946780" cy="2229326"/>
          </a:xfrm>
          <a:prstGeom prst="roundRect">
            <a:avLst/>
          </a:prstGeom>
          <a:no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6" name="TextBox 15">
            <a:extLst>
              <a:ext uri="{FF2B5EF4-FFF2-40B4-BE49-F238E27FC236}">
                <a16:creationId xmlns:a16="http://schemas.microsoft.com/office/drawing/2014/main" id="{CE2756C5-6DA0-D1AA-401A-ECC968117C1E}"/>
              </a:ext>
            </a:extLst>
          </p:cNvPr>
          <p:cNvSpPr txBox="1"/>
          <p:nvPr/>
        </p:nvSpPr>
        <p:spPr>
          <a:xfrm>
            <a:off x="8613133" y="909243"/>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sp>
        <p:nvSpPr>
          <p:cNvPr id="17" name="TextBox 16">
            <a:extLst>
              <a:ext uri="{FF2B5EF4-FFF2-40B4-BE49-F238E27FC236}">
                <a16:creationId xmlns:a16="http://schemas.microsoft.com/office/drawing/2014/main" id="{D905BDE4-D750-149A-3C03-A4FA82138152}"/>
              </a:ext>
            </a:extLst>
          </p:cNvPr>
          <p:cNvSpPr txBox="1"/>
          <p:nvPr/>
        </p:nvSpPr>
        <p:spPr>
          <a:xfrm>
            <a:off x="10766931" y="5318392"/>
            <a:ext cx="1080745" cy="1015663"/>
          </a:xfrm>
          <a:prstGeom prst="rect">
            <a:avLst/>
          </a:prstGeom>
          <a:noFill/>
        </p:spPr>
        <p:txBody>
          <a:bodyPr wrap="none" rtlCol="0">
            <a:spAutoFit/>
          </a:bodyPr>
          <a:lstStyle/>
          <a:p>
            <a:r>
              <a:rPr lang="en-CL" sz="6000">
                <a:solidFill>
                  <a:schemeClr val="tx1">
                    <a:lumMod val="50000"/>
                    <a:lumOff val="50000"/>
                  </a:schemeClr>
                </a:solidFill>
                <a:latin typeface="Palatino" pitchFamily="2" charset="77"/>
                <a:ea typeface="Palatino" pitchFamily="2" charset="77"/>
              </a:rPr>
              <a:t>A</a:t>
            </a:r>
            <a:r>
              <a:rPr lang="en-CL" sz="6000" baseline="-25000">
                <a:solidFill>
                  <a:schemeClr val="tx1">
                    <a:lumMod val="50000"/>
                    <a:lumOff val="50000"/>
                  </a:schemeClr>
                </a:solidFill>
                <a:latin typeface="Palatino" pitchFamily="2" charset="77"/>
                <a:ea typeface="Palatino" pitchFamily="2" charset="77"/>
              </a:rPr>
              <a:t>n</a:t>
            </a:r>
          </a:p>
        </p:txBody>
      </p:sp>
      <p:sp>
        <p:nvSpPr>
          <p:cNvPr id="18" name="Date Placeholder 17">
            <a:extLst>
              <a:ext uri="{FF2B5EF4-FFF2-40B4-BE49-F238E27FC236}">
                <a16:creationId xmlns:a16="http://schemas.microsoft.com/office/drawing/2014/main" id="{C4D2D330-23AF-2CE0-ABD6-2706C1C470FC}"/>
              </a:ext>
            </a:extLst>
          </p:cNvPr>
          <p:cNvSpPr>
            <a:spLocks noGrp="1"/>
          </p:cNvSpPr>
          <p:nvPr>
            <p:ph type="dt" sz="half" idx="10"/>
          </p:nvPr>
        </p:nvSpPr>
        <p:spPr/>
        <p:txBody>
          <a:bodyPr/>
          <a:lstStyle/>
          <a:p>
            <a:r>
              <a:rPr lang="en-US"/>
              <a:t>(c) D.Mery - PR01A</a:t>
            </a:r>
            <a:endParaRPr lang="en-CL"/>
          </a:p>
        </p:txBody>
      </p:sp>
      <p:sp>
        <p:nvSpPr>
          <p:cNvPr id="19" name="Slide Number Placeholder 18">
            <a:extLst>
              <a:ext uri="{FF2B5EF4-FFF2-40B4-BE49-F238E27FC236}">
                <a16:creationId xmlns:a16="http://schemas.microsoft.com/office/drawing/2014/main" id="{687AF665-6B44-FEEA-413B-5CB4463F820E}"/>
              </a:ext>
            </a:extLst>
          </p:cNvPr>
          <p:cNvSpPr>
            <a:spLocks noGrp="1"/>
          </p:cNvSpPr>
          <p:nvPr>
            <p:ph type="sldNum" sz="quarter" idx="12"/>
          </p:nvPr>
        </p:nvSpPr>
        <p:spPr/>
        <p:txBody>
          <a:bodyPr/>
          <a:lstStyle/>
          <a:p>
            <a:fld id="{006AE8E3-C79C-E14F-9140-34B0C7F543F1}" type="slidenum">
              <a:rPr lang="en-CL" smtClean="0"/>
              <a:t>16</a:t>
            </a:fld>
            <a:endParaRPr lang="en-CL"/>
          </a:p>
        </p:txBody>
      </p:sp>
    </p:spTree>
    <p:extLst>
      <p:ext uri="{BB962C8B-B14F-4D97-AF65-F5344CB8AC3E}">
        <p14:creationId xmlns:p14="http://schemas.microsoft.com/office/powerpoint/2010/main" val="306847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EFB0A3-192F-E5BB-544A-A564466AAFC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4D4B7A3-377B-2CDE-038F-48B89A99AD3B}"/>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extLst>
                  <a:ext uri="{0D108BD9-81ED-4DB2-BD59-A6C34878D82A}">
                    <a16:rowId xmlns:a16="http://schemas.microsoft.com/office/drawing/2014/main" val="4007625857"/>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73667757"/>
                  </a:ext>
                </a:extLst>
              </a:tr>
              <a:tr h="447339">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extLst>
                  <a:ext uri="{0D108BD9-81ED-4DB2-BD59-A6C34878D82A}">
                    <a16:rowId xmlns:a16="http://schemas.microsoft.com/office/drawing/2014/main" val="1190717889"/>
                  </a:ext>
                </a:extLst>
              </a:tr>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0.71</a:t>
                      </a:r>
                    </a:p>
                  </a:txBody>
                  <a:tcPr>
                    <a:noFill/>
                  </a:tcPr>
                </a:tc>
                <a:extLst>
                  <a:ext uri="{0D108BD9-81ED-4DB2-BD59-A6C34878D82A}">
                    <a16:rowId xmlns:a16="http://schemas.microsoft.com/office/drawing/2014/main" val="1097240151"/>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63989848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2632295809"/>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886508528"/>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7735977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150761872"/>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944151709"/>
                  </a:ext>
                </a:extLst>
              </a:tr>
            </a:tbl>
          </a:graphicData>
        </a:graphic>
      </p:graphicFrame>
      <p:grpSp>
        <p:nvGrpSpPr>
          <p:cNvPr id="15" name="Group 14">
            <a:extLst>
              <a:ext uri="{FF2B5EF4-FFF2-40B4-BE49-F238E27FC236}">
                <a16:creationId xmlns:a16="http://schemas.microsoft.com/office/drawing/2014/main" id="{765FD702-FB4B-34FC-E793-20D59B895FD3}"/>
              </a:ext>
            </a:extLst>
          </p:cNvPr>
          <p:cNvGrpSpPr/>
          <p:nvPr/>
        </p:nvGrpSpPr>
        <p:grpSpPr>
          <a:xfrm>
            <a:off x="3221064" y="154983"/>
            <a:ext cx="5225512" cy="1301858"/>
            <a:chOff x="3221064" y="154983"/>
            <a:chExt cx="5225512" cy="1301858"/>
          </a:xfrm>
        </p:grpSpPr>
        <p:cxnSp>
          <p:nvCxnSpPr>
            <p:cNvPr id="6" name="Straight Connector 5">
              <a:extLst>
                <a:ext uri="{FF2B5EF4-FFF2-40B4-BE49-F238E27FC236}">
                  <a16:creationId xmlns:a16="http://schemas.microsoft.com/office/drawing/2014/main" id="{07DFB990-C3A2-0F6C-08AE-C2FB40005AD1}"/>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C57497-DC99-9E56-645D-619E00A41773}"/>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57F1E9AF-D837-5498-6001-4C21B24838E0}"/>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10" name="Left Brace 9">
            <a:extLst>
              <a:ext uri="{FF2B5EF4-FFF2-40B4-BE49-F238E27FC236}">
                <a16:creationId xmlns:a16="http://schemas.microsoft.com/office/drawing/2014/main" id="{0C6FAC54-6F12-E53E-C587-28D82A490847}"/>
              </a:ext>
            </a:extLst>
          </p:cNvPr>
          <p:cNvSpPr/>
          <p:nvPr/>
        </p:nvSpPr>
        <p:spPr>
          <a:xfrm>
            <a:off x="1146875" y="1800234"/>
            <a:ext cx="278193" cy="2229326"/>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1" name="TextBox 10">
            <a:extLst>
              <a:ext uri="{FF2B5EF4-FFF2-40B4-BE49-F238E27FC236}">
                <a16:creationId xmlns:a16="http://schemas.microsoft.com/office/drawing/2014/main" id="{0E167355-FA16-F34F-33BA-BC0F03AA4EF3}"/>
              </a:ext>
            </a:extLst>
          </p:cNvPr>
          <p:cNvSpPr txBox="1"/>
          <p:nvPr/>
        </p:nvSpPr>
        <p:spPr>
          <a:xfrm>
            <a:off x="70281" y="2526224"/>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12" name="Left Brace 11">
            <a:extLst>
              <a:ext uri="{FF2B5EF4-FFF2-40B4-BE49-F238E27FC236}">
                <a16:creationId xmlns:a16="http://schemas.microsoft.com/office/drawing/2014/main" id="{A796EBE7-25AB-A528-B212-197BB158CFF4}"/>
              </a:ext>
            </a:extLst>
          </p:cNvPr>
          <p:cNvSpPr/>
          <p:nvPr/>
        </p:nvSpPr>
        <p:spPr>
          <a:xfrm>
            <a:off x="1146875" y="4122548"/>
            <a:ext cx="278193" cy="2229326"/>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3" name="TextBox 12">
            <a:extLst>
              <a:ext uri="{FF2B5EF4-FFF2-40B4-BE49-F238E27FC236}">
                <a16:creationId xmlns:a16="http://schemas.microsoft.com/office/drawing/2014/main" id="{EF7ACB9A-7239-8EC5-5939-E908BC1BC8AA}"/>
              </a:ext>
            </a:extLst>
          </p:cNvPr>
          <p:cNvSpPr txBox="1"/>
          <p:nvPr/>
        </p:nvSpPr>
        <p:spPr>
          <a:xfrm>
            <a:off x="168866" y="4755550"/>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14" name="Rounded Rectangle 13">
            <a:extLst>
              <a:ext uri="{FF2B5EF4-FFF2-40B4-BE49-F238E27FC236}">
                <a16:creationId xmlns:a16="http://schemas.microsoft.com/office/drawing/2014/main" id="{081EAF8D-5C79-487D-F055-D0EF8123478C}"/>
              </a:ext>
            </a:extLst>
          </p:cNvPr>
          <p:cNvSpPr/>
          <p:nvPr/>
        </p:nvSpPr>
        <p:spPr>
          <a:xfrm>
            <a:off x="1622611" y="4078485"/>
            <a:ext cx="8946780" cy="2229326"/>
          </a:xfrm>
          <a:prstGeom prst="round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 name="Freeform 1">
            <a:extLst>
              <a:ext uri="{FF2B5EF4-FFF2-40B4-BE49-F238E27FC236}">
                <a16:creationId xmlns:a16="http://schemas.microsoft.com/office/drawing/2014/main" id="{13E1C9D1-4AC5-C73F-BDDC-5BAD7E3AE98D}"/>
              </a:ext>
            </a:extLst>
          </p:cNvPr>
          <p:cNvSpPr/>
          <p:nvPr/>
        </p:nvSpPr>
        <p:spPr>
          <a:xfrm flipH="1">
            <a:off x="6563535" y="369568"/>
            <a:ext cx="220573" cy="932290"/>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sp>
        <p:nvSpPr>
          <p:cNvPr id="3" name="TextBox 2">
            <a:extLst>
              <a:ext uri="{FF2B5EF4-FFF2-40B4-BE49-F238E27FC236}">
                <a16:creationId xmlns:a16="http://schemas.microsoft.com/office/drawing/2014/main" id="{AAA7FD4D-3E04-74E9-9CDB-0FAF94218412}"/>
              </a:ext>
            </a:extLst>
          </p:cNvPr>
          <p:cNvSpPr txBox="1"/>
          <p:nvPr/>
        </p:nvSpPr>
        <p:spPr>
          <a:xfrm>
            <a:off x="8613133" y="909243"/>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sp>
        <p:nvSpPr>
          <p:cNvPr id="5" name="TextBox 4">
            <a:extLst>
              <a:ext uri="{FF2B5EF4-FFF2-40B4-BE49-F238E27FC236}">
                <a16:creationId xmlns:a16="http://schemas.microsoft.com/office/drawing/2014/main" id="{953AA517-56E9-3EB4-6002-400637E14D10}"/>
              </a:ext>
            </a:extLst>
          </p:cNvPr>
          <p:cNvSpPr txBox="1"/>
          <p:nvPr/>
        </p:nvSpPr>
        <p:spPr>
          <a:xfrm>
            <a:off x="10766931" y="5318392"/>
            <a:ext cx="1080745" cy="1015663"/>
          </a:xfrm>
          <a:prstGeom prst="rect">
            <a:avLst/>
          </a:prstGeom>
          <a:noFill/>
        </p:spPr>
        <p:txBody>
          <a:bodyPr wrap="none" rtlCol="0">
            <a:spAutoFit/>
          </a:bodyPr>
          <a:lstStyle/>
          <a:p>
            <a:r>
              <a:rPr lang="en-CL" sz="6000">
                <a:solidFill>
                  <a:schemeClr val="tx1">
                    <a:lumMod val="50000"/>
                    <a:lumOff val="50000"/>
                  </a:schemeClr>
                </a:solidFill>
                <a:latin typeface="Palatino" pitchFamily="2" charset="77"/>
                <a:ea typeface="Palatino" pitchFamily="2" charset="77"/>
              </a:rPr>
              <a:t>A</a:t>
            </a:r>
            <a:r>
              <a:rPr lang="en-CL" sz="6000" baseline="-25000">
                <a:solidFill>
                  <a:schemeClr val="tx1">
                    <a:lumMod val="50000"/>
                    <a:lumOff val="50000"/>
                  </a:schemeClr>
                </a:solidFill>
                <a:latin typeface="Palatino" pitchFamily="2" charset="77"/>
                <a:ea typeface="Palatino" pitchFamily="2" charset="77"/>
              </a:rPr>
              <a:t>n</a:t>
            </a:r>
          </a:p>
        </p:txBody>
      </p:sp>
      <p:sp>
        <p:nvSpPr>
          <p:cNvPr id="19" name="Date Placeholder 18">
            <a:extLst>
              <a:ext uri="{FF2B5EF4-FFF2-40B4-BE49-F238E27FC236}">
                <a16:creationId xmlns:a16="http://schemas.microsoft.com/office/drawing/2014/main" id="{7CF61908-B262-4CCF-9B3B-7C7A78E3F710}"/>
              </a:ext>
            </a:extLst>
          </p:cNvPr>
          <p:cNvSpPr>
            <a:spLocks noGrp="1"/>
          </p:cNvSpPr>
          <p:nvPr>
            <p:ph type="dt" sz="half" idx="10"/>
          </p:nvPr>
        </p:nvSpPr>
        <p:spPr/>
        <p:txBody>
          <a:bodyPr/>
          <a:lstStyle/>
          <a:p>
            <a:r>
              <a:rPr lang="en-US"/>
              <a:t>(c) D.Mery - PR01A</a:t>
            </a:r>
            <a:endParaRPr lang="en-CL"/>
          </a:p>
        </p:txBody>
      </p:sp>
      <p:sp>
        <p:nvSpPr>
          <p:cNvPr id="20" name="Slide Number Placeholder 19">
            <a:extLst>
              <a:ext uri="{FF2B5EF4-FFF2-40B4-BE49-F238E27FC236}">
                <a16:creationId xmlns:a16="http://schemas.microsoft.com/office/drawing/2014/main" id="{D573CC99-DCB7-96EE-B14A-DEC8E4F37959}"/>
              </a:ext>
            </a:extLst>
          </p:cNvPr>
          <p:cNvSpPr>
            <a:spLocks noGrp="1"/>
          </p:cNvSpPr>
          <p:nvPr>
            <p:ph type="sldNum" sz="quarter" idx="12"/>
          </p:nvPr>
        </p:nvSpPr>
        <p:spPr/>
        <p:txBody>
          <a:bodyPr/>
          <a:lstStyle/>
          <a:p>
            <a:fld id="{006AE8E3-C79C-E14F-9140-34B0C7F543F1}" type="slidenum">
              <a:rPr lang="en-CL" smtClean="0"/>
              <a:t>17</a:t>
            </a:fld>
            <a:endParaRPr lang="en-CL"/>
          </a:p>
        </p:txBody>
      </p:sp>
    </p:spTree>
    <p:extLst>
      <p:ext uri="{BB962C8B-B14F-4D97-AF65-F5344CB8AC3E}">
        <p14:creationId xmlns:p14="http://schemas.microsoft.com/office/powerpoint/2010/main" val="1565908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254D21-35C9-95EC-085D-B6715CFA23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A8CC5C-1EBC-EB8A-7230-C26FD042F1D0}"/>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extLst>
                  <a:ext uri="{0D108BD9-81ED-4DB2-BD59-A6C34878D82A}">
                    <a16:rowId xmlns:a16="http://schemas.microsoft.com/office/drawing/2014/main" val="4007625857"/>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73667757"/>
                  </a:ext>
                </a:extLst>
              </a:tr>
              <a:tr h="447339">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extLst>
                  <a:ext uri="{0D108BD9-81ED-4DB2-BD59-A6C34878D82A}">
                    <a16:rowId xmlns:a16="http://schemas.microsoft.com/office/drawing/2014/main" val="1190717889"/>
                  </a:ext>
                </a:extLst>
              </a:tr>
              <a:tr h="447339">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0.71</a:t>
                      </a:r>
                    </a:p>
                  </a:txBody>
                  <a:tcPr>
                    <a:noFill/>
                  </a:tcPr>
                </a:tc>
                <a:extLst>
                  <a:ext uri="{0D108BD9-81ED-4DB2-BD59-A6C34878D82A}">
                    <a16:rowId xmlns:a16="http://schemas.microsoft.com/office/drawing/2014/main" val="1097240151"/>
                  </a:ext>
                </a:extLst>
              </a:tr>
              <a:tr h="447339">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0.64</a:t>
                      </a:r>
                    </a:p>
                  </a:txBody>
                  <a:tcPr>
                    <a:noFill/>
                  </a:tcPr>
                </a:tc>
                <a:tc>
                  <a:txBody>
                    <a:bodyPr/>
                    <a:lstStyle/>
                    <a:p>
                      <a:r>
                        <a:rPr lang="en-CL">
                          <a:solidFill>
                            <a:schemeClr val="bg1"/>
                          </a:solidFill>
                        </a:rPr>
                        <a:t>0.59</a:t>
                      </a:r>
                    </a:p>
                  </a:txBody>
                  <a:tcPr>
                    <a:noFill/>
                  </a:tcPr>
                </a:tc>
                <a:tc>
                  <a:txBody>
                    <a:bodyPr/>
                    <a:lstStyle/>
                    <a:p>
                      <a:r>
                        <a:rPr lang="en-CL">
                          <a:solidFill>
                            <a:schemeClr val="bg1"/>
                          </a:solidFill>
                        </a:rPr>
                        <a:t>0.73</a:t>
                      </a:r>
                    </a:p>
                  </a:txBody>
                  <a:tcPr>
                    <a:noFill/>
                  </a:tcPr>
                </a:tc>
                <a:tc>
                  <a:txBody>
                    <a:bodyPr/>
                    <a:lstStyle/>
                    <a:p>
                      <a:r>
                        <a:rPr lang="en-CL">
                          <a:solidFill>
                            <a:schemeClr val="bg1"/>
                          </a:solidFill>
                        </a:rPr>
                        <a:t>0.68</a:t>
                      </a:r>
                    </a:p>
                  </a:txBody>
                  <a:tcPr>
                    <a:noFill/>
                  </a:tcPr>
                </a:tc>
                <a:tc>
                  <a:txBody>
                    <a:bodyPr/>
                    <a:lstStyle/>
                    <a:p>
                      <a:r>
                        <a:rPr lang="en-CL">
                          <a:solidFill>
                            <a:schemeClr val="bg1"/>
                          </a:solidFill>
                        </a:rPr>
                        <a:t>0.63</a:t>
                      </a:r>
                    </a:p>
                  </a:txBody>
                  <a:tcPr>
                    <a:noFill/>
                  </a:tcPr>
                </a:tc>
                <a:extLst>
                  <a:ext uri="{0D108BD9-81ED-4DB2-BD59-A6C34878D82A}">
                    <a16:rowId xmlns:a16="http://schemas.microsoft.com/office/drawing/2014/main" val="363989848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2632295809"/>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886508528"/>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377359771"/>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150761872"/>
                  </a:ext>
                </a:extLst>
              </a:tr>
              <a:tr h="447339">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tc>
                  <a:txBody>
                    <a:bodyPr/>
                    <a:lstStyle/>
                    <a:p>
                      <a:r>
                        <a:rPr lang="en-CL">
                          <a:solidFill>
                            <a:schemeClr val="bg1"/>
                          </a:solidFill>
                        </a:rPr>
                        <a:t>1.00</a:t>
                      </a:r>
                    </a:p>
                  </a:txBody>
                  <a:tcPr>
                    <a:noFill/>
                  </a:tcPr>
                </a:tc>
                <a:extLst>
                  <a:ext uri="{0D108BD9-81ED-4DB2-BD59-A6C34878D82A}">
                    <a16:rowId xmlns:a16="http://schemas.microsoft.com/office/drawing/2014/main" val="944151709"/>
                  </a:ext>
                </a:extLst>
              </a:tr>
            </a:tbl>
          </a:graphicData>
        </a:graphic>
      </p:graphicFrame>
      <p:grpSp>
        <p:nvGrpSpPr>
          <p:cNvPr id="15" name="Group 14">
            <a:extLst>
              <a:ext uri="{FF2B5EF4-FFF2-40B4-BE49-F238E27FC236}">
                <a16:creationId xmlns:a16="http://schemas.microsoft.com/office/drawing/2014/main" id="{F418291F-7869-C4D0-F80A-7E60B748B207}"/>
              </a:ext>
            </a:extLst>
          </p:cNvPr>
          <p:cNvGrpSpPr/>
          <p:nvPr/>
        </p:nvGrpSpPr>
        <p:grpSpPr>
          <a:xfrm>
            <a:off x="3221064" y="154983"/>
            <a:ext cx="5225512" cy="1301858"/>
            <a:chOff x="3221064" y="154983"/>
            <a:chExt cx="5225512" cy="1301858"/>
          </a:xfrm>
        </p:grpSpPr>
        <p:cxnSp>
          <p:nvCxnSpPr>
            <p:cNvPr id="6" name="Straight Connector 5">
              <a:extLst>
                <a:ext uri="{FF2B5EF4-FFF2-40B4-BE49-F238E27FC236}">
                  <a16:creationId xmlns:a16="http://schemas.microsoft.com/office/drawing/2014/main" id="{8FE93E4B-3D97-E7EF-EAA7-C3520AD2D708}"/>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9A3BC7A-D716-4104-80DD-A54D783131D5}"/>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79FDECAA-2008-C4F8-A77F-716D8EE67AFD}"/>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10" name="Left Brace 9">
            <a:extLst>
              <a:ext uri="{FF2B5EF4-FFF2-40B4-BE49-F238E27FC236}">
                <a16:creationId xmlns:a16="http://schemas.microsoft.com/office/drawing/2014/main" id="{732B602E-E2CA-7F2C-DE09-0A7C3B0A2989}"/>
              </a:ext>
            </a:extLst>
          </p:cNvPr>
          <p:cNvSpPr/>
          <p:nvPr/>
        </p:nvSpPr>
        <p:spPr>
          <a:xfrm>
            <a:off x="1146875" y="1800234"/>
            <a:ext cx="278193" cy="2229326"/>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1" name="TextBox 10">
            <a:extLst>
              <a:ext uri="{FF2B5EF4-FFF2-40B4-BE49-F238E27FC236}">
                <a16:creationId xmlns:a16="http://schemas.microsoft.com/office/drawing/2014/main" id="{EED97D3B-839C-3355-D20F-FF6BC8E71F98}"/>
              </a:ext>
            </a:extLst>
          </p:cNvPr>
          <p:cNvSpPr txBox="1"/>
          <p:nvPr/>
        </p:nvSpPr>
        <p:spPr>
          <a:xfrm>
            <a:off x="70281" y="2526224"/>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12" name="Left Brace 11">
            <a:extLst>
              <a:ext uri="{FF2B5EF4-FFF2-40B4-BE49-F238E27FC236}">
                <a16:creationId xmlns:a16="http://schemas.microsoft.com/office/drawing/2014/main" id="{E00D028B-DDD9-DB8A-BC80-4DDA638FD055}"/>
              </a:ext>
            </a:extLst>
          </p:cNvPr>
          <p:cNvSpPr/>
          <p:nvPr/>
        </p:nvSpPr>
        <p:spPr>
          <a:xfrm>
            <a:off x="1146875" y="4122548"/>
            <a:ext cx="278193" cy="2229326"/>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13" name="TextBox 12">
            <a:extLst>
              <a:ext uri="{FF2B5EF4-FFF2-40B4-BE49-F238E27FC236}">
                <a16:creationId xmlns:a16="http://schemas.microsoft.com/office/drawing/2014/main" id="{061BA043-913D-013B-0815-7EE43D8CBFF0}"/>
              </a:ext>
            </a:extLst>
          </p:cNvPr>
          <p:cNvSpPr txBox="1"/>
          <p:nvPr/>
        </p:nvSpPr>
        <p:spPr>
          <a:xfrm>
            <a:off x="168866" y="4755550"/>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50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2" name="Freeform 1">
            <a:extLst>
              <a:ext uri="{FF2B5EF4-FFF2-40B4-BE49-F238E27FC236}">
                <a16:creationId xmlns:a16="http://schemas.microsoft.com/office/drawing/2014/main" id="{10FCD4ED-5265-68C7-0BF8-D03B29DE33EE}"/>
              </a:ext>
            </a:extLst>
          </p:cNvPr>
          <p:cNvSpPr/>
          <p:nvPr/>
        </p:nvSpPr>
        <p:spPr>
          <a:xfrm flipH="1">
            <a:off x="6563535" y="369568"/>
            <a:ext cx="220573" cy="932290"/>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cxnSp>
        <p:nvCxnSpPr>
          <p:cNvPr id="3" name="Straight Connector 2">
            <a:extLst>
              <a:ext uri="{FF2B5EF4-FFF2-40B4-BE49-F238E27FC236}">
                <a16:creationId xmlns:a16="http://schemas.microsoft.com/office/drawing/2014/main" id="{76802A7F-4252-CFD3-152F-2E36CFCEEE6F}"/>
              </a:ext>
            </a:extLst>
          </p:cNvPr>
          <p:cNvCxnSpPr/>
          <p:nvPr/>
        </p:nvCxnSpPr>
        <p:spPr>
          <a:xfrm>
            <a:off x="4693457" y="193083"/>
            <a:ext cx="0" cy="1301858"/>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1123193-421F-E206-AA1C-ABA5C34CABDA}"/>
              </a:ext>
            </a:extLst>
          </p:cNvPr>
          <p:cNvCxnSpPr/>
          <p:nvPr/>
        </p:nvCxnSpPr>
        <p:spPr>
          <a:xfrm>
            <a:off x="6652432" y="193083"/>
            <a:ext cx="0" cy="1301858"/>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E53FEA87-3A83-E04E-20BF-1F991A6788E1}"/>
              </a:ext>
            </a:extLst>
          </p:cNvPr>
          <p:cNvSpPr txBox="1"/>
          <p:nvPr/>
        </p:nvSpPr>
        <p:spPr>
          <a:xfrm>
            <a:off x="4456854" y="1452983"/>
            <a:ext cx="473206" cy="276999"/>
          </a:xfrm>
          <a:prstGeom prst="rect">
            <a:avLst/>
          </a:prstGeom>
          <a:noFill/>
        </p:spPr>
        <p:txBody>
          <a:bodyPr wrap="none" rtlCol="0">
            <a:spAutoFit/>
          </a:bodyPr>
          <a:lstStyle/>
          <a:p>
            <a:r>
              <a:rPr lang="en-CL" sz="1200">
                <a:solidFill>
                  <a:schemeClr val="bg1"/>
                </a:solidFill>
              </a:rPr>
              <a:t>0.64</a:t>
            </a:r>
          </a:p>
        </p:txBody>
      </p:sp>
      <p:sp>
        <p:nvSpPr>
          <p:cNvPr id="16" name="TextBox 15">
            <a:extLst>
              <a:ext uri="{FF2B5EF4-FFF2-40B4-BE49-F238E27FC236}">
                <a16:creationId xmlns:a16="http://schemas.microsoft.com/office/drawing/2014/main" id="{297922F2-EF00-BC4D-869E-73C19675E95B}"/>
              </a:ext>
            </a:extLst>
          </p:cNvPr>
          <p:cNvSpPr txBox="1"/>
          <p:nvPr/>
        </p:nvSpPr>
        <p:spPr>
          <a:xfrm>
            <a:off x="6414245" y="1456841"/>
            <a:ext cx="473206" cy="276999"/>
          </a:xfrm>
          <a:prstGeom prst="rect">
            <a:avLst/>
          </a:prstGeom>
          <a:noFill/>
        </p:spPr>
        <p:txBody>
          <a:bodyPr wrap="none" rtlCol="0">
            <a:spAutoFit/>
          </a:bodyPr>
          <a:lstStyle/>
          <a:p>
            <a:r>
              <a:rPr lang="en-CL" sz="1200">
                <a:solidFill>
                  <a:schemeClr val="bg1"/>
                </a:solidFill>
              </a:rPr>
              <a:t>1.00</a:t>
            </a:r>
          </a:p>
        </p:txBody>
      </p:sp>
      <p:cxnSp>
        <p:nvCxnSpPr>
          <p:cNvPr id="18" name="Straight Arrow Connector 17">
            <a:extLst>
              <a:ext uri="{FF2B5EF4-FFF2-40B4-BE49-F238E27FC236}">
                <a16:creationId xmlns:a16="http://schemas.microsoft.com/office/drawing/2014/main" id="{D2D6E287-D02D-EE71-6B29-CA8F46DB7E2A}"/>
              </a:ext>
            </a:extLst>
          </p:cNvPr>
          <p:cNvCxnSpPr>
            <a:cxnSpLocks/>
          </p:cNvCxnSpPr>
          <p:nvPr/>
        </p:nvCxnSpPr>
        <p:spPr>
          <a:xfrm flipV="1">
            <a:off x="4704841" y="844012"/>
            <a:ext cx="1935077" cy="0"/>
          </a:xfrm>
          <a:prstGeom prst="straightConnector1">
            <a:avLst/>
          </a:prstGeom>
          <a:ln>
            <a:solidFill>
              <a:schemeClr val="accent2">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1D6CCAF-DED3-5691-AB12-9FBBBEE44421}"/>
              </a:ext>
            </a:extLst>
          </p:cNvPr>
          <p:cNvCxnSpPr>
            <a:cxnSpLocks/>
          </p:cNvCxnSpPr>
          <p:nvPr/>
        </p:nvCxnSpPr>
        <p:spPr>
          <a:xfrm>
            <a:off x="5672379" y="730973"/>
            <a:ext cx="0" cy="208827"/>
          </a:xfrm>
          <a:prstGeom prst="line">
            <a:avLst/>
          </a:prstGeom>
          <a:ln w="9525">
            <a:solidFill>
              <a:schemeClr val="accent2">
                <a:lumMod val="75000"/>
              </a:schemeClr>
            </a:solidFill>
            <a:prstDash val="soli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DD5BD7C-58E0-3419-32ED-108A4B3AC42A}"/>
              </a:ext>
            </a:extLst>
          </p:cNvPr>
          <p:cNvSpPr txBox="1"/>
          <p:nvPr/>
        </p:nvSpPr>
        <p:spPr>
          <a:xfrm>
            <a:off x="5435776" y="484537"/>
            <a:ext cx="473206" cy="276999"/>
          </a:xfrm>
          <a:prstGeom prst="rect">
            <a:avLst/>
          </a:prstGeom>
          <a:noFill/>
        </p:spPr>
        <p:txBody>
          <a:bodyPr wrap="none" rtlCol="0">
            <a:spAutoFit/>
          </a:bodyPr>
          <a:lstStyle/>
          <a:p>
            <a:r>
              <a:rPr lang="en-CL" sz="1200">
                <a:solidFill>
                  <a:schemeClr val="bg1"/>
                </a:solidFill>
              </a:rPr>
              <a:t>0.82</a:t>
            </a:r>
          </a:p>
        </p:txBody>
      </p:sp>
      <p:sp>
        <p:nvSpPr>
          <p:cNvPr id="23" name="TextBox 22">
            <a:extLst>
              <a:ext uri="{FF2B5EF4-FFF2-40B4-BE49-F238E27FC236}">
                <a16:creationId xmlns:a16="http://schemas.microsoft.com/office/drawing/2014/main" id="{4B724E3E-AF80-9FA2-9790-5018FF822DC6}"/>
              </a:ext>
            </a:extLst>
          </p:cNvPr>
          <p:cNvSpPr txBox="1"/>
          <p:nvPr/>
        </p:nvSpPr>
        <p:spPr>
          <a:xfrm>
            <a:off x="8613133" y="909243"/>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sp>
        <p:nvSpPr>
          <p:cNvPr id="24" name="TextBox 23">
            <a:extLst>
              <a:ext uri="{FF2B5EF4-FFF2-40B4-BE49-F238E27FC236}">
                <a16:creationId xmlns:a16="http://schemas.microsoft.com/office/drawing/2014/main" id="{1A4DA0B7-1EA3-8FFF-04B8-C4181667ACA0}"/>
              </a:ext>
            </a:extLst>
          </p:cNvPr>
          <p:cNvSpPr txBox="1"/>
          <p:nvPr/>
        </p:nvSpPr>
        <p:spPr>
          <a:xfrm>
            <a:off x="10766931" y="5318392"/>
            <a:ext cx="1080745" cy="1015663"/>
          </a:xfrm>
          <a:prstGeom prst="rect">
            <a:avLst/>
          </a:prstGeom>
          <a:noFill/>
        </p:spPr>
        <p:txBody>
          <a:bodyPr wrap="none" rtlCol="0">
            <a:spAutoFit/>
          </a:bodyPr>
          <a:lstStyle/>
          <a:p>
            <a:r>
              <a:rPr lang="en-CL" sz="6000">
                <a:solidFill>
                  <a:schemeClr val="tx1">
                    <a:lumMod val="50000"/>
                    <a:lumOff val="50000"/>
                  </a:schemeClr>
                </a:solidFill>
                <a:latin typeface="Palatino" pitchFamily="2" charset="77"/>
                <a:ea typeface="Palatino" pitchFamily="2" charset="77"/>
              </a:rPr>
              <a:t>A</a:t>
            </a:r>
            <a:r>
              <a:rPr lang="en-CL" sz="6000" baseline="-25000">
                <a:solidFill>
                  <a:schemeClr val="tx1">
                    <a:lumMod val="50000"/>
                    <a:lumOff val="50000"/>
                  </a:schemeClr>
                </a:solidFill>
                <a:latin typeface="Palatino" pitchFamily="2" charset="77"/>
                <a:ea typeface="Palatino" pitchFamily="2" charset="77"/>
              </a:rPr>
              <a:t>n</a:t>
            </a:r>
          </a:p>
        </p:txBody>
      </p:sp>
      <p:sp>
        <p:nvSpPr>
          <p:cNvPr id="25" name="Date Placeholder 24">
            <a:extLst>
              <a:ext uri="{FF2B5EF4-FFF2-40B4-BE49-F238E27FC236}">
                <a16:creationId xmlns:a16="http://schemas.microsoft.com/office/drawing/2014/main" id="{FA1BB26A-9CFD-0189-CFE6-2EE049E07C1E}"/>
              </a:ext>
            </a:extLst>
          </p:cNvPr>
          <p:cNvSpPr>
            <a:spLocks noGrp="1"/>
          </p:cNvSpPr>
          <p:nvPr>
            <p:ph type="dt" sz="half" idx="10"/>
          </p:nvPr>
        </p:nvSpPr>
        <p:spPr/>
        <p:txBody>
          <a:bodyPr/>
          <a:lstStyle/>
          <a:p>
            <a:r>
              <a:rPr lang="en-US"/>
              <a:t>(c) D.Mery - PR01A</a:t>
            </a:r>
            <a:endParaRPr lang="en-CL"/>
          </a:p>
        </p:txBody>
      </p:sp>
      <p:sp>
        <p:nvSpPr>
          <p:cNvPr id="26" name="Slide Number Placeholder 25">
            <a:extLst>
              <a:ext uri="{FF2B5EF4-FFF2-40B4-BE49-F238E27FC236}">
                <a16:creationId xmlns:a16="http://schemas.microsoft.com/office/drawing/2014/main" id="{AC8A438C-F71F-6448-679F-5BFD8D8A16DC}"/>
              </a:ext>
            </a:extLst>
          </p:cNvPr>
          <p:cNvSpPr>
            <a:spLocks noGrp="1"/>
          </p:cNvSpPr>
          <p:nvPr>
            <p:ph type="sldNum" sz="quarter" idx="12"/>
          </p:nvPr>
        </p:nvSpPr>
        <p:spPr/>
        <p:txBody>
          <a:bodyPr/>
          <a:lstStyle/>
          <a:p>
            <a:fld id="{006AE8E3-C79C-E14F-9140-34B0C7F543F1}" type="slidenum">
              <a:rPr lang="en-CL" smtClean="0"/>
              <a:t>18</a:t>
            </a:fld>
            <a:endParaRPr lang="en-CL"/>
          </a:p>
        </p:txBody>
      </p:sp>
    </p:spTree>
    <p:extLst>
      <p:ext uri="{BB962C8B-B14F-4D97-AF65-F5344CB8AC3E}">
        <p14:creationId xmlns:p14="http://schemas.microsoft.com/office/powerpoint/2010/main" val="303773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44163B-5E49-12FB-1181-316456E9F0E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3F5C45F-C4F9-036C-4294-75FA84DACD89}"/>
              </a:ext>
            </a:extLst>
          </p:cNvPr>
          <p:cNvGrpSpPr/>
          <p:nvPr/>
        </p:nvGrpSpPr>
        <p:grpSpPr>
          <a:xfrm>
            <a:off x="1652226" y="2969651"/>
            <a:ext cx="7999774" cy="3089329"/>
            <a:chOff x="3221064" y="154983"/>
            <a:chExt cx="5225512" cy="1301858"/>
          </a:xfrm>
        </p:grpSpPr>
        <p:cxnSp>
          <p:nvCxnSpPr>
            <p:cNvPr id="6" name="Straight Connector 5">
              <a:extLst>
                <a:ext uri="{FF2B5EF4-FFF2-40B4-BE49-F238E27FC236}">
                  <a16:creationId xmlns:a16="http://schemas.microsoft.com/office/drawing/2014/main" id="{CCCE8AAB-CDA5-D9D8-C642-06A6E9FA8665}"/>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3CC2DDF-BD0B-9864-64EC-B93F694EEE91}"/>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0C9D0EB4-E67A-2062-F11C-8ECB30EED889}"/>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2" name="Freeform 1">
            <a:extLst>
              <a:ext uri="{FF2B5EF4-FFF2-40B4-BE49-F238E27FC236}">
                <a16:creationId xmlns:a16="http://schemas.microsoft.com/office/drawing/2014/main" id="{8747A7EE-8581-01B1-3364-CBEF938099EC}"/>
              </a:ext>
            </a:extLst>
          </p:cNvPr>
          <p:cNvSpPr/>
          <p:nvPr/>
        </p:nvSpPr>
        <p:spPr>
          <a:xfrm flipH="1">
            <a:off x="7744896" y="3466606"/>
            <a:ext cx="337677" cy="2212338"/>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cxnSp>
        <p:nvCxnSpPr>
          <p:cNvPr id="18" name="Straight Arrow Connector 17">
            <a:extLst>
              <a:ext uri="{FF2B5EF4-FFF2-40B4-BE49-F238E27FC236}">
                <a16:creationId xmlns:a16="http://schemas.microsoft.com/office/drawing/2014/main" id="{3DCADCD6-39C2-CEB8-1321-2E1A866D87BE}"/>
              </a:ext>
            </a:extLst>
          </p:cNvPr>
          <p:cNvCxnSpPr>
            <a:cxnSpLocks/>
          </p:cNvCxnSpPr>
          <p:nvPr/>
        </p:nvCxnSpPr>
        <p:spPr>
          <a:xfrm>
            <a:off x="3965748" y="4178300"/>
            <a:ext cx="3960000" cy="0"/>
          </a:xfrm>
          <a:prstGeom prst="straightConnector1">
            <a:avLst/>
          </a:prstGeom>
          <a:ln>
            <a:solidFill>
              <a:schemeClr val="accent2">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B927E0C-5A70-E275-3D06-79E664AAE8E0}"/>
              </a:ext>
            </a:extLst>
          </p:cNvPr>
          <p:cNvCxnSpPr>
            <a:cxnSpLocks/>
          </p:cNvCxnSpPr>
          <p:nvPr/>
        </p:nvCxnSpPr>
        <p:spPr>
          <a:xfrm>
            <a:off x="5919641" y="2677079"/>
            <a:ext cx="0" cy="3164921"/>
          </a:xfrm>
          <a:prstGeom prst="line">
            <a:avLst/>
          </a:prstGeom>
          <a:ln w="9525">
            <a:solidFill>
              <a:schemeClr val="accent2">
                <a:lumMod val="75000"/>
              </a:schemeClr>
            </a:solidFill>
            <a:prstDash val="soli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0F2D3DE-EEF6-4A62-B4B7-F8064033E2A1}"/>
              </a:ext>
            </a:extLst>
          </p:cNvPr>
          <p:cNvSpPr txBox="1"/>
          <p:nvPr/>
        </p:nvSpPr>
        <p:spPr>
          <a:xfrm>
            <a:off x="5668092" y="5928553"/>
            <a:ext cx="724434" cy="276999"/>
          </a:xfrm>
          <a:prstGeom prst="rect">
            <a:avLst/>
          </a:prstGeom>
          <a:noFill/>
        </p:spPr>
        <p:txBody>
          <a:bodyPr wrap="square" rtlCol="0">
            <a:spAutoFit/>
          </a:bodyPr>
          <a:lstStyle/>
          <a:p>
            <a:r>
              <a:rPr lang="en-CL" sz="1200">
                <a:solidFill>
                  <a:schemeClr val="bg1"/>
                </a:solidFill>
              </a:rPr>
              <a:t>0.82</a:t>
            </a:r>
          </a:p>
        </p:txBody>
      </p:sp>
      <p:sp>
        <p:nvSpPr>
          <p:cNvPr id="23" name="TextBox 22">
            <a:extLst>
              <a:ext uri="{FF2B5EF4-FFF2-40B4-BE49-F238E27FC236}">
                <a16:creationId xmlns:a16="http://schemas.microsoft.com/office/drawing/2014/main" id="{8BE11D0B-B75D-E077-F2DE-FB2F699BEE71}"/>
              </a:ext>
            </a:extLst>
          </p:cNvPr>
          <p:cNvSpPr txBox="1"/>
          <p:nvPr/>
        </p:nvSpPr>
        <p:spPr>
          <a:xfrm>
            <a:off x="9836951" y="5325001"/>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sp>
        <p:nvSpPr>
          <p:cNvPr id="14" name="Right Arrow 13">
            <a:extLst>
              <a:ext uri="{FF2B5EF4-FFF2-40B4-BE49-F238E27FC236}">
                <a16:creationId xmlns:a16="http://schemas.microsoft.com/office/drawing/2014/main" id="{9B682090-E998-4181-B169-F3A9095CADD8}"/>
              </a:ext>
            </a:extLst>
          </p:cNvPr>
          <p:cNvSpPr/>
          <p:nvPr/>
        </p:nvSpPr>
        <p:spPr>
          <a:xfrm>
            <a:off x="6004611" y="2683896"/>
            <a:ext cx="234140" cy="501931"/>
          </a:xfrm>
          <a:prstGeom prst="rightArrow">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7" name="TextBox 16">
            <a:extLst>
              <a:ext uri="{FF2B5EF4-FFF2-40B4-BE49-F238E27FC236}">
                <a16:creationId xmlns:a16="http://schemas.microsoft.com/office/drawing/2014/main" id="{505F1962-8FB1-EE98-2900-49124AE5953C}"/>
              </a:ext>
            </a:extLst>
          </p:cNvPr>
          <p:cNvSpPr txBox="1"/>
          <p:nvPr/>
        </p:nvSpPr>
        <p:spPr>
          <a:xfrm>
            <a:off x="6304768" y="2719289"/>
            <a:ext cx="3583032" cy="461665"/>
          </a:xfrm>
          <a:prstGeom prst="rect">
            <a:avLst/>
          </a:prstGeom>
          <a:noFill/>
        </p:spPr>
        <p:txBody>
          <a:bodyPr wrap="none" rtlCol="0">
            <a:spAutoFit/>
          </a:bodyPr>
          <a:lstStyle/>
          <a:p>
            <a:r>
              <a:rPr lang="en-CL" sz="2400">
                <a:solidFill>
                  <a:schemeClr val="bg1"/>
                </a:solidFill>
                <a:latin typeface="Consolas" panose="020B0609020204030204" pitchFamily="49" charset="0"/>
                <a:cs typeface="Consolas" panose="020B0609020204030204" pitchFamily="49" charset="0"/>
              </a:rPr>
              <a:t>Clasificado como ‘1’</a:t>
            </a:r>
          </a:p>
        </p:txBody>
      </p:sp>
      <p:sp>
        <p:nvSpPr>
          <p:cNvPr id="21" name="Right Arrow 20">
            <a:extLst>
              <a:ext uri="{FF2B5EF4-FFF2-40B4-BE49-F238E27FC236}">
                <a16:creationId xmlns:a16="http://schemas.microsoft.com/office/drawing/2014/main" id="{1C3838B4-8CFB-84E8-647B-C7CE5A96C0EF}"/>
              </a:ext>
            </a:extLst>
          </p:cNvPr>
          <p:cNvSpPr/>
          <p:nvPr/>
        </p:nvSpPr>
        <p:spPr>
          <a:xfrm rot="10800000">
            <a:off x="5601822" y="2683896"/>
            <a:ext cx="234140" cy="501931"/>
          </a:xfrm>
          <a:prstGeom prst="rightArrow">
            <a:avLst/>
          </a:prstGeom>
          <a:solidFill>
            <a:srgbClr val="00B050"/>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2" name="TextBox 21">
            <a:extLst>
              <a:ext uri="{FF2B5EF4-FFF2-40B4-BE49-F238E27FC236}">
                <a16:creationId xmlns:a16="http://schemas.microsoft.com/office/drawing/2014/main" id="{0D02494F-A414-62E8-3C48-CBEFB3887F0C}"/>
              </a:ext>
            </a:extLst>
          </p:cNvPr>
          <p:cNvSpPr txBox="1"/>
          <p:nvPr/>
        </p:nvSpPr>
        <p:spPr>
          <a:xfrm>
            <a:off x="1848047" y="2714619"/>
            <a:ext cx="3583032" cy="461665"/>
          </a:xfrm>
          <a:prstGeom prst="rect">
            <a:avLst/>
          </a:prstGeom>
          <a:noFill/>
        </p:spPr>
        <p:txBody>
          <a:bodyPr wrap="none" rtlCol="0">
            <a:spAutoFit/>
          </a:bodyPr>
          <a:lstStyle/>
          <a:p>
            <a:r>
              <a:rPr lang="en-CL" sz="2400">
                <a:solidFill>
                  <a:schemeClr val="bg1"/>
                </a:solidFill>
                <a:latin typeface="Consolas" panose="020B0609020204030204" pitchFamily="49" charset="0"/>
                <a:cs typeface="Consolas" panose="020B0609020204030204" pitchFamily="49" charset="0"/>
              </a:rPr>
              <a:t>Clasificado como ‘0’</a:t>
            </a:r>
          </a:p>
        </p:txBody>
      </p:sp>
      <p:sp>
        <p:nvSpPr>
          <p:cNvPr id="25" name="Title 1">
            <a:extLst>
              <a:ext uri="{FF2B5EF4-FFF2-40B4-BE49-F238E27FC236}">
                <a16:creationId xmlns:a16="http://schemas.microsoft.com/office/drawing/2014/main" id="{A1AD3A50-8A8E-2502-AF28-6A0792E67017}"/>
              </a:ext>
            </a:extLst>
          </p:cNvPr>
          <p:cNvSpPr>
            <a:spLocks noGrp="1"/>
          </p:cNvSpPr>
          <p:nvPr>
            <p:ph type="title"/>
          </p:nvPr>
        </p:nvSpPr>
        <p:spPr>
          <a:xfrm>
            <a:off x="4342353" y="4670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sp>
        <p:nvSpPr>
          <p:cNvPr id="10" name="TextBox 9">
            <a:extLst>
              <a:ext uri="{FF2B5EF4-FFF2-40B4-BE49-F238E27FC236}">
                <a16:creationId xmlns:a16="http://schemas.microsoft.com/office/drawing/2014/main" id="{1588EAE3-B032-A3DA-08F2-B95EA0EF5B12}"/>
              </a:ext>
            </a:extLst>
          </p:cNvPr>
          <p:cNvSpPr txBox="1"/>
          <p:nvPr/>
        </p:nvSpPr>
        <p:spPr>
          <a:xfrm>
            <a:off x="7375260" y="2036125"/>
            <a:ext cx="2175596"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 0.82</a:t>
            </a:r>
            <a:endParaRPr lang="en-CL" sz="4000" baseline="-25000">
              <a:solidFill>
                <a:schemeClr val="bg1"/>
              </a:solidFill>
              <a:latin typeface="Palatino" pitchFamily="2" charset="77"/>
              <a:ea typeface="Palatino" pitchFamily="2" charset="77"/>
            </a:endParaRPr>
          </a:p>
        </p:txBody>
      </p:sp>
      <p:sp>
        <p:nvSpPr>
          <p:cNvPr id="11" name="TextBox 10">
            <a:extLst>
              <a:ext uri="{FF2B5EF4-FFF2-40B4-BE49-F238E27FC236}">
                <a16:creationId xmlns:a16="http://schemas.microsoft.com/office/drawing/2014/main" id="{656A1967-840F-A7CA-41E2-36899AE1A64D}"/>
              </a:ext>
            </a:extLst>
          </p:cNvPr>
          <p:cNvSpPr txBox="1"/>
          <p:nvPr/>
        </p:nvSpPr>
        <p:spPr>
          <a:xfrm>
            <a:off x="2735940" y="2019788"/>
            <a:ext cx="2204450"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&lt; 0.82</a:t>
            </a:r>
            <a:endParaRPr lang="en-CL" sz="4000" baseline="-25000">
              <a:solidFill>
                <a:schemeClr val="bg1"/>
              </a:solidFill>
              <a:latin typeface="Palatino" pitchFamily="2" charset="77"/>
              <a:ea typeface="Palatino" pitchFamily="2" charset="77"/>
            </a:endParaRPr>
          </a:p>
        </p:txBody>
      </p:sp>
      <p:sp>
        <p:nvSpPr>
          <p:cNvPr id="12" name="Date Placeholder 11">
            <a:extLst>
              <a:ext uri="{FF2B5EF4-FFF2-40B4-BE49-F238E27FC236}">
                <a16:creationId xmlns:a16="http://schemas.microsoft.com/office/drawing/2014/main" id="{CA0DD5E8-7459-84A0-C9B4-198A4B322EA2}"/>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43E4A191-9C45-4F60-86BC-FBF2E7D90835}"/>
              </a:ext>
            </a:extLst>
          </p:cNvPr>
          <p:cNvSpPr>
            <a:spLocks noGrp="1"/>
          </p:cNvSpPr>
          <p:nvPr>
            <p:ph type="sldNum" sz="quarter" idx="12"/>
          </p:nvPr>
        </p:nvSpPr>
        <p:spPr/>
        <p:txBody>
          <a:bodyPr/>
          <a:lstStyle/>
          <a:p>
            <a:fld id="{006AE8E3-C79C-E14F-9140-34B0C7F543F1}" type="slidenum">
              <a:rPr lang="en-CL" smtClean="0"/>
              <a:t>19</a:t>
            </a:fld>
            <a:endParaRPr lang="en-CL"/>
          </a:p>
        </p:txBody>
      </p:sp>
    </p:spTree>
    <p:extLst>
      <p:ext uri="{BB962C8B-B14F-4D97-AF65-F5344CB8AC3E}">
        <p14:creationId xmlns:p14="http://schemas.microsoft.com/office/powerpoint/2010/main" val="3990599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C1C737-2F2B-BDE8-7998-F27E73DBD91F}"/>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E8B1B852-62B7-E664-FCC3-ADBE8B335C4E}"/>
              </a:ext>
            </a:extLst>
          </p:cNvPr>
          <p:cNvSpPr>
            <a:spLocks noGrp="1"/>
          </p:cNvSpPr>
          <p:nvPr>
            <p:ph type="title"/>
          </p:nvPr>
        </p:nvSpPr>
        <p:spPr>
          <a:xfrm>
            <a:off x="570453" y="3781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pic>
        <p:nvPicPr>
          <p:cNvPr id="4" name="Picture 3" descr="A black number on a grey background&#10;&#10;AI-generated content may be incorrect.">
            <a:extLst>
              <a:ext uri="{FF2B5EF4-FFF2-40B4-BE49-F238E27FC236}">
                <a16:creationId xmlns:a16="http://schemas.microsoft.com/office/drawing/2014/main" id="{11171DE3-7023-9976-00C1-3DB431B2F8CB}"/>
              </a:ext>
            </a:extLst>
          </p:cNvPr>
          <p:cNvPicPr>
            <a:picLocks noChangeAspect="1"/>
          </p:cNvPicPr>
          <p:nvPr/>
        </p:nvPicPr>
        <p:blipFill>
          <a:blip r:embed="rId2"/>
          <a:srcRect l="20863" t="15848" r="20625" b="15763"/>
          <a:stretch>
            <a:fillRect/>
          </a:stretch>
        </p:blipFill>
        <p:spPr>
          <a:xfrm>
            <a:off x="8102600" y="207742"/>
            <a:ext cx="2540386" cy="2992008"/>
          </a:xfrm>
          <a:prstGeom prst="rect">
            <a:avLst/>
          </a:prstGeom>
        </p:spPr>
      </p:pic>
      <p:sp>
        <p:nvSpPr>
          <p:cNvPr id="5" name="TextBox 4">
            <a:extLst>
              <a:ext uri="{FF2B5EF4-FFF2-40B4-BE49-F238E27FC236}">
                <a16:creationId xmlns:a16="http://schemas.microsoft.com/office/drawing/2014/main" id="{40259046-388B-2016-E014-36C89377B0AB}"/>
              </a:ext>
            </a:extLst>
          </p:cNvPr>
          <p:cNvSpPr txBox="1"/>
          <p:nvPr/>
        </p:nvSpPr>
        <p:spPr>
          <a:xfrm>
            <a:off x="825500" y="1968500"/>
            <a:ext cx="2872902" cy="954107"/>
          </a:xfrm>
          <a:prstGeom prst="rect">
            <a:avLst/>
          </a:prstGeom>
          <a:noFill/>
        </p:spPr>
        <p:txBody>
          <a:bodyPr wrap="none" rtlCol="0">
            <a:spAutoFit/>
          </a:bodyPr>
          <a:lstStyle/>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Leer Imagen</a:t>
            </a:r>
          </a:p>
          <a:p>
            <a:endParaRPr lang="en-CL" sz="2800">
              <a:solidFill>
                <a:schemeClr val="bg1"/>
              </a:solidFill>
              <a:latin typeface="Consolas" panose="020B0609020204030204" pitchFamily="49" charset="0"/>
              <a:cs typeface="Consolas" panose="020B0609020204030204" pitchFamily="49" charset="0"/>
            </a:endParaRPr>
          </a:p>
        </p:txBody>
      </p:sp>
      <p:sp>
        <p:nvSpPr>
          <p:cNvPr id="8" name="Date Placeholder 7">
            <a:extLst>
              <a:ext uri="{FF2B5EF4-FFF2-40B4-BE49-F238E27FC236}">
                <a16:creationId xmlns:a16="http://schemas.microsoft.com/office/drawing/2014/main" id="{D7E0C51A-F06B-9D71-0A31-858050442AD1}"/>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5A849AF6-2B1F-C67C-400A-5E4BB3765E51}"/>
              </a:ext>
            </a:extLst>
          </p:cNvPr>
          <p:cNvSpPr>
            <a:spLocks noGrp="1"/>
          </p:cNvSpPr>
          <p:nvPr>
            <p:ph type="sldNum" sz="quarter" idx="12"/>
          </p:nvPr>
        </p:nvSpPr>
        <p:spPr/>
        <p:txBody>
          <a:bodyPr/>
          <a:lstStyle/>
          <a:p>
            <a:fld id="{006AE8E3-C79C-E14F-9140-34B0C7F543F1}" type="slidenum">
              <a:rPr lang="en-CL" smtClean="0"/>
              <a:t>20</a:t>
            </a:fld>
            <a:endParaRPr lang="en-CL"/>
          </a:p>
        </p:txBody>
      </p:sp>
    </p:spTree>
    <p:extLst>
      <p:ext uri="{BB962C8B-B14F-4D97-AF65-F5344CB8AC3E}">
        <p14:creationId xmlns:p14="http://schemas.microsoft.com/office/powerpoint/2010/main" val="3601546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27854E0-4C0E-E058-601B-E227BD22B764}"/>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59A472BC-98C6-D06E-08AC-6D1E303724D7}"/>
              </a:ext>
            </a:extLst>
          </p:cNvPr>
          <p:cNvSpPr>
            <a:spLocks noGrp="1"/>
          </p:cNvSpPr>
          <p:nvPr>
            <p:ph type="title"/>
          </p:nvPr>
        </p:nvSpPr>
        <p:spPr>
          <a:xfrm>
            <a:off x="570453" y="3781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sp>
        <p:nvSpPr>
          <p:cNvPr id="3" name="TextBox 2">
            <a:extLst>
              <a:ext uri="{FF2B5EF4-FFF2-40B4-BE49-F238E27FC236}">
                <a16:creationId xmlns:a16="http://schemas.microsoft.com/office/drawing/2014/main" id="{680B89F2-061B-75A8-D156-916F99A9D3BD}"/>
              </a:ext>
            </a:extLst>
          </p:cNvPr>
          <p:cNvSpPr txBox="1"/>
          <p:nvPr/>
        </p:nvSpPr>
        <p:spPr>
          <a:xfrm>
            <a:off x="825500" y="1968500"/>
            <a:ext cx="2872902" cy="954107"/>
          </a:xfrm>
          <a:prstGeom prst="rect">
            <a:avLst/>
          </a:prstGeom>
          <a:noFill/>
        </p:spPr>
        <p:txBody>
          <a:bodyPr wrap="none" rtlCol="0">
            <a:spAutoFit/>
          </a:bodyPr>
          <a:lstStyle/>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Leer Imagen</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Segmentar</a:t>
            </a:r>
          </a:p>
        </p:txBody>
      </p:sp>
      <p:pic>
        <p:nvPicPr>
          <p:cNvPr id="4" name="Picture 3" descr="A black number on a grey background&#10;&#10;AI-generated content may be incorrect.">
            <a:extLst>
              <a:ext uri="{FF2B5EF4-FFF2-40B4-BE49-F238E27FC236}">
                <a16:creationId xmlns:a16="http://schemas.microsoft.com/office/drawing/2014/main" id="{C3967B60-F452-3A81-0B77-F95E8E9E0B01}"/>
              </a:ext>
            </a:extLst>
          </p:cNvPr>
          <p:cNvPicPr>
            <a:picLocks noChangeAspect="1"/>
          </p:cNvPicPr>
          <p:nvPr/>
        </p:nvPicPr>
        <p:blipFill>
          <a:blip r:embed="rId2"/>
          <a:srcRect l="20863" t="15848" r="20625" b="15763"/>
          <a:stretch>
            <a:fillRect/>
          </a:stretch>
        </p:blipFill>
        <p:spPr>
          <a:xfrm>
            <a:off x="8102600" y="207742"/>
            <a:ext cx="2540386" cy="2992008"/>
          </a:xfrm>
          <a:prstGeom prst="rect">
            <a:avLst/>
          </a:prstGeom>
        </p:spPr>
      </p:pic>
      <p:pic>
        <p:nvPicPr>
          <p:cNvPr id="2" name="Picture 1" descr="A blue and yellow triangle with black background&#10;&#10;AI-generated content may be incorrect.">
            <a:extLst>
              <a:ext uri="{FF2B5EF4-FFF2-40B4-BE49-F238E27FC236}">
                <a16:creationId xmlns:a16="http://schemas.microsoft.com/office/drawing/2014/main" id="{834EC707-571E-FB67-24CB-14C7306B5794}"/>
              </a:ext>
            </a:extLst>
          </p:cNvPr>
          <p:cNvPicPr>
            <a:picLocks noChangeAspect="1"/>
          </p:cNvPicPr>
          <p:nvPr/>
        </p:nvPicPr>
        <p:blipFill>
          <a:blip r:embed="rId3"/>
          <a:srcRect l="71925" t="19938" r="8744" b="15518"/>
          <a:stretch>
            <a:fillRect/>
          </a:stretch>
        </p:blipFill>
        <p:spPr>
          <a:xfrm>
            <a:off x="9107788" y="1616730"/>
            <a:ext cx="2513759" cy="3166040"/>
          </a:xfrm>
          <a:prstGeom prst="rect">
            <a:avLst/>
          </a:prstGeom>
          <a:ln w="28575">
            <a:solidFill>
              <a:schemeClr val="bg1"/>
            </a:solidFill>
          </a:ln>
        </p:spPr>
      </p:pic>
      <p:sp>
        <p:nvSpPr>
          <p:cNvPr id="11" name="Date Placeholder 10">
            <a:extLst>
              <a:ext uri="{FF2B5EF4-FFF2-40B4-BE49-F238E27FC236}">
                <a16:creationId xmlns:a16="http://schemas.microsoft.com/office/drawing/2014/main" id="{281CB0A9-E8AB-CE0C-6D99-BDBBB371C844}"/>
              </a:ext>
            </a:extLst>
          </p:cNvPr>
          <p:cNvSpPr>
            <a:spLocks noGrp="1"/>
          </p:cNvSpPr>
          <p:nvPr>
            <p:ph type="dt" sz="half" idx="10"/>
          </p:nvPr>
        </p:nvSpPr>
        <p:spPr/>
        <p:txBody>
          <a:bodyPr/>
          <a:lstStyle/>
          <a:p>
            <a:r>
              <a:rPr lang="en-US"/>
              <a:t>(c) D.Mery - PR01A</a:t>
            </a:r>
            <a:endParaRPr lang="en-CL"/>
          </a:p>
        </p:txBody>
      </p:sp>
      <p:sp>
        <p:nvSpPr>
          <p:cNvPr id="12" name="Slide Number Placeholder 11">
            <a:extLst>
              <a:ext uri="{FF2B5EF4-FFF2-40B4-BE49-F238E27FC236}">
                <a16:creationId xmlns:a16="http://schemas.microsoft.com/office/drawing/2014/main" id="{F8611F52-33F1-4554-B7FE-818778E88859}"/>
              </a:ext>
            </a:extLst>
          </p:cNvPr>
          <p:cNvSpPr>
            <a:spLocks noGrp="1"/>
          </p:cNvSpPr>
          <p:nvPr>
            <p:ph type="sldNum" sz="quarter" idx="12"/>
          </p:nvPr>
        </p:nvSpPr>
        <p:spPr/>
        <p:txBody>
          <a:bodyPr/>
          <a:lstStyle/>
          <a:p>
            <a:fld id="{006AE8E3-C79C-E14F-9140-34B0C7F543F1}" type="slidenum">
              <a:rPr lang="en-CL" smtClean="0"/>
              <a:t>21</a:t>
            </a:fld>
            <a:endParaRPr lang="en-CL"/>
          </a:p>
        </p:txBody>
      </p:sp>
    </p:spTree>
    <p:extLst>
      <p:ext uri="{BB962C8B-B14F-4D97-AF65-F5344CB8AC3E}">
        <p14:creationId xmlns:p14="http://schemas.microsoft.com/office/powerpoint/2010/main" val="2964884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7B0167-412D-76BF-3968-AACBF812B69B}"/>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55E34E7E-B610-F92C-C227-C532F7D37D37}"/>
              </a:ext>
            </a:extLst>
          </p:cNvPr>
          <p:cNvSpPr>
            <a:spLocks noGrp="1"/>
          </p:cNvSpPr>
          <p:nvPr>
            <p:ph type="title"/>
          </p:nvPr>
        </p:nvSpPr>
        <p:spPr>
          <a:xfrm>
            <a:off x="570453" y="3781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sp>
        <p:nvSpPr>
          <p:cNvPr id="3" name="TextBox 2">
            <a:extLst>
              <a:ext uri="{FF2B5EF4-FFF2-40B4-BE49-F238E27FC236}">
                <a16:creationId xmlns:a16="http://schemas.microsoft.com/office/drawing/2014/main" id="{141914B2-8F3C-73EA-883E-837E37444FB3}"/>
              </a:ext>
            </a:extLst>
          </p:cNvPr>
          <p:cNvSpPr txBox="1"/>
          <p:nvPr/>
        </p:nvSpPr>
        <p:spPr>
          <a:xfrm>
            <a:off x="825500" y="1968500"/>
            <a:ext cx="5041765" cy="1384995"/>
          </a:xfrm>
          <a:prstGeom prst="rect">
            <a:avLst/>
          </a:prstGeom>
          <a:noFill/>
        </p:spPr>
        <p:txBody>
          <a:bodyPr wrap="none" rtlCol="0">
            <a:spAutoFit/>
          </a:bodyPr>
          <a:lstStyle/>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Leer Imagen</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Segmentar</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Extraer Característica</a:t>
            </a:r>
          </a:p>
        </p:txBody>
      </p:sp>
      <p:pic>
        <p:nvPicPr>
          <p:cNvPr id="4" name="Picture 3" descr="A black number on a grey background&#10;&#10;AI-generated content may be incorrect.">
            <a:extLst>
              <a:ext uri="{FF2B5EF4-FFF2-40B4-BE49-F238E27FC236}">
                <a16:creationId xmlns:a16="http://schemas.microsoft.com/office/drawing/2014/main" id="{C37BD607-143F-0916-DD30-5828B6CC0965}"/>
              </a:ext>
            </a:extLst>
          </p:cNvPr>
          <p:cNvPicPr>
            <a:picLocks noChangeAspect="1"/>
          </p:cNvPicPr>
          <p:nvPr/>
        </p:nvPicPr>
        <p:blipFill>
          <a:blip r:embed="rId2"/>
          <a:srcRect l="20863" t="15848" r="20625" b="15763"/>
          <a:stretch>
            <a:fillRect/>
          </a:stretch>
        </p:blipFill>
        <p:spPr>
          <a:xfrm>
            <a:off x="8102600" y="207742"/>
            <a:ext cx="2540386" cy="2992008"/>
          </a:xfrm>
          <a:prstGeom prst="rect">
            <a:avLst/>
          </a:prstGeom>
        </p:spPr>
      </p:pic>
      <p:pic>
        <p:nvPicPr>
          <p:cNvPr id="2" name="Picture 1" descr="A blue and yellow triangle with black background&#10;&#10;AI-generated content may be incorrect.">
            <a:extLst>
              <a:ext uri="{FF2B5EF4-FFF2-40B4-BE49-F238E27FC236}">
                <a16:creationId xmlns:a16="http://schemas.microsoft.com/office/drawing/2014/main" id="{C5F29360-BC6F-1B54-B297-E0D574052257}"/>
              </a:ext>
            </a:extLst>
          </p:cNvPr>
          <p:cNvPicPr>
            <a:picLocks noChangeAspect="1"/>
          </p:cNvPicPr>
          <p:nvPr/>
        </p:nvPicPr>
        <p:blipFill>
          <a:blip r:embed="rId3"/>
          <a:srcRect l="71925" t="19938" r="8744" b="15518"/>
          <a:stretch>
            <a:fillRect/>
          </a:stretch>
        </p:blipFill>
        <p:spPr>
          <a:xfrm>
            <a:off x="9107788" y="1616730"/>
            <a:ext cx="2513759" cy="3166040"/>
          </a:xfrm>
          <a:prstGeom prst="rect">
            <a:avLst/>
          </a:prstGeom>
          <a:ln w="28575">
            <a:solidFill>
              <a:schemeClr val="bg1"/>
            </a:solidFill>
          </a:ln>
        </p:spPr>
      </p:pic>
      <p:sp>
        <p:nvSpPr>
          <p:cNvPr id="8" name="TextBox 7">
            <a:extLst>
              <a:ext uri="{FF2B5EF4-FFF2-40B4-BE49-F238E27FC236}">
                <a16:creationId xmlns:a16="http://schemas.microsoft.com/office/drawing/2014/main" id="{B96A1A86-F3B1-63DA-5087-0626C87F45E8}"/>
              </a:ext>
            </a:extLst>
          </p:cNvPr>
          <p:cNvSpPr txBox="1"/>
          <p:nvPr/>
        </p:nvSpPr>
        <p:spPr>
          <a:xfrm>
            <a:off x="6903338" y="4076603"/>
            <a:ext cx="2204450"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 0.73</a:t>
            </a:r>
            <a:endParaRPr lang="en-CL" sz="4000" baseline="-25000">
              <a:solidFill>
                <a:schemeClr val="bg1"/>
              </a:solidFill>
              <a:latin typeface="Palatino" pitchFamily="2" charset="77"/>
              <a:ea typeface="Palatino" pitchFamily="2" charset="77"/>
            </a:endParaRPr>
          </a:p>
        </p:txBody>
      </p:sp>
      <p:cxnSp>
        <p:nvCxnSpPr>
          <p:cNvPr id="9" name="Straight Connector 8">
            <a:extLst>
              <a:ext uri="{FF2B5EF4-FFF2-40B4-BE49-F238E27FC236}">
                <a16:creationId xmlns:a16="http://schemas.microsoft.com/office/drawing/2014/main" id="{708D5E96-BC8E-286F-6D0A-E82344A56060}"/>
              </a:ext>
            </a:extLst>
          </p:cNvPr>
          <p:cNvCxnSpPr>
            <a:cxnSpLocks/>
          </p:cNvCxnSpPr>
          <p:nvPr/>
        </p:nvCxnSpPr>
        <p:spPr>
          <a:xfrm flipH="1">
            <a:off x="8750300" y="3429000"/>
            <a:ext cx="965393" cy="64770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Date Placeholder 10">
            <a:extLst>
              <a:ext uri="{FF2B5EF4-FFF2-40B4-BE49-F238E27FC236}">
                <a16:creationId xmlns:a16="http://schemas.microsoft.com/office/drawing/2014/main" id="{C22027E1-EA79-E94C-5FEE-9B1687E81C14}"/>
              </a:ext>
            </a:extLst>
          </p:cNvPr>
          <p:cNvSpPr>
            <a:spLocks noGrp="1"/>
          </p:cNvSpPr>
          <p:nvPr>
            <p:ph type="dt" sz="half" idx="10"/>
          </p:nvPr>
        </p:nvSpPr>
        <p:spPr/>
        <p:txBody>
          <a:bodyPr/>
          <a:lstStyle/>
          <a:p>
            <a:r>
              <a:rPr lang="en-US"/>
              <a:t>(c) D.Mery - PR01A</a:t>
            </a:r>
            <a:endParaRPr lang="en-CL"/>
          </a:p>
        </p:txBody>
      </p:sp>
      <p:sp>
        <p:nvSpPr>
          <p:cNvPr id="12" name="Slide Number Placeholder 11">
            <a:extLst>
              <a:ext uri="{FF2B5EF4-FFF2-40B4-BE49-F238E27FC236}">
                <a16:creationId xmlns:a16="http://schemas.microsoft.com/office/drawing/2014/main" id="{CC1D024C-6692-36B5-CA16-4F3C332CC64A}"/>
              </a:ext>
            </a:extLst>
          </p:cNvPr>
          <p:cNvSpPr>
            <a:spLocks noGrp="1"/>
          </p:cNvSpPr>
          <p:nvPr>
            <p:ph type="sldNum" sz="quarter" idx="12"/>
          </p:nvPr>
        </p:nvSpPr>
        <p:spPr/>
        <p:txBody>
          <a:bodyPr/>
          <a:lstStyle/>
          <a:p>
            <a:fld id="{006AE8E3-C79C-E14F-9140-34B0C7F543F1}" type="slidenum">
              <a:rPr lang="en-CL" smtClean="0"/>
              <a:t>22</a:t>
            </a:fld>
            <a:endParaRPr lang="en-CL"/>
          </a:p>
        </p:txBody>
      </p:sp>
    </p:spTree>
    <p:extLst>
      <p:ext uri="{BB962C8B-B14F-4D97-AF65-F5344CB8AC3E}">
        <p14:creationId xmlns:p14="http://schemas.microsoft.com/office/powerpoint/2010/main" val="3749751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1367E60-53B0-0371-DC6E-17DBB2D21D52}"/>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6A591F8D-A1ED-4399-A3CA-6C7D5EFAA06C}"/>
              </a:ext>
            </a:extLst>
          </p:cNvPr>
          <p:cNvSpPr>
            <a:spLocks noGrp="1"/>
          </p:cNvSpPr>
          <p:nvPr>
            <p:ph type="title"/>
          </p:nvPr>
        </p:nvSpPr>
        <p:spPr>
          <a:xfrm>
            <a:off x="570453" y="3781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sp>
        <p:nvSpPr>
          <p:cNvPr id="3" name="TextBox 2">
            <a:extLst>
              <a:ext uri="{FF2B5EF4-FFF2-40B4-BE49-F238E27FC236}">
                <a16:creationId xmlns:a16="http://schemas.microsoft.com/office/drawing/2014/main" id="{84883F83-4917-9D84-2674-BE80832C4E7D}"/>
              </a:ext>
            </a:extLst>
          </p:cNvPr>
          <p:cNvSpPr txBox="1"/>
          <p:nvPr/>
        </p:nvSpPr>
        <p:spPr>
          <a:xfrm>
            <a:off x="825500" y="1968500"/>
            <a:ext cx="5238935" cy="1815882"/>
          </a:xfrm>
          <a:prstGeom prst="rect">
            <a:avLst/>
          </a:prstGeom>
          <a:noFill/>
        </p:spPr>
        <p:txBody>
          <a:bodyPr wrap="none" rtlCol="0">
            <a:spAutoFit/>
          </a:bodyPr>
          <a:lstStyle/>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Leer Imagen</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Segmentar</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Extraer Característica</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Clasificar según umbral</a:t>
            </a:r>
          </a:p>
        </p:txBody>
      </p:sp>
      <p:pic>
        <p:nvPicPr>
          <p:cNvPr id="4" name="Picture 3" descr="A black number on a grey background&#10;&#10;AI-generated content may be incorrect.">
            <a:extLst>
              <a:ext uri="{FF2B5EF4-FFF2-40B4-BE49-F238E27FC236}">
                <a16:creationId xmlns:a16="http://schemas.microsoft.com/office/drawing/2014/main" id="{4FF4CFD5-69B9-EA94-C578-6F0B38E0A59C}"/>
              </a:ext>
            </a:extLst>
          </p:cNvPr>
          <p:cNvPicPr>
            <a:picLocks noChangeAspect="1"/>
          </p:cNvPicPr>
          <p:nvPr/>
        </p:nvPicPr>
        <p:blipFill>
          <a:blip r:embed="rId2"/>
          <a:srcRect l="20863" t="15848" r="20625" b="15763"/>
          <a:stretch>
            <a:fillRect/>
          </a:stretch>
        </p:blipFill>
        <p:spPr>
          <a:xfrm>
            <a:off x="8102600" y="207742"/>
            <a:ext cx="2540386" cy="2992008"/>
          </a:xfrm>
          <a:prstGeom prst="rect">
            <a:avLst/>
          </a:prstGeom>
        </p:spPr>
      </p:pic>
      <p:pic>
        <p:nvPicPr>
          <p:cNvPr id="2" name="Picture 1" descr="A blue and yellow triangle with black background&#10;&#10;AI-generated content may be incorrect.">
            <a:extLst>
              <a:ext uri="{FF2B5EF4-FFF2-40B4-BE49-F238E27FC236}">
                <a16:creationId xmlns:a16="http://schemas.microsoft.com/office/drawing/2014/main" id="{B4C927B9-48F2-59AB-1E2F-39459C148D51}"/>
              </a:ext>
            </a:extLst>
          </p:cNvPr>
          <p:cNvPicPr>
            <a:picLocks noChangeAspect="1"/>
          </p:cNvPicPr>
          <p:nvPr/>
        </p:nvPicPr>
        <p:blipFill>
          <a:blip r:embed="rId3"/>
          <a:srcRect l="71925" t="19938" r="8744" b="15518"/>
          <a:stretch>
            <a:fillRect/>
          </a:stretch>
        </p:blipFill>
        <p:spPr>
          <a:xfrm>
            <a:off x="9107788" y="1616730"/>
            <a:ext cx="2513759" cy="3166040"/>
          </a:xfrm>
          <a:prstGeom prst="rect">
            <a:avLst/>
          </a:prstGeom>
          <a:ln w="28575">
            <a:solidFill>
              <a:schemeClr val="bg1"/>
            </a:solidFill>
          </a:ln>
        </p:spPr>
      </p:pic>
      <p:sp>
        <p:nvSpPr>
          <p:cNvPr id="5" name="TextBox 4">
            <a:extLst>
              <a:ext uri="{FF2B5EF4-FFF2-40B4-BE49-F238E27FC236}">
                <a16:creationId xmlns:a16="http://schemas.microsoft.com/office/drawing/2014/main" id="{73B2F7FD-7EA3-0E3A-B260-73270B61B23A}"/>
              </a:ext>
            </a:extLst>
          </p:cNvPr>
          <p:cNvSpPr txBox="1"/>
          <p:nvPr/>
        </p:nvSpPr>
        <p:spPr>
          <a:xfrm>
            <a:off x="6903338" y="4076603"/>
            <a:ext cx="2204450"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 0.73</a:t>
            </a:r>
            <a:endParaRPr lang="en-CL" sz="4000" baseline="-25000">
              <a:solidFill>
                <a:schemeClr val="bg1"/>
              </a:solidFill>
              <a:latin typeface="Palatino" pitchFamily="2" charset="77"/>
              <a:ea typeface="Palatino" pitchFamily="2" charset="77"/>
            </a:endParaRPr>
          </a:p>
        </p:txBody>
      </p:sp>
      <p:cxnSp>
        <p:nvCxnSpPr>
          <p:cNvPr id="7" name="Straight Connector 6">
            <a:extLst>
              <a:ext uri="{FF2B5EF4-FFF2-40B4-BE49-F238E27FC236}">
                <a16:creationId xmlns:a16="http://schemas.microsoft.com/office/drawing/2014/main" id="{52963E50-213C-E14B-61DD-2B687FC938A5}"/>
              </a:ext>
            </a:extLst>
          </p:cNvPr>
          <p:cNvCxnSpPr>
            <a:cxnSpLocks/>
          </p:cNvCxnSpPr>
          <p:nvPr/>
        </p:nvCxnSpPr>
        <p:spPr>
          <a:xfrm flipH="1">
            <a:off x="8750300" y="3429000"/>
            <a:ext cx="965393" cy="64770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BD70444-BAD1-D294-F332-51D5E52E3226}"/>
              </a:ext>
            </a:extLst>
          </p:cNvPr>
          <p:cNvSpPr txBox="1"/>
          <p:nvPr/>
        </p:nvSpPr>
        <p:spPr>
          <a:xfrm>
            <a:off x="6338440" y="5483872"/>
            <a:ext cx="5538696" cy="707886"/>
          </a:xfrm>
          <a:prstGeom prst="rect">
            <a:avLst/>
          </a:prstGeom>
          <a:noFill/>
        </p:spPr>
        <p:txBody>
          <a:bodyPr wrap="none" rtlCol="0">
            <a:spAutoFit/>
          </a:bodyPr>
          <a:lstStyle/>
          <a:p>
            <a:r>
              <a:rPr lang="en-CL" sz="4000">
                <a:solidFill>
                  <a:schemeClr val="accent6">
                    <a:lumMod val="60000"/>
                    <a:lumOff val="40000"/>
                  </a:schemeClr>
                </a:solidFill>
                <a:latin typeface="Palatino" pitchFamily="2" charset="77"/>
                <a:ea typeface="Palatino" pitchFamily="2" charset="77"/>
              </a:rPr>
              <a:t>A</a:t>
            </a:r>
            <a:r>
              <a:rPr lang="en-CL" sz="4000" baseline="-25000">
                <a:solidFill>
                  <a:schemeClr val="accent6">
                    <a:lumMod val="60000"/>
                    <a:lumOff val="40000"/>
                  </a:schemeClr>
                </a:solidFill>
                <a:latin typeface="Palatino" pitchFamily="2" charset="77"/>
                <a:ea typeface="Palatino" pitchFamily="2" charset="77"/>
              </a:rPr>
              <a:t>n </a:t>
            </a:r>
            <a:r>
              <a:rPr lang="en-CL" sz="4000">
                <a:solidFill>
                  <a:schemeClr val="accent6">
                    <a:lumMod val="60000"/>
                    <a:lumOff val="40000"/>
                  </a:schemeClr>
                </a:solidFill>
                <a:latin typeface="Palatino" pitchFamily="2" charset="77"/>
                <a:ea typeface="Palatino" pitchFamily="2" charset="77"/>
              </a:rPr>
              <a:t>&lt; 0.82 entonces es ‘0’</a:t>
            </a:r>
            <a:endParaRPr lang="en-CL" sz="4000" baseline="-25000">
              <a:solidFill>
                <a:schemeClr val="accent6">
                  <a:lumMod val="60000"/>
                  <a:lumOff val="40000"/>
                </a:schemeClr>
              </a:solidFill>
              <a:latin typeface="Palatino" pitchFamily="2" charset="77"/>
              <a:ea typeface="Palatino" pitchFamily="2" charset="77"/>
            </a:endParaRPr>
          </a:p>
        </p:txBody>
      </p:sp>
      <p:sp>
        <p:nvSpPr>
          <p:cNvPr id="12" name="Date Placeholder 11">
            <a:extLst>
              <a:ext uri="{FF2B5EF4-FFF2-40B4-BE49-F238E27FC236}">
                <a16:creationId xmlns:a16="http://schemas.microsoft.com/office/drawing/2014/main" id="{95C0F05A-3AD2-B55A-53CB-3670B7723899}"/>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AB8D751A-EDE7-159A-F11B-DBA4971D5765}"/>
              </a:ext>
            </a:extLst>
          </p:cNvPr>
          <p:cNvSpPr>
            <a:spLocks noGrp="1"/>
          </p:cNvSpPr>
          <p:nvPr>
            <p:ph type="sldNum" sz="quarter" idx="12"/>
          </p:nvPr>
        </p:nvSpPr>
        <p:spPr/>
        <p:txBody>
          <a:bodyPr/>
          <a:lstStyle/>
          <a:p>
            <a:fld id="{006AE8E3-C79C-E14F-9140-34B0C7F543F1}" type="slidenum">
              <a:rPr lang="en-CL" smtClean="0"/>
              <a:t>23</a:t>
            </a:fld>
            <a:endParaRPr lang="en-CL"/>
          </a:p>
        </p:txBody>
      </p:sp>
    </p:spTree>
    <p:extLst>
      <p:ext uri="{BB962C8B-B14F-4D97-AF65-F5344CB8AC3E}">
        <p14:creationId xmlns:p14="http://schemas.microsoft.com/office/powerpoint/2010/main" val="3303290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00A2B38-F104-49D4-0CB7-E9F6A774AA81}"/>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D4C2D39D-AF2E-BB5E-D020-64585509B789}"/>
              </a:ext>
            </a:extLst>
          </p:cNvPr>
          <p:cNvSpPr>
            <a:spLocks noGrp="1"/>
          </p:cNvSpPr>
          <p:nvPr>
            <p:ph type="title"/>
          </p:nvPr>
        </p:nvSpPr>
        <p:spPr>
          <a:xfrm>
            <a:off x="570453" y="378183"/>
            <a:ext cx="3154576" cy="1325563"/>
          </a:xfrm>
        </p:spPr>
        <p:txBody>
          <a:bodyPr/>
          <a:lstStyle/>
          <a:p>
            <a:r>
              <a:rPr lang="en-CL" dirty="0">
                <a:solidFill>
                  <a:schemeClr val="bg1"/>
                </a:solidFill>
                <a:latin typeface="Gill Sans MT" panose="020B0502020104020203" pitchFamily="34" charset="77"/>
                <a:cs typeface="Consolas" panose="020B0609020204030204" pitchFamily="49" charset="0"/>
              </a:rPr>
              <a:t>Algoritmo</a:t>
            </a:r>
          </a:p>
        </p:txBody>
      </p:sp>
      <p:sp>
        <p:nvSpPr>
          <p:cNvPr id="3" name="TextBox 2">
            <a:extLst>
              <a:ext uri="{FF2B5EF4-FFF2-40B4-BE49-F238E27FC236}">
                <a16:creationId xmlns:a16="http://schemas.microsoft.com/office/drawing/2014/main" id="{5E3CD10F-3946-EF9E-A49D-611595C1AE98}"/>
              </a:ext>
            </a:extLst>
          </p:cNvPr>
          <p:cNvSpPr txBox="1"/>
          <p:nvPr/>
        </p:nvSpPr>
        <p:spPr>
          <a:xfrm>
            <a:off x="825500" y="1968500"/>
            <a:ext cx="5238935" cy="2246769"/>
          </a:xfrm>
          <a:prstGeom prst="rect">
            <a:avLst/>
          </a:prstGeom>
          <a:noFill/>
        </p:spPr>
        <p:txBody>
          <a:bodyPr wrap="none" rtlCol="0">
            <a:spAutoFit/>
          </a:bodyPr>
          <a:lstStyle/>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Leer Imagen</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Segmentar</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Extraer Característica</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Clasificar según umbral</a:t>
            </a:r>
          </a:p>
          <a:p>
            <a:pPr marL="514350" indent="-514350">
              <a:buAutoNum type="arabicPeriod"/>
            </a:pPr>
            <a:r>
              <a:rPr lang="en-CL" sz="2800">
                <a:solidFill>
                  <a:schemeClr val="bg1"/>
                </a:solidFill>
                <a:latin typeface="Consolas" panose="020B0609020204030204" pitchFamily="49" charset="0"/>
                <a:cs typeface="Consolas" panose="020B0609020204030204" pitchFamily="49" charset="0"/>
              </a:rPr>
              <a:t>FIN</a:t>
            </a:r>
          </a:p>
        </p:txBody>
      </p:sp>
      <p:pic>
        <p:nvPicPr>
          <p:cNvPr id="4" name="Picture 3" descr="A black number on a grey background&#10;&#10;AI-generated content may be incorrect.">
            <a:extLst>
              <a:ext uri="{FF2B5EF4-FFF2-40B4-BE49-F238E27FC236}">
                <a16:creationId xmlns:a16="http://schemas.microsoft.com/office/drawing/2014/main" id="{18CADD51-5748-696A-01F2-F336AF287415}"/>
              </a:ext>
            </a:extLst>
          </p:cNvPr>
          <p:cNvPicPr>
            <a:picLocks noChangeAspect="1"/>
          </p:cNvPicPr>
          <p:nvPr/>
        </p:nvPicPr>
        <p:blipFill>
          <a:blip r:embed="rId2"/>
          <a:srcRect l="20863" t="15848" r="20625" b="15763"/>
          <a:stretch>
            <a:fillRect/>
          </a:stretch>
        </p:blipFill>
        <p:spPr>
          <a:xfrm>
            <a:off x="8102600" y="207742"/>
            <a:ext cx="2540386" cy="2992008"/>
          </a:xfrm>
          <a:prstGeom prst="rect">
            <a:avLst/>
          </a:prstGeom>
        </p:spPr>
      </p:pic>
      <p:pic>
        <p:nvPicPr>
          <p:cNvPr id="2" name="Picture 1" descr="A blue and yellow triangle with black background&#10;&#10;AI-generated content may be incorrect.">
            <a:extLst>
              <a:ext uri="{FF2B5EF4-FFF2-40B4-BE49-F238E27FC236}">
                <a16:creationId xmlns:a16="http://schemas.microsoft.com/office/drawing/2014/main" id="{9D5A85C9-9B9C-ABE0-42BF-D91904D96346}"/>
              </a:ext>
            </a:extLst>
          </p:cNvPr>
          <p:cNvPicPr>
            <a:picLocks noChangeAspect="1"/>
          </p:cNvPicPr>
          <p:nvPr/>
        </p:nvPicPr>
        <p:blipFill>
          <a:blip r:embed="rId3"/>
          <a:srcRect l="71925" t="19938" r="8744" b="15518"/>
          <a:stretch>
            <a:fillRect/>
          </a:stretch>
        </p:blipFill>
        <p:spPr>
          <a:xfrm>
            <a:off x="9107788" y="1616730"/>
            <a:ext cx="2513759" cy="3166040"/>
          </a:xfrm>
          <a:prstGeom prst="rect">
            <a:avLst/>
          </a:prstGeom>
          <a:ln w="28575">
            <a:solidFill>
              <a:schemeClr val="bg1"/>
            </a:solidFill>
          </a:ln>
        </p:spPr>
      </p:pic>
      <p:sp>
        <p:nvSpPr>
          <p:cNvPr id="5" name="TextBox 4">
            <a:extLst>
              <a:ext uri="{FF2B5EF4-FFF2-40B4-BE49-F238E27FC236}">
                <a16:creationId xmlns:a16="http://schemas.microsoft.com/office/drawing/2014/main" id="{32EED167-754F-9BBD-D3A4-706AA473C5E0}"/>
              </a:ext>
            </a:extLst>
          </p:cNvPr>
          <p:cNvSpPr txBox="1"/>
          <p:nvPr/>
        </p:nvSpPr>
        <p:spPr>
          <a:xfrm>
            <a:off x="6903338" y="4076603"/>
            <a:ext cx="2204450"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 0.73</a:t>
            </a:r>
            <a:endParaRPr lang="en-CL" sz="4000" baseline="-25000">
              <a:solidFill>
                <a:schemeClr val="bg1"/>
              </a:solidFill>
              <a:latin typeface="Palatino" pitchFamily="2" charset="77"/>
              <a:ea typeface="Palatino" pitchFamily="2" charset="77"/>
            </a:endParaRPr>
          </a:p>
        </p:txBody>
      </p:sp>
      <p:cxnSp>
        <p:nvCxnSpPr>
          <p:cNvPr id="7" name="Straight Connector 6">
            <a:extLst>
              <a:ext uri="{FF2B5EF4-FFF2-40B4-BE49-F238E27FC236}">
                <a16:creationId xmlns:a16="http://schemas.microsoft.com/office/drawing/2014/main" id="{971B1DB8-36B9-FD78-EEE4-ECCD9D307FFD}"/>
              </a:ext>
            </a:extLst>
          </p:cNvPr>
          <p:cNvCxnSpPr>
            <a:cxnSpLocks/>
          </p:cNvCxnSpPr>
          <p:nvPr/>
        </p:nvCxnSpPr>
        <p:spPr>
          <a:xfrm flipH="1">
            <a:off x="8750300" y="3429000"/>
            <a:ext cx="965393" cy="647700"/>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2A494A8-A898-3FED-577D-B6702347052F}"/>
              </a:ext>
            </a:extLst>
          </p:cNvPr>
          <p:cNvSpPr txBox="1"/>
          <p:nvPr/>
        </p:nvSpPr>
        <p:spPr>
          <a:xfrm>
            <a:off x="6338440" y="5483872"/>
            <a:ext cx="5538696" cy="707886"/>
          </a:xfrm>
          <a:prstGeom prst="rect">
            <a:avLst/>
          </a:prstGeom>
          <a:noFill/>
        </p:spPr>
        <p:txBody>
          <a:bodyPr wrap="none" rtlCol="0">
            <a:spAutoFit/>
          </a:bodyPr>
          <a:lstStyle/>
          <a:p>
            <a:r>
              <a:rPr lang="en-CL" sz="4000">
                <a:solidFill>
                  <a:schemeClr val="accent6">
                    <a:lumMod val="60000"/>
                    <a:lumOff val="40000"/>
                  </a:schemeClr>
                </a:solidFill>
                <a:latin typeface="Palatino" pitchFamily="2" charset="77"/>
                <a:ea typeface="Palatino" pitchFamily="2" charset="77"/>
              </a:rPr>
              <a:t>A</a:t>
            </a:r>
            <a:r>
              <a:rPr lang="en-CL" sz="4000" baseline="-25000">
                <a:solidFill>
                  <a:schemeClr val="accent6">
                    <a:lumMod val="60000"/>
                    <a:lumOff val="40000"/>
                  </a:schemeClr>
                </a:solidFill>
                <a:latin typeface="Palatino" pitchFamily="2" charset="77"/>
                <a:ea typeface="Palatino" pitchFamily="2" charset="77"/>
              </a:rPr>
              <a:t>n </a:t>
            </a:r>
            <a:r>
              <a:rPr lang="en-CL" sz="4000">
                <a:solidFill>
                  <a:schemeClr val="accent6">
                    <a:lumMod val="60000"/>
                    <a:lumOff val="40000"/>
                  </a:schemeClr>
                </a:solidFill>
                <a:latin typeface="Palatino" pitchFamily="2" charset="77"/>
                <a:ea typeface="Palatino" pitchFamily="2" charset="77"/>
              </a:rPr>
              <a:t>&lt; 0.82 entonces es ‘0’</a:t>
            </a:r>
            <a:endParaRPr lang="en-CL" sz="4000" baseline="-25000">
              <a:solidFill>
                <a:schemeClr val="accent6">
                  <a:lumMod val="60000"/>
                  <a:lumOff val="40000"/>
                </a:schemeClr>
              </a:solidFill>
              <a:latin typeface="Palatino" pitchFamily="2" charset="77"/>
              <a:ea typeface="Palatino" pitchFamily="2" charset="77"/>
            </a:endParaRPr>
          </a:p>
        </p:txBody>
      </p:sp>
      <p:sp>
        <p:nvSpPr>
          <p:cNvPr id="12" name="Date Placeholder 11">
            <a:extLst>
              <a:ext uri="{FF2B5EF4-FFF2-40B4-BE49-F238E27FC236}">
                <a16:creationId xmlns:a16="http://schemas.microsoft.com/office/drawing/2014/main" id="{C6C407BB-A2AC-7BAF-ED99-F9DE3F935B2D}"/>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527DA3B3-FF6C-19FE-83BA-6551A164DAAF}"/>
              </a:ext>
            </a:extLst>
          </p:cNvPr>
          <p:cNvSpPr>
            <a:spLocks noGrp="1"/>
          </p:cNvSpPr>
          <p:nvPr>
            <p:ph type="sldNum" sz="quarter" idx="12"/>
          </p:nvPr>
        </p:nvSpPr>
        <p:spPr/>
        <p:txBody>
          <a:bodyPr/>
          <a:lstStyle/>
          <a:p>
            <a:fld id="{006AE8E3-C79C-E14F-9140-34B0C7F543F1}" type="slidenum">
              <a:rPr lang="en-CL" smtClean="0"/>
              <a:t>24</a:t>
            </a:fld>
            <a:endParaRPr lang="en-CL"/>
          </a:p>
        </p:txBody>
      </p:sp>
    </p:spTree>
    <p:extLst>
      <p:ext uri="{BB962C8B-B14F-4D97-AF65-F5344CB8AC3E}">
        <p14:creationId xmlns:p14="http://schemas.microsoft.com/office/powerpoint/2010/main" val="3636909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05F42E4-9AC0-751B-6658-85E303AADD8B}"/>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CC1DD05A-5603-DD08-F94F-B1CCEA2E4F44}"/>
              </a:ext>
            </a:extLst>
          </p:cNvPr>
          <p:cNvPicPr>
            <a:picLocks noChangeAspect="1"/>
          </p:cNvPicPr>
          <p:nvPr/>
        </p:nvPicPr>
        <p:blipFill>
          <a:blip r:embed="rId2"/>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F6F8906D-D3F2-40C9-991E-BE7CF038E51B}"/>
              </a:ext>
            </a:extLst>
          </p:cNvPr>
          <p:cNvSpPr>
            <a:spLocks noGrp="1"/>
          </p:cNvSpPr>
          <p:nvPr>
            <p:ph type="title"/>
          </p:nvPr>
        </p:nvSpPr>
        <p:spPr>
          <a:xfrm>
            <a:off x="502024" y="323779"/>
            <a:ext cx="11452653"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Conjunto de Pruebas</a:t>
            </a:r>
            <a:r>
              <a:rPr lang="en-CL" sz="2800" dirty="0">
                <a:solidFill>
                  <a:schemeClr val="accent2"/>
                </a:solidFill>
                <a:latin typeface="Gill Sans MT" panose="020B0502020104020203" pitchFamily="34" charset="77"/>
                <a:cs typeface="Consolas" panose="020B0609020204030204" pitchFamily="49" charset="0"/>
              </a:rPr>
              <a:t> (independiente)</a:t>
            </a:r>
          </a:p>
        </p:txBody>
      </p:sp>
      <p:graphicFrame>
        <p:nvGraphicFramePr>
          <p:cNvPr id="2" name="Table 1">
            <a:extLst>
              <a:ext uri="{FF2B5EF4-FFF2-40B4-BE49-F238E27FC236}">
                <a16:creationId xmlns:a16="http://schemas.microsoft.com/office/drawing/2014/main" id="{A8A5D0B2-49AB-A1E3-3D01-F55C8C20AF4E}"/>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3" name="Left Brace 2">
            <a:extLst>
              <a:ext uri="{FF2B5EF4-FFF2-40B4-BE49-F238E27FC236}">
                <a16:creationId xmlns:a16="http://schemas.microsoft.com/office/drawing/2014/main" id="{2B696099-A0E1-3448-8DA2-440D3D6187B1}"/>
              </a:ext>
            </a:extLst>
          </p:cNvPr>
          <p:cNvSpPr/>
          <p:nvPr/>
        </p:nvSpPr>
        <p:spPr>
          <a:xfrm>
            <a:off x="1146875" y="1800234"/>
            <a:ext cx="278193" cy="954107"/>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F5FCE98A-C1F7-04E8-EEF5-3E116F6D186B}"/>
              </a:ext>
            </a:extLst>
          </p:cNvPr>
          <p:cNvSpPr txBox="1"/>
          <p:nvPr/>
        </p:nvSpPr>
        <p:spPr>
          <a:xfrm>
            <a:off x="70281" y="1846728"/>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9E843857-D23E-EAEB-3E33-3DABBFED4265}"/>
              </a:ext>
            </a:extLst>
          </p:cNvPr>
          <p:cNvSpPr/>
          <p:nvPr/>
        </p:nvSpPr>
        <p:spPr>
          <a:xfrm>
            <a:off x="1142211" y="5397766"/>
            <a:ext cx="282858" cy="954108"/>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746C8E85-B4DF-FF50-527A-AADDB78F38E9}"/>
              </a:ext>
            </a:extLst>
          </p:cNvPr>
          <p:cNvSpPr txBox="1"/>
          <p:nvPr/>
        </p:nvSpPr>
        <p:spPr>
          <a:xfrm>
            <a:off x="168865" y="5366011"/>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9" name="Rectangle 8">
            <a:extLst>
              <a:ext uri="{FF2B5EF4-FFF2-40B4-BE49-F238E27FC236}">
                <a16:creationId xmlns:a16="http://schemas.microsoft.com/office/drawing/2014/main" id="{B8A9EBF8-5639-264F-5E5A-5F9595A4F79A}"/>
              </a:ext>
            </a:extLst>
          </p:cNvPr>
          <p:cNvSpPr/>
          <p:nvPr/>
        </p:nvSpPr>
        <p:spPr>
          <a:xfrm>
            <a:off x="1543665" y="2754341"/>
            <a:ext cx="9153832" cy="26434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solidFill>
                <a:schemeClr val="bg1"/>
              </a:solidFill>
            </a:endParaRPr>
          </a:p>
        </p:txBody>
      </p:sp>
      <p:sp>
        <p:nvSpPr>
          <p:cNvPr id="14" name="Date Placeholder 13">
            <a:extLst>
              <a:ext uri="{FF2B5EF4-FFF2-40B4-BE49-F238E27FC236}">
                <a16:creationId xmlns:a16="http://schemas.microsoft.com/office/drawing/2014/main" id="{60913AFA-1BF4-D5C5-DEA5-A818E71B2986}"/>
              </a:ext>
            </a:extLst>
          </p:cNvPr>
          <p:cNvSpPr>
            <a:spLocks noGrp="1"/>
          </p:cNvSpPr>
          <p:nvPr>
            <p:ph type="dt" sz="half" idx="10"/>
          </p:nvPr>
        </p:nvSpPr>
        <p:spPr/>
        <p:txBody>
          <a:bodyPr/>
          <a:lstStyle/>
          <a:p>
            <a:r>
              <a:rPr lang="en-US"/>
              <a:t>(c) D.Mery - PR01A</a:t>
            </a:r>
            <a:endParaRPr lang="en-CL"/>
          </a:p>
        </p:txBody>
      </p:sp>
      <p:sp>
        <p:nvSpPr>
          <p:cNvPr id="15" name="Slide Number Placeholder 14">
            <a:extLst>
              <a:ext uri="{FF2B5EF4-FFF2-40B4-BE49-F238E27FC236}">
                <a16:creationId xmlns:a16="http://schemas.microsoft.com/office/drawing/2014/main" id="{62D8ADFC-A2A6-1978-205C-06719262737A}"/>
              </a:ext>
            </a:extLst>
          </p:cNvPr>
          <p:cNvSpPr>
            <a:spLocks noGrp="1"/>
          </p:cNvSpPr>
          <p:nvPr>
            <p:ph type="sldNum" sz="quarter" idx="12"/>
          </p:nvPr>
        </p:nvSpPr>
        <p:spPr/>
        <p:txBody>
          <a:bodyPr/>
          <a:lstStyle/>
          <a:p>
            <a:fld id="{006AE8E3-C79C-E14F-9140-34B0C7F543F1}" type="slidenum">
              <a:rPr lang="en-CL" smtClean="0"/>
              <a:t>25</a:t>
            </a:fld>
            <a:endParaRPr lang="en-CL"/>
          </a:p>
        </p:txBody>
      </p:sp>
    </p:spTree>
    <p:extLst>
      <p:ext uri="{BB962C8B-B14F-4D97-AF65-F5344CB8AC3E}">
        <p14:creationId xmlns:p14="http://schemas.microsoft.com/office/powerpoint/2010/main" val="927829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227D1B4-C0CF-70B1-F571-F4B31F675DDD}"/>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1AAAED7A-166E-BBE4-8B64-B5A7B18DC0FA}"/>
              </a:ext>
            </a:extLst>
          </p:cNvPr>
          <p:cNvPicPr>
            <a:picLocks noChangeAspect="1"/>
          </p:cNvPicPr>
          <p:nvPr/>
        </p:nvPicPr>
        <p:blipFill>
          <a:blip r:embed="rId2"/>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4666B280-3047-51F3-6B65-4AE79D7BB7B1}"/>
              </a:ext>
            </a:extLst>
          </p:cNvPr>
          <p:cNvSpPr>
            <a:spLocks noGrp="1"/>
          </p:cNvSpPr>
          <p:nvPr>
            <p:ph type="title"/>
          </p:nvPr>
        </p:nvSpPr>
        <p:spPr>
          <a:xfrm>
            <a:off x="502024" y="323779"/>
            <a:ext cx="11452653"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Conjunto de Pruebas</a:t>
            </a:r>
            <a:r>
              <a:rPr lang="en-CL" sz="2800" dirty="0">
                <a:solidFill>
                  <a:schemeClr val="accent2"/>
                </a:solidFill>
                <a:latin typeface="Gill Sans MT" panose="020B0502020104020203" pitchFamily="34" charset="77"/>
                <a:cs typeface="Consolas" panose="020B0609020204030204" pitchFamily="49" charset="0"/>
              </a:rPr>
              <a:t> (independiente)</a:t>
            </a:r>
            <a:endParaRPr lang="en-CL" sz="2800" dirty="0">
              <a:solidFill>
                <a:schemeClr val="bg1"/>
              </a:solidFill>
              <a:latin typeface="Gill Sans MT" panose="020B0502020104020203" pitchFamily="34" charset="77"/>
              <a:cs typeface="Consolas" panose="020B0609020204030204" pitchFamily="49" charset="0"/>
            </a:endParaRPr>
          </a:p>
        </p:txBody>
      </p:sp>
      <p:graphicFrame>
        <p:nvGraphicFramePr>
          <p:cNvPr id="2" name="Table 1">
            <a:extLst>
              <a:ext uri="{FF2B5EF4-FFF2-40B4-BE49-F238E27FC236}">
                <a16:creationId xmlns:a16="http://schemas.microsoft.com/office/drawing/2014/main" id="{991E56BD-AC5F-49D4-3D99-BC628B9C5CBC}"/>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3" name="Left Brace 2">
            <a:extLst>
              <a:ext uri="{FF2B5EF4-FFF2-40B4-BE49-F238E27FC236}">
                <a16:creationId xmlns:a16="http://schemas.microsoft.com/office/drawing/2014/main" id="{5D51DB80-BDDD-DA01-4489-41162C01159B}"/>
              </a:ext>
            </a:extLst>
          </p:cNvPr>
          <p:cNvSpPr/>
          <p:nvPr/>
        </p:nvSpPr>
        <p:spPr>
          <a:xfrm>
            <a:off x="1146875" y="1800234"/>
            <a:ext cx="278193" cy="954107"/>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C0B98509-FC0F-7F85-E2CE-AFEF8BF6A71D}"/>
              </a:ext>
            </a:extLst>
          </p:cNvPr>
          <p:cNvSpPr txBox="1"/>
          <p:nvPr/>
        </p:nvSpPr>
        <p:spPr>
          <a:xfrm>
            <a:off x="70281" y="1846728"/>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CE118A84-F25B-478D-3CFA-20902146BFE3}"/>
              </a:ext>
            </a:extLst>
          </p:cNvPr>
          <p:cNvSpPr/>
          <p:nvPr/>
        </p:nvSpPr>
        <p:spPr>
          <a:xfrm>
            <a:off x="1142211" y="5397766"/>
            <a:ext cx="282858" cy="954108"/>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BB2A93DD-3B4E-3F58-B3F6-3D97BFF47CDA}"/>
              </a:ext>
            </a:extLst>
          </p:cNvPr>
          <p:cNvSpPr txBox="1"/>
          <p:nvPr/>
        </p:nvSpPr>
        <p:spPr>
          <a:xfrm>
            <a:off x="168865" y="5366011"/>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9" name="Rectangle 8">
            <a:extLst>
              <a:ext uri="{FF2B5EF4-FFF2-40B4-BE49-F238E27FC236}">
                <a16:creationId xmlns:a16="http://schemas.microsoft.com/office/drawing/2014/main" id="{7096E122-929D-C5A5-CF5B-B86FE8178710}"/>
              </a:ext>
            </a:extLst>
          </p:cNvPr>
          <p:cNvSpPr/>
          <p:nvPr/>
        </p:nvSpPr>
        <p:spPr>
          <a:xfrm>
            <a:off x="1543665" y="2754341"/>
            <a:ext cx="9153832" cy="26434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solidFill>
                <a:schemeClr val="bg1"/>
              </a:solidFill>
            </a:endParaRPr>
          </a:p>
        </p:txBody>
      </p:sp>
      <p:pic>
        <p:nvPicPr>
          <p:cNvPr id="11" name="Graphic 10" descr="Checkmark with solid fill">
            <a:extLst>
              <a:ext uri="{FF2B5EF4-FFF2-40B4-BE49-F238E27FC236}">
                <a16:creationId xmlns:a16="http://schemas.microsoft.com/office/drawing/2014/main" id="{9E92D773-0C73-30A6-459F-063065A64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62529" y="1642155"/>
            <a:ext cx="278193" cy="654986"/>
          </a:xfrm>
          <a:prstGeom prst="rect">
            <a:avLst/>
          </a:prstGeom>
        </p:spPr>
      </p:pic>
      <p:pic>
        <p:nvPicPr>
          <p:cNvPr id="12" name="Graphic 11" descr="Checkmark with solid fill">
            <a:extLst>
              <a:ext uri="{FF2B5EF4-FFF2-40B4-BE49-F238E27FC236}">
                <a16:creationId xmlns:a16="http://schemas.microsoft.com/office/drawing/2014/main" id="{BF00B9C3-D740-F533-92E5-B03D49DC2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0640" y="1608861"/>
            <a:ext cx="278193" cy="654986"/>
          </a:xfrm>
          <a:prstGeom prst="rect">
            <a:avLst/>
          </a:prstGeom>
        </p:spPr>
      </p:pic>
      <p:pic>
        <p:nvPicPr>
          <p:cNvPr id="13" name="Graphic 12" descr="Checkmark with solid fill">
            <a:extLst>
              <a:ext uri="{FF2B5EF4-FFF2-40B4-BE49-F238E27FC236}">
                <a16:creationId xmlns:a16="http://schemas.microsoft.com/office/drawing/2014/main" id="{17CDCD0E-6B59-D0A1-2765-1CAE5A77D1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3684" y="1608861"/>
            <a:ext cx="278193" cy="654986"/>
          </a:xfrm>
          <a:prstGeom prst="rect">
            <a:avLst/>
          </a:prstGeom>
        </p:spPr>
      </p:pic>
      <p:pic>
        <p:nvPicPr>
          <p:cNvPr id="14" name="Graphic 13" descr="Checkmark with solid fill">
            <a:extLst>
              <a:ext uri="{FF2B5EF4-FFF2-40B4-BE49-F238E27FC236}">
                <a16:creationId xmlns:a16="http://schemas.microsoft.com/office/drawing/2014/main" id="{4D04A388-575C-ADB3-5097-089F21ED9A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8450" y="1642155"/>
            <a:ext cx="278193" cy="654986"/>
          </a:xfrm>
          <a:prstGeom prst="rect">
            <a:avLst/>
          </a:prstGeom>
        </p:spPr>
      </p:pic>
      <p:pic>
        <p:nvPicPr>
          <p:cNvPr id="15" name="Graphic 14" descr="Checkmark with solid fill">
            <a:extLst>
              <a:ext uri="{FF2B5EF4-FFF2-40B4-BE49-F238E27FC236}">
                <a16:creationId xmlns:a16="http://schemas.microsoft.com/office/drawing/2014/main" id="{F445FBDA-5151-56F4-C50E-32D3DF796D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6561" y="1608861"/>
            <a:ext cx="278193" cy="654986"/>
          </a:xfrm>
          <a:prstGeom prst="rect">
            <a:avLst/>
          </a:prstGeom>
        </p:spPr>
      </p:pic>
      <p:pic>
        <p:nvPicPr>
          <p:cNvPr id="16" name="Graphic 15" descr="Checkmark with solid fill">
            <a:extLst>
              <a:ext uri="{FF2B5EF4-FFF2-40B4-BE49-F238E27FC236}">
                <a16:creationId xmlns:a16="http://schemas.microsoft.com/office/drawing/2014/main" id="{FDF9F893-2879-23D0-6F5A-6AA1900A9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9605" y="1608861"/>
            <a:ext cx="278193" cy="654986"/>
          </a:xfrm>
          <a:prstGeom prst="rect">
            <a:avLst/>
          </a:prstGeom>
        </p:spPr>
      </p:pic>
      <p:pic>
        <p:nvPicPr>
          <p:cNvPr id="17" name="Graphic 16" descr="Checkmark with solid fill">
            <a:extLst>
              <a:ext uri="{FF2B5EF4-FFF2-40B4-BE49-F238E27FC236}">
                <a16:creationId xmlns:a16="http://schemas.microsoft.com/office/drawing/2014/main" id="{C784AD04-607B-C507-7804-C6A20BE576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7805" y="1628902"/>
            <a:ext cx="278193" cy="654986"/>
          </a:xfrm>
          <a:prstGeom prst="rect">
            <a:avLst/>
          </a:prstGeom>
        </p:spPr>
      </p:pic>
      <p:pic>
        <p:nvPicPr>
          <p:cNvPr id="18" name="Graphic 17" descr="Checkmark with solid fill">
            <a:extLst>
              <a:ext uri="{FF2B5EF4-FFF2-40B4-BE49-F238E27FC236}">
                <a16:creationId xmlns:a16="http://schemas.microsoft.com/office/drawing/2014/main" id="{9C56F91A-6E08-AA2E-A3F7-F91BF9ADBC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2571" y="1662196"/>
            <a:ext cx="278193" cy="654986"/>
          </a:xfrm>
          <a:prstGeom prst="rect">
            <a:avLst/>
          </a:prstGeom>
        </p:spPr>
      </p:pic>
      <p:pic>
        <p:nvPicPr>
          <p:cNvPr id="20" name="Graphic 19" descr="Checkmark with solid fill">
            <a:extLst>
              <a:ext uri="{FF2B5EF4-FFF2-40B4-BE49-F238E27FC236}">
                <a16:creationId xmlns:a16="http://schemas.microsoft.com/office/drawing/2014/main" id="{C181B8A1-B532-F280-93DD-43C0BE96AD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3726" y="1628902"/>
            <a:ext cx="278193" cy="654986"/>
          </a:xfrm>
          <a:prstGeom prst="rect">
            <a:avLst/>
          </a:prstGeom>
        </p:spPr>
      </p:pic>
      <p:pic>
        <p:nvPicPr>
          <p:cNvPr id="21" name="Graphic 20" descr="Checkmark with solid fill">
            <a:extLst>
              <a:ext uri="{FF2B5EF4-FFF2-40B4-BE49-F238E27FC236}">
                <a16:creationId xmlns:a16="http://schemas.microsoft.com/office/drawing/2014/main" id="{D7AD678F-784F-B066-3384-252BCD53B6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2119795"/>
            <a:ext cx="278193" cy="654986"/>
          </a:xfrm>
          <a:prstGeom prst="rect">
            <a:avLst/>
          </a:prstGeom>
        </p:spPr>
      </p:pic>
      <p:pic>
        <p:nvPicPr>
          <p:cNvPr id="23" name="Graphic 22" descr="Checkmark with solid fill">
            <a:extLst>
              <a:ext uri="{FF2B5EF4-FFF2-40B4-BE49-F238E27FC236}">
                <a16:creationId xmlns:a16="http://schemas.microsoft.com/office/drawing/2014/main" id="{8DB15D54-4519-C682-C0D1-2BC4633CF9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2086501"/>
            <a:ext cx="278193" cy="654986"/>
          </a:xfrm>
          <a:prstGeom prst="rect">
            <a:avLst/>
          </a:prstGeom>
        </p:spPr>
      </p:pic>
      <p:pic>
        <p:nvPicPr>
          <p:cNvPr id="24" name="Graphic 23" descr="Checkmark with solid fill">
            <a:extLst>
              <a:ext uri="{FF2B5EF4-FFF2-40B4-BE49-F238E27FC236}">
                <a16:creationId xmlns:a16="http://schemas.microsoft.com/office/drawing/2014/main" id="{815E95CC-701D-1FA3-7025-DFA88C6B9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2119795"/>
            <a:ext cx="278193" cy="654986"/>
          </a:xfrm>
          <a:prstGeom prst="rect">
            <a:avLst/>
          </a:prstGeom>
        </p:spPr>
      </p:pic>
      <p:pic>
        <p:nvPicPr>
          <p:cNvPr id="25" name="Graphic 24" descr="Checkmark with solid fill">
            <a:extLst>
              <a:ext uri="{FF2B5EF4-FFF2-40B4-BE49-F238E27FC236}">
                <a16:creationId xmlns:a16="http://schemas.microsoft.com/office/drawing/2014/main" id="{9353C4EA-81C9-5C4E-57E3-1D4157C290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2086501"/>
            <a:ext cx="278193" cy="654986"/>
          </a:xfrm>
          <a:prstGeom prst="rect">
            <a:avLst/>
          </a:prstGeom>
        </p:spPr>
      </p:pic>
      <p:pic>
        <p:nvPicPr>
          <p:cNvPr id="26" name="Graphic 25" descr="Checkmark with solid fill">
            <a:extLst>
              <a:ext uri="{FF2B5EF4-FFF2-40B4-BE49-F238E27FC236}">
                <a16:creationId xmlns:a16="http://schemas.microsoft.com/office/drawing/2014/main" id="{1F812D7F-ADF6-34E7-0A82-E815968D60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2086501"/>
            <a:ext cx="278193" cy="654986"/>
          </a:xfrm>
          <a:prstGeom prst="rect">
            <a:avLst/>
          </a:prstGeom>
        </p:spPr>
      </p:pic>
      <p:pic>
        <p:nvPicPr>
          <p:cNvPr id="27" name="Graphic 26" descr="Checkmark with solid fill">
            <a:extLst>
              <a:ext uri="{FF2B5EF4-FFF2-40B4-BE49-F238E27FC236}">
                <a16:creationId xmlns:a16="http://schemas.microsoft.com/office/drawing/2014/main" id="{C0E0006A-5559-F4AE-D776-4E901B4929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2106542"/>
            <a:ext cx="278193" cy="654986"/>
          </a:xfrm>
          <a:prstGeom prst="rect">
            <a:avLst/>
          </a:prstGeom>
        </p:spPr>
      </p:pic>
      <p:pic>
        <p:nvPicPr>
          <p:cNvPr id="28" name="Graphic 27" descr="Checkmark with solid fill">
            <a:extLst>
              <a:ext uri="{FF2B5EF4-FFF2-40B4-BE49-F238E27FC236}">
                <a16:creationId xmlns:a16="http://schemas.microsoft.com/office/drawing/2014/main" id="{5A4D7B59-FD14-148A-ACE7-E39A848FB0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2139836"/>
            <a:ext cx="278193" cy="654986"/>
          </a:xfrm>
          <a:prstGeom prst="rect">
            <a:avLst/>
          </a:prstGeom>
        </p:spPr>
      </p:pic>
      <p:pic>
        <p:nvPicPr>
          <p:cNvPr id="29" name="Graphic 28" descr="Checkmark with solid fill">
            <a:extLst>
              <a:ext uri="{FF2B5EF4-FFF2-40B4-BE49-F238E27FC236}">
                <a16:creationId xmlns:a16="http://schemas.microsoft.com/office/drawing/2014/main" id="{3EA6E070-63A9-FA9D-4C98-71CA5A3174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2106542"/>
            <a:ext cx="278193" cy="654986"/>
          </a:xfrm>
          <a:prstGeom prst="rect">
            <a:avLst/>
          </a:prstGeom>
        </p:spPr>
      </p:pic>
      <p:pic>
        <p:nvPicPr>
          <p:cNvPr id="30" name="Graphic 29" descr="Checkmark with solid fill">
            <a:extLst>
              <a:ext uri="{FF2B5EF4-FFF2-40B4-BE49-F238E27FC236}">
                <a16:creationId xmlns:a16="http://schemas.microsoft.com/office/drawing/2014/main" id="{1E41BD1B-D959-0A03-8CF2-6BE6317A5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2106542"/>
            <a:ext cx="278193" cy="654986"/>
          </a:xfrm>
          <a:prstGeom prst="rect">
            <a:avLst/>
          </a:prstGeom>
        </p:spPr>
      </p:pic>
      <p:pic>
        <p:nvPicPr>
          <p:cNvPr id="31" name="Graphic 30" descr="Checkmark with solid fill">
            <a:extLst>
              <a:ext uri="{FF2B5EF4-FFF2-40B4-BE49-F238E27FC236}">
                <a16:creationId xmlns:a16="http://schemas.microsoft.com/office/drawing/2014/main" id="{4ADE78FF-32CB-B183-995C-E8DB977987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5182743"/>
            <a:ext cx="278193" cy="654986"/>
          </a:xfrm>
          <a:prstGeom prst="rect">
            <a:avLst/>
          </a:prstGeom>
        </p:spPr>
      </p:pic>
      <p:pic>
        <p:nvPicPr>
          <p:cNvPr id="32" name="Graphic 31" descr="Checkmark with solid fill">
            <a:extLst>
              <a:ext uri="{FF2B5EF4-FFF2-40B4-BE49-F238E27FC236}">
                <a16:creationId xmlns:a16="http://schemas.microsoft.com/office/drawing/2014/main" id="{2AA8EE76-D598-1E8C-4177-F1A3B349A6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08109" y="5149449"/>
            <a:ext cx="278193" cy="654986"/>
          </a:xfrm>
          <a:prstGeom prst="rect">
            <a:avLst/>
          </a:prstGeom>
        </p:spPr>
      </p:pic>
      <p:pic>
        <p:nvPicPr>
          <p:cNvPr id="33" name="Graphic 32" descr="Checkmark with solid fill">
            <a:extLst>
              <a:ext uri="{FF2B5EF4-FFF2-40B4-BE49-F238E27FC236}">
                <a16:creationId xmlns:a16="http://schemas.microsoft.com/office/drawing/2014/main" id="{3B063B6C-6E76-D6D6-D69C-F116633B5B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5149449"/>
            <a:ext cx="278193" cy="654986"/>
          </a:xfrm>
          <a:prstGeom prst="rect">
            <a:avLst/>
          </a:prstGeom>
        </p:spPr>
      </p:pic>
      <p:pic>
        <p:nvPicPr>
          <p:cNvPr id="34" name="Graphic 33" descr="Checkmark with solid fill">
            <a:extLst>
              <a:ext uri="{FF2B5EF4-FFF2-40B4-BE49-F238E27FC236}">
                <a16:creationId xmlns:a16="http://schemas.microsoft.com/office/drawing/2014/main" id="{5D5F7DBC-D38E-BC26-06B1-255119E39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5182743"/>
            <a:ext cx="278193" cy="654986"/>
          </a:xfrm>
          <a:prstGeom prst="rect">
            <a:avLst/>
          </a:prstGeom>
        </p:spPr>
      </p:pic>
      <p:pic>
        <p:nvPicPr>
          <p:cNvPr id="35" name="Graphic 34" descr="Checkmark with solid fill">
            <a:extLst>
              <a:ext uri="{FF2B5EF4-FFF2-40B4-BE49-F238E27FC236}">
                <a16:creationId xmlns:a16="http://schemas.microsoft.com/office/drawing/2014/main" id="{36EAA0AB-C5E7-6236-EA56-C5CEF9387D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5149449"/>
            <a:ext cx="278193" cy="654986"/>
          </a:xfrm>
          <a:prstGeom prst="rect">
            <a:avLst/>
          </a:prstGeom>
        </p:spPr>
      </p:pic>
      <p:pic>
        <p:nvPicPr>
          <p:cNvPr id="36" name="Graphic 35" descr="Checkmark with solid fill">
            <a:extLst>
              <a:ext uri="{FF2B5EF4-FFF2-40B4-BE49-F238E27FC236}">
                <a16:creationId xmlns:a16="http://schemas.microsoft.com/office/drawing/2014/main" id="{DD19E72C-6B3D-89DB-02ED-C9E3231E13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5149449"/>
            <a:ext cx="278193" cy="654986"/>
          </a:xfrm>
          <a:prstGeom prst="rect">
            <a:avLst/>
          </a:prstGeom>
        </p:spPr>
      </p:pic>
      <p:pic>
        <p:nvPicPr>
          <p:cNvPr id="37" name="Graphic 36" descr="Checkmark with solid fill">
            <a:extLst>
              <a:ext uri="{FF2B5EF4-FFF2-40B4-BE49-F238E27FC236}">
                <a16:creationId xmlns:a16="http://schemas.microsoft.com/office/drawing/2014/main" id="{CBB58498-C8B6-34AE-7CF4-415EDB5315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5169490"/>
            <a:ext cx="278193" cy="654986"/>
          </a:xfrm>
          <a:prstGeom prst="rect">
            <a:avLst/>
          </a:prstGeom>
        </p:spPr>
      </p:pic>
      <p:pic>
        <p:nvPicPr>
          <p:cNvPr id="38" name="Graphic 37" descr="Checkmark with solid fill">
            <a:extLst>
              <a:ext uri="{FF2B5EF4-FFF2-40B4-BE49-F238E27FC236}">
                <a16:creationId xmlns:a16="http://schemas.microsoft.com/office/drawing/2014/main" id="{A51BC05E-B68B-E747-07DB-CBF38162A8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5202784"/>
            <a:ext cx="278193" cy="654986"/>
          </a:xfrm>
          <a:prstGeom prst="rect">
            <a:avLst/>
          </a:prstGeom>
        </p:spPr>
      </p:pic>
      <p:pic>
        <p:nvPicPr>
          <p:cNvPr id="39" name="Graphic 38" descr="Checkmark with solid fill">
            <a:extLst>
              <a:ext uri="{FF2B5EF4-FFF2-40B4-BE49-F238E27FC236}">
                <a16:creationId xmlns:a16="http://schemas.microsoft.com/office/drawing/2014/main" id="{034DD339-1F45-2109-96A1-74E58B75FA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5169490"/>
            <a:ext cx="278193" cy="654986"/>
          </a:xfrm>
          <a:prstGeom prst="rect">
            <a:avLst/>
          </a:prstGeom>
        </p:spPr>
      </p:pic>
      <p:pic>
        <p:nvPicPr>
          <p:cNvPr id="40" name="Graphic 39" descr="Checkmark with solid fill">
            <a:extLst>
              <a:ext uri="{FF2B5EF4-FFF2-40B4-BE49-F238E27FC236}">
                <a16:creationId xmlns:a16="http://schemas.microsoft.com/office/drawing/2014/main" id="{ADE2D7B4-7ABA-95E5-91F9-90E622C1BB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5169490"/>
            <a:ext cx="278193" cy="654986"/>
          </a:xfrm>
          <a:prstGeom prst="rect">
            <a:avLst/>
          </a:prstGeom>
        </p:spPr>
      </p:pic>
      <p:pic>
        <p:nvPicPr>
          <p:cNvPr id="41" name="Graphic 40" descr="Checkmark with solid fill">
            <a:extLst>
              <a:ext uri="{FF2B5EF4-FFF2-40B4-BE49-F238E27FC236}">
                <a16:creationId xmlns:a16="http://schemas.microsoft.com/office/drawing/2014/main" id="{92C9BDE9-80DF-A8CB-A7C8-5FF97F139E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9280" y="5641484"/>
            <a:ext cx="278193" cy="654986"/>
          </a:xfrm>
          <a:prstGeom prst="rect">
            <a:avLst/>
          </a:prstGeom>
        </p:spPr>
      </p:pic>
      <p:pic>
        <p:nvPicPr>
          <p:cNvPr id="42" name="Graphic 41" descr="Checkmark with solid fill">
            <a:extLst>
              <a:ext uri="{FF2B5EF4-FFF2-40B4-BE49-F238E27FC236}">
                <a16:creationId xmlns:a16="http://schemas.microsoft.com/office/drawing/2014/main" id="{A1FBD811-8132-4A73-E8E6-46FF83E184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7391" y="5608190"/>
            <a:ext cx="278193" cy="654986"/>
          </a:xfrm>
          <a:prstGeom prst="rect">
            <a:avLst/>
          </a:prstGeom>
        </p:spPr>
      </p:pic>
      <p:pic>
        <p:nvPicPr>
          <p:cNvPr id="43" name="Graphic 42" descr="Checkmark with solid fill">
            <a:extLst>
              <a:ext uri="{FF2B5EF4-FFF2-40B4-BE49-F238E27FC236}">
                <a16:creationId xmlns:a16="http://schemas.microsoft.com/office/drawing/2014/main" id="{C3DBCA6B-F202-43B8-CBFB-917E2D9FCA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0435" y="5608190"/>
            <a:ext cx="278193" cy="654986"/>
          </a:xfrm>
          <a:prstGeom prst="rect">
            <a:avLst/>
          </a:prstGeom>
        </p:spPr>
      </p:pic>
      <p:pic>
        <p:nvPicPr>
          <p:cNvPr id="44" name="Graphic 43" descr="Checkmark with solid fill">
            <a:extLst>
              <a:ext uri="{FF2B5EF4-FFF2-40B4-BE49-F238E27FC236}">
                <a16:creationId xmlns:a16="http://schemas.microsoft.com/office/drawing/2014/main" id="{13782CCD-DCD9-665A-2323-DF0EE6E50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5201" y="5641484"/>
            <a:ext cx="278193" cy="654986"/>
          </a:xfrm>
          <a:prstGeom prst="rect">
            <a:avLst/>
          </a:prstGeom>
        </p:spPr>
      </p:pic>
      <p:pic>
        <p:nvPicPr>
          <p:cNvPr id="45" name="Graphic 44" descr="Checkmark with solid fill">
            <a:extLst>
              <a:ext uri="{FF2B5EF4-FFF2-40B4-BE49-F238E27FC236}">
                <a16:creationId xmlns:a16="http://schemas.microsoft.com/office/drawing/2014/main" id="{1C48E0DC-3849-4A63-DD31-D306A34E3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3312" y="5608190"/>
            <a:ext cx="278193" cy="654986"/>
          </a:xfrm>
          <a:prstGeom prst="rect">
            <a:avLst/>
          </a:prstGeom>
        </p:spPr>
      </p:pic>
      <p:pic>
        <p:nvPicPr>
          <p:cNvPr id="46" name="Graphic 45" descr="Checkmark with solid fill">
            <a:extLst>
              <a:ext uri="{FF2B5EF4-FFF2-40B4-BE49-F238E27FC236}">
                <a16:creationId xmlns:a16="http://schemas.microsoft.com/office/drawing/2014/main" id="{2E1BF3B7-489F-F2A5-E0B2-F937A3790E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6356" y="5608190"/>
            <a:ext cx="278193" cy="654986"/>
          </a:xfrm>
          <a:prstGeom prst="rect">
            <a:avLst/>
          </a:prstGeom>
        </p:spPr>
      </p:pic>
      <p:pic>
        <p:nvPicPr>
          <p:cNvPr id="47" name="Graphic 46" descr="Checkmark with solid fill">
            <a:extLst>
              <a:ext uri="{FF2B5EF4-FFF2-40B4-BE49-F238E27FC236}">
                <a16:creationId xmlns:a16="http://schemas.microsoft.com/office/drawing/2014/main" id="{C073C337-DABC-3F15-E704-17096888D6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4556" y="5628231"/>
            <a:ext cx="278193" cy="654986"/>
          </a:xfrm>
          <a:prstGeom prst="rect">
            <a:avLst/>
          </a:prstGeom>
        </p:spPr>
      </p:pic>
      <p:pic>
        <p:nvPicPr>
          <p:cNvPr id="48" name="Graphic 47" descr="Checkmark with solid fill">
            <a:extLst>
              <a:ext uri="{FF2B5EF4-FFF2-40B4-BE49-F238E27FC236}">
                <a16:creationId xmlns:a16="http://schemas.microsoft.com/office/drawing/2014/main" id="{EA4F8AB9-3BE2-7125-B94A-F1AFA4005E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9322" y="5661525"/>
            <a:ext cx="278193" cy="654986"/>
          </a:xfrm>
          <a:prstGeom prst="rect">
            <a:avLst/>
          </a:prstGeom>
        </p:spPr>
      </p:pic>
      <p:pic>
        <p:nvPicPr>
          <p:cNvPr id="49" name="Graphic 48" descr="Checkmark with solid fill">
            <a:extLst>
              <a:ext uri="{FF2B5EF4-FFF2-40B4-BE49-F238E27FC236}">
                <a16:creationId xmlns:a16="http://schemas.microsoft.com/office/drawing/2014/main" id="{E6A17604-2038-62AB-35FA-5D12082457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7433" y="5628231"/>
            <a:ext cx="278193" cy="654986"/>
          </a:xfrm>
          <a:prstGeom prst="rect">
            <a:avLst/>
          </a:prstGeom>
        </p:spPr>
      </p:pic>
      <p:pic>
        <p:nvPicPr>
          <p:cNvPr id="50" name="Graphic 49" descr="Checkmark with solid fill">
            <a:extLst>
              <a:ext uri="{FF2B5EF4-FFF2-40B4-BE49-F238E27FC236}">
                <a16:creationId xmlns:a16="http://schemas.microsoft.com/office/drawing/2014/main" id="{02CD1524-AE1E-224C-7C38-13D6982EC5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0477" y="5628231"/>
            <a:ext cx="278193" cy="654986"/>
          </a:xfrm>
          <a:prstGeom prst="rect">
            <a:avLst/>
          </a:prstGeom>
        </p:spPr>
      </p:pic>
      <p:pic>
        <p:nvPicPr>
          <p:cNvPr id="52" name="Graphic 51" descr="Close with solid fill">
            <a:extLst>
              <a:ext uri="{FF2B5EF4-FFF2-40B4-BE49-F238E27FC236}">
                <a16:creationId xmlns:a16="http://schemas.microsoft.com/office/drawing/2014/main" id="{AC44A295-F98E-31B2-AA42-A99F7929F6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9455" y="2283888"/>
            <a:ext cx="417486" cy="417486"/>
          </a:xfrm>
          <a:prstGeom prst="rect">
            <a:avLst/>
          </a:prstGeom>
        </p:spPr>
      </p:pic>
      <p:pic>
        <p:nvPicPr>
          <p:cNvPr id="53" name="Graphic 52" descr="Close with solid fill">
            <a:extLst>
              <a:ext uri="{FF2B5EF4-FFF2-40B4-BE49-F238E27FC236}">
                <a16:creationId xmlns:a16="http://schemas.microsoft.com/office/drawing/2014/main" id="{F3A7E301-B6AD-AA95-1EAC-D25535A18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28806" y="1747652"/>
            <a:ext cx="417486" cy="417486"/>
          </a:xfrm>
          <a:prstGeom prst="rect">
            <a:avLst/>
          </a:prstGeom>
        </p:spPr>
      </p:pic>
      <p:sp>
        <p:nvSpPr>
          <p:cNvPr id="54" name="Date Placeholder 53">
            <a:extLst>
              <a:ext uri="{FF2B5EF4-FFF2-40B4-BE49-F238E27FC236}">
                <a16:creationId xmlns:a16="http://schemas.microsoft.com/office/drawing/2014/main" id="{F7CDB286-27A7-F806-C45B-E49010FA711C}"/>
              </a:ext>
            </a:extLst>
          </p:cNvPr>
          <p:cNvSpPr>
            <a:spLocks noGrp="1"/>
          </p:cNvSpPr>
          <p:nvPr>
            <p:ph type="dt" sz="half" idx="10"/>
          </p:nvPr>
        </p:nvSpPr>
        <p:spPr/>
        <p:txBody>
          <a:bodyPr/>
          <a:lstStyle/>
          <a:p>
            <a:r>
              <a:rPr lang="en-US"/>
              <a:t>(c) D.Mery - PR01A</a:t>
            </a:r>
            <a:endParaRPr lang="en-CL"/>
          </a:p>
        </p:txBody>
      </p:sp>
      <p:sp>
        <p:nvSpPr>
          <p:cNvPr id="55" name="Slide Number Placeholder 54">
            <a:extLst>
              <a:ext uri="{FF2B5EF4-FFF2-40B4-BE49-F238E27FC236}">
                <a16:creationId xmlns:a16="http://schemas.microsoft.com/office/drawing/2014/main" id="{BBCFE647-3349-ECA7-44F8-189F75E4DA8C}"/>
              </a:ext>
            </a:extLst>
          </p:cNvPr>
          <p:cNvSpPr>
            <a:spLocks noGrp="1"/>
          </p:cNvSpPr>
          <p:nvPr>
            <p:ph type="sldNum" sz="quarter" idx="12"/>
          </p:nvPr>
        </p:nvSpPr>
        <p:spPr/>
        <p:txBody>
          <a:bodyPr/>
          <a:lstStyle/>
          <a:p>
            <a:fld id="{006AE8E3-C79C-E14F-9140-34B0C7F543F1}" type="slidenum">
              <a:rPr lang="en-CL" smtClean="0"/>
              <a:t>26</a:t>
            </a:fld>
            <a:endParaRPr lang="en-CL"/>
          </a:p>
        </p:txBody>
      </p:sp>
    </p:spTree>
    <p:extLst>
      <p:ext uri="{BB962C8B-B14F-4D97-AF65-F5344CB8AC3E}">
        <p14:creationId xmlns:p14="http://schemas.microsoft.com/office/powerpoint/2010/main" val="3984388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55A9F82-16DA-6205-F404-EC09A6E8D63D}"/>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704D2A0D-983C-84AD-516F-52E19806CDF5}"/>
              </a:ext>
            </a:extLst>
          </p:cNvPr>
          <p:cNvPicPr>
            <a:picLocks noChangeAspect="1"/>
          </p:cNvPicPr>
          <p:nvPr/>
        </p:nvPicPr>
        <p:blipFill>
          <a:blip r:embed="rId2"/>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6F0AAE81-544E-B2ED-0668-3CBAB97CFCF2}"/>
              </a:ext>
            </a:extLst>
          </p:cNvPr>
          <p:cNvSpPr>
            <a:spLocks noGrp="1"/>
          </p:cNvSpPr>
          <p:nvPr>
            <p:ph type="title"/>
          </p:nvPr>
        </p:nvSpPr>
        <p:spPr>
          <a:xfrm>
            <a:off x="502024" y="323779"/>
            <a:ext cx="11452653" cy="1325563"/>
          </a:xfrm>
        </p:spPr>
        <p:txBody>
          <a:bodyPr/>
          <a:lstStyle/>
          <a:p>
            <a:pPr algn="ctr"/>
            <a:r>
              <a:rPr lang="en-CL" dirty="0">
                <a:solidFill>
                  <a:schemeClr val="bg1"/>
                </a:solidFill>
                <a:latin typeface="Gill Sans MT" panose="020B0502020104020203" pitchFamily="34" charset="77"/>
                <a:cs typeface="Consolas" panose="020B0609020204030204" pitchFamily="49" charset="0"/>
              </a:rPr>
              <a:t>Conjunto de Pruebas</a:t>
            </a:r>
            <a:r>
              <a:rPr lang="en-CL" sz="2800" dirty="0">
                <a:solidFill>
                  <a:schemeClr val="accent2"/>
                </a:solidFill>
                <a:latin typeface="Gill Sans MT" panose="020B0502020104020203" pitchFamily="34" charset="77"/>
                <a:cs typeface="Consolas" panose="020B0609020204030204" pitchFamily="49" charset="0"/>
              </a:rPr>
              <a:t> (independiente)</a:t>
            </a:r>
            <a:endParaRPr lang="en-CL" sz="2800" dirty="0">
              <a:solidFill>
                <a:schemeClr val="bg1"/>
              </a:solidFill>
              <a:latin typeface="Gill Sans MT" panose="020B0502020104020203" pitchFamily="34" charset="77"/>
              <a:cs typeface="Consolas" panose="020B0609020204030204" pitchFamily="49" charset="0"/>
            </a:endParaRPr>
          </a:p>
        </p:txBody>
      </p:sp>
      <p:graphicFrame>
        <p:nvGraphicFramePr>
          <p:cNvPr id="2" name="Table 1">
            <a:extLst>
              <a:ext uri="{FF2B5EF4-FFF2-40B4-BE49-F238E27FC236}">
                <a16:creationId xmlns:a16="http://schemas.microsoft.com/office/drawing/2014/main" id="{0AD2C1C8-D886-4587-B3A3-62D7ECAA9F58}"/>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3" name="Left Brace 2">
            <a:extLst>
              <a:ext uri="{FF2B5EF4-FFF2-40B4-BE49-F238E27FC236}">
                <a16:creationId xmlns:a16="http://schemas.microsoft.com/office/drawing/2014/main" id="{BF45FB27-1AE6-2773-E1E9-5358F98D5B37}"/>
              </a:ext>
            </a:extLst>
          </p:cNvPr>
          <p:cNvSpPr/>
          <p:nvPr/>
        </p:nvSpPr>
        <p:spPr>
          <a:xfrm>
            <a:off x="1146875" y="1800234"/>
            <a:ext cx="278193" cy="954107"/>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2683C769-3100-CDC1-F4CA-0417B5DC9143}"/>
              </a:ext>
            </a:extLst>
          </p:cNvPr>
          <p:cNvSpPr txBox="1"/>
          <p:nvPr/>
        </p:nvSpPr>
        <p:spPr>
          <a:xfrm>
            <a:off x="70281" y="1846728"/>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C6A57F92-AB7A-31A1-D6EA-27AD940937CC}"/>
              </a:ext>
            </a:extLst>
          </p:cNvPr>
          <p:cNvSpPr/>
          <p:nvPr/>
        </p:nvSpPr>
        <p:spPr>
          <a:xfrm>
            <a:off x="1142211" y="5397766"/>
            <a:ext cx="282858" cy="954108"/>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AFEE5453-475C-DD54-1645-A2BE1EDEE8EF}"/>
              </a:ext>
            </a:extLst>
          </p:cNvPr>
          <p:cNvSpPr txBox="1"/>
          <p:nvPr/>
        </p:nvSpPr>
        <p:spPr>
          <a:xfrm>
            <a:off x="168865" y="5366011"/>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9" name="Rectangle 8">
            <a:extLst>
              <a:ext uri="{FF2B5EF4-FFF2-40B4-BE49-F238E27FC236}">
                <a16:creationId xmlns:a16="http://schemas.microsoft.com/office/drawing/2014/main" id="{D70C9F14-2078-ED6F-E2E5-82366CE53392}"/>
              </a:ext>
            </a:extLst>
          </p:cNvPr>
          <p:cNvSpPr/>
          <p:nvPr/>
        </p:nvSpPr>
        <p:spPr>
          <a:xfrm>
            <a:off x="1543665" y="2754341"/>
            <a:ext cx="9153832" cy="26434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solidFill>
                <a:schemeClr val="bg1"/>
              </a:solidFill>
            </a:endParaRPr>
          </a:p>
        </p:txBody>
      </p:sp>
      <p:pic>
        <p:nvPicPr>
          <p:cNvPr id="11" name="Graphic 10" descr="Checkmark with solid fill">
            <a:extLst>
              <a:ext uri="{FF2B5EF4-FFF2-40B4-BE49-F238E27FC236}">
                <a16:creationId xmlns:a16="http://schemas.microsoft.com/office/drawing/2014/main" id="{BD9A2190-8B20-3E1D-104E-156EF5914C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62529" y="1642155"/>
            <a:ext cx="278193" cy="654986"/>
          </a:xfrm>
          <a:prstGeom prst="rect">
            <a:avLst/>
          </a:prstGeom>
        </p:spPr>
      </p:pic>
      <p:pic>
        <p:nvPicPr>
          <p:cNvPr id="12" name="Graphic 11" descr="Checkmark with solid fill">
            <a:extLst>
              <a:ext uri="{FF2B5EF4-FFF2-40B4-BE49-F238E27FC236}">
                <a16:creationId xmlns:a16="http://schemas.microsoft.com/office/drawing/2014/main" id="{F2B826CA-B607-DEC5-FE9A-B872260639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0640" y="1608861"/>
            <a:ext cx="278193" cy="654986"/>
          </a:xfrm>
          <a:prstGeom prst="rect">
            <a:avLst/>
          </a:prstGeom>
        </p:spPr>
      </p:pic>
      <p:pic>
        <p:nvPicPr>
          <p:cNvPr id="13" name="Graphic 12" descr="Checkmark with solid fill">
            <a:extLst>
              <a:ext uri="{FF2B5EF4-FFF2-40B4-BE49-F238E27FC236}">
                <a16:creationId xmlns:a16="http://schemas.microsoft.com/office/drawing/2014/main" id="{714CC795-75FB-FCF5-3D0F-70394416F4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3684" y="1608861"/>
            <a:ext cx="278193" cy="654986"/>
          </a:xfrm>
          <a:prstGeom prst="rect">
            <a:avLst/>
          </a:prstGeom>
        </p:spPr>
      </p:pic>
      <p:pic>
        <p:nvPicPr>
          <p:cNvPr id="14" name="Graphic 13" descr="Checkmark with solid fill">
            <a:extLst>
              <a:ext uri="{FF2B5EF4-FFF2-40B4-BE49-F238E27FC236}">
                <a16:creationId xmlns:a16="http://schemas.microsoft.com/office/drawing/2014/main" id="{CD1F43DF-21DA-8D78-2E95-1CC0FED8D9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8450" y="1642155"/>
            <a:ext cx="278193" cy="654986"/>
          </a:xfrm>
          <a:prstGeom prst="rect">
            <a:avLst/>
          </a:prstGeom>
        </p:spPr>
      </p:pic>
      <p:pic>
        <p:nvPicPr>
          <p:cNvPr id="15" name="Graphic 14" descr="Checkmark with solid fill">
            <a:extLst>
              <a:ext uri="{FF2B5EF4-FFF2-40B4-BE49-F238E27FC236}">
                <a16:creationId xmlns:a16="http://schemas.microsoft.com/office/drawing/2014/main" id="{793ADA71-D031-A224-95FB-FC5AD01C88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6561" y="1608861"/>
            <a:ext cx="278193" cy="654986"/>
          </a:xfrm>
          <a:prstGeom prst="rect">
            <a:avLst/>
          </a:prstGeom>
        </p:spPr>
      </p:pic>
      <p:pic>
        <p:nvPicPr>
          <p:cNvPr id="16" name="Graphic 15" descr="Checkmark with solid fill">
            <a:extLst>
              <a:ext uri="{FF2B5EF4-FFF2-40B4-BE49-F238E27FC236}">
                <a16:creationId xmlns:a16="http://schemas.microsoft.com/office/drawing/2014/main" id="{3188E939-5515-9D01-9542-4FDAB9E4E3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9605" y="1608861"/>
            <a:ext cx="278193" cy="654986"/>
          </a:xfrm>
          <a:prstGeom prst="rect">
            <a:avLst/>
          </a:prstGeom>
        </p:spPr>
      </p:pic>
      <p:pic>
        <p:nvPicPr>
          <p:cNvPr id="17" name="Graphic 16" descr="Checkmark with solid fill">
            <a:extLst>
              <a:ext uri="{FF2B5EF4-FFF2-40B4-BE49-F238E27FC236}">
                <a16:creationId xmlns:a16="http://schemas.microsoft.com/office/drawing/2014/main" id="{209258C0-A087-3DA6-1BFB-605AC1219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7805" y="1628902"/>
            <a:ext cx="278193" cy="654986"/>
          </a:xfrm>
          <a:prstGeom prst="rect">
            <a:avLst/>
          </a:prstGeom>
        </p:spPr>
      </p:pic>
      <p:pic>
        <p:nvPicPr>
          <p:cNvPr id="18" name="Graphic 17" descr="Checkmark with solid fill">
            <a:extLst>
              <a:ext uri="{FF2B5EF4-FFF2-40B4-BE49-F238E27FC236}">
                <a16:creationId xmlns:a16="http://schemas.microsoft.com/office/drawing/2014/main" id="{15009FFE-84F5-92A8-F9D1-34CEDE7DCF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2571" y="1662196"/>
            <a:ext cx="278193" cy="654986"/>
          </a:xfrm>
          <a:prstGeom prst="rect">
            <a:avLst/>
          </a:prstGeom>
        </p:spPr>
      </p:pic>
      <p:pic>
        <p:nvPicPr>
          <p:cNvPr id="20" name="Graphic 19" descr="Checkmark with solid fill">
            <a:extLst>
              <a:ext uri="{FF2B5EF4-FFF2-40B4-BE49-F238E27FC236}">
                <a16:creationId xmlns:a16="http://schemas.microsoft.com/office/drawing/2014/main" id="{3A0723B2-3D85-2BAD-638D-868DB7349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3726" y="1628902"/>
            <a:ext cx="278193" cy="654986"/>
          </a:xfrm>
          <a:prstGeom prst="rect">
            <a:avLst/>
          </a:prstGeom>
        </p:spPr>
      </p:pic>
      <p:pic>
        <p:nvPicPr>
          <p:cNvPr id="21" name="Graphic 20" descr="Checkmark with solid fill">
            <a:extLst>
              <a:ext uri="{FF2B5EF4-FFF2-40B4-BE49-F238E27FC236}">
                <a16:creationId xmlns:a16="http://schemas.microsoft.com/office/drawing/2014/main" id="{816BBC37-325C-7A30-562B-53E383C85D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2119795"/>
            <a:ext cx="278193" cy="654986"/>
          </a:xfrm>
          <a:prstGeom prst="rect">
            <a:avLst/>
          </a:prstGeom>
        </p:spPr>
      </p:pic>
      <p:pic>
        <p:nvPicPr>
          <p:cNvPr id="23" name="Graphic 22" descr="Checkmark with solid fill">
            <a:extLst>
              <a:ext uri="{FF2B5EF4-FFF2-40B4-BE49-F238E27FC236}">
                <a16:creationId xmlns:a16="http://schemas.microsoft.com/office/drawing/2014/main" id="{781F38E6-5D1A-7B57-7187-7F07BD14A9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2086501"/>
            <a:ext cx="278193" cy="654986"/>
          </a:xfrm>
          <a:prstGeom prst="rect">
            <a:avLst/>
          </a:prstGeom>
        </p:spPr>
      </p:pic>
      <p:pic>
        <p:nvPicPr>
          <p:cNvPr id="24" name="Graphic 23" descr="Checkmark with solid fill">
            <a:extLst>
              <a:ext uri="{FF2B5EF4-FFF2-40B4-BE49-F238E27FC236}">
                <a16:creationId xmlns:a16="http://schemas.microsoft.com/office/drawing/2014/main" id="{755C031D-9E2F-9A51-16E2-D8DC3F9968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2119795"/>
            <a:ext cx="278193" cy="654986"/>
          </a:xfrm>
          <a:prstGeom prst="rect">
            <a:avLst/>
          </a:prstGeom>
        </p:spPr>
      </p:pic>
      <p:pic>
        <p:nvPicPr>
          <p:cNvPr id="25" name="Graphic 24" descr="Checkmark with solid fill">
            <a:extLst>
              <a:ext uri="{FF2B5EF4-FFF2-40B4-BE49-F238E27FC236}">
                <a16:creationId xmlns:a16="http://schemas.microsoft.com/office/drawing/2014/main" id="{CA0AEBB6-079F-60AA-2A48-4EF9B6D22C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2086501"/>
            <a:ext cx="278193" cy="654986"/>
          </a:xfrm>
          <a:prstGeom prst="rect">
            <a:avLst/>
          </a:prstGeom>
        </p:spPr>
      </p:pic>
      <p:pic>
        <p:nvPicPr>
          <p:cNvPr id="26" name="Graphic 25" descr="Checkmark with solid fill">
            <a:extLst>
              <a:ext uri="{FF2B5EF4-FFF2-40B4-BE49-F238E27FC236}">
                <a16:creationId xmlns:a16="http://schemas.microsoft.com/office/drawing/2014/main" id="{2971AB47-CA20-E131-33DC-3770903B7C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2086501"/>
            <a:ext cx="278193" cy="654986"/>
          </a:xfrm>
          <a:prstGeom prst="rect">
            <a:avLst/>
          </a:prstGeom>
        </p:spPr>
      </p:pic>
      <p:pic>
        <p:nvPicPr>
          <p:cNvPr id="27" name="Graphic 26" descr="Checkmark with solid fill">
            <a:extLst>
              <a:ext uri="{FF2B5EF4-FFF2-40B4-BE49-F238E27FC236}">
                <a16:creationId xmlns:a16="http://schemas.microsoft.com/office/drawing/2014/main" id="{53401BEE-9A0D-74ED-0CAE-29C078DFAC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2106542"/>
            <a:ext cx="278193" cy="654986"/>
          </a:xfrm>
          <a:prstGeom prst="rect">
            <a:avLst/>
          </a:prstGeom>
        </p:spPr>
      </p:pic>
      <p:pic>
        <p:nvPicPr>
          <p:cNvPr id="28" name="Graphic 27" descr="Checkmark with solid fill">
            <a:extLst>
              <a:ext uri="{FF2B5EF4-FFF2-40B4-BE49-F238E27FC236}">
                <a16:creationId xmlns:a16="http://schemas.microsoft.com/office/drawing/2014/main" id="{EB8E1A29-7CAC-4E1C-5993-30849CD45B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2139836"/>
            <a:ext cx="278193" cy="654986"/>
          </a:xfrm>
          <a:prstGeom prst="rect">
            <a:avLst/>
          </a:prstGeom>
        </p:spPr>
      </p:pic>
      <p:pic>
        <p:nvPicPr>
          <p:cNvPr id="29" name="Graphic 28" descr="Checkmark with solid fill">
            <a:extLst>
              <a:ext uri="{FF2B5EF4-FFF2-40B4-BE49-F238E27FC236}">
                <a16:creationId xmlns:a16="http://schemas.microsoft.com/office/drawing/2014/main" id="{2117D0CF-7D63-0FF4-6CEE-B8AED896AD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2106542"/>
            <a:ext cx="278193" cy="654986"/>
          </a:xfrm>
          <a:prstGeom prst="rect">
            <a:avLst/>
          </a:prstGeom>
        </p:spPr>
      </p:pic>
      <p:pic>
        <p:nvPicPr>
          <p:cNvPr id="30" name="Graphic 29" descr="Checkmark with solid fill">
            <a:extLst>
              <a:ext uri="{FF2B5EF4-FFF2-40B4-BE49-F238E27FC236}">
                <a16:creationId xmlns:a16="http://schemas.microsoft.com/office/drawing/2014/main" id="{A19C8E25-E100-6D81-67C6-65EE5A612E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2106542"/>
            <a:ext cx="278193" cy="654986"/>
          </a:xfrm>
          <a:prstGeom prst="rect">
            <a:avLst/>
          </a:prstGeom>
        </p:spPr>
      </p:pic>
      <p:pic>
        <p:nvPicPr>
          <p:cNvPr id="31" name="Graphic 30" descr="Checkmark with solid fill">
            <a:extLst>
              <a:ext uri="{FF2B5EF4-FFF2-40B4-BE49-F238E27FC236}">
                <a16:creationId xmlns:a16="http://schemas.microsoft.com/office/drawing/2014/main" id="{A8A31C13-DE82-8BA7-1469-2D8E35E395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5182743"/>
            <a:ext cx="278193" cy="654986"/>
          </a:xfrm>
          <a:prstGeom prst="rect">
            <a:avLst/>
          </a:prstGeom>
        </p:spPr>
      </p:pic>
      <p:pic>
        <p:nvPicPr>
          <p:cNvPr id="32" name="Graphic 31" descr="Checkmark with solid fill">
            <a:extLst>
              <a:ext uri="{FF2B5EF4-FFF2-40B4-BE49-F238E27FC236}">
                <a16:creationId xmlns:a16="http://schemas.microsoft.com/office/drawing/2014/main" id="{011AEF9B-BCC5-A7C6-5CE2-E7E341FBD4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08109" y="5149449"/>
            <a:ext cx="278193" cy="654986"/>
          </a:xfrm>
          <a:prstGeom prst="rect">
            <a:avLst/>
          </a:prstGeom>
        </p:spPr>
      </p:pic>
      <p:pic>
        <p:nvPicPr>
          <p:cNvPr id="33" name="Graphic 32" descr="Checkmark with solid fill">
            <a:extLst>
              <a:ext uri="{FF2B5EF4-FFF2-40B4-BE49-F238E27FC236}">
                <a16:creationId xmlns:a16="http://schemas.microsoft.com/office/drawing/2014/main" id="{42EE681F-2C7E-10A7-6DA6-755ACC7453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5149449"/>
            <a:ext cx="278193" cy="654986"/>
          </a:xfrm>
          <a:prstGeom prst="rect">
            <a:avLst/>
          </a:prstGeom>
        </p:spPr>
      </p:pic>
      <p:pic>
        <p:nvPicPr>
          <p:cNvPr id="34" name="Graphic 33" descr="Checkmark with solid fill">
            <a:extLst>
              <a:ext uri="{FF2B5EF4-FFF2-40B4-BE49-F238E27FC236}">
                <a16:creationId xmlns:a16="http://schemas.microsoft.com/office/drawing/2014/main" id="{D7C93461-6E4B-EA89-9DEF-BBE0ED6946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5182743"/>
            <a:ext cx="278193" cy="654986"/>
          </a:xfrm>
          <a:prstGeom prst="rect">
            <a:avLst/>
          </a:prstGeom>
        </p:spPr>
      </p:pic>
      <p:pic>
        <p:nvPicPr>
          <p:cNvPr id="35" name="Graphic 34" descr="Checkmark with solid fill">
            <a:extLst>
              <a:ext uri="{FF2B5EF4-FFF2-40B4-BE49-F238E27FC236}">
                <a16:creationId xmlns:a16="http://schemas.microsoft.com/office/drawing/2014/main" id="{2A385F2E-6B0E-A87B-5537-C7084656DC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5149449"/>
            <a:ext cx="278193" cy="654986"/>
          </a:xfrm>
          <a:prstGeom prst="rect">
            <a:avLst/>
          </a:prstGeom>
        </p:spPr>
      </p:pic>
      <p:pic>
        <p:nvPicPr>
          <p:cNvPr id="36" name="Graphic 35" descr="Checkmark with solid fill">
            <a:extLst>
              <a:ext uri="{FF2B5EF4-FFF2-40B4-BE49-F238E27FC236}">
                <a16:creationId xmlns:a16="http://schemas.microsoft.com/office/drawing/2014/main" id="{98472A3E-38BB-DEEA-C9FC-89F9449D96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5149449"/>
            <a:ext cx="278193" cy="654986"/>
          </a:xfrm>
          <a:prstGeom prst="rect">
            <a:avLst/>
          </a:prstGeom>
        </p:spPr>
      </p:pic>
      <p:pic>
        <p:nvPicPr>
          <p:cNvPr id="37" name="Graphic 36" descr="Checkmark with solid fill">
            <a:extLst>
              <a:ext uri="{FF2B5EF4-FFF2-40B4-BE49-F238E27FC236}">
                <a16:creationId xmlns:a16="http://schemas.microsoft.com/office/drawing/2014/main" id="{D07F0EAB-1CC0-9963-9C89-F17205D4C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5169490"/>
            <a:ext cx="278193" cy="654986"/>
          </a:xfrm>
          <a:prstGeom prst="rect">
            <a:avLst/>
          </a:prstGeom>
        </p:spPr>
      </p:pic>
      <p:pic>
        <p:nvPicPr>
          <p:cNvPr id="38" name="Graphic 37" descr="Checkmark with solid fill">
            <a:extLst>
              <a:ext uri="{FF2B5EF4-FFF2-40B4-BE49-F238E27FC236}">
                <a16:creationId xmlns:a16="http://schemas.microsoft.com/office/drawing/2014/main" id="{15913D73-BFEC-9AB4-9B23-9384CD0632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5202784"/>
            <a:ext cx="278193" cy="654986"/>
          </a:xfrm>
          <a:prstGeom prst="rect">
            <a:avLst/>
          </a:prstGeom>
        </p:spPr>
      </p:pic>
      <p:pic>
        <p:nvPicPr>
          <p:cNvPr id="39" name="Graphic 38" descr="Checkmark with solid fill">
            <a:extLst>
              <a:ext uri="{FF2B5EF4-FFF2-40B4-BE49-F238E27FC236}">
                <a16:creationId xmlns:a16="http://schemas.microsoft.com/office/drawing/2014/main" id="{497224B2-2CDB-0782-B889-B73A31E454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5169490"/>
            <a:ext cx="278193" cy="654986"/>
          </a:xfrm>
          <a:prstGeom prst="rect">
            <a:avLst/>
          </a:prstGeom>
        </p:spPr>
      </p:pic>
      <p:pic>
        <p:nvPicPr>
          <p:cNvPr id="40" name="Graphic 39" descr="Checkmark with solid fill">
            <a:extLst>
              <a:ext uri="{FF2B5EF4-FFF2-40B4-BE49-F238E27FC236}">
                <a16:creationId xmlns:a16="http://schemas.microsoft.com/office/drawing/2014/main" id="{D226A128-81C3-65DA-E97D-BED15A5937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5169490"/>
            <a:ext cx="278193" cy="654986"/>
          </a:xfrm>
          <a:prstGeom prst="rect">
            <a:avLst/>
          </a:prstGeom>
        </p:spPr>
      </p:pic>
      <p:pic>
        <p:nvPicPr>
          <p:cNvPr id="41" name="Graphic 40" descr="Checkmark with solid fill">
            <a:extLst>
              <a:ext uri="{FF2B5EF4-FFF2-40B4-BE49-F238E27FC236}">
                <a16:creationId xmlns:a16="http://schemas.microsoft.com/office/drawing/2014/main" id="{211E5F31-E5B0-4889-8F01-0C949E107A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9280" y="5641484"/>
            <a:ext cx="278193" cy="654986"/>
          </a:xfrm>
          <a:prstGeom prst="rect">
            <a:avLst/>
          </a:prstGeom>
        </p:spPr>
      </p:pic>
      <p:pic>
        <p:nvPicPr>
          <p:cNvPr id="42" name="Graphic 41" descr="Checkmark with solid fill">
            <a:extLst>
              <a:ext uri="{FF2B5EF4-FFF2-40B4-BE49-F238E27FC236}">
                <a16:creationId xmlns:a16="http://schemas.microsoft.com/office/drawing/2014/main" id="{3DFEE6A0-4B42-68E1-293C-3BA97EEF1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7391" y="5608190"/>
            <a:ext cx="278193" cy="654986"/>
          </a:xfrm>
          <a:prstGeom prst="rect">
            <a:avLst/>
          </a:prstGeom>
        </p:spPr>
      </p:pic>
      <p:pic>
        <p:nvPicPr>
          <p:cNvPr id="43" name="Graphic 42" descr="Checkmark with solid fill">
            <a:extLst>
              <a:ext uri="{FF2B5EF4-FFF2-40B4-BE49-F238E27FC236}">
                <a16:creationId xmlns:a16="http://schemas.microsoft.com/office/drawing/2014/main" id="{1B7F44FE-528D-7BA3-6994-DCFA54C2F3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0435" y="5608190"/>
            <a:ext cx="278193" cy="654986"/>
          </a:xfrm>
          <a:prstGeom prst="rect">
            <a:avLst/>
          </a:prstGeom>
        </p:spPr>
      </p:pic>
      <p:pic>
        <p:nvPicPr>
          <p:cNvPr id="44" name="Graphic 43" descr="Checkmark with solid fill">
            <a:extLst>
              <a:ext uri="{FF2B5EF4-FFF2-40B4-BE49-F238E27FC236}">
                <a16:creationId xmlns:a16="http://schemas.microsoft.com/office/drawing/2014/main" id="{51671D71-FF36-D6CF-19A3-D31E6908DE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5201" y="5641484"/>
            <a:ext cx="278193" cy="654986"/>
          </a:xfrm>
          <a:prstGeom prst="rect">
            <a:avLst/>
          </a:prstGeom>
        </p:spPr>
      </p:pic>
      <p:pic>
        <p:nvPicPr>
          <p:cNvPr id="45" name="Graphic 44" descr="Checkmark with solid fill">
            <a:extLst>
              <a:ext uri="{FF2B5EF4-FFF2-40B4-BE49-F238E27FC236}">
                <a16:creationId xmlns:a16="http://schemas.microsoft.com/office/drawing/2014/main" id="{1A82F505-AB6A-D7BB-8AF5-B3D89B2E60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3312" y="5608190"/>
            <a:ext cx="278193" cy="654986"/>
          </a:xfrm>
          <a:prstGeom prst="rect">
            <a:avLst/>
          </a:prstGeom>
        </p:spPr>
      </p:pic>
      <p:pic>
        <p:nvPicPr>
          <p:cNvPr id="46" name="Graphic 45" descr="Checkmark with solid fill">
            <a:extLst>
              <a:ext uri="{FF2B5EF4-FFF2-40B4-BE49-F238E27FC236}">
                <a16:creationId xmlns:a16="http://schemas.microsoft.com/office/drawing/2014/main" id="{6EB1810A-6099-FD5A-EAE2-2AEB85992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6356" y="5608190"/>
            <a:ext cx="278193" cy="654986"/>
          </a:xfrm>
          <a:prstGeom prst="rect">
            <a:avLst/>
          </a:prstGeom>
        </p:spPr>
      </p:pic>
      <p:pic>
        <p:nvPicPr>
          <p:cNvPr id="47" name="Graphic 46" descr="Checkmark with solid fill">
            <a:extLst>
              <a:ext uri="{FF2B5EF4-FFF2-40B4-BE49-F238E27FC236}">
                <a16:creationId xmlns:a16="http://schemas.microsoft.com/office/drawing/2014/main" id="{24AF6CF5-DC9E-CF3F-E3EB-7654343C81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4556" y="5628231"/>
            <a:ext cx="278193" cy="654986"/>
          </a:xfrm>
          <a:prstGeom prst="rect">
            <a:avLst/>
          </a:prstGeom>
        </p:spPr>
      </p:pic>
      <p:pic>
        <p:nvPicPr>
          <p:cNvPr id="48" name="Graphic 47" descr="Checkmark with solid fill">
            <a:extLst>
              <a:ext uri="{FF2B5EF4-FFF2-40B4-BE49-F238E27FC236}">
                <a16:creationId xmlns:a16="http://schemas.microsoft.com/office/drawing/2014/main" id="{FCB6EB03-CC24-A3F7-48E5-F37E6AF3E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9322" y="5661525"/>
            <a:ext cx="278193" cy="654986"/>
          </a:xfrm>
          <a:prstGeom prst="rect">
            <a:avLst/>
          </a:prstGeom>
        </p:spPr>
      </p:pic>
      <p:pic>
        <p:nvPicPr>
          <p:cNvPr id="49" name="Graphic 48" descr="Checkmark with solid fill">
            <a:extLst>
              <a:ext uri="{FF2B5EF4-FFF2-40B4-BE49-F238E27FC236}">
                <a16:creationId xmlns:a16="http://schemas.microsoft.com/office/drawing/2014/main" id="{6B10AC79-03CC-A0B2-5581-551869B3D9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7433" y="5628231"/>
            <a:ext cx="278193" cy="654986"/>
          </a:xfrm>
          <a:prstGeom prst="rect">
            <a:avLst/>
          </a:prstGeom>
        </p:spPr>
      </p:pic>
      <p:pic>
        <p:nvPicPr>
          <p:cNvPr id="50" name="Graphic 49" descr="Checkmark with solid fill">
            <a:extLst>
              <a:ext uri="{FF2B5EF4-FFF2-40B4-BE49-F238E27FC236}">
                <a16:creationId xmlns:a16="http://schemas.microsoft.com/office/drawing/2014/main" id="{087B91CE-08AA-BFB9-67FC-08AD245369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0477" y="5628231"/>
            <a:ext cx="278193" cy="654986"/>
          </a:xfrm>
          <a:prstGeom prst="rect">
            <a:avLst/>
          </a:prstGeom>
        </p:spPr>
      </p:pic>
      <p:pic>
        <p:nvPicPr>
          <p:cNvPr id="52" name="Graphic 51" descr="Close with solid fill">
            <a:extLst>
              <a:ext uri="{FF2B5EF4-FFF2-40B4-BE49-F238E27FC236}">
                <a16:creationId xmlns:a16="http://schemas.microsoft.com/office/drawing/2014/main" id="{36D19BD6-FDA2-D434-A8E1-44CF28E183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9455" y="2283888"/>
            <a:ext cx="417486" cy="417486"/>
          </a:xfrm>
          <a:prstGeom prst="rect">
            <a:avLst/>
          </a:prstGeom>
        </p:spPr>
      </p:pic>
      <p:pic>
        <p:nvPicPr>
          <p:cNvPr id="53" name="Graphic 52" descr="Close with solid fill">
            <a:extLst>
              <a:ext uri="{FF2B5EF4-FFF2-40B4-BE49-F238E27FC236}">
                <a16:creationId xmlns:a16="http://schemas.microsoft.com/office/drawing/2014/main" id="{9A0C4838-F814-9752-8E86-4A7C62DEB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28806" y="1747652"/>
            <a:ext cx="417486" cy="417486"/>
          </a:xfrm>
          <a:prstGeom prst="rect">
            <a:avLst/>
          </a:prstGeom>
        </p:spPr>
      </p:pic>
      <p:graphicFrame>
        <p:nvGraphicFramePr>
          <p:cNvPr id="54" name="Table 53">
            <a:extLst>
              <a:ext uri="{FF2B5EF4-FFF2-40B4-BE49-F238E27FC236}">
                <a16:creationId xmlns:a16="http://schemas.microsoft.com/office/drawing/2014/main" id="{94F93370-C8C0-1B73-B4A2-B19708267547}"/>
              </a:ext>
            </a:extLst>
          </p:cNvPr>
          <p:cNvGraphicFramePr>
            <a:graphicFrameLocks noGrp="1"/>
          </p:cNvGraphicFramePr>
          <p:nvPr/>
        </p:nvGraphicFramePr>
        <p:xfrm>
          <a:off x="2578138" y="3480669"/>
          <a:ext cx="3395406" cy="1112520"/>
        </p:xfrm>
        <a:graphic>
          <a:graphicData uri="http://schemas.openxmlformats.org/drawingml/2006/table">
            <a:tbl>
              <a:tblPr firstRow="1" bandRow="1">
                <a:tableStyleId>{5C22544A-7EE6-4342-B048-85BDC9FD1C3A}</a:tableStyleId>
              </a:tblPr>
              <a:tblGrid>
                <a:gridCol w="1131802">
                  <a:extLst>
                    <a:ext uri="{9D8B030D-6E8A-4147-A177-3AD203B41FA5}">
                      <a16:colId xmlns:a16="http://schemas.microsoft.com/office/drawing/2014/main" val="4107292473"/>
                    </a:ext>
                  </a:extLst>
                </a:gridCol>
                <a:gridCol w="1131802">
                  <a:extLst>
                    <a:ext uri="{9D8B030D-6E8A-4147-A177-3AD203B41FA5}">
                      <a16:colId xmlns:a16="http://schemas.microsoft.com/office/drawing/2014/main" val="551039810"/>
                    </a:ext>
                  </a:extLst>
                </a:gridCol>
                <a:gridCol w="1131802">
                  <a:extLst>
                    <a:ext uri="{9D8B030D-6E8A-4147-A177-3AD203B41FA5}">
                      <a16:colId xmlns:a16="http://schemas.microsoft.com/office/drawing/2014/main" val="3522035334"/>
                    </a:ext>
                  </a:extLst>
                </a:gridCol>
              </a:tblGrid>
              <a:tr h="370840">
                <a:tc>
                  <a:txBody>
                    <a:bodyPr/>
                    <a:lstStyle/>
                    <a:p>
                      <a:pPr algn="ctr"/>
                      <a:endParaRPr lang="en-CL"/>
                    </a:p>
                  </a:txBody>
                  <a:tcPr/>
                </a:tc>
                <a:tc>
                  <a:txBody>
                    <a:bodyPr/>
                    <a:lstStyle/>
                    <a:p>
                      <a:pPr algn="ctr"/>
                      <a:r>
                        <a:rPr lang="en-CL"/>
                        <a:t>0</a:t>
                      </a:r>
                    </a:p>
                  </a:txBody>
                  <a:tcPr/>
                </a:tc>
                <a:tc>
                  <a:txBody>
                    <a:bodyPr/>
                    <a:lstStyle/>
                    <a:p>
                      <a:pPr algn="ctr"/>
                      <a:r>
                        <a:rPr lang="en-CL"/>
                        <a:t>1</a:t>
                      </a:r>
                    </a:p>
                  </a:txBody>
                  <a:tcPr/>
                </a:tc>
                <a:extLst>
                  <a:ext uri="{0D108BD9-81ED-4DB2-BD59-A6C34878D82A}">
                    <a16:rowId xmlns:a16="http://schemas.microsoft.com/office/drawing/2014/main" val="3481886715"/>
                  </a:ext>
                </a:extLst>
              </a:tr>
              <a:tr h="370840">
                <a:tc>
                  <a:txBody>
                    <a:bodyPr/>
                    <a:lstStyle/>
                    <a:p>
                      <a:pPr algn="ctr"/>
                      <a:r>
                        <a:rPr lang="en-CL"/>
                        <a:t>0</a:t>
                      </a:r>
                    </a:p>
                  </a:txBody>
                  <a:tcPr/>
                </a:tc>
                <a:tc>
                  <a:txBody>
                    <a:bodyPr/>
                    <a:lstStyle/>
                    <a:p>
                      <a:pPr algn="ctr"/>
                      <a:r>
                        <a:rPr lang="en-CL"/>
                        <a:t>18</a:t>
                      </a:r>
                    </a:p>
                  </a:txBody>
                  <a:tcPr/>
                </a:tc>
                <a:tc>
                  <a:txBody>
                    <a:bodyPr/>
                    <a:lstStyle/>
                    <a:p>
                      <a:pPr algn="ctr"/>
                      <a:r>
                        <a:rPr lang="en-CL"/>
                        <a:t>2</a:t>
                      </a:r>
                    </a:p>
                  </a:txBody>
                  <a:tcPr/>
                </a:tc>
                <a:extLst>
                  <a:ext uri="{0D108BD9-81ED-4DB2-BD59-A6C34878D82A}">
                    <a16:rowId xmlns:a16="http://schemas.microsoft.com/office/drawing/2014/main" val="3580445815"/>
                  </a:ext>
                </a:extLst>
              </a:tr>
              <a:tr h="370840">
                <a:tc>
                  <a:txBody>
                    <a:bodyPr/>
                    <a:lstStyle/>
                    <a:p>
                      <a:pPr algn="ctr"/>
                      <a:r>
                        <a:rPr lang="en-CL"/>
                        <a:t>1</a:t>
                      </a:r>
                    </a:p>
                  </a:txBody>
                  <a:tcPr/>
                </a:tc>
                <a:tc>
                  <a:txBody>
                    <a:bodyPr/>
                    <a:lstStyle/>
                    <a:p>
                      <a:pPr algn="ctr"/>
                      <a:r>
                        <a:rPr lang="en-CL"/>
                        <a:t>0</a:t>
                      </a:r>
                    </a:p>
                  </a:txBody>
                  <a:tcPr/>
                </a:tc>
                <a:tc>
                  <a:txBody>
                    <a:bodyPr/>
                    <a:lstStyle/>
                    <a:p>
                      <a:pPr algn="ctr"/>
                      <a:r>
                        <a:rPr lang="en-CL"/>
                        <a:t>20</a:t>
                      </a:r>
                    </a:p>
                  </a:txBody>
                  <a:tcPr/>
                </a:tc>
                <a:extLst>
                  <a:ext uri="{0D108BD9-81ED-4DB2-BD59-A6C34878D82A}">
                    <a16:rowId xmlns:a16="http://schemas.microsoft.com/office/drawing/2014/main" val="2261665458"/>
                  </a:ext>
                </a:extLst>
              </a:tr>
            </a:tbl>
          </a:graphicData>
        </a:graphic>
      </p:graphicFrame>
      <p:sp>
        <p:nvSpPr>
          <p:cNvPr id="55" name="Right Arrow 54">
            <a:extLst>
              <a:ext uri="{FF2B5EF4-FFF2-40B4-BE49-F238E27FC236}">
                <a16:creationId xmlns:a16="http://schemas.microsoft.com/office/drawing/2014/main" id="{1E38C668-2580-68D2-8AE4-5D559D3D5A9E}"/>
              </a:ext>
            </a:extLst>
          </p:cNvPr>
          <p:cNvSpPr/>
          <p:nvPr/>
        </p:nvSpPr>
        <p:spPr>
          <a:xfrm>
            <a:off x="6305290" y="3855849"/>
            <a:ext cx="384820" cy="455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56" name="TextBox 55">
            <a:extLst>
              <a:ext uri="{FF2B5EF4-FFF2-40B4-BE49-F238E27FC236}">
                <a16:creationId xmlns:a16="http://schemas.microsoft.com/office/drawing/2014/main" id="{C2870CB5-A77C-5658-F907-0B9ABE0C1125}"/>
              </a:ext>
            </a:extLst>
          </p:cNvPr>
          <p:cNvSpPr txBox="1"/>
          <p:nvPr/>
        </p:nvSpPr>
        <p:spPr>
          <a:xfrm>
            <a:off x="6867975" y="3773122"/>
            <a:ext cx="4479111" cy="584775"/>
          </a:xfrm>
          <a:prstGeom prst="rect">
            <a:avLst/>
          </a:prstGeom>
          <a:noFill/>
        </p:spPr>
        <p:txBody>
          <a:bodyPr wrap="none" rtlCol="0">
            <a:spAutoFit/>
          </a:bodyPr>
          <a:lstStyle/>
          <a:p>
            <a:r>
              <a:rPr lang="en-CL" sz="3200">
                <a:solidFill>
                  <a:schemeClr val="bg1"/>
                </a:solidFill>
                <a:latin typeface="Consolas" panose="020B0609020204030204" pitchFamily="49" charset="0"/>
                <a:cs typeface="Consolas" panose="020B0609020204030204" pitchFamily="49" charset="0"/>
              </a:rPr>
              <a:t>Acc = 38/40 = 95.0%</a:t>
            </a:r>
          </a:p>
        </p:txBody>
      </p:sp>
      <p:sp>
        <p:nvSpPr>
          <p:cNvPr id="57" name="TextBox 56">
            <a:extLst>
              <a:ext uri="{FF2B5EF4-FFF2-40B4-BE49-F238E27FC236}">
                <a16:creationId xmlns:a16="http://schemas.microsoft.com/office/drawing/2014/main" id="{88E9ECE9-8E25-9D6F-C30B-33F2EEB44EE7}"/>
              </a:ext>
            </a:extLst>
          </p:cNvPr>
          <p:cNvSpPr txBox="1"/>
          <p:nvPr/>
        </p:nvSpPr>
        <p:spPr>
          <a:xfrm>
            <a:off x="4171117" y="3149244"/>
            <a:ext cx="1178528" cy="307777"/>
          </a:xfrm>
          <a:prstGeom prst="rect">
            <a:avLst/>
          </a:prstGeom>
          <a:noFill/>
        </p:spPr>
        <p:txBody>
          <a:bodyPr wrap="none" rtlCol="0">
            <a:spAutoFit/>
          </a:bodyPr>
          <a:lstStyle/>
          <a:p>
            <a:r>
              <a:rPr lang="en-CL" sz="1400">
                <a:solidFill>
                  <a:schemeClr val="bg1"/>
                </a:solidFill>
                <a:latin typeface="Consolas" panose="020B0609020204030204" pitchFamily="49" charset="0"/>
                <a:cs typeface="Consolas" panose="020B0609020204030204" pitchFamily="49" charset="0"/>
              </a:rPr>
              <a:t>PREDICCIÓN</a:t>
            </a:r>
          </a:p>
        </p:txBody>
      </p:sp>
      <p:sp>
        <p:nvSpPr>
          <p:cNvPr id="58" name="TextBox 57">
            <a:extLst>
              <a:ext uri="{FF2B5EF4-FFF2-40B4-BE49-F238E27FC236}">
                <a16:creationId xmlns:a16="http://schemas.microsoft.com/office/drawing/2014/main" id="{1F1B58C9-FC2E-DB6D-F508-A1208733F562}"/>
              </a:ext>
            </a:extLst>
          </p:cNvPr>
          <p:cNvSpPr txBox="1"/>
          <p:nvPr/>
        </p:nvSpPr>
        <p:spPr>
          <a:xfrm rot="16200000">
            <a:off x="2044211" y="4056954"/>
            <a:ext cx="582211" cy="307777"/>
          </a:xfrm>
          <a:prstGeom prst="rect">
            <a:avLst/>
          </a:prstGeom>
          <a:noFill/>
        </p:spPr>
        <p:txBody>
          <a:bodyPr wrap="none" rtlCol="0">
            <a:spAutoFit/>
          </a:bodyPr>
          <a:lstStyle/>
          <a:p>
            <a:r>
              <a:rPr lang="en-CL" sz="1400">
                <a:solidFill>
                  <a:schemeClr val="bg1"/>
                </a:solidFill>
                <a:latin typeface="Consolas" panose="020B0609020204030204" pitchFamily="49" charset="0"/>
                <a:cs typeface="Consolas" panose="020B0609020204030204" pitchFamily="49" charset="0"/>
              </a:rPr>
              <a:t>REAL</a:t>
            </a:r>
          </a:p>
        </p:txBody>
      </p:sp>
      <p:sp>
        <p:nvSpPr>
          <p:cNvPr id="59" name="Date Placeholder 58">
            <a:extLst>
              <a:ext uri="{FF2B5EF4-FFF2-40B4-BE49-F238E27FC236}">
                <a16:creationId xmlns:a16="http://schemas.microsoft.com/office/drawing/2014/main" id="{1B56E3E2-8169-7420-A1FE-531E385B331A}"/>
              </a:ext>
            </a:extLst>
          </p:cNvPr>
          <p:cNvSpPr>
            <a:spLocks noGrp="1"/>
          </p:cNvSpPr>
          <p:nvPr>
            <p:ph type="dt" sz="half" idx="10"/>
          </p:nvPr>
        </p:nvSpPr>
        <p:spPr/>
        <p:txBody>
          <a:bodyPr/>
          <a:lstStyle/>
          <a:p>
            <a:r>
              <a:rPr lang="en-US"/>
              <a:t>(c) D.Mery - PR01A</a:t>
            </a:r>
            <a:endParaRPr lang="en-CL"/>
          </a:p>
        </p:txBody>
      </p:sp>
      <p:sp>
        <p:nvSpPr>
          <p:cNvPr id="60" name="Slide Number Placeholder 59">
            <a:extLst>
              <a:ext uri="{FF2B5EF4-FFF2-40B4-BE49-F238E27FC236}">
                <a16:creationId xmlns:a16="http://schemas.microsoft.com/office/drawing/2014/main" id="{B9D60022-AC17-C458-9FE0-1E46A65FF291}"/>
              </a:ext>
            </a:extLst>
          </p:cNvPr>
          <p:cNvSpPr>
            <a:spLocks noGrp="1"/>
          </p:cNvSpPr>
          <p:nvPr>
            <p:ph type="sldNum" sz="quarter" idx="12"/>
          </p:nvPr>
        </p:nvSpPr>
        <p:spPr/>
        <p:txBody>
          <a:bodyPr/>
          <a:lstStyle/>
          <a:p>
            <a:fld id="{006AE8E3-C79C-E14F-9140-34B0C7F543F1}" type="slidenum">
              <a:rPr lang="en-CL" smtClean="0"/>
              <a:t>27</a:t>
            </a:fld>
            <a:endParaRPr lang="en-CL"/>
          </a:p>
        </p:txBody>
      </p:sp>
    </p:spTree>
    <p:extLst>
      <p:ext uri="{BB962C8B-B14F-4D97-AF65-F5344CB8AC3E}">
        <p14:creationId xmlns:p14="http://schemas.microsoft.com/office/powerpoint/2010/main" val="3585254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990F0-D433-C30E-8E68-E33A081F647C}"/>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946F9478-8DCF-4D56-A88A-DF3EE4117EB6}"/>
              </a:ext>
            </a:extLst>
          </p:cNvPr>
          <p:cNvGraphicFramePr>
            <a:graphicFrameLocks noGrp="1"/>
          </p:cNvGraphicFramePr>
          <p:nvPr>
            <p:ph idx="1"/>
            <p:extLst>
              <p:ext uri="{D42A27DB-BD31-4B8C-83A1-F6EECF244321}">
                <p14:modId xmlns:p14="http://schemas.microsoft.com/office/powerpoint/2010/main" val="2387360931"/>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4" name="Oval 3">
            <a:extLst>
              <a:ext uri="{FF2B5EF4-FFF2-40B4-BE49-F238E27FC236}">
                <a16:creationId xmlns:a16="http://schemas.microsoft.com/office/drawing/2014/main" id="{7FD7AE6A-6697-1444-20B9-904498607F1B}"/>
              </a:ext>
            </a:extLst>
          </p:cNvPr>
          <p:cNvSpPr/>
          <p:nvPr/>
        </p:nvSpPr>
        <p:spPr>
          <a:xfrm>
            <a:off x="-373708" y="223113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89446975-844C-A96E-C881-8B550A16DCFF}"/>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135709AE-8C32-902A-76A9-1EDD60A2B0AA}"/>
              </a:ext>
            </a:extLst>
          </p:cNvPr>
          <p:cNvSpPr>
            <a:spLocks noGrp="1"/>
          </p:cNvSpPr>
          <p:nvPr>
            <p:ph type="sldNum" sz="quarter" idx="12"/>
          </p:nvPr>
        </p:nvSpPr>
        <p:spPr/>
        <p:txBody>
          <a:bodyPr/>
          <a:lstStyle/>
          <a:p>
            <a:fld id="{006AE8E3-C79C-E14F-9140-34B0C7F543F1}" type="slidenum">
              <a:rPr lang="en-CL" smtClean="0"/>
              <a:t>28</a:t>
            </a:fld>
            <a:endParaRPr lang="en-CL"/>
          </a:p>
        </p:txBody>
      </p:sp>
    </p:spTree>
    <p:extLst>
      <p:ext uri="{BB962C8B-B14F-4D97-AF65-F5344CB8AC3E}">
        <p14:creationId xmlns:p14="http://schemas.microsoft.com/office/powerpoint/2010/main" val="1698021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E0F456-7234-9898-7F98-07DA3FDEED0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F2D20BD-FE23-58E6-0D37-05FAB79FD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1FF7CD-21BC-916F-4AF0-057396DDF1B8}"/>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2F80F4D2-28D3-034C-4889-0C7B8D19B80E}"/>
              </a:ext>
            </a:extLst>
          </p:cNvPr>
          <p:cNvGraphicFramePr>
            <a:graphicFrameLocks noGrp="1"/>
          </p:cNvGraphicFramePr>
          <p:nvPr>
            <p:ph idx="1"/>
            <p:extLst>
              <p:ext uri="{D42A27DB-BD31-4B8C-83A1-F6EECF244321}">
                <p14:modId xmlns:p14="http://schemas.microsoft.com/office/powerpoint/2010/main" val="3070229817"/>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42D32E52-25FA-5263-43A6-3863F93485FD}"/>
              </a:ext>
            </a:extLst>
          </p:cNvPr>
          <p:cNvSpPr/>
          <p:nvPr/>
        </p:nvSpPr>
        <p:spPr>
          <a:xfrm>
            <a:off x="874327" y="223113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08065D38-F018-9625-CDC2-EC44C14BD848}"/>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D2227BC4-C1ED-C34D-D2B0-F32AAACA55F9}"/>
              </a:ext>
            </a:extLst>
          </p:cNvPr>
          <p:cNvSpPr>
            <a:spLocks noGrp="1"/>
          </p:cNvSpPr>
          <p:nvPr>
            <p:ph type="sldNum" sz="quarter" idx="12"/>
          </p:nvPr>
        </p:nvSpPr>
        <p:spPr/>
        <p:txBody>
          <a:bodyPr/>
          <a:lstStyle/>
          <a:p>
            <a:fld id="{006AE8E3-C79C-E14F-9140-34B0C7F543F1}" type="slidenum">
              <a:rPr lang="en-CL" smtClean="0"/>
              <a:t>29</a:t>
            </a:fld>
            <a:endParaRPr lang="en-CL"/>
          </a:p>
        </p:txBody>
      </p:sp>
    </p:spTree>
    <p:extLst>
      <p:ext uri="{BB962C8B-B14F-4D97-AF65-F5344CB8AC3E}">
        <p14:creationId xmlns:p14="http://schemas.microsoft.com/office/powerpoint/2010/main" val="2692352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6A20A4-639F-3DD3-E9A4-681AE21DC092}"/>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37376635-0DD7-091A-4329-8E5C3209BFD7}"/>
              </a:ext>
            </a:extLst>
          </p:cNvPr>
          <p:cNvPicPr>
            <a:picLocks noChangeAspect="1"/>
          </p:cNvPicPr>
          <p:nvPr/>
        </p:nvPicPr>
        <p:blipFill>
          <a:blip r:embed="rId2"/>
          <a:stretch>
            <a:fillRect/>
          </a:stretch>
        </p:blipFill>
        <p:spPr>
          <a:xfrm>
            <a:off x="1622611" y="1300629"/>
            <a:ext cx="8946777" cy="4473389"/>
          </a:xfrm>
          <a:prstGeom prst="rect">
            <a:avLst/>
          </a:prstGeom>
        </p:spPr>
      </p:pic>
      <p:graphicFrame>
        <p:nvGraphicFramePr>
          <p:cNvPr id="2" name="Table 1">
            <a:extLst>
              <a:ext uri="{FF2B5EF4-FFF2-40B4-BE49-F238E27FC236}">
                <a16:creationId xmlns:a16="http://schemas.microsoft.com/office/drawing/2014/main" id="{B3EBDA7D-07E5-E5EE-1730-C3756989A27F}"/>
              </a:ext>
            </a:extLst>
          </p:cNvPr>
          <p:cNvGraphicFramePr>
            <a:graphicFrameLocks noGrp="1"/>
          </p:cNvGraphicFramePr>
          <p:nvPr>
            <p:extLst>
              <p:ext uri="{D42A27DB-BD31-4B8C-83A1-F6EECF244321}">
                <p14:modId xmlns:p14="http://schemas.microsoft.com/office/powerpoint/2010/main" val="1945640527"/>
              </p:ext>
            </p:extLst>
          </p:nvPr>
        </p:nvGraphicFramePr>
        <p:xfrm>
          <a:off x="1622611" y="13006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8" name="Date Placeholder 7">
            <a:extLst>
              <a:ext uri="{FF2B5EF4-FFF2-40B4-BE49-F238E27FC236}">
                <a16:creationId xmlns:a16="http://schemas.microsoft.com/office/drawing/2014/main" id="{874FEACF-7F64-00F5-C88E-E19F58181253}"/>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2FF0EEDC-733F-18C6-DE3E-97277AF1C9B8}"/>
              </a:ext>
            </a:extLst>
          </p:cNvPr>
          <p:cNvSpPr>
            <a:spLocks noGrp="1"/>
          </p:cNvSpPr>
          <p:nvPr>
            <p:ph type="sldNum" sz="quarter" idx="12"/>
          </p:nvPr>
        </p:nvSpPr>
        <p:spPr/>
        <p:txBody>
          <a:bodyPr/>
          <a:lstStyle/>
          <a:p>
            <a:fld id="{006AE8E3-C79C-E14F-9140-34B0C7F543F1}" type="slidenum">
              <a:rPr lang="en-CL" smtClean="0"/>
              <a:t>30</a:t>
            </a:fld>
            <a:endParaRPr lang="en-CL"/>
          </a:p>
        </p:txBody>
      </p:sp>
    </p:spTree>
    <p:extLst>
      <p:ext uri="{BB962C8B-B14F-4D97-AF65-F5344CB8AC3E}">
        <p14:creationId xmlns:p14="http://schemas.microsoft.com/office/powerpoint/2010/main" val="1004036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C4E3E5-1799-0AE9-77DE-B96F971E583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5029E57-ABB4-3811-8E11-196668ED6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D33810-3390-C69F-247C-6F1B21F60FD0}"/>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ECEED83B-248B-C6A6-86C7-58DCD4F5904B}"/>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6FB14855-11F8-C033-3891-B638F06C4869}"/>
              </a:ext>
            </a:extLst>
          </p:cNvPr>
          <p:cNvSpPr/>
          <p:nvPr/>
        </p:nvSpPr>
        <p:spPr>
          <a:xfrm>
            <a:off x="874327" y="223113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87625232-9148-8C4C-E1C3-D618A91F8C93}"/>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8AB2D3A9-0B1D-632C-9D8F-5E02C8AB2018}"/>
              </a:ext>
            </a:extLst>
          </p:cNvPr>
          <p:cNvSpPr>
            <a:spLocks noGrp="1"/>
          </p:cNvSpPr>
          <p:nvPr>
            <p:ph type="sldNum" sz="quarter" idx="12"/>
          </p:nvPr>
        </p:nvSpPr>
        <p:spPr/>
        <p:txBody>
          <a:bodyPr/>
          <a:lstStyle/>
          <a:p>
            <a:fld id="{006AE8E3-C79C-E14F-9140-34B0C7F543F1}" type="slidenum">
              <a:rPr lang="en-CL" smtClean="0"/>
              <a:t>31</a:t>
            </a:fld>
            <a:endParaRPr lang="en-CL"/>
          </a:p>
        </p:txBody>
      </p:sp>
    </p:spTree>
    <p:extLst>
      <p:ext uri="{BB962C8B-B14F-4D97-AF65-F5344CB8AC3E}">
        <p14:creationId xmlns:p14="http://schemas.microsoft.com/office/powerpoint/2010/main" val="2527292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5C23B6-C16F-ED3C-5CC2-6FE10E24D2F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556D091-CCC0-279A-AFFC-E19FE1CEB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17217-EDB7-6FF0-7120-705B86B7F7F2}"/>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CA65603D-E8DA-D63B-B7DF-4486D9468CEF}"/>
              </a:ext>
            </a:extLst>
          </p:cNvPr>
          <p:cNvGraphicFramePr>
            <a:graphicFrameLocks noGrp="1"/>
          </p:cNvGraphicFramePr>
          <p:nvPr>
            <p:ph idx="1"/>
            <p:extLst>
              <p:ext uri="{D42A27DB-BD31-4B8C-83A1-F6EECF244321}">
                <p14:modId xmlns:p14="http://schemas.microsoft.com/office/powerpoint/2010/main" val="2527575994"/>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4093D70D-6155-A4E3-74FB-06B89981568E}"/>
              </a:ext>
            </a:extLst>
          </p:cNvPr>
          <p:cNvSpPr/>
          <p:nvPr/>
        </p:nvSpPr>
        <p:spPr>
          <a:xfrm>
            <a:off x="874327" y="3133184"/>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863B9069-4661-D5F7-C872-FEF24900F520}"/>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696E042C-1FE9-AD81-2D5F-8DBAE6F2F1EE}"/>
              </a:ext>
            </a:extLst>
          </p:cNvPr>
          <p:cNvSpPr>
            <a:spLocks noGrp="1"/>
          </p:cNvSpPr>
          <p:nvPr>
            <p:ph type="sldNum" sz="quarter" idx="12"/>
          </p:nvPr>
        </p:nvSpPr>
        <p:spPr/>
        <p:txBody>
          <a:bodyPr/>
          <a:lstStyle/>
          <a:p>
            <a:fld id="{006AE8E3-C79C-E14F-9140-34B0C7F543F1}" type="slidenum">
              <a:rPr lang="en-CL" smtClean="0"/>
              <a:t>32</a:t>
            </a:fld>
            <a:endParaRPr lang="en-CL"/>
          </a:p>
        </p:txBody>
      </p:sp>
    </p:spTree>
    <p:extLst>
      <p:ext uri="{BB962C8B-B14F-4D97-AF65-F5344CB8AC3E}">
        <p14:creationId xmlns:p14="http://schemas.microsoft.com/office/powerpoint/2010/main" val="889530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CB53A7-4362-CB4A-E5A3-495428CEB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431FC-0558-6FE4-AA2A-76F872BB1BC3}"/>
              </a:ext>
            </a:extLst>
          </p:cNvPr>
          <p:cNvSpPr>
            <a:spLocks noGrp="1"/>
          </p:cNvSpPr>
          <p:nvPr>
            <p:ph type="title"/>
          </p:nvPr>
        </p:nvSpPr>
        <p:spPr>
          <a:xfrm>
            <a:off x="937053" y="315697"/>
            <a:ext cx="10515600" cy="1325563"/>
          </a:xfrm>
        </p:spPr>
        <p:txBody>
          <a:bodyPr/>
          <a:lstStyle/>
          <a:p>
            <a:pPr algn="ctr"/>
            <a:r>
              <a:rPr lang="en-CL">
                <a:solidFill>
                  <a:schemeClr val="bg1"/>
                </a:solidFill>
                <a:latin typeface="Consolas" panose="020B0609020204030204" pitchFamily="49" charset="0"/>
                <a:cs typeface="Consolas" panose="020B0609020204030204" pitchFamily="49" charset="0"/>
              </a:rPr>
              <a:t>Una medición posible: </a:t>
            </a:r>
            <a:br>
              <a:rPr lang="en-CL">
                <a:solidFill>
                  <a:schemeClr val="bg1"/>
                </a:solidFill>
                <a:latin typeface="Consolas" panose="020B0609020204030204" pitchFamily="49" charset="0"/>
                <a:cs typeface="Consolas" panose="020B0609020204030204" pitchFamily="49" charset="0"/>
              </a:rPr>
            </a:br>
            <a:r>
              <a:rPr lang="en-CL">
                <a:solidFill>
                  <a:schemeClr val="bg1"/>
                </a:solidFill>
                <a:latin typeface="Consolas" panose="020B0609020204030204" pitchFamily="49" charset="0"/>
                <a:cs typeface="Consolas" panose="020B0609020204030204" pitchFamily="49" charset="0"/>
              </a:rPr>
              <a:t>Aspecto</a:t>
            </a:r>
          </a:p>
        </p:txBody>
      </p:sp>
      <p:pic>
        <p:nvPicPr>
          <p:cNvPr id="4" name="Picture 3" descr="A white number on a black background&#10;&#10;AI-generated content may be incorrect.">
            <a:extLst>
              <a:ext uri="{FF2B5EF4-FFF2-40B4-BE49-F238E27FC236}">
                <a16:creationId xmlns:a16="http://schemas.microsoft.com/office/drawing/2014/main" id="{09D64D2B-710F-101B-A440-966C479742E6}"/>
              </a:ext>
            </a:extLst>
          </p:cNvPr>
          <p:cNvPicPr>
            <a:picLocks noChangeAspect="1"/>
          </p:cNvPicPr>
          <p:nvPr/>
        </p:nvPicPr>
        <p:blipFill>
          <a:blip r:embed="rId2"/>
          <a:stretch>
            <a:fillRect/>
          </a:stretch>
        </p:blipFill>
        <p:spPr>
          <a:xfrm>
            <a:off x="666018" y="2650218"/>
            <a:ext cx="3170878" cy="3419574"/>
          </a:xfrm>
          <a:prstGeom prst="rect">
            <a:avLst/>
          </a:prstGeom>
        </p:spPr>
      </p:pic>
      <p:pic>
        <p:nvPicPr>
          <p:cNvPr id="8" name="Picture 7" descr="A white number on a black background&#10;&#10;AI-generated content may be incorrect.">
            <a:extLst>
              <a:ext uri="{FF2B5EF4-FFF2-40B4-BE49-F238E27FC236}">
                <a16:creationId xmlns:a16="http://schemas.microsoft.com/office/drawing/2014/main" id="{314BBA4F-53FD-5B7D-22CB-EA2DB750A53B}"/>
              </a:ext>
            </a:extLst>
          </p:cNvPr>
          <p:cNvPicPr>
            <a:picLocks noChangeAspect="1"/>
          </p:cNvPicPr>
          <p:nvPr/>
        </p:nvPicPr>
        <p:blipFill>
          <a:blip r:embed="rId3"/>
          <a:stretch>
            <a:fillRect/>
          </a:stretch>
        </p:blipFill>
        <p:spPr>
          <a:xfrm>
            <a:off x="7909109" y="2650217"/>
            <a:ext cx="2797834" cy="3419575"/>
          </a:xfrm>
          <a:prstGeom prst="rect">
            <a:avLst/>
          </a:prstGeom>
        </p:spPr>
      </p:pic>
      <p:cxnSp>
        <p:nvCxnSpPr>
          <p:cNvPr id="10" name="Straight Arrow Connector 9">
            <a:extLst>
              <a:ext uri="{FF2B5EF4-FFF2-40B4-BE49-F238E27FC236}">
                <a16:creationId xmlns:a16="http://schemas.microsoft.com/office/drawing/2014/main" id="{8A78DD00-185C-E991-3ECF-D57F97E0736C}"/>
              </a:ext>
            </a:extLst>
          </p:cNvPr>
          <p:cNvCxnSpPr/>
          <p:nvPr/>
        </p:nvCxnSpPr>
        <p:spPr>
          <a:xfrm>
            <a:off x="8821267" y="2958353"/>
            <a:ext cx="900000" cy="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EA2874D-5F67-E913-60BA-BF51DCF1376B}"/>
              </a:ext>
            </a:extLst>
          </p:cNvPr>
          <p:cNvCxnSpPr/>
          <p:nvPr/>
        </p:nvCxnSpPr>
        <p:spPr>
          <a:xfrm>
            <a:off x="1658471" y="2967318"/>
            <a:ext cx="1332000" cy="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AAD1EFA-1966-D061-FCF1-AFBF2155BDAB}"/>
              </a:ext>
            </a:extLst>
          </p:cNvPr>
          <p:cNvCxnSpPr>
            <a:cxnSpLocks/>
          </p:cNvCxnSpPr>
          <p:nvPr/>
        </p:nvCxnSpPr>
        <p:spPr>
          <a:xfrm>
            <a:off x="10103220" y="3254188"/>
            <a:ext cx="0" cy="212400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A14D1E0-FE4E-2C68-16DC-41D58790633A}"/>
              </a:ext>
            </a:extLst>
          </p:cNvPr>
          <p:cNvCxnSpPr>
            <a:cxnSpLocks/>
          </p:cNvCxnSpPr>
          <p:nvPr/>
        </p:nvCxnSpPr>
        <p:spPr>
          <a:xfrm>
            <a:off x="3370730" y="3429000"/>
            <a:ext cx="0" cy="2124000"/>
          </a:xfrm>
          <a:prstGeom prst="straightConnector1">
            <a:avLst/>
          </a:prstGeom>
          <a:ln w="34925">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1926A96-7AF7-8A8D-FA21-30A70D1BCA9C}"/>
              </a:ext>
            </a:extLst>
          </p:cNvPr>
          <p:cNvSpPr txBox="1"/>
          <p:nvPr/>
        </p:nvSpPr>
        <p:spPr>
          <a:xfrm>
            <a:off x="2008096" y="2294967"/>
            <a:ext cx="518091" cy="646331"/>
          </a:xfrm>
          <a:prstGeom prst="rect">
            <a:avLst/>
          </a:prstGeom>
          <a:noFill/>
        </p:spPr>
        <p:txBody>
          <a:bodyPr wrap="none" rtlCol="0">
            <a:spAutoFit/>
          </a:bodyPr>
          <a:lstStyle/>
          <a:p>
            <a:r>
              <a:rPr lang="en-CL" sz="3600">
                <a:solidFill>
                  <a:srgbClr val="00B050"/>
                </a:solidFill>
              </a:rPr>
              <a:t>w</a:t>
            </a:r>
          </a:p>
        </p:txBody>
      </p:sp>
      <p:sp>
        <p:nvSpPr>
          <p:cNvPr id="16" name="TextBox 15">
            <a:extLst>
              <a:ext uri="{FF2B5EF4-FFF2-40B4-BE49-F238E27FC236}">
                <a16:creationId xmlns:a16="http://schemas.microsoft.com/office/drawing/2014/main" id="{60FC52EC-2AE6-9C88-72F1-66E43D146631}"/>
              </a:ext>
            </a:extLst>
          </p:cNvPr>
          <p:cNvSpPr txBox="1"/>
          <p:nvPr/>
        </p:nvSpPr>
        <p:spPr>
          <a:xfrm>
            <a:off x="8973665" y="2286006"/>
            <a:ext cx="518091" cy="646331"/>
          </a:xfrm>
          <a:prstGeom prst="rect">
            <a:avLst/>
          </a:prstGeom>
          <a:noFill/>
        </p:spPr>
        <p:txBody>
          <a:bodyPr wrap="none" rtlCol="0">
            <a:spAutoFit/>
          </a:bodyPr>
          <a:lstStyle/>
          <a:p>
            <a:r>
              <a:rPr lang="en-CL" sz="3600">
                <a:solidFill>
                  <a:srgbClr val="00B050"/>
                </a:solidFill>
              </a:rPr>
              <a:t>w</a:t>
            </a:r>
          </a:p>
        </p:txBody>
      </p:sp>
      <p:sp>
        <p:nvSpPr>
          <p:cNvPr id="17" name="TextBox 16">
            <a:extLst>
              <a:ext uri="{FF2B5EF4-FFF2-40B4-BE49-F238E27FC236}">
                <a16:creationId xmlns:a16="http://schemas.microsoft.com/office/drawing/2014/main" id="{8247BD03-EE9F-F3D3-1CAC-402878EF6318}"/>
              </a:ext>
            </a:extLst>
          </p:cNvPr>
          <p:cNvSpPr txBox="1"/>
          <p:nvPr/>
        </p:nvSpPr>
        <p:spPr>
          <a:xfrm>
            <a:off x="10219756" y="3926543"/>
            <a:ext cx="439544" cy="646331"/>
          </a:xfrm>
          <a:prstGeom prst="rect">
            <a:avLst/>
          </a:prstGeom>
          <a:noFill/>
        </p:spPr>
        <p:txBody>
          <a:bodyPr wrap="none" rtlCol="0">
            <a:spAutoFit/>
          </a:bodyPr>
          <a:lstStyle/>
          <a:p>
            <a:r>
              <a:rPr lang="en-CL" sz="3600">
                <a:solidFill>
                  <a:srgbClr val="00B0F0"/>
                </a:solidFill>
              </a:rPr>
              <a:t>h</a:t>
            </a:r>
          </a:p>
        </p:txBody>
      </p:sp>
      <p:sp>
        <p:nvSpPr>
          <p:cNvPr id="18" name="TextBox 17">
            <a:extLst>
              <a:ext uri="{FF2B5EF4-FFF2-40B4-BE49-F238E27FC236}">
                <a16:creationId xmlns:a16="http://schemas.microsoft.com/office/drawing/2014/main" id="{E05F31AC-2414-D3F2-E932-C8995D8A0BED}"/>
              </a:ext>
            </a:extLst>
          </p:cNvPr>
          <p:cNvSpPr txBox="1"/>
          <p:nvPr/>
        </p:nvSpPr>
        <p:spPr>
          <a:xfrm>
            <a:off x="3523129" y="3953440"/>
            <a:ext cx="439544" cy="646331"/>
          </a:xfrm>
          <a:prstGeom prst="rect">
            <a:avLst/>
          </a:prstGeom>
          <a:noFill/>
        </p:spPr>
        <p:txBody>
          <a:bodyPr wrap="none" rtlCol="0">
            <a:spAutoFit/>
          </a:bodyPr>
          <a:lstStyle/>
          <a:p>
            <a:r>
              <a:rPr lang="en-CL" sz="3600">
                <a:solidFill>
                  <a:srgbClr val="00B0F0"/>
                </a:solidFill>
              </a:rPr>
              <a:t>h</a:t>
            </a:r>
          </a:p>
        </p:txBody>
      </p:sp>
      <p:sp>
        <p:nvSpPr>
          <p:cNvPr id="19" name="TextBox 18">
            <a:extLst>
              <a:ext uri="{FF2B5EF4-FFF2-40B4-BE49-F238E27FC236}">
                <a16:creationId xmlns:a16="http://schemas.microsoft.com/office/drawing/2014/main" id="{FF799696-1792-35A8-E8A8-A9D5A951DDD9}"/>
              </a:ext>
            </a:extLst>
          </p:cNvPr>
          <p:cNvSpPr txBox="1"/>
          <p:nvPr/>
        </p:nvSpPr>
        <p:spPr>
          <a:xfrm>
            <a:off x="5258140" y="3864988"/>
            <a:ext cx="1975221" cy="707886"/>
          </a:xfrm>
          <a:prstGeom prst="rect">
            <a:avLst/>
          </a:prstGeom>
          <a:noFill/>
        </p:spPr>
        <p:txBody>
          <a:bodyPr wrap="none" rtlCol="0">
            <a:spAutoFit/>
          </a:bodyPr>
          <a:lstStyle/>
          <a:p>
            <a:r>
              <a:rPr lang="en-US" sz="4000">
                <a:solidFill>
                  <a:schemeClr val="accent2">
                    <a:lumMod val="60000"/>
                    <a:lumOff val="40000"/>
                  </a:schemeClr>
                </a:solidFill>
              </a:rPr>
              <a:t>a</a:t>
            </a:r>
            <a:r>
              <a:rPr lang="en-CL" sz="4000">
                <a:solidFill>
                  <a:schemeClr val="bg1"/>
                </a:solidFill>
              </a:rPr>
              <a:t> = </a:t>
            </a:r>
            <a:r>
              <a:rPr lang="en-CL" sz="4000">
                <a:solidFill>
                  <a:srgbClr val="00B050"/>
                </a:solidFill>
              </a:rPr>
              <a:t>w </a:t>
            </a:r>
            <a:r>
              <a:rPr lang="en-CL" sz="4000">
                <a:solidFill>
                  <a:schemeClr val="bg1"/>
                </a:solidFill>
              </a:rPr>
              <a:t>/ </a:t>
            </a:r>
            <a:r>
              <a:rPr lang="en-CL" sz="4000">
                <a:solidFill>
                  <a:srgbClr val="00B0F0"/>
                </a:solidFill>
              </a:rPr>
              <a:t>h</a:t>
            </a:r>
          </a:p>
        </p:txBody>
      </p:sp>
      <p:sp>
        <p:nvSpPr>
          <p:cNvPr id="9" name="Date Placeholder 8">
            <a:extLst>
              <a:ext uri="{FF2B5EF4-FFF2-40B4-BE49-F238E27FC236}">
                <a16:creationId xmlns:a16="http://schemas.microsoft.com/office/drawing/2014/main" id="{A8E13001-FED3-0152-236E-76655713709A}"/>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BC54349E-12ED-B0F6-4696-5B9F1E0C67A3}"/>
              </a:ext>
            </a:extLst>
          </p:cNvPr>
          <p:cNvSpPr>
            <a:spLocks noGrp="1"/>
          </p:cNvSpPr>
          <p:nvPr>
            <p:ph type="sldNum" sz="quarter" idx="12"/>
          </p:nvPr>
        </p:nvSpPr>
        <p:spPr/>
        <p:txBody>
          <a:bodyPr/>
          <a:lstStyle/>
          <a:p>
            <a:fld id="{006AE8E3-C79C-E14F-9140-34B0C7F543F1}" type="slidenum">
              <a:rPr lang="en-CL" smtClean="0"/>
              <a:t>33</a:t>
            </a:fld>
            <a:endParaRPr lang="en-CL"/>
          </a:p>
        </p:txBody>
      </p:sp>
    </p:spTree>
    <p:extLst>
      <p:ext uri="{BB962C8B-B14F-4D97-AF65-F5344CB8AC3E}">
        <p14:creationId xmlns:p14="http://schemas.microsoft.com/office/powerpoint/2010/main" val="647299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2703C-B3D8-4B9A-242A-D1D4AA67B2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D3EE56-C389-8845-CA08-F0694820B8C1}"/>
              </a:ext>
            </a:extLst>
          </p:cNvPr>
          <p:cNvSpPr/>
          <p:nvPr/>
        </p:nvSpPr>
        <p:spPr>
          <a:xfrm>
            <a:off x="391293" y="3135218"/>
            <a:ext cx="3312000" cy="33116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5" name="Rectangle 4">
            <a:extLst>
              <a:ext uri="{FF2B5EF4-FFF2-40B4-BE49-F238E27FC236}">
                <a16:creationId xmlns:a16="http://schemas.microsoft.com/office/drawing/2014/main" id="{83B9B781-DA52-DCE1-F938-544EB81CBBF9}"/>
              </a:ext>
            </a:extLst>
          </p:cNvPr>
          <p:cNvSpPr/>
          <p:nvPr/>
        </p:nvSpPr>
        <p:spPr>
          <a:xfrm>
            <a:off x="5140402" y="3135217"/>
            <a:ext cx="3312000" cy="33116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6" name="Oval 5">
            <a:extLst>
              <a:ext uri="{FF2B5EF4-FFF2-40B4-BE49-F238E27FC236}">
                <a16:creationId xmlns:a16="http://schemas.microsoft.com/office/drawing/2014/main" id="{237937B9-FF01-F986-4AC5-AC4937563839}"/>
              </a:ext>
            </a:extLst>
          </p:cNvPr>
          <p:cNvSpPr/>
          <p:nvPr/>
        </p:nvSpPr>
        <p:spPr>
          <a:xfrm>
            <a:off x="1478882" y="3950762"/>
            <a:ext cx="1136821" cy="1680519"/>
          </a:xfrm>
          <a:prstGeom prst="ellipse">
            <a:avLst/>
          </a:prstGeom>
          <a:noFill/>
          <a:ln w="279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7" name="Oval 6">
            <a:extLst>
              <a:ext uri="{FF2B5EF4-FFF2-40B4-BE49-F238E27FC236}">
                <a16:creationId xmlns:a16="http://schemas.microsoft.com/office/drawing/2014/main" id="{36717BD8-8ADA-94B2-B96A-DA30F6916A23}"/>
              </a:ext>
            </a:extLst>
          </p:cNvPr>
          <p:cNvSpPr/>
          <p:nvPr/>
        </p:nvSpPr>
        <p:spPr>
          <a:xfrm>
            <a:off x="6227991" y="3950761"/>
            <a:ext cx="1136821" cy="1680519"/>
          </a:xfrm>
          <a:prstGeom prst="ellipse">
            <a:avLst/>
          </a:prstGeom>
          <a:solidFill>
            <a:schemeClr val="bg1"/>
          </a:solidFill>
          <a:ln w="279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cxnSp>
        <p:nvCxnSpPr>
          <p:cNvPr id="9" name="Straight Arrow Connector 8">
            <a:extLst>
              <a:ext uri="{FF2B5EF4-FFF2-40B4-BE49-F238E27FC236}">
                <a16:creationId xmlns:a16="http://schemas.microsoft.com/office/drawing/2014/main" id="{AD68A3D3-5132-7C70-17AF-6D9E6F96FF9F}"/>
              </a:ext>
            </a:extLst>
          </p:cNvPr>
          <p:cNvCxnSpPr>
            <a:stCxn id="4" idx="3"/>
            <a:endCxn id="5" idx="1"/>
          </p:cNvCxnSpPr>
          <p:nvPr/>
        </p:nvCxnSpPr>
        <p:spPr>
          <a:xfrm flipV="1">
            <a:off x="3703293" y="4791023"/>
            <a:ext cx="1437109" cy="1"/>
          </a:xfrm>
          <a:prstGeom prst="straightConnector1">
            <a:avLst/>
          </a:prstGeom>
          <a:ln w="666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E0E9932-6EFB-98AE-019B-B2DE5A956680}"/>
              </a:ext>
            </a:extLst>
          </p:cNvPr>
          <p:cNvSpPr txBox="1"/>
          <p:nvPr/>
        </p:nvSpPr>
        <p:spPr>
          <a:xfrm>
            <a:off x="3781952" y="4234969"/>
            <a:ext cx="1231427" cy="461665"/>
          </a:xfrm>
          <a:prstGeom prst="rect">
            <a:avLst/>
          </a:prstGeom>
          <a:noFill/>
        </p:spPr>
        <p:txBody>
          <a:bodyPr wrap="none" rtlCol="0">
            <a:spAutoFit/>
          </a:bodyPr>
          <a:lstStyle/>
          <a:p>
            <a:r>
              <a:rPr lang="en-CL" sz="2400">
                <a:latin typeface="Arial" panose="020B0604020202020204" pitchFamily="34" charset="0"/>
                <a:cs typeface="Arial" panose="020B0604020202020204" pitchFamily="34" charset="0"/>
              </a:rPr>
              <a:t>Relleno</a:t>
            </a:r>
          </a:p>
        </p:txBody>
      </p:sp>
      <p:sp>
        <p:nvSpPr>
          <p:cNvPr id="11" name="TextBox 10">
            <a:extLst>
              <a:ext uri="{FF2B5EF4-FFF2-40B4-BE49-F238E27FC236}">
                <a16:creationId xmlns:a16="http://schemas.microsoft.com/office/drawing/2014/main" id="{4AC8950D-BC5F-22B2-1F7A-939C02D7FE41}"/>
              </a:ext>
            </a:extLst>
          </p:cNvPr>
          <p:cNvSpPr txBox="1"/>
          <p:nvPr/>
        </p:nvSpPr>
        <p:spPr>
          <a:xfrm>
            <a:off x="2680961" y="5433574"/>
            <a:ext cx="583814" cy="707886"/>
          </a:xfrm>
          <a:prstGeom prst="rect">
            <a:avLst/>
          </a:prstGeom>
          <a:noFill/>
        </p:spPr>
        <p:txBody>
          <a:bodyPr wrap="none" rtlCol="0">
            <a:spAutoFit/>
          </a:bodyPr>
          <a:lstStyle/>
          <a:p>
            <a:r>
              <a:rPr lang="en-CL" sz="4000">
                <a:solidFill>
                  <a:schemeClr val="accent2">
                    <a:lumMod val="40000"/>
                    <a:lumOff val="60000"/>
                  </a:schemeClr>
                </a:solidFill>
                <a:latin typeface="Palatino" pitchFamily="2" charset="77"/>
                <a:ea typeface="Palatino" pitchFamily="2" charset="77"/>
              </a:rPr>
              <a:t>A</a:t>
            </a:r>
          </a:p>
        </p:txBody>
      </p:sp>
      <p:cxnSp>
        <p:nvCxnSpPr>
          <p:cNvPr id="13" name="Straight Connector 12">
            <a:extLst>
              <a:ext uri="{FF2B5EF4-FFF2-40B4-BE49-F238E27FC236}">
                <a16:creationId xmlns:a16="http://schemas.microsoft.com/office/drawing/2014/main" id="{B64274C7-10AD-E6F8-BE14-5C74C257F00C}"/>
              </a:ext>
            </a:extLst>
          </p:cNvPr>
          <p:cNvCxnSpPr>
            <a:stCxn id="6" idx="5"/>
          </p:cNvCxnSpPr>
          <p:nvPr/>
        </p:nvCxnSpPr>
        <p:spPr>
          <a:xfrm>
            <a:off x="2449219" y="5385175"/>
            <a:ext cx="326928" cy="246105"/>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9D9B77C-6912-64CF-1542-3EC55B79AEA9}"/>
              </a:ext>
            </a:extLst>
          </p:cNvPr>
          <p:cNvSpPr txBox="1"/>
          <p:nvPr/>
        </p:nvSpPr>
        <p:spPr>
          <a:xfrm>
            <a:off x="7364812" y="5433574"/>
            <a:ext cx="697627" cy="707886"/>
          </a:xfrm>
          <a:prstGeom prst="rect">
            <a:avLst/>
          </a:prstGeom>
          <a:noFill/>
        </p:spPr>
        <p:txBody>
          <a:bodyPr wrap="none" rtlCol="0">
            <a:spAutoFit/>
          </a:bodyPr>
          <a:lstStyle/>
          <a:p>
            <a:r>
              <a:rPr lang="en-CL" sz="4000">
                <a:solidFill>
                  <a:schemeClr val="accent2">
                    <a:lumMod val="40000"/>
                    <a:lumOff val="60000"/>
                  </a:schemeClr>
                </a:solidFill>
                <a:latin typeface="Palatino" pitchFamily="2" charset="77"/>
                <a:ea typeface="Palatino" pitchFamily="2" charset="77"/>
              </a:rPr>
              <a:t>A</a:t>
            </a:r>
            <a:r>
              <a:rPr lang="en-CL" sz="4000" baseline="-25000">
                <a:solidFill>
                  <a:schemeClr val="accent2">
                    <a:lumMod val="40000"/>
                    <a:lumOff val="60000"/>
                  </a:schemeClr>
                </a:solidFill>
                <a:latin typeface="Palatino" pitchFamily="2" charset="77"/>
                <a:ea typeface="Palatino" pitchFamily="2" charset="77"/>
              </a:rPr>
              <a:t>f</a:t>
            </a:r>
          </a:p>
        </p:txBody>
      </p:sp>
      <p:cxnSp>
        <p:nvCxnSpPr>
          <p:cNvPr id="15" name="Straight Connector 14">
            <a:extLst>
              <a:ext uri="{FF2B5EF4-FFF2-40B4-BE49-F238E27FC236}">
                <a16:creationId xmlns:a16="http://schemas.microsoft.com/office/drawing/2014/main" id="{2CD63BB0-482B-58D4-F19B-B42BFDE1B47F}"/>
              </a:ext>
            </a:extLst>
          </p:cNvPr>
          <p:cNvCxnSpPr/>
          <p:nvPr/>
        </p:nvCxnSpPr>
        <p:spPr>
          <a:xfrm>
            <a:off x="7133070" y="5385175"/>
            <a:ext cx="326928" cy="246105"/>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9685046-06DE-CE28-C319-88E878C9149C}"/>
              </a:ext>
            </a:extLst>
          </p:cNvPr>
          <p:cNvCxnSpPr>
            <a:cxnSpLocks/>
            <a:stCxn id="5" idx="3"/>
          </p:cNvCxnSpPr>
          <p:nvPr/>
        </p:nvCxnSpPr>
        <p:spPr>
          <a:xfrm>
            <a:off x="8452402" y="4791023"/>
            <a:ext cx="1014327" cy="0"/>
          </a:xfrm>
          <a:prstGeom prst="straightConnector1">
            <a:avLst/>
          </a:prstGeom>
          <a:ln w="666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0FE0F9A-1EC4-56DE-C57E-ED58A4D1B1EF}"/>
              </a:ext>
            </a:extLst>
          </p:cNvPr>
          <p:cNvSpPr txBox="1"/>
          <p:nvPr/>
        </p:nvSpPr>
        <p:spPr>
          <a:xfrm>
            <a:off x="11169895" y="4148470"/>
            <a:ext cx="583814" cy="707886"/>
          </a:xfrm>
          <a:prstGeom prst="rect">
            <a:avLst/>
          </a:prstGeom>
          <a:noFill/>
        </p:spPr>
        <p:txBody>
          <a:bodyPr wrap="none" rtlCol="0">
            <a:spAutoFit/>
          </a:bodyPr>
          <a:lstStyle/>
          <a:p>
            <a:r>
              <a:rPr lang="en-CL" sz="4000">
                <a:latin typeface="Palatino" pitchFamily="2" charset="77"/>
                <a:ea typeface="Palatino" pitchFamily="2" charset="77"/>
              </a:rPr>
              <a:t>A</a:t>
            </a:r>
          </a:p>
        </p:txBody>
      </p:sp>
      <p:sp>
        <p:nvSpPr>
          <p:cNvPr id="20" name="TextBox 19">
            <a:extLst>
              <a:ext uri="{FF2B5EF4-FFF2-40B4-BE49-F238E27FC236}">
                <a16:creationId xmlns:a16="http://schemas.microsoft.com/office/drawing/2014/main" id="{359C4A48-813F-784D-3271-F4D7BBB3F276}"/>
              </a:ext>
            </a:extLst>
          </p:cNvPr>
          <p:cNvSpPr txBox="1"/>
          <p:nvPr/>
        </p:nvSpPr>
        <p:spPr>
          <a:xfrm>
            <a:off x="11169895" y="4767169"/>
            <a:ext cx="697627" cy="707886"/>
          </a:xfrm>
          <a:prstGeom prst="rect">
            <a:avLst/>
          </a:prstGeom>
          <a:noFill/>
        </p:spPr>
        <p:txBody>
          <a:bodyPr wrap="none" rtlCol="0">
            <a:spAutoFit/>
          </a:bodyPr>
          <a:lstStyle/>
          <a:p>
            <a:r>
              <a:rPr lang="en-CL" sz="4000">
                <a:latin typeface="Palatino" pitchFamily="2" charset="77"/>
                <a:ea typeface="Palatino" pitchFamily="2" charset="77"/>
              </a:rPr>
              <a:t>A</a:t>
            </a:r>
            <a:r>
              <a:rPr lang="en-CL" sz="4000" baseline="-25000">
                <a:latin typeface="Palatino" pitchFamily="2" charset="77"/>
                <a:ea typeface="Palatino" pitchFamily="2" charset="77"/>
              </a:rPr>
              <a:t>f</a:t>
            </a:r>
          </a:p>
        </p:txBody>
      </p:sp>
      <p:cxnSp>
        <p:nvCxnSpPr>
          <p:cNvPr id="22" name="Straight Connector 21">
            <a:extLst>
              <a:ext uri="{FF2B5EF4-FFF2-40B4-BE49-F238E27FC236}">
                <a16:creationId xmlns:a16="http://schemas.microsoft.com/office/drawing/2014/main" id="{D04F8947-B78A-D052-FDAD-2483039729DE}"/>
              </a:ext>
            </a:extLst>
          </p:cNvPr>
          <p:cNvCxnSpPr/>
          <p:nvPr/>
        </p:nvCxnSpPr>
        <p:spPr>
          <a:xfrm>
            <a:off x="11227023" y="4767169"/>
            <a:ext cx="46955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D97F43A-D794-F19F-E351-483209F5B67C}"/>
              </a:ext>
            </a:extLst>
          </p:cNvPr>
          <p:cNvSpPr txBox="1"/>
          <p:nvPr/>
        </p:nvSpPr>
        <p:spPr>
          <a:xfrm>
            <a:off x="10642670" y="4424440"/>
            <a:ext cx="495649" cy="707886"/>
          </a:xfrm>
          <a:prstGeom prst="rect">
            <a:avLst/>
          </a:prstGeom>
          <a:noFill/>
        </p:spPr>
        <p:txBody>
          <a:bodyPr wrap="none" rtlCol="0">
            <a:spAutoFit/>
          </a:bodyPr>
          <a:lstStyle/>
          <a:p>
            <a:r>
              <a:rPr lang="en-CL" sz="4000">
                <a:latin typeface="Palatino" pitchFamily="2" charset="77"/>
                <a:ea typeface="Palatino" pitchFamily="2" charset="77"/>
              </a:rPr>
              <a:t>=</a:t>
            </a:r>
          </a:p>
        </p:txBody>
      </p:sp>
      <p:sp>
        <p:nvSpPr>
          <p:cNvPr id="2" name="Title 1">
            <a:extLst>
              <a:ext uri="{FF2B5EF4-FFF2-40B4-BE49-F238E27FC236}">
                <a16:creationId xmlns:a16="http://schemas.microsoft.com/office/drawing/2014/main" id="{3573914A-0C2A-A5A5-8157-D128BBDABA9B}"/>
              </a:ext>
            </a:extLst>
          </p:cNvPr>
          <p:cNvSpPr>
            <a:spLocks noGrp="1"/>
          </p:cNvSpPr>
          <p:nvPr>
            <p:ph type="title"/>
          </p:nvPr>
        </p:nvSpPr>
        <p:spPr>
          <a:xfrm>
            <a:off x="394446" y="315697"/>
            <a:ext cx="11438965" cy="1325563"/>
          </a:xfrm>
        </p:spPr>
        <p:txBody>
          <a:bodyPr/>
          <a:lstStyle/>
          <a:p>
            <a:pPr algn="ctr"/>
            <a:r>
              <a:rPr lang="en-CL">
                <a:latin typeface="Consolas" panose="020B0609020204030204" pitchFamily="49" charset="0"/>
                <a:cs typeface="Consolas" panose="020B0609020204030204" pitchFamily="49" charset="0"/>
              </a:rPr>
              <a:t>Otra medición posible: </a:t>
            </a:r>
            <a:br>
              <a:rPr lang="en-CL">
                <a:latin typeface="Consolas" panose="020B0609020204030204" pitchFamily="49" charset="0"/>
                <a:cs typeface="Consolas" panose="020B0609020204030204" pitchFamily="49" charset="0"/>
              </a:rPr>
            </a:br>
            <a:r>
              <a:rPr lang="en-CL">
                <a:latin typeface="Consolas" panose="020B0609020204030204" pitchFamily="49" charset="0"/>
                <a:cs typeface="Consolas" panose="020B0609020204030204" pitchFamily="49" charset="0"/>
              </a:rPr>
              <a:t>Área Normalizada (A</a:t>
            </a:r>
            <a:r>
              <a:rPr lang="en-CL" baseline="-25000">
                <a:latin typeface="Consolas" panose="020B0609020204030204" pitchFamily="49" charset="0"/>
                <a:cs typeface="Consolas" panose="020B0609020204030204" pitchFamily="49" charset="0"/>
              </a:rPr>
              <a:t>n</a:t>
            </a:r>
            <a:r>
              <a:rPr lang="en-CL">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B84C56D3-9CC3-3BB4-BACD-20A64A15B2D9}"/>
              </a:ext>
            </a:extLst>
          </p:cNvPr>
          <p:cNvSpPr txBox="1"/>
          <p:nvPr/>
        </p:nvSpPr>
        <p:spPr>
          <a:xfrm>
            <a:off x="10031383" y="4417549"/>
            <a:ext cx="782587" cy="707886"/>
          </a:xfrm>
          <a:prstGeom prst="rect">
            <a:avLst/>
          </a:prstGeom>
          <a:noFill/>
        </p:spPr>
        <p:txBody>
          <a:bodyPr wrap="none" rtlCol="0">
            <a:spAutoFit/>
          </a:bodyPr>
          <a:lstStyle/>
          <a:p>
            <a:r>
              <a:rPr lang="en-CL" sz="4000">
                <a:latin typeface="Palatino" pitchFamily="2" charset="77"/>
                <a:ea typeface="Palatino" pitchFamily="2" charset="77"/>
              </a:rPr>
              <a:t>A</a:t>
            </a:r>
            <a:r>
              <a:rPr lang="en-CL" sz="4000" baseline="-25000">
                <a:latin typeface="Palatino" pitchFamily="2" charset="77"/>
                <a:ea typeface="Palatino" pitchFamily="2" charset="77"/>
              </a:rPr>
              <a:t>n</a:t>
            </a:r>
          </a:p>
        </p:txBody>
      </p:sp>
      <p:sp>
        <p:nvSpPr>
          <p:cNvPr id="21" name="Date Placeholder 20">
            <a:extLst>
              <a:ext uri="{FF2B5EF4-FFF2-40B4-BE49-F238E27FC236}">
                <a16:creationId xmlns:a16="http://schemas.microsoft.com/office/drawing/2014/main" id="{19CC6400-1DF1-B723-B776-203F05927AAA}"/>
              </a:ext>
            </a:extLst>
          </p:cNvPr>
          <p:cNvSpPr>
            <a:spLocks noGrp="1"/>
          </p:cNvSpPr>
          <p:nvPr>
            <p:ph type="dt" sz="half" idx="10"/>
          </p:nvPr>
        </p:nvSpPr>
        <p:spPr/>
        <p:txBody>
          <a:bodyPr/>
          <a:lstStyle/>
          <a:p>
            <a:r>
              <a:rPr lang="en-US"/>
              <a:t>(c) D.Mery - PR01A</a:t>
            </a:r>
            <a:endParaRPr lang="en-CL"/>
          </a:p>
        </p:txBody>
      </p:sp>
      <p:sp>
        <p:nvSpPr>
          <p:cNvPr id="23" name="Slide Number Placeholder 22">
            <a:extLst>
              <a:ext uri="{FF2B5EF4-FFF2-40B4-BE49-F238E27FC236}">
                <a16:creationId xmlns:a16="http://schemas.microsoft.com/office/drawing/2014/main" id="{397A97A2-09BE-E27B-24DA-020A56DF79EC}"/>
              </a:ext>
            </a:extLst>
          </p:cNvPr>
          <p:cNvSpPr>
            <a:spLocks noGrp="1"/>
          </p:cNvSpPr>
          <p:nvPr>
            <p:ph type="sldNum" sz="quarter" idx="12"/>
          </p:nvPr>
        </p:nvSpPr>
        <p:spPr/>
        <p:txBody>
          <a:bodyPr/>
          <a:lstStyle/>
          <a:p>
            <a:fld id="{006AE8E3-C79C-E14F-9140-34B0C7F543F1}" type="slidenum">
              <a:rPr lang="en-CL" smtClean="0"/>
              <a:t>34</a:t>
            </a:fld>
            <a:endParaRPr lang="en-CL"/>
          </a:p>
        </p:txBody>
      </p:sp>
    </p:spTree>
    <p:extLst>
      <p:ext uri="{BB962C8B-B14F-4D97-AF65-F5344CB8AC3E}">
        <p14:creationId xmlns:p14="http://schemas.microsoft.com/office/powerpoint/2010/main" val="3633028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C3544D-A1D0-0774-24D5-266F5F5CFBA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6778FE3-7EAC-8430-4FE7-88DD81C49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7C21C2-E069-851E-319B-A21E6DE67013}"/>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0BEB563A-8A33-AD51-6DE9-377F136F4662}"/>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ACCFA65C-182A-5EF4-4C31-02D5CA698E63}"/>
              </a:ext>
            </a:extLst>
          </p:cNvPr>
          <p:cNvSpPr/>
          <p:nvPr/>
        </p:nvSpPr>
        <p:spPr>
          <a:xfrm>
            <a:off x="874327" y="3133184"/>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DFB52BB0-7DD9-43C7-240C-6526B28FFB75}"/>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981F8D04-8F2C-A899-029D-362CCF0E3661}"/>
              </a:ext>
            </a:extLst>
          </p:cNvPr>
          <p:cNvSpPr>
            <a:spLocks noGrp="1"/>
          </p:cNvSpPr>
          <p:nvPr>
            <p:ph type="sldNum" sz="quarter" idx="12"/>
          </p:nvPr>
        </p:nvSpPr>
        <p:spPr/>
        <p:txBody>
          <a:bodyPr/>
          <a:lstStyle/>
          <a:p>
            <a:fld id="{006AE8E3-C79C-E14F-9140-34B0C7F543F1}" type="slidenum">
              <a:rPr lang="en-CL" smtClean="0"/>
              <a:t>35</a:t>
            </a:fld>
            <a:endParaRPr lang="en-CL"/>
          </a:p>
        </p:txBody>
      </p:sp>
    </p:spTree>
    <p:extLst>
      <p:ext uri="{BB962C8B-B14F-4D97-AF65-F5344CB8AC3E}">
        <p14:creationId xmlns:p14="http://schemas.microsoft.com/office/powerpoint/2010/main" val="198976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72A35E-16D9-8530-E0EE-9FB43CFCE13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13B0C638-AF1D-613F-9428-8439024BE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CCC209-C936-B04A-A37C-FE7CE5494BC5}"/>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7BF93BD1-FE79-EC6D-1587-9DF22E6BFFCC}"/>
              </a:ext>
            </a:extLst>
          </p:cNvPr>
          <p:cNvGraphicFramePr>
            <a:graphicFrameLocks noGrp="1"/>
          </p:cNvGraphicFramePr>
          <p:nvPr>
            <p:ph idx="1"/>
            <p:extLst>
              <p:ext uri="{D42A27DB-BD31-4B8C-83A1-F6EECF244321}">
                <p14:modId xmlns:p14="http://schemas.microsoft.com/office/powerpoint/2010/main" val="3076710203"/>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9174B563-68BA-1EB7-8052-1234003CFA59}"/>
              </a:ext>
            </a:extLst>
          </p:cNvPr>
          <p:cNvSpPr/>
          <p:nvPr/>
        </p:nvSpPr>
        <p:spPr>
          <a:xfrm>
            <a:off x="874327" y="397344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43C90215-11C7-E99B-9086-1A4101DC2467}"/>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46B420AA-F8B3-9440-0796-21828209ACF9}"/>
              </a:ext>
            </a:extLst>
          </p:cNvPr>
          <p:cNvSpPr>
            <a:spLocks noGrp="1"/>
          </p:cNvSpPr>
          <p:nvPr>
            <p:ph type="sldNum" sz="quarter" idx="12"/>
          </p:nvPr>
        </p:nvSpPr>
        <p:spPr/>
        <p:txBody>
          <a:bodyPr/>
          <a:lstStyle/>
          <a:p>
            <a:fld id="{006AE8E3-C79C-E14F-9140-34B0C7F543F1}" type="slidenum">
              <a:rPr lang="en-CL" smtClean="0"/>
              <a:t>36</a:t>
            </a:fld>
            <a:endParaRPr lang="en-CL"/>
          </a:p>
        </p:txBody>
      </p:sp>
    </p:spTree>
    <p:extLst>
      <p:ext uri="{BB962C8B-B14F-4D97-AF65-F5344CB8AC3E}">
        <p14:creationId xmlns:p14="http://schemas.microsoft.com/office/powerpoint/2010/main" val="3688579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7526BF-D068-1F84-051B-0C27B597122A}"/>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6A2724A-3C4B-8D89-62AC-50989893BE34}"/>
              </a:ext>
            </a:extLst>
          </p:cNvPr>
          <p:cNvGrpSpPr/>
          <p:nvPr/>
        </p:nvGrpSpPr>
        <p:grpSpPr>
          <a:xfrm>
            <a:off x="3068664" y="3429000"/>
            <a:ext cx="5225512" cy="1301858"/>
            <a:chOff x="3221064" y="154983"/>
            <a:chExt cx="5225512" cy="1301858"/>
          </a:xfrm>
        </p:grpSpPr>
        <p:cxnSp>
          <p:nvCxnSpPr>
            <p:cNvPr id="6" name="Straight Connector 5">
              <a:extLst>
                <a:ext uri="{FF2B5EF4-FFF2-40B4-BE49-F238E27FC236}">
                  <a16:creationId xmlns:a16="http://schemas.microsoft.com/office/drawing/2014/main" id="{D5F73699-3F71-6A75-BA8A-81ECDD9111ED}"/>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C4B9B04-5D12-57D8-B319-E1E019594FD5}"/>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F78CB585-F676-794B-ED06-9E5E3448701E}"/>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2" name="Freeform 1">
            <a:extLst>
              <a:ext uri="{FF2B5EF4-FFF2-40B4-BE49-F238E27FC236}">
                <a16:creationId xmlns:a16="http://schemas.microsoft.com/office/drawing/2014/main" id="{7AF5D0D2-F06A-B69E-300A-9394F9D1AF59}"/>
              </a:ext>
            </a:extLst>
          </p:cNvPr>
          <p:cNvSpPr/>
          <p:nvPr/>
        </p:nvSpPr>
        <p:spPr>
          <a:xfrm flipH="1">
            <a:off x="6411135" y="3643585"/>
            <a:ext cx="220573" cy="932290"/>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sp>
        <p:nvSpPr>
          <p:cNvPr id="23" name="TextBox 22">
            <a:extLst>
              <a:ext uri="{FF2B5EF4-FFF2-40B4-BE49-F238E27FC236}">
                <a16:creationId xmlns:a16="http://schemas.microsoft.com/office/drawing/2014/main" id="{0A549720-6050-ECF2-7F29-336C88947984}"/>
              </a:ext>
            </a:extLst>
          </p:cNvPr>
          <p:cNvSpPr txBox="1"/>
          <p:nvPr/>
        </p:nvSpPr>
        <p:spPr>
          <a:xfrm>
            <a:off x="8460733" y="4183260"/>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grpSp>
        <p:nvGrpSpPr>
          <p:cNvPr id="14" name="Group 13">
            <a:extLst>
              <a:ext uri="{FF2B5EF4-FFF2-40B4-BE49-F238E27FC236}">
                <a16:creationId xmlns:a16="http://schemas.microsoft.com/office/drawing/2014/main" id="{BBD6E58A-9604-B60D-429C-1E6CFF467BA1}"/>
              </a:ext>
            </a:extLst>
          </p:cNvPr>
          <p:cNvGrpSpPr/>
          <p:nvPr/>
        </p:nvGrpSpPr>
        <p:grpSpPr>
          <a:xfrm>
            <a:off x="3074297" y="1277825"/>
            <a:ext cx="5225512" cy="1301858"/>
            <a:chOff x="3221064" y="154983"/>
            <a:chExt cx="5225512" cy="1301858"/>
          </a:xfrm>
        </p:grpSpPr>
        <p:cxnSp>
          <p:nvCxnSpPr>
            <p:cNvPr id="17" name="Straight Connector 16">
              <a:extLst>
                <a:ext uri="{FF2B5EF4-FFF2-40B4-BE49-F238E27FC236}">
                  <a16:creationId xmlns:a16="http://schemas.microsoft.com/office/drawing/2014/main" id="{E4F16608-7C09-8B82-4B3E-0933EF041B24}"/>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DCA15F9-4299-16F9-567C-C665C5D25202}"/>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2" name="Freeform 21">
              <a:extLst>
                <a:ext uri="{FF2B5EF4-FFF2-40B4-BE49-F238E27FC236}">
                  <a16:creationId xmlns:a16="http://schemas.microsoft.com/office/drawing/2014/main" id="{C31AACEE-6A9F-3EA1-5699-6ABA3D8F29C7}"/>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25" name="Freeform 24">
            <a:extLst>
              <a:ext uri="{FF2B5EF4-FFF2-40B4-BE49-F238E27FC236}">
                <a16:creationId xmlns:a16="http://schemas.microsoft.com/office/drawing/2014/main" id="{BC588E5A-5231-4D7C-D6E2-E624BAE9E055}"/>
              </a:ext>
            </a:extLst>
          </p:cNvPr>
          <p:cNvSpPr/>
          <p:nvPr/>
        </p:nvSpPr>
        <p:spPr>
          <a:xfrm flipH="1">
            <a:off x="4273642" y="1492410"/>
            <a:ext cx="1567629" cy="932290"/>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sp>
        <p:nvSpPr>
          <p:cNvPr id="31" name="TextBox 30">
            <a:extLst>
              <a:ext uri="{FF2B5EF4-FFF2-40B4-BE49-F238E27FC236}">
                <a16:creationId xmlns:a16="http://schemas.microsoft.com/office/drawing/2014/main" id="{20274545-EB75-CF96-6631-B9EACAC14AE8}"/>
              </a:ext>
            </a:extLst>
          </p:cNvPr>
          <p:cNvSpPr txBox="1"/>
          <p:nvPr/>
        </p:nvSpPr>
        <p:spPr>
          <a:xfrm>
            <a:off x="8460733" y="2032085"/>
            <a:ext cx="3127779"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     (aspecto)</a:t>
            </a:r>
            <a:endParaRPr lang="en-CL" sz="4000" baseline="-25000">
              <a:solidFill>
                <a:schemeClr val="bg1"/>
              </a:solidFill>
              <a:latin typeface="Palatino" pitchFamily="2" charset="77"/>
              <a:ea typeface="Palatino" pitchFamily="2" charset="77"/>
            </a:endParaRPr>
          </a:p>
        </p:txBody>
      </p:sp>
      <p:grpSp>
        <p:nvGrpSpPr>
          <p:cNvPr id="35" name="Group 34">
            <a:extLst>
              <a:ext uri="{FF2B5EF4-FFF2-40B4-BE49-F238E27FC236}">
                <a16:creationId xmlns:a16="http://schemas.microsoft.com/office/drawing/2014/main" id="{352F8021-3B15-4175-7F01-ED2158994978}"/>
              </a:ext>
            </a:extLst>
          </p:cNvPr>
          <p:cNvGrpSpPr/>
          <p:nvPr/>
        </p:nvGrpSpPr>
        <p:grpSpPr>
          <a:xfrm>
            <a:off x="3189293" y="1071716"/>
            <a:ext cx="4873159" cy="1936955"/>
            <a:chOff x="3189293" y="1071716"/>
            <a:chExt cx="4873159" cy="1936955"/>
          </a:xfrm>
        </p:grpSpPr>
        <p:cxnSp>
          <p:nvCxnSpPr>
            <p:cNvPr id="33" name="Straight Connector 32">
              <a:extLst>
                <a:ext uri="{FF2B5EF4-FFF2-40B4-BE49-F238E27FC236}">
                  <a16:creationId xmlns:a16="http://schemas.microsoft.com/office/drawing/2014/main" id="{268E84A4-97AB-1FE9-E712-26B258D3BEE3}"/>
                </a:ext>
              </a:extLst>
            </p:cNvPr>
            <p:cNvCxnSpPr/>
            <p:nvPr/>
          </p:nvCxnSpPr>
          <p:spPr>
            <a:xfrm>
              <a:off x="3350217" y="1071716"/>
              <a:ext cx="4712235" cy="1936955"/>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9454024-0148-5072-5EB3-044698698667}"/>
                </a:ext>
              </a:extLst>
            </p:cNvPr>
            <p:cNvCxnSpPr>
              <a:cxnSpLocks/>
            </p:cNvCxnSpPr>
            <p:nvPr/>
          </p:nvCxnSpPr>
          <p:spPr>
            <a:xfrm flipV="1">
              <a:off x="3189293" y="1071716"/>
              <a:ext cx="4712235" cy="1936955"/>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10" name="Date Placeholder 9">
            <a:extLst>
              <a:ext uri="{FF2B5EF4-FFF2-40B4-BE49-F238E27FC236}">
                <a16:creationId xmlns:a16="http://schemas.microsoft.com/office/drawing/2014/main" id="{2369C5CB-66AC-9D71-D52E-61A511C5A0AF}"/>
              </a:ext>
            </a:extLst>
          </p:cNvPr>
          <p:cNvSpPr>
            <a:spLocks noGrp="1"/>
          </p:cNvSpPr>
          <p:nvPr>
            <p:ph type="dt" sz="half" idx="10"/>
          </p:nvPr>
        </p:nvSpPr>
        <p:spPr/>
        <p:txBody>
          <a:bodyPr/>
          <a:lstStyle/>
          <a:p>
            <a:r>
              <a:rPr lang="en-US"/>
              <a:t>(c) D.Mery - PR01A</a:t>
            </a:r>
            <a:endParaRPr lang="en-CL"/>
          </a:p>
        </p:txBody>
      </p:sp>
      <p:sp>
        <p:nvSpPr>
          <p:cNvPr id="11" name="Slide Number Placeholder 10">
            <a:extLst>
              <a:ext uri="{FF2B5EF4-FFF2-40B4-BE49-F238E27FC236}">
                <a16:creationId xmlns:a16="http://schemas.microsoft.com/office/drawing/2014/main" id="{EBDE9CDA-5901-6336-B1ED-D1C28DDB5F84}"/>
              </a:ext>
            </a:extLst>
          </p:cNvPr>
          <p:cNvSpPr>
            <a:spLocks noGrp="1"/>
          </p:cNvSpPr>
          <p:nvPr>
            <p:ph type="sldNum" sz="quarter" idx="12"/>
          </p:nvPr>
        </p:nvSpPr>
        <p:spPr/>
        <p:txBody>
          <a:bodyPr/>
          <a:lstStyle/>
          <a:p>
            <a:fld id="{006AE8E3-C79C-E14F-9140-34B0C7F543F1}" type="slidenum">
              <a:rPr lang="en-CL" smtClean="0"/>
              <a:t>37</a:t>
            </a:fld>
            <a:endParaRPr lang="en-CL"/>
          </a:p>
        </p:txBody>
      </p:sp>
    </p:spTree>
    <p:extLst>
      <p:ext uri="{BB962C8B-B14F-4D97-AF65-F5344CB8AC3E}">
        <p14:creationId xmlns:p14="http://schemas.microsoft.com/office/powerpoint/2010/main" val="185926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E084F1-186E-EE99-EEB0-B24960A9A1A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A14A46F-2567-A629-EBF8-B3F14E154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9209A-F46B-1D24-3AFE-F2F9428C4FAA}"/>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14F7EC43-2C21-1173-8DF0-026CCB44E3C0}"/>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198756F3-41D6-AFCD-5578-F54BEBE6DF1D}"/>
              </a:ext>
            </a:extLst>
          </p:cNvPr>
          <p:cNvSpPr/>
          <p:nvPr/>
        </p:nvSpPr>
        <p:spPr>
          <a:xfrm>
            <a:off x="874327" y="397344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BAE09BC6-7986-5367-6906-E06C0F4BF34B}"/>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B62AE6BE-0839-FFF5-52A1-F23947D31D77}"/>
              </a:ext>
            </a:extLst>
          </p:cNvPr>
          <p:cNvSpPr>
            <a:spLocks noGrp="1"/>
          </p:cNvSpPr>
          <p:nvPr>
            <p:ph type="sldNum" sz="quarter" idx="12"/>
          </p:nvPr>
        </p:nvSpPr>
        <p:spPr/>
        <p:txBody>
          <a:bodyPr/>
          <a:lstStyle/>
          <a:p>
            <a:fld id="{006AE8E3-C79C-E14F-9140-34B0C7F543F1}" type="slidenum">
              <a:rPr lang="en-CL" smtClean="0"/>
              <a:t>38</a:t>
            </a:fld>
            <a:endParaRPr lang="en-CL"/>
          </a:p>
        </p:txBody>
      </p:sp>
    </p:spTree>
    <p:extLst>
      <p:ext uri="{BB962C8B-B14F-4D97-AF65-F5344CB8AC3E}">
        <p14:creationId xmlns:p14="http://schemas.microsoft.com/office/powerpoint/2010/main" val="2260107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FB42F-46D5-7B8C-48E0-96930BBADF7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19DED83-9EE2-A8B7-BD25-E3E5A6844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97F09-A656-A904-DC58-0BA6EF07BB64}"/>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84AA8CF0-A8DD-1D7E-0B55-98E6AC24DF94}"/>
              </a:ext>
            </a:extLst>
          </p:cNvPr>
          <p:cNvGraphicFramePr>
            <a:graphicFrameLocks noGrp="1"/>
          </p:cNvGraphicFramePr>
          <p:nvPr>
            <p:ph idx="1"/>
            <p:extLst>
              <p:ext uri="{D42A27DB-BD31-4B8C-83A1-F6EECF244321}">
                <p14:modId xmlns:p14="http://schemas.microsoft.com/office/powerpoint/2010/main" val="2394049860"/>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8F0B07A9-5516-0A9C-5A51-5CE8568471AC}"/>
              </a:ext>
            </a:extLst>
          </p:cNvPr>
          <p:cNvSpPr/>
          <p:nvPr/>
        </p:nvSpPr>
        <p:spPr>
          <a:xfrm>
            <a:off x="874327" y="4887850"/>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70F9F41E-463C-3933-B90B-73D30A81D098}"/>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C7DFAEC8-2084-D65A-A50A-0E8F575D9515}"/>
              </a:ext>
            </a:extLst>
          </p:cNvPr>
          <p:cNvSpPr>
            <a:spLocks noGrp="1"/>
          </p:cNvSpPr>
          <p:nvPr>
            <p:ph type="sldNum" sz="quarter" idx="12"/>
          </p:nvPr>
        </p:nvSpPr>
        <p:spPr/>
        <p:txBody>
          <a:bodyPr/>
          <a:lstStyle/>
          <a:p>
            <a:fld id="{006AE8E3-C79C-E14F-9140-34B0C7F543F1}" type="slidenum">
              <a:rPr lang="en-CL" smtClean="0"/>
              <a:t>39</a:t>
            </a:fld>
            <a:endParaRPr lang="en-CL"/>
          </a:p>
        </p:txBody>
      </p:sp>
    </p:spTree>
    <p:extLst>
      <p:ext uri="{BB962C8B-B14F-4D97-AF65-F5344CB8AC3E}">
        <p14:creationId xmlns:p14="http://schemas.microsoft.com/office/powerpoint/2010/main" val="1372482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43BE69C-6E90-EC13-4AF7-0A55A676D6E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508E8E2-0DC7-196D-2AF1-4421DFD9B77B}"/>
              </a:ext>
            </a:extLst>
          </p:cNvPr>
          <p:cNvGrpSpPr/>
          <p:nvPr/>
        </p:nvGrpSpPr>
        <p:grpSpPr>
          <a:xfrm>
            <a:off x="1652226" y="2969651"/>
            <a:ext cx="7999774" cy="3089329"/>
            <a:chOff x="3221064" y="154983"/>
            <a:chExt cx="5225512" cy="1301858"/>
          </a:xfrm>
        </p:grpSpPr>
        <p:cxnSp>
          <p:nvCxnSpPr>
            <p:cNvPr id="6" name="Straight Connector 5">
              <a:extLst>
                <a:ext uri="{FF2B5EF4-FFF2-40B4-BE49-F238E27FC236}">
                  <a16:creationId xmlns:a16="http://schemas.microsoft.com/office/drawing/2014/main" id="{06FC0558-E132-6DA5-3C86-9E57312325A0}"/>
                </a:ext>
              </a:extLst>
            </p:cNvPr>
            <p:cNvCxnSpPr/>
            <p:nvPr/>
          </p:nvCxnSpPr>
          <p:spPr>
            <a:xfrm>
              <a:off x="3363132" y="154983"/>
              <a:ext cx="0" cy="130185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8167EB8-5FBC-CFE5-E7C6-9769D6493DED}"/>
                </a:ext>
              </a:extLst>
            </p:cNvPr>
            <p:cNvCxnSpPr>
              <a:cxnSpLocks/>
            </p:cNvCxnSpPr>
            <p:nvPr/>
          </p:nvCxnSpPr>
          <p:spPr>
            <a:xfrm flipH="1">
              <a:off x="3221064" y="1299275"/>
              <a:ext cx="522551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5247ECE8-EE87-6DF6-C146-9FEE1BE26FD3}"/>
                </a:ext>
              </a:extLst>
            </p:cNvPr>
            <p:cNvSpPr/>
            <p:nvPr/>
          </p:nvSpPr>
          <p:spPr>
            <a:xfrm>
              <a:off x="3502617" y="369732"/>
              <a:ext cx="2169763" cy="932126"/>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69763" h="932126">
                  <a:moveTo>
                    <a:pt x="0" y="916628"/>
                  </a:moveTo>
                  <a:cubicBezTo>
                    <a:pt x="224725" y="901129"/>
                    <a:pt x="449451" y="885631"/>
                    <a:pt x="604434" y="777143"/>
                  </a:cubicBezTo>
                  <a:cubicBezTo>
                    <a:pt x="759417" y="668655"/>
                    <a:pt x="842074" y="394851"/>
                    <a:pt x="929898" y="265699"/>
                  </a:cubicBezTo>
                  <a:cubicBezTo>
                    <a:pt x="1017722" y="136546"/>
                    <a:pt x="1051301" y="20309"/>
                    <a:pt x="1131376" y="2228"/>
                  </a:cubicBezTo>
                  <a:cubicBezTo>
                    <a:pt x="1211451" y="-15853"/>
                    <a:pt x="1319939" y="79720"/>
                    <a:pt x="1410346" y="157211"/>
                  </a:cubicBezTo>
                  <a:cubicBezTo>
                    <a:pt x="1500753" y="234702"/>
                    <a:pt x="1598909" y="371604"/>
                    <a:pt x="1673817" y="467177"/>
                  </a:cubicBezTo>
                  <a:cubicBezTo>
                    <a:pt x="1748725" y="562750"/>
                    <a:pt x="1777139" y="653156"/>
                    <a:pt x="1859797" y="730648"/>
                  </a:cubicBezTo>
                  <a:cubicBezTo>
                    <a:pt x="1942455" y="808139"/>
                    <a:pt x="2056109" y="870132"/>
                    <a:pt x="2169763" y="932126"/>
                  </a:cubicBezTo>
                </a:path>
              </a:pathLst>
            </a:custGeom>
            <a:ln w="38100">
              <a:solidFill>
                <a:srgbClr val="92D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grpSp>
      <p:sp>
        <p:nvSpPr>
          <p:cNvPr id="2" name="Freeform 1">
            <a:extLst>
              <a:ext uri="{FF2B5EF4-FFF2-40B4-BE49-F238E27FC236}">
                <a16:creationId xmlns:a16="http://schemas.microsoft.com/office/drawing/2014/main" id="{5B9E058A-8770-A249-9A92-02EE5879BA63}"/>
              </a:ext>
            </a:extLst>
          </p:cNvPr>
          <p:cNvSpPr/>
          <p:nvPr/>
        </p:nvSpPr>
        <p:spPr>
          <a:xfrm flipH="1">
            <a:off x="7744896" y="3466606"/>
            <a:ext cx="337677" cy="2212338"/>
          </a:xfrm>
          <a:custGeom>
            <a:avLst/>
            <a:gdLst>
              <a:gd name="csX0" fmla="*/ 0 w 2169763"/>
              <a:gd name="csY0" fmla="*/ 916628 h 932126"/>
              <a:gd name="csX1" fmla="*/ 604434 w 2169763"/>
              <a:gd name="csY1" fmla="*/ 777143 h 932126"/>
              <a:gd name="csX2" fmla="*/ 929898 w 2169763"/>
              <a:gd name="csY2" fmla="*/ 265699 h 932126"/>
              <a:gd name="csX3" fmla="*/ 1131376 w 2169763"/>
              <a:gd name="csY3" fmla="*/ 2228 h 932126"/>
              <a:gd name="csX4" fmla="*/ 1410346 w 2169763"/>
              <a:gd name="csY4" fmla="*/ 157211 h 932126"/>
              <a:gd name="csX5" fmla="*/ 1673817 w 2169763"/>
              <a:gd name="csY5" fmla="*/ 467177 h 932126"/>
              <a:gd name="csX6" fmla="*/ 1859797 w 2169763"/>
              <a:gd name="csY6" fmla="*/ 730648 h 932126"/>
              <a:gd name="csX7" fmla="*/ 2169763 w 2169763"/>
              <a:gd name="csY7" fmla="*/ 932126 h 932126"/>
              <a:gd name="csX0" fmla="*/ 0 w 1964144"/>
              <a:gd name="csY0" fmla="*/ 925864 h 932126"/>
              <a:gd name="csX1" fmla="*/ 398815 w 1964144"/>
              <a:gd name="csY1" fmla="*/ 777143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5864 h 932126"/>
              <a:gd name="csX1" fmla="*/ 810055 w 1964144"/>
              <a:gd name="csY1" fmla="*/ 786379 h 932126"/>
              <a:gd name="csX2" fmla="*/ 724279 w 1964144"/>
              <a:gd name="csY2" fmla="*/ 265699 h 932126"/>
              <a:gd name="csX3" fmla="*/ 925757 w 1964144"/>
              <a:gd name="csY3" fmla="*/ 2228 h 932126"/>
              <a:gd name="csX4" fmla="*/ 1204727 w 1964144"/>
              <a:gd name="csY4" fmla="*/ 157211 h 932126"/>
              <a:gd name="csX5" fmla="*/ 1468198 w 1964144"/>
              <a:gd name="csY5" fmla="*/ 467177 h 932126"/>
              <a:gd name="csX6" fmla="*/ 1654178 w 1964144"/>
              <a:gd name="csY6" fmla="*/ 730648 h 932126"/>
              <a:gd name="csX7" fmla="*/ 1964144 w 1964144"/>
              <a:gd name="csY7" fmla="*/ 932126 h 932126"/>
              <a:gd name="csX0" fmla="*/ 0 w 1964144"/>
              <a:gd name="csY0" fmla="*/ 926028 h 932290"/>
              <a:gd name="csX1" fmla="*/ 810055 w 1964144"/>
              <a:gd name="csY1" fmla="*/ 786543 h 932290"/>
              <a:gd name="csX2" fmla="*/ 1053261 w 1964144"/>
              <a:gd name="csY2" fmla="*/ 270481 h 932290"/>
              <a:gd name="csX3" fmla="*/ 925757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 name="csX0" fmla="*/ 0 w 1964144"/>
              <a:gd name="csY0" fmla="*/ 926028 h 932290"/>
              <a:gd name="csX1" fmla="*/ 810055 w 1964144"/>
              <a:gd name="csY1" fmla="*/ 786543 h 932290"/>
              <a:gd name="csX2" fmla="*/ 1053261 w 1964144"/>
              <a:gd name="csY2" fmla="*/ 270481 h 932290"/>
              <a:gd name="csX3" fmla="*/ 1095389 w 1964144"/>
              <a:gd name="csY3" fmla="*/ 2392 h 932290"/>
              <a:gd name="csX4" fmla="*/ 1204727 w 1964144"/>
              <a:gd name="csY4" fmla="*/ 157375 h 932290"/>
              <a:gd name="csX5" fmla="*/ 1468198 w 1964144"/>
              <a:gd name="csY5" fmla="*/ 467341 h 932290"/>
              <a:gd name="csX6" fmla="*/ 1654178 w 1964144"/>
              <a:gd name="csY6" fmla="*/ 730812 h 932290"/>
              <a:gd name="csX7" fmla="*/ 1964144 w 1964144"/>
              <a:gd name="csY7" fmla="*/ 932290 h 93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4" h="932290">
                <a:moveTo>
                  <a:pt x="0" y="926028"/>
                </a:moveTo>
                <a:cubicBezTo>
                  <a:pt x="224725" y="910529"/>
                  <a:pt x="634512" y="895801"/>
                  <a:pt x="810055" y="786543"/>
                </a:cubicBezTo>
                <a:cubicBezTo>
                  <a:pt x="985598" y="677285"/>
                  <a:pt x="1005705" y="401173"/>
                  <a:pt x="1053261" y="270481"/>
                </a:cubicBezTo>
                <a:cubicBezTo>
                  <a:pt x="1100817" y="139789"/>
                  <a:pt x="1070145" y="21243"/>
                  <a:pt x="1095389" y="2392"/>
                </a:cubicBezTo>
                <a:cubicBezTo>
                  <a:pt x="1120633" y="-16459"/>
                  <a:pt x="1142592" y="79884"/>
                  <a:pt x="1204727" y="157375"/>
                </a:cubicBezTo>
                <a:cubicBezTo>
                  <a:pt x="1266862" y="234866"/>
                  <a:pt x="1393290" y="371768"/>
                  <a:pt x="1468198" y="467341"/>
                </a:cubicBezTo>
                <a:cubicBezTo>
                  <a:pt x="1543106" y="562914"/>
                  <a:pt x="1571520" y="653320"/>
                  <a:pt x="1654178" y="730812"/>
                </a:cubicBezTo>
                <a:cubicBezTo>
                  <a:pt x="1736836" y="808303"/>
                  <a:pt x="1850490" y="870296"/>
                  <a:pt x="1964144" y="932290"/>
                </a:cubicBezTo>
              </a:path>
            </a:pathLst>
          </a:custGeom>
          <a:ln w="3810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L"/>
          </a:p>
        </p:txBody>
      </p:sp>
      <p:cxnSp>
        <p:nvCxnSpPr>
          <p:cNvPr id="18" name="Straight Arrow Connector 17">
            <a:extLst>
              <a:ext uri="{FF2B5EF4-FFF2-40B4-BE49-F238E27FC236}">
                <a16:creationId xmlns:a16="http://schemas.microsoft.com/office/drawing/2014/main" id="{C1930BA4-D449-B8D0-E1F4-703E4687823A}"/>
              </a:ext>
            </a:extLst>
          </p:cNvPr>
          <p:cNvCxnSpPr>
            <a:cxnSpLocks/>
          </p:cNvCxnSpPr>
          <p:nvPr/>
        </p:nvCxnSpPr>
        <p:spPr>
          <a:xfrm>
            <a:off x="3965748" y="4178300"/>
            <a:ext cx="3960000" cy="0"/>
          </a:xfrm>
          <a:prstGeom prst="straightConnector1">
            <a:avLst/>
          </a:prstGeom>
          <a:ln>
            <a:solidFill>
              <a:schemeClr val="accent2">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B12F4D0-E91C-FBE0-83AB-E69E0F56FF48}"/>
              </a:ext>
            </a:extLst>
          </p:cNvPr>
          <p:cNvCxnSpPr>
            <a:cxnSpLocks/>
          </p:cNvCxnSpPr>
          <p:nvPr/>
        </p:nvCxnSpPr>
        <p:spPr>
          <a:xfrm>
            <a:off x="5919641" y="2677079"/>
            <a:ext cx="0" cy="3164921"/>
          </a:xfrm>
          <a:prstGeom prst="line">
            <a:avLst/>
          </a:prstGeom>
          <a:ln w="9525">
            <a:solidFill>
              <a:schemeClr val="accent2">
                <a:lumMod val="75000"/>
              </a:schemeClr>
            </a:solidFill>
            <a:prstDash val="soli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E28C4BD-B1B1-C839-2F98-8CD2F3544393}"/>
              </a:ext>
            </a:extLst>
          </p:cNvPr>
          <p:cNvSpPr txBox="1"/>
          <p:nvPr/>
        </p:nvSpPr>
        <p:spPr>
          <a:xfrm>
            <a:off x="5668092" y="5928553"/>
            <a:ext cx="724434" cy="276999"/>
          </a:xfrm>
          <a:prstGeom prst="rect">
            <a:avLst/>
          </a:prstGeom>
          <a:noFill/>
        </p:spPr>
        <p:txBody>
          <a:bodyPr wrap="square" rtlCol="0">
            <a:spAutoFit/>
          </a:bodyPr>
          <a:lstStyle/>
          <a:p>
            <a:r>
              <a:rPr lang="en-CL" sz="1200">
                <a:solidFill>
                  <a:schemeClr val="bg1"/>
                </a:solidFill>
              </a:rPr>
              <a:t>0.82</a:t>
            </a:r>
          </a:p>
        </p:txBody>
      </p:sp>
      <p:sp>
        <p:nvSpPr>
          <p:cNvPr id="23" name="TextBox 22">
            <a:extLst>
              <a:ext uri="{FF2B5EF4-FFF2-40B4-BE49-F238E27FC236}">
                <a16:creationId xmlns:a16="http://schemas.microsoft.com/office/drawing/2014/main" id="{FA6ECB3F-939E-9B79-AB39-D8CE61B0FD5F}"/>
              </a:ext>
            </a:extLst>
          </p:cNvPr>
          <p:cNvSpPr txBox="1"/>
          <p:nvPr/>
        </p:nvSpPr>
        <p:spPr>
          <a:xfrm>
            <a:off x="9836951" y="5325001"/>
            <a:ext cx="782587"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a:t>
            </a:r>
          </a:p>
        </p:txBody>
      </p:sp>
      <p:sp>
        <p:nvSpPr>
          <p:cNvPr id="14" name="Right Arrow 13">
            <a:extLst>
              <a:ext uri="{FF2B5EF4-FFF2-40B4-BE49-F238E27FC236}">
                <a16:creationId xmlns:a16="http://schemas.microsoft.com/office/drawing/2014/main" id="{552CD81F-F2DB-DCB7-45FA-C3067349F2FD}"/>
              </a:ext>
            </a:extLst>
          </p:cNvPr>
          <p:cNvSpPr/>
          <p:nvPr/>
        </p:nvSpPr>
        <p:spPr>
          <a:xfrm>
            <a:off x="6004611" y="2683896"/>
            <a:ext cx="234140" cy="501931"/>
          </a:xfrm>
          <a:prstGeom prst="rightArrow">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7" name="TextBox 16">
            <a:extLst>
              <a:ext uri="{FF2B5EF4-FFF2-40B4-BE49-F238E27FC236}">
                <a16:creationId xmlns:a16="http://schemas.microsoft.com/office/drawing/2014/main" id="{F5A0A414-E1A7-FF1A-A52C-8D6E404528F4}"/>
              </a:ext>
            </a:extLst>
          </p:cNvPr>
          <p:cNvSpPr txBox="1"/>
          <p:nvPr/>
        </p:nvSpPr>
        <p:spPr>
          <a:xfrm>
            <a:off x="6304768" y="2719289"/>
            <a:ext cx="3583032" cy="461665"/>
          </a:xfrm>
          <a:prstGeom prst="rect">
            <a:avLst/>
          </a:prstGeom>
          <a:noFill/>
        </p:spPr>
        <p:txBody>
          <a:bodyPr wrap="none" rtlCol="0">
            <a:spAutoFit/>
          </a:bodyPr>
          <a:lstStyle/>
          <a:p>
            <a:r>
              <a:rPr lang="en-CL" sz="2400">
                <a:solidFill>
                  <a:schemeClr val="bg1"/>
                </a:solidFill>
                <a:latin typeface="Consolas" panose="020B0609020204030204" pitchFamily="49" charset="0"/>
                <a:cs typeface="Consolas" panose="020B0609020204030204" pitchFamily="49" charset="0"/>
              </a:rPr>
              <a:t>Clasificado como ‘1’</a:t>
            </a:r>
          </a:p>
        </p:txBody>
      </p:sp>
      <p:sp>
        <p:nvSpPr>
          <p:cNvPr id="21" name="Right Arrow 20">
            <a:extLst>
              <a:ext uri="{FF2B5EF4-FFF2-40B4-BE49-F238E27FC236}">
                <a16:creationId xmlns:a16="http://schemas.microsoft.com/office/drawing/2014/main" id="{B618186D-4172-4716-58B7-87E01C8A2748}"/>
              </a:ext>
            </a:extLst>
          </p:cNvPr>
          <p:cNvSpPr/>
          <p:nvPr/>
        </p:nvSpPr>
        <p:spPr>
          <a:xfrm rot="10800000">
            <a:off x="5601822" y="2683896"/>
            <a:ext cx="234140" cy="501931"/>
          </a:xfrm>
          <a:prstGeom prst="rightArrow">
            <a:avLst/>
          </a:prstGeom>
          <a:solidFill>
            <a:srgbClr val="00B050"/>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2" name="TextBox 21">
            <a:extLst>
              <a:ext uri="{FF2B5EF4-FFF2-40B4-BE49-F238E27FC236}">
                <a16:creationId xmlns:a16="http://schemas.microsoft.com/office/drawing/2014/main" id="{D11B6F83-1D4F-EE40-950F-B6290923EB75}"/>
              </a:ext>
            </a:extLst>
          </p:cNvPr>
          <p:cNvSpPr txBox="1"/>
          <p:nvPr/>
        </p:nvSpPr>
        <p:spPr>
          <a:xfrm>
            <a:off x="1848047" y="2714619"/>
            <a:ext cx="3583032" cy="461665"/>
          </a:xfrm>
          <a:prstGeom prst="rect">
            <a:avLst/>
          </a:prstGeom>
          <a:noFill/>
        </p:spPr>
        <p:txBody>
          <a:bodyPr wrap="none" rtlCol="0">
            <a:spAutoFit/>
          </a:bodyPr>
          <a:lstStyle/>
          <a:p>
            <a:r>
              <a:rPr lang="en-CL" sz="2400">
                <a:solidFill>
                  <a:schemeClr val="bg1"/>
                </a:solidFill>
                <a:latin typeface="Consolas" panose="020B0609020204030204" pitchFamily="49" charset="0"/>
                <a:cs typeface="Consolas" panose="020B0609020204030204" pitchFamily="49" charset="0"/>
              </a:rPr>
              <a:t>Clasificado como ‘0’</a:t>
            </a:r>
          </a:p>
        </p:txBody>
      </p:sp>
      <p:sp>
        <p:nvSpPr>
          <p:cNvPr id="25" name="Title 1">
            <a:extLst>
              <a:ext uri="{FF2B5EF4-FFF2-40B4-BE49-F238E27FC236}">
                <a16:creationId xmlns:a16="http://schemas.microsoft.com/office/drawing/2014/main" id="{C7B355C3-425E-D792-C4EC-56111A6B9DD1}"/>
              </a:ext>
            </a:extLst>
          </p:cNvPr>
          <p:cNvSpPr>
            <a:spLocks noGrp="1"/>
          </p:cNvSpPr>
          <p:nvPr>
            <p:ph type="title"/>
          </p:nvPr>
        </p:nvSpPr>
        <p:spPr>
          <a:xfrm>
            <a:off x="4342353" y="467083"/>
            <a:ext cx="3154576" cy="1325563"/>
          </a:xfrm>
        </p:spPr>
        <p:txBody>
          <a:bodyPr/>
          <a:lstStyle/>
          <a:p>
            <a:r>
              <a:rPr lang="en-CL">
                <a:solidFill>
                  <a:schemeClr val="bg1"/>
                </a:solidFill>
                <a:latin typeface="Consolas" panose="020B0609020204030204" pitchFamily="49" charset="0"/>
                <a:cs typeface="Consolas" panose="020B0609020204030204" pitchFamily="49" charset="0"/>
              </a:rPr>
              <a:t>Algoritmo</a:t>
            </a:r>
          </a:p>
        </p:txBody>
      </p:sp>
      <p:sp>
        <p:nvSpPr>
          <p:cNvPr id="10" name="TextBox 9">
            <a:extLst>
              <a:ext uri="{FF2B5EF4-FFF2-40B4-BE49-F238E27FC236}">
                <a16:creationId xmlns:a16="http://schemas.microsoft.com/office/drawing/2014/main" id="{2693FF3D-1B21-1971-56AB-07F3AB4E7CA1}"/>
              </a:ext>
            </a:extLst>
          </p:cNvPr>
          <p:cNvSpPr txBox="1"/>
          <p:nvPr/>
        </p:nvSpPr>
        <p:spPr>
          <a:xfrm>
            <a:off x="7375260" y="2036125"/>
            <a:ext cx="2175596"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 0.82</a:t>
            </a:r>
            <a:endParaRPr lang="en-CL" sz="4000" baseline="-25000">
              <a:solidFill>
                <a:schemeClr val="bg1"/>
              </a:solidFill>
              <a:latin typeface="Palatino" pitchFamily="2" charset="77"/>
              <a:ea typeface="Palatino" pitchFamily="2" charset="77"/>
            </a:endParaRPr>
          </a:p>
        </p:txBody>
      </p:sp>
      <p:sp>
        <p:nvSpPr>
          <p:cNvPr id="11" name="TextBox 10">
            <a:extLst>
              <a:ext uri="{FF2B5EF4-FFF2-40B4-BE49-F238E27FC236}">
                <a16:creationId xmlns:a16="http://schemas.microsoft.com/office/drawing/2014/main" id="{ABE43D95-A77A-B9AE-003D-01EF4E074994}"/>
              </a:ext>
            </a:extLst>
          </p:cNvPr>
          <p:cNvSpPr txBox="1"/>
          <p:nvPr/>
        </p:nvSpPr>
        <p:spPr>
          <a:xfrm>
            <a:off x="2735940" y="2019788"/>
            <a:ext cx="2204450" cy="707886"/>
          </a:xfrm>
          <a:prstGeom prst="rect">
            <a:avLst/>
          </a:prstGeom>
          <a:noFill/>
        </p:spPr>
        <p:txBody>
          <a:bodyPr wrap="none" rtlCol="0">
            <a:spAutoFit/>
          </a:bodyPr>
          <a:lstStyle/>
          <a:p>
            <a:r>
              <a:rPr lang="en-CL" sz="4000">
                <a:solidFill>
                  <a:schemeClr val="bg1"/>
                </a:solidFill>
                <a:latin typeface="Palatino" pitchFamily="2" charset="77"/>
                <a:ea typeface="Palatino" pitchFamily="2" charset="77"/>
              </a:rPr>
              <a:t>A</a:t>
            </a:r>
            <a:r>
              <a:rPr lang="en-CL" sz="4000" baseline="-25000">
                <a:solidFill>
                  <a:schemeClr val="bg1"/>
                </a:solidFill>
                <a:latin typeface="Palatino" pitchFamily="2" charset="77"/>
                <a:ea typeface="Palatino" pitchFamily="2" charset="77"/>
              </a:rPr>
              <a:t>n </a:t>
            </a:r>
            <a:r>
              <a:rPr lang="en-CL" sz="4000">
                <a:solidFill>
                  <a:schemeClr val="bg1"/>
                </a:solidFill>
                <a:latin typeface="Palatino" pitchFamily="2" charset="77"/>
                <a:ea typeface="Palatino" pitchFamily="2" charset="77"/>
              </a:rPr>
              <a:t>&lt; 0.82</a:t>
            </a:r>
            <a:endParaRPr lang="en-CL" sz="4000" baseline="-25000">
              <a:solidFill>
                <a:schemeClr val="bg1"/>
              </a:solidFill>
              <a:latin typeface="Palatino" pitchFamily="2" charset="77"/>
              <a:ea typeface="Palatino" pitchFamily="2" charset="77"/>
            </a:endParaRPr>
          </a:p>
        </p:txBody>
      </p:sp>
      <p:sp>
        <p:nvSpPr>
          <p:cNvPr id="12" name="Date Placeholder 11">
            <a:extLst>
              <a:ext uri="{FF2B5EF4-FFF2-40B4-BE49-F238E27FC236}">
                <a16:creationId xmlns:a16="http://schemas.microsoft.com/office/drawing/2014/main" id="{B6F04748-C73A-1501-5ACF-40EA5D2E6C8D}"/>
              </a:ext>
            </a:extLst>
          </p:cNvPr>
          <p:cNvSpPr>
            <a:spLocks noGrp="1"/>
          </p:cNvSpPr>
          <p:nvPr>
            <p:ph type="dt" sz="half" idx="10"/>
          </p:nvPr>
        </p:nvSpPr>
        <p:spPr/>
        <p:txBody>
          <a:bodyPr/>
          <a:lstStyle/>
          <a:p>
            <a:r>
              <a:rPr lang="en-US"/>
              <a:t>(c) D.Mery - PR01A</a:t>
            </a:r>
            <a:endParaRPr lang="en-CL"/>
          </a:p>
        </p:txBody>
      </p:sp>
      <p:sp>
        <p:nvSpPr>
          <p:cNvPr id="13" name="Slide Number Placeholder 12">
            <a:extLst>
              <a:ext uri="{FF2B5EF4-FFF2-40B4-BE49-F238E27FC236}">
                <a16:creationId xmlns:a16="http://schemas.microsoft.com/office/drawing/2014/main" id="{3AAC4580-D7A6-5DB2-68D3-06CBB5B6911C}"/>
              </a:ext>
            </a:extLst>
          </p:cNvPr>
          <p:cNvSpPr>
            <a:spLocks noGrp="1"/>
          </p:cNvSpPr>
          <p:nvPr>
            <p:ph type="sldNum" sz="quarter" idx="12"/>
          </p:nvPr>
        </p:nvSpPr>
        <p:spPr/>
        <p:txBody>
          <a:bodyPr/>
          <a:lstStyle/>
          <a:p>
            <a:fld id="{006AE8E3-C79C-E14F-9140-34B0C7F543F1}" type="slidenum">
              <a:rPr lang="en-CL" smtClean="0"/>
              <a:t>40</a:t>
            </a:fld>
            <a:endParaRPr lang="en-CL"/>
          </a:p>
        </p:txBody>
      </p:sp>
    </p:spTree>
    <p:extLst>
      <p:ext uri="{BB962C8B-B14F-4D97-AF65-F5344CB8AC3E}">
        <p14:creationId xmlns:p14="http://schemas.microsoft.com/office/powerpoint/2010/main" val="2593330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F2EFC2-C9CA-402E-7EC8-A7F98EEE23E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F23A676-6903-8E58-6547-6E7937264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B8852B-9E20-327B-60BF-089199B68E9F}"/>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4A7D7403-691E-26CD-9152-274C5A1FE74A}"/>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93C110BA-3FBD-E51A-1E26-3933348A122B}"/>
              </a:ext>
            </a:extLst>
          </p:cNvPr>
          <p:cNvSpPr/>
          <p:nvPr/>
        </p:nvSpPr>
        <p:spPr>
          <a:xfrm>
            <a:off x="874327" y="4887850"/>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33FC82D3-9A58-B6F4-D77B-15283454057C}"/>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C178D532-8698-AEFD-6B6A-A64C2FC9EFDF}"/>
              </a:ext>
            </a:extLst>
          </p:cNvPr>
          <p:cNvSpPr>
            <a:spLocks noGrp="1"/>
          </p:cNvSpPr>
          <p:nvPr>
            <p:ph type="sldNum" sz="quarter" idx="12"/>
          </p:nvPr>
        </p:nvSpPr>
        <p:spPr/>
        <p:txBody>
          <a:bodyPr/>
          <a:lstStyle/>
          <a:p>
            <a:fld id="{006AE8E3-C79C-E14F-9140-34B0C7F543F1}" type="slidenum">
              <a:rPr lang="en-CL" smtClean="0"/>
              <a:t>41</a:t>
            </a:fld>
            <a:endParaRPr lang="en-CL"/>
          </a:p>
        </p:txBody>
      </p:sp>
    </p:spTree>
    <p:extLst>
      <p:ext uri="{BB962C8B-B14F-4D97-AF65-F5344CB8AC3E}">
        <p14:creationId xmlns:p14="http://schemas.microsoft.com/office/powerpoint/2010/main" val="2895871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16B77-CEF5-DF60-507A-099A1C72C1F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8613671-F604-FE8E-AAE4-9D6BF9033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F65E67-D9F8-0A0D-2329-16481284220A}"/>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046076CF-8498-0BA5-EFE5-DF59DB438C5C}"/>
              </a:ext>
            </a:extLst>
          </p:cNvPr>
          <p:cNvGraphicFramePr>
            <a:graphicFrameLocks noGrp="1"/>
          </p:cNvGraphicFramePr>
          <p:nvPr>
            <p:ph idx="1"/>
            <p:extLst>
              <p:ext uri="{D42A27DB-BD31-4B8C-83A1-F6EECF244321}">
                <p14:modId xmlns:p14="http://schemas.microsoft.com/office/powerpoint/2010/main" val="2578896951"/>
              </p:ext>
            </p:extLst>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1"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Oval 2">
            <a:extLst>
              <a:ext uri="{FF2B5EF4-FFF2-40B4-BE49-F238E27FC236}">
                <a16:creationId xmlns:a16="http://schemas.microsoft.com/office/drawing/2014/main" id="{63310873-0944-C156-688F-CA1FBD6C06DA}"/>
              </a:ext>
            </a:extLst>
          </p:cNvPr>
          <p:cNvSpPr/>
          <p:nvPr/>
        </p:nvSpPr>
        <p:spPr>
          <a:xfrm>
            <a:off x="874327" y="5777542"/>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6114D43C-A738-48BA-2FFE-9784E65FEB1D}"/>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62F61CF9-5D03-5A28-1AE1-7C90229A6076}"/>
              </a:ext>
            </a:extLst>
          </p:cNvPr>
          <p:cNvSpPr>
            <a:spLocks noGrp="1"/>
          </p:cNvSpPr>
          <p:nvPr>
            <p:ph type="sldNum" sz="quarter" idx="12"/>
          </p:nvPr>
        </p:nvSpPr>
        <p:spPr/>
        <p:txBody>
          <a:bodyPr/>
          <a:lstStyle/>
          <a:p>
            <a:fld id="{006AE8E3-C79C-E14F-9140-34B0C7F543F1}" type="slidenum">
              <a:rPr lang="en-CL" smtClean="0"/>
              <a:t>42</a:t>
            </a:fld>
            <a:endParaRPr lang="en-CL"/>
          </a:p>
        </p:txBody>
      </p:sp>
    </p:spTree>
    <p:extLst>
      <p:ext uri="{BB962C8B-B14F-4D97-AF65-F5344CB8AC3E}">
        <p14:creationId xmlns:p14="http://schemas.microsoft.com/office/powerpoint/2010/main" val="3706529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388480-BA63-B2EE-7E29-BD7D6BD1A274}"/>
            </a:ext>
          </a:extLst>
        </p:cNvPr>
        <p:cNvGrpSpPr/>
        <p:nvPr/>
      </p:nvGrpSpPr>
      <p:grpSpPr>
        <a:xfrm>
          <a:off x="0" y="0"/>
          <a:ext cx="0" cy="0"/>
          <a:chOff x="0" y="0"/>
          <a:chExt cx="0" cy="0"/>
        </a:xfrm>
      </p:grpSpPr>
      <p:pic>
        <p:nvPicPr>
          <p:cNvPr id="5" name="Picture 4" descr="A number on a grey background&#10;&#10;AI-generated content may be incorrect.">
            <a:extLst>
              <a:ext uri="{FF2B5EF4-FFF2-40B4-BE49-F238E27FC236}">
                <a16:creationId xmlns:a16="http://schemas.microsoft.com/office/drawing/2014/main" id="{11C58823-5B93-4A94-112C-A09C1A40D68C}"/>
              </a:ext>
            </a:extLst>
          </p:cNvPr>
          <p:cNvPicPr>
            <a:picLocks noChangeAspect="1"/>
          </p:cNvPicPr>
          <p:nvPr/>
        </p:nvPicPr>
        <p:blipFill>
          <a:blip r:embed="rId2"/>
          <a:stretch>
            <a:fillRect/>
          </a:stretch>
        </p:blipFill>
        <p:spPr>
          <a:xfrm>
            <a:off x="1622611" y="1846729"/>
            <a:ext cx="8946777" cy="4473389"/>
          </a:xfrm>
          <a:prstGeom prst="rect">
            <a:avLst/>
          </a:prstGeom>
        </p:spPr>
      </p:pic>
      <p:sp>
        <p:nvSpPr>
          <p:cNvPr id="7" name="Title 1">
            <a:extLst>
              <a:ext uri="{FF2B5EF4-FFF2-40B4-BE49-F238E27FC236}">
                <a16:creationId xmlns:a16="http://schemas.microsoft.com/office/drawing/2014/main" id="{A4E5E30C-1C23-A091-3752-432D75095C48}"/>
              </a:ext>
            </a:extLst>
          </p:cNvPr>
          <p:cNvSpPr>
            <a:spLocks noGrp="1"/>
          </p:cNvSpPr>
          <p:nvPr>
            <p:ph type="title"/>
          </p:nvPr>
        </p:nvSpPr>
        <p:spPr>
          <a:xfrm>
            <a:off x="502024" y="323779"/>
            <a:ext cx="11452653" cy="1325563"/>
          </a:xfrm>
        </p:spPr>
        <p:txBody>
          <a:bodyPr/>
          <a:lstStyle/>
          <a:p>
            <a:pPr algn="ctr"/>
            <a:r>
              <a:rPr lang="en-CL">
                <a:solidFill>
                  <a:schemeClr val="bg1"/>
                </a:solidFill>
                <a:latin typeface="Consolas" panose="020B0609020204030204" pitchFamily="49" charset="0"/>
                <a:cs typeface="Consolas" panose="020B0609020204030204" pitchFamily="49" charset="0"/>
              </a:rPr>
              <a:t>Conjunto de Pruebas</a:t>
            </a:r>
          </a:p>
        </p:txBody>
      </p:sp>
      <p:graphicFrame>
        <p:nvGraphicFramePr>
          <p:cNvPr id="2" name="Table 1">
            <a:extLst>
              <a:ext uri="{FF2B5EF4-FFF2-40B4-BE49-F238E27FC236}">
                <a16:creationId xmlns:a16="http://schemas.microsoft.com/office/drawing/2014/main" id="{A943EFE5-7F2D-C69B-11BA-B1CFE9C73232}"/>
              </a:ext>
            </a:extLst>
          </p:cNvPr>
          <p:cNvGraphicFramePr>
            <a:graphicFrameLocks noGrp="1"/>
          </p:cNvGraphicFramePr>
          <p:nvPr/>
        </p:nvGraphicFramePr>
        <p:xfrm>
          <a:off x="1622611" y="1846728"/>
          <a:ext cx="8946780" cy="4473390"/>
        </p:xfrm>
        <a:graphic>
          <a:graphicData uri="http://schemas.openxmlformats.org/drawingml/2006/table">
            <a:tbl>
              <a:tblPr>
                <a:tableStyleId>{5C22544A-7EE6-4342-B048-85BDC9FD1C3A}</a:tableStyleId>
              </a:tblPr>
              <a:tblGrid>
                <a:gridCol w="894678">
                  <a:extLst>
                    <a:ext uri="{9D8B030D-6E8A-4147-A177-3AD203B41FA5}">
                      <a16:colId xmlns:a16="http://schemas.microsoft.com/office/drawing/2014/main" val="943723984"/>
                    </a:ext>
                  </a:extLst>
                </a:gridCol>
                <a:gridCol w="894678">
                  <a:extLst>
                    <a:ext uri="{9D8B030D-6E8A-4147-A177-3AD203B41FA5}">
                      <a16:colId xmlns:a16="http://schemas.microsoft.com/office/drawing/2014/main" val="182352096"/>
                    </a:ext>
                  </a:extLst>
                </a:gridCol>
                <a:gridCol w="894678">
                  <a:extLst>
                    <a:ext uri="{9D8B030D-6E8A-4147-A177-3AD203B41FA5}">
                      <a16:colId xmlns:a16="http://schemas.microsoft.com/office/drawing/2014/main" val="3106200161"/>
                    </a:ext>
                  </a:extLst>
                </a:gridCol>
                <a:gridCol w="894678">
                  <a:extLst>
                    <a:ext uri="{9D8B030D-6E8A-4147-A177-3AD203B41FA5}">
                      <a16:colId xmlns:a16="http://schemas.microsoft.com/office/drawing/2014/main" val="281578921"/>
                    </a:ext>
                  </a:extLst>
                </a:gridCol>
                <a:gridCol w="894678">
                  <a:extLst>
                    <a:ext uri="{9D8B030D-6E8A-4147-A177-3AD203B41FA5}">
                      <a16:colId xmlns:a16="http://schemas.microsoft.com/office/drawing/2014/main" val="4098298375"/>
                    </a:ext>
                  </a:extLst>
                </a:gridCol>
                <a:gridCol w="894678">
                  <a:extLst>
                    <a:ext uri="{9D8B030D-6E8A-4147-A177-3AD203B41FA5}">
                      <a16:colId xmlns:a16="http://schemas.microsoft.com/office/drawing/2014/main" val="3160600512"/>
                    </a:ext>
                  </a:extLst>
                </a:gridCol>
                <a:gridCol w="894678">
                  <a:extLst>
                    <a:ext uri="{9D8B030D-6E8A-4147-A177-3AD203B41FA5}">
                      <a16:colId xmlns:a16="http://schemas.microsoft.com/office/drawing/2014/main" val="591500391"/>
                    </a:ext>
                  </a:extLst>
                </a:gridCol>
                <a:gridCol w="894678">
                  <a:extLst>
                    <a:ext uri="{9D8B030D-6E8A-4147-A177-3AD203B41FA5}">
                      <a16:colId xmlns:a16="http://schemas.microsoft.com/office/drawing/2014/main" val="4286740222"/>
                    </a:ext>
                  </a:extLst>
                </a:gridCol>
                <a:gridCol w="894678">
                  <a:extLst>
                    <a:ext uri="{9D8B030D-6E8A-4147-A177-3AD203B41FA5}">
                      <a16:colId xmlns:a16="http://schemas.microsoft.com/office/drawing/2014/main" val="1106440004"/>
                    </a:ext>
                  </a:extLst>
                </a:gridCol>
                <a:gridCol w="894678">
                  <a:extLst>
                    <a:ext uri="{9D8B030D-6E8A-4147-A177-3AD203B41FA5}">
                      <a16:colId xmlns:a16="http://schemas.microsoft.com/office/drawing/2014/main" val="995939130"/>
                    </a:ext>
                  </a:extLst>
                </a:gridCol>
              </a:tblGrid>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40076258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3667757"/>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19071788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09724015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63989848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2632295809"/>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886508528"/>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377359771"/>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150761872"/>
                  </a:ext>
                </a:extLst>
              </a:tr>
              <a:tr h="447339">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tc>
                  <a:txBody>
                    <a:bodyPr/>
                    <a:lstStyle/>
                    <a:p>
                      <a:endParaRPr lang="en-CL"/>
                    </a:p>
                  </a:txBody>
                  <a:tcPr>
                    <a:noFill/>
                  </a:tcPr>
                </a:tc>
                <a:extLst>
                  <a:ext uri="{0D108BD9-81ED-4DB2-BD59-A6C34878D82A}">
                    <a16:rowId xmlns:a16="http://schemas.microsoft.com/office/drawing/2014/main" val="944151709"/>
                  </a:ext>
                </a:extLst>
              </a:tr>
            </a:tbl>
          </a:graphicData>
        </a:graphic>
      </p:graphicFrame>
      <p:sp>
        <p:nvSpPr>
          <p:cNvPr id="3" name="Left Brace 2">
            <a:extLst>
              <a:ext uri="{FF2B5EF4-FFF2-40B4-BE49-F238E27FC236}">
                <a16:creationId xmlns:a16="http://schemas.microsoft.com/office/drawing/2014/main" id="{282A6B92-AE1B-A5E1-7552-1C6B4750462C}"/>
              </a:ext>
            </a:extLst>
          </p:cNvPr>
          <p:cNvSpPr/>
          <p:nvPr/>
        </p:nvSpPr>
        <p:spPr>
          <a:xfrm>
            <a:off x="1146875" y="1800234"/>
            <a:ext cx="278193" cy="954107"/>
          </a:xfrm>
          <a:prstGeom prst="leftBrace">
            <a:avLst/>
          </a:prstGeom>
          <a:ln>
            <a:solidFill>
              <a:srgbClr val="92D05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4" name="TextBox 3">
            <a:extLst>
              <a:ext uri="{FF2B5EF4-FFF2-40B4-BE49-F238E27FC236}">
                <a16:creationId xmlns:a16="http://schemas.microsoft.com/office/drawing/2014/main" id="{8BC33C27-C3C6-BBBA-06CA-C3FCACC76C12}"/>
              </a:ext>
            </a:extLst>
          </p:cNvPr>
          <p:cNvSpPr txBox="1"/>
          <p:nvPr/>
        </p:nvSpPr>
        <p:spPr>
          <a:xfrm>
            <a:off x="70281" y="1846728"/>
            <a:ext cx="1170513"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ceros</a:t>
            </a:r>
          </a:p>
        </p:txBody>
      </p:sp>
      <p:sp>
        <p:nvSpPr>
          <p:cNvPr id="6" name="Left Brace 5">
            <a:extLst>
              <a:ext uri="{FF2B5EF4-FFF2-40B4-BE49-F238E27FC236}">
                <a16:creationId xmlns:a16="http://schemas.microsoft.com/office/drawing/2014/main" id="{6936367E-92CC-1B8B-0B3E-EBFCC707B1B6}"/>
              </a:ext>
            </a:extLst>
          </p:cNvPr>
          <p:cNvSpPr/>
          <p:nvPr/>
        </p:nvSpPr>
        <p:spPr>
          <a:xfrm>
            <a:off x="1142211" y="5397766"/>
            <a:ext cx="282858" cy="954108"/>
          </a:xfrm>
          <a:prstGeom prst="leftBrace">
            <a:avLst/>
          </a:prstGeom>
          <a:ln>
            <a:solidFill>
              <a:srgbClr val="00B0F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CL"/>
          </a:p>
        </p:txBody>
      </p:sp>
      <p:sp>
        <p:nvSpPr>
          <p:cNvPr id="8" name="TextBox 7">
            <a:extLst>
              <a:ext uri="{FF2B5EF4-FFF2-40B4-BE49-F238E27FC236}">
                <a16:creationId xmlns:a16="http://schemas.microsoft.com/office/drawing/2014/main" id="{5842501D-E954-D964-2B48-C927D490D0B3}"/>
              </a:ext>
            </a:extLst>
          </p:cNvPr>
          <p:cNvSpPr txBox="1"/>
          <p:nvPr/>
        </p:nvSpPr>
        <p:spPr>
          <a:xfrm>
            <a:off x="168865" y="5366011"/>
            <a:ext cx="973344" cy="954107"/>
          </a:xfrm>
          <a:prstGeom prst="rect">
            <a:avLst/>
          </a:prstGeom>
          <a:noFill/>
        </p:spPr>
        <p:txBody>
          <a:bodyPr wrap="none" rtlCol="0">
            <a:spAutoFit/>
          </a:bodyPr>
          <a:lstStyle/>
          <a:p>
            <a:pPr algn="ctr"/>
            <a:r>
              <a:rPr lang="en-CL" sz="2800">
                <a:solidFill>
                  <a:schemeClr val="bg1"/>
                </a:solidFill>
                <a:latin typeface="Consolas" panose="020B0609020204030204" pitchFamily="49" charset="0"/>
                <a:cs typeface="Consolas" panose="020B0609020204030204" pitchFamily="49" charset="0"/>
              </a:rPr>
              <a:t>20</a:t>
            </a:r>
          </a:p>
          <a:p>
            <a:pPr algn="ctr"/>
            <a:r>
              <a:rPr lang="en-CL" sz="2800">
                <a:solidFill>
                  <a:schemeClr val="bg1"/>
                </a:solidFill>
                <a:latin typeface="Consolas" panose="020B0609020204030204" pitchFamily="49" charset="0"/>
                <a:cs typeface="Consolas" panose="020B0609020204030204" pitchFamily="49" charset="0"/>
              </a:rPr>
              <a:t>unos</a:t>
            </a:r>
          </a:p>
        </p:txBody>
      </p:sp>
      <p:sp>
        <p:nvSpPr>
          <p:cNvPr id="9" name="Rectangle 8">
            <a:extLst>
              <a:ext uri="{FF2B5EF4-FFF2-40B4-BE49-F238E27FC236}">
                <a16:creationId xmlns:a16="http://schemas.microsoft.com/office/drawing/2014/main" id="{30A88B1B-918F-0FAF-8AF1-0469B9D3667A}"/>
              </a:ext>
            </a:extLst>
          </p:cNvPr>
          <p:cNvSpPr/>
          <p:nvPr/>
        </p:nvSpPr>
        <p:spPr>
          <a:xfrm>
            <a:off x="1543665" y="2754341"/>
            <a:ext cx="9153832" cy="26434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solidFill>
                <a:schemeClr val="bg1"/>
              </a:solidFill>
            </a:endParaRPr>
          </a:p>
        </p:txBody>
      </p:sp>
      <p:pic>
        <p:nvPicPr>
          <p:cNvPr id="11" name="Graphic 10" descr="Checkmark with solid fill">
            <a:extLst>
              <a:ext uri="{FF2B5EF4-FFF2-40B4-BE49-F238E27FC236}">
                <a16:creationId xmlns:a16="http://schemas.microsoft.com/office/drawing/2014/main" id="{12535D4E-073D-5830-8918-92B8F079F6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62529" y="1642155"/>
            <a:ext cx="278193" cy="654986"/>
          </a:xfrm>
          <a:prstGeom prst="rect">
            <a:avLst/>
          </a:prstGeom>
        </p:spPr>
      </p:pic>
      <p:pic>
        <p:nvPicPr>
          <p:cNvPr id="12" name="Graphic 11" descr="Checkmark with solid fill">
            <a:extLst>
              <a:ext uri="{FF2B5EF4-FFF2-40B4-BE49-F238E27FC236}">
                <a16:creationId xmlns:a16="http://schemas.microsoft.com/office/drawing/2014/main" id="{9C5703B7-EF4B-5B79-65CA-ABC9C8339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0640" y="1608861"/>
            <a:ext cx="278193" cy="654986"/>
          </a:xfrm>
          <a:prstGeom prst="rect">
            <a:avLst/>
          </a:prstGeom>
        </p:spPr>
      </p:pic>
      <p:pic>
        <p:nvPicPr>
          <p:cNvPr id="13" name="Graphic 12" descr="Checkmark with solid fill">
            <a:extLst>
              <a:ext uri="{FF2B5EF4-FFF2-40B4-BE49-F238E27FC236}">
                <a16:creationId xmlns:a16="http://schemas.microsoft.com/office/drawing/2014/main" id="{DB827F3F-5867-42E6-1358-68B311EB74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3684" y="1608861"/>
            <a:ext cx="278193" cy="654986"/>
          </a:xfrm>
          <a:prstGeom prst="rect">
            <a:avLst/>
          </a:prstGeom>
        </p:spPr>
      </p:pic>
      <p:pic>
        <p:nvPicPr>
          <p:cNvPr id="14" name="Graphic 13" descr="Checkmark with solid fill">
            <a:extLst>
              <a:ext uri="{FF2B5EF4-FFF2-40B4-BE49-F238E27FC236}">
                <a16:creationId xmlns:a16="http://schemas.microsoft.com/office/drawing/2014/main" id="{B4013A2B-3102-A1BB-938B-D8E52FEF60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8450" y="1642155"/>
            <a:ext cx="278193" cy="654986"/>
          </a:xfrm>
          <a:prstGeom prst="rect">
            <a:avLst/>
          </a:prstGeom>
        </p:spPr>
      </p:pic>
      <p:pic>
        <p:nvPicPr>
          <p:cNvPr id="15" name="Graphic 14" descr="Checkmark with solid fill">
            <a:extLst>
              <a:ext uri="{FF2B5EF4-FFF2-40B4-BE49-F238E27FC236}">
                <a16:creationId xmlns:a16="http://schemas.microsoft.com/office/drawing/2014/main" id="{6A25791C-50A2-644B-07DE-9C84E46B5E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6561" y="1608861"/>
            <a:ext cx="278193" cy="654986"/>
          </a:xfrm>
          <a:prstGeom prst="rect">
            <a:avLst/>
          </a:prstGeom>
        </p:spPr>
      </p:pic>
      <p:pic>
        <p:nvPicPr>
          <p:cNvPr id="16" name="Graphic 15" descr="Checkmark with solid fill">
            <a:extLst>
              <a:ext uri="{FF2B5EF4-FFF2-40B4-BE49-F238E27FC236}">
                <a16:creationId xmlns:a16="http://schemas.microsoft.com/office/drawing/2014/main" id="{F9C5BCF3-5B5D-D57B-B2AC-298F4007C0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9605" y="1608861"/>
            <a:ext cx="278193" cy="654986"/>
          </a:xfrm>
          <a:prstGeom prst="rect">
            <a:avLst/>
          </a:prstGeom>
        </p:spPr>
      </p:pic>
      <p:pic>
        <p:nvPicPr>
          <p:cNvPr id="17" name="Graphic 16" descr="Checkmark with solid fill">
            <a:extLst>
              <a:ext uri="{FF2B5EF4-FFF2-40B4-BE49-F238E27FC236}">
                <a16:creationId xmlns:a16="http://schemas.microsoft.com/office/drawing/2014/main" id="{D857F0FA-3FBE-3D27-6C10-7475AC478C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7805" y="1628902"/>
            <a:ext cx="278193" cy="654986"/>
          </a:xfrm>
          <a:prstGeom prst="rect">
            <a:avLst/>
          </a:prstGeom>
        </p:spPr>
      </p:pic>
      <p:pic>
        <p:nvPicPr>
          <p:cNvPr id="18" name="Graphic 17" descr="Checkmark with solid fill">
            <a:extLst>
              <a:ext uri="{FF2B5EF4-FFF2-40B4-BE49-F238E27FC236}">
                <a16:creationId xmlns:a16="http://schemas.microsoft.com/office/drawing/2014/main" id="{D073A6E5-42CC-85B6-1E34-8DF6D3F2DB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2571" y="1662196"/>
            <a:ext cx="278193" cy="654986"/>
          </a:xfrm>
          <a:prstGeom prst="rect">
            <a:avLst/>
          </a:prstGeom>
        </p:spPr>
      </p:pic>
      <p:pic>
        <p:nvPicPr>
          <p:cNvPr id="20" name="Graphic 19" descr="Checkmark with solid fill">
            <a:extLst>
              <a:ext uri="{FF2B5EF4-FFF2-40B4-BE49-F238E27FC236}">
                <a16:creationId xmlns:a16="http://schemas.microsoft.com/office/drawing/2014/main" id="{017E677B-E404-2EE1-8EF6-0D5E109E5A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3726" y="1628902"/>
            <a:ext cx="278193" cy="654986"/>
          </a:xfrm>
          <a:prstGeom prst="rect">
            <a:avLst/>
          </a:prstGeom>
        </p:spPr>
      </p:pic>
      <p:pic>
        <p:nvPicPr>
          <p:cNvPr id="21" name="Graphic 20" descr="Checkmark with solid fill">
            <a:extLst>
              <a:ext uri="{FF2B5EF4-FFF2-40B4-BE49-F238E27FC236}">
                <a16:creationId xmlns:a16="http://schemas.microsoft.com/office/drawing/2014/main" id="{6453658D-EE98-12D3-7142-352B3BB17A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2119795"/>
            <a:ext cx="278193" cy="654986"/>
          </a:xfrm>
          <a:prstGeom prst="rect">
            <a:avLst/>
          </a:prstGeom>
        </p:spPr>
      </p:pic>
      <p:pic>
        <p:nvPicPr>
          <p:cNvPr id="23" name="Graphic 22" descr="Checkmark with solid fill">
            <a:extLst>
              <a:ext uri="{FF2B5EF4-FFF2-40B4-BE49-F238E27FC236}">
                <a16:creationId xmlns:a16="http://schemas.microsoft.com/office/drawing/2014/main" id="{EB08F6C5-D454-20DD-2033-B1F990AE76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2086501"/>
            <a:ext cx="278193" cy="654986"/>
          </a:xfrm>
          <a:prstGeom prst="rect">
            <a:avLst/>
          </a:prstGeom>
        </p:spPr>
      </p:pic>
      <p:pic>
        <p:nvPicPr>
          <p:cNvPr id="24" name="Graphic 23" descr="Checkmark with solid fill">
            <a:extLst>
              <a:ext uri="{FF2B5EF4-FFF2-40B4-BE49-F238E27FC236}">
                <a16:creationId xmlns:a16="http://schemas.microsoft.com/office/drawing/2014/main" id="{88CF1F8D-2171-6C85-0316-A629EFDADD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2119795"/>
            <a:ext cx="278193" cy="654986"/>
          </a:xfrm>
          <a:prstGeom prst="rect">
            <a:avLst/>
          </a:prstGeom>
        </p:spPr>
      </p:pic>
      <p:pic>
        <p:nvPicPr>
          <p:cNvPr id="25" name="Graphic 24" descr="Checkmark with solid fill">
            <a:extLst>
              <a:ext uri="{FF2B5EF4-FFF2-40B4-BE49-F238E27FC236}">
                <a16:creationId xmlns:a16="http://schemas.microsoft.com/office/drawing/2014/main" id="{102F9790-626C-5E58-65BD-7DB0C28AA9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2086501"/>
            <a:ext cx="278193" cy="654986"/>
          </a:xfrm>
          <a:prstGeom prst="rect">
            <a:avLst/>
          </a:prstGeom>
        </p:spPr>
      </p:pic>
      <p:pic>
        <p:nvPicPr>
          <p:cNvPr id="26" name="Graphic 25" descr="Checkmark with solid fill">
            <a:extLst>
              <a:ext uri="{FF2B5EF4-FFF2-40B4-BE49-F238E27FC236}">
                <a16:creationId xmlns:a16="http://schemas.microsoft.com/office/drawing/2014/main" id="{7CE5FB45-6327-50D6-7275-C5D0AA37A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2086501"/>
            <a:ext cx="278193" cy="654986"/>
          </a:xfrm>
          <a:prstGeom prst="rect">
            <a:avLst/>
          </a:prstGeom>
        </p:spPr>
      </p:pic>
      <p:pic>
        <p:nvPicPr>
          <p:cNvPr id="27" name="Graphic 26" descr="Checkmark with solid fill">
            <a:extLst>
              <a:ext uri="{FF2B5EF4-FFF2-40B4-BE49-F238E27FC236}">
                <a16:creationId xmlns:a16="http://schemas.microsoft.com/office/drawing/2014/main" id="{2AD8ACD9-5A07-EB7E-F2E7-7CB0DDE957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2106542"/>
            <a:ext cx="278193" cy="654986"/>
          </a:xfrm>
          <a:prstGeom prst="rect">
            <a:avLst/>
          </a:prstGeom>
        </p:spPr>
      </p:pic>
      <p:pic>
        <p:nvPicPr>
          <p:cNvPr id="28" name="Graphic 27" descr="Checkmark with solid fill">
            <a:extLst>
              <a:ext uri="{FF2B5EF4-FFF2-40B4-BE49-F238E27FC236}">
                <a16:creationId xmlns:a16="http://schemas.microsoft.com/office/drawing/2014/main" id="{65F58E03-FBE5-1FCE-1594-855467388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2139836"/>
            <a:ext cx="278193" cy="654986"/>
          </a:xfrm>
          <a:prstGeom prst="rect">
            <a:avLst/>
          </a:prstGeom>
        </p:spPr>
      </p:pic>
      <p:pic>
        <p:nvPicPr>
          <p:cNvPr id="29" name="Graphic 28" descr="Checkmark with solid fill">
            <a:extLst>
              <a:ext uri="{FF2B5EF4-FFF2-40B4-BE49-F238E27FC236}">
                <a16:creationId xmlns:a16="http://schemas.microsoft.com/office/drawing/2014/main" id="{A7C48991-53F7-A8E5-C278-A0833DE351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2106542"/>
            <a:ext cx="278193" cy="654986"/>
          </a:xfrm>
          <a:prstGeom prst="rect">
            <a:avLst/>
          </a:prstGeom>
        </p:spPr>
      </p:pic>
      <p:pic>
        <p:nvPicPr>
          <p:cNvPr id="30" name="Graphic 29" descr="Checkmark with solid fill">
            <a:extLst>
              <a:ext uri="{FF2B5EF4-FFF2-40B4-BE49-F238E27FC236}">
                <a16:creationId xmlns:a16="http://schemas.microsoft.com/office/drawing/2014/main" id="{25A1B081-D67A-50A2-A24E-D4D57BE794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2106542"/>
            <a:ext cx="278193" cy="654986"/>
          </a:xfrm>
          <a:prstGeom prst="rect">
            <a:avLst/>
          </a:prstGeom>
        </p:spPr>
      </p:pic>
      <p:pic>
        <p:nvPicPr>
          <p:cNvPr id="31" name="Graphic 30" descr="Checkmark with solid fill">
            <a:extLst>
              <a:ext uri="{FF2B5EF4-FFF2-40B4-BE49-F238E27FC236}">
                <a16:creationId xmlns:a16="http://schemas.microsoft.com/office/drawing/2014/main" id="{F55439AE-059C-2B05-C805-61B626B055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9998" y="5182743"/>
            <a:ext cx="278193" cy="654986"/>
          </a:xfrm>
          <a:prstGeom prst="rect">
            <a:avLst/>
          </a:prstGeom>
        </p:spPr>
      </p:pic>
      <p:pic>
        <p:nvPicPr>
          <p:cNvPr id="32" name="Graphic 31" descr="Checkmark with solid fill">
            <a:extLst>
              <a:ext uri="{FF2B5EF4-FFF2-40B4-BE49-F238E27FC236}">
                <a16:creationId xmlns:a16="http://schemas.microsoft.com/office/drawing/2014/main" id="{B6D45E1E-1EC3-3D70-7A93-9854F9EFF7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08109" y="5149449"/>
            <a:ext cx="278193" cy="654986"/>
          </a:xfrm>
          <a:prstGeom prst="rect">
            <a:avLst/>
          </a:prstGeom>
        </p:spPr>
      </p:pic>
      <p:pic>
        <p:nvPicPr>
          <p:cNvPr id="33" name="Graphic 32" descr="Checkmark with solid fill">
            <a:extLst>
              <a:ext uri="{FF2B5EF4-FFF2-40B4-BE49-F238E27FC236}">
                <a16:creationId xmlns:a16="http://schemas.microsoft.com/office/drawing/2014/main" id="{A16AC55F-2BE5-34AF-D06B-2677B2E2F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153" y="5149449"/>
            <a:ext cx="278193" cy="654986"/>
          </a:xfrm>
          <a:prstGeom prst="rect">
            <a:avLst/>
          </a:prstGeom>
        </p:spPr>
      </p:pic>
      <p:pic>
        <p:nvPicPr>
          <p:cNvPr id="34" name="Graphic 33" descr="Checkmark with solid fill">
            <a:extLst>
              <a:ext uri="{FF2B5EF4-FFF2-40B4-BE49-F238E27FC236}">
                <a16:creationId xmlns:a16="http://schemas.microsoft.com/office/drawing/2014/main" id="{48ED128F-7759-71E9-D4D1-A23C813D8A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5919" y="5182743"/>
            <a:ext cx="278193" cy="654986"/>
          </a:xfrm>
          <a:prstGeom prst="rect">
            <a:avLst/>
          </a:prstGeom>
        </p:spPr>
      </p:pic>
      <p:pic>
        <p:nvPicPr>
          <p:cNvPr id="35" name="Graphic 34" descr="Checkmark with solid fill">
            <a:extLst>
              <a:ext uri="{FF2B5EF4-FFF2-40B4-BE49-F238E27FC236}">
                <a16:creationId xmlns:a16="http://schemas.microsoft.com/office/drawing/2014/main" id="{C7C82EA8-740D-377D-6C1C-3C09BD6BE6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030" y="5149449"/>
            <a:ext cx="278193" cy="654986"/>
          </a:xfrm>
          <a:prstGeom prst="rect">
            <a:avLst/>
          </a:prstGeom>
        </p:spPr>
      </p:pic>
      <p:pic>
        <p:nvPicPr>
          <p:cNvPr id="36" name="Graphic 35" descr="Checkmark with solid fill">
            <a:extLst>
              <a:ext uri="{FF2B5EF4-FFF2-40B4-BE49-F238E27FC236}">
                <a16:creationId xmlns:a16="http://schemas.microsoft.com/office/drawing/2014/main" id="{05CCB622-8632-414D-9AF3-9FDC907FC3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7074" y="5149449"/>
            <a:ext cx="278193" cy="654986"/>
          </a:xfrm>
          <a:prstGeom prst="rect">
            <a:avLst/>
          </a:prstGeom>
        </p:spPr>
      </p:pic>
      <p:pic>
        <p:nvPicPr>
          <p:cNvPr id="37" name="Graphic 36" descr="Checkmark with solid fill">
            <a:extLst>
              <a:ext uri="{FF2B5EF4-FFF2-40B4-BE49-F238E27FC236}">
                <a16:creationId xmlns:a16="http://schemas.microsoft.com/office/drawing/2014/main" id="{B8A8676A-DC62-CEED-C37B-F4ABD1DB5B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74" y="5169490"/>
            <a:ext cx="278193" cy="654986"/>
          </a:xfrm>
          <a:prstGeom prst="rect">
            <a:avLst/>
          </a:prstGeom>
        </p:spPr>
      </p:pic>
      <p:pic>
        <p:nvPicPr>
          <p:cNvPr id="38" name="Graphic 37" descr="Checkmark with solid fill">
            <a:extLst>
              <a:ext uri="{FF2B5EF4-FFF2-40B4-BE49-F238E27FC236}">
                <a16:creationId xmlns:a16="http://schemas.microsoft.com/office/drawing/2014/main" id="{31766E3A-5698-066D-08D7-233B574006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0040" y="5202784"/>
            <a:ext cx="278193" cy="654986"/>
          </a:xfrm>
          <a:prstGeom prst="rect">
            <a:avLst/>
          </a:prstGeom>
        </p:spPr>
      </p:pic>
      <p:pic>
        <p:nvPicPr>
          <p:cNvPr id="39" name="Graphic 38" descr="Checkmark with solid fill">
            <a:extLst>
              <a:ext uri="{FF2B5EF4-FFF2-40B4-BE49-F238E27FC236}">
                <a16:creationId xmlns:a16="http://schemas.microsoft.com/office/drawing/2014/main" id="{DCA02958-4533-6F22-27EC-B48CB5F2F1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8151" y="5169490"/>
            <a:ext cx="278193" cy="654986"/>
          </a:xfrm>
          <a:prstGeom prst="rect">
            <a:avLst/>
          </a:prstGeom>
        </p:spPr>
      </p:pic>
      <p:pic>
        <p:nvPicPr>
          <p:cNvPr id="40" name="Graphic 39" descr="Checkmark with solid fill">
            <a:extLst>
              <a:ext uri="{FF2B5EF4-FFF2-40B4-BE49-F238E27FC236}">
                <a16:creationId xmlns:a16="http://schemas.microsoft.com/office/drawing/2014/main" id="{788EDCB3-948C-8F3D-7F90-57881393D9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1195" y="5169490"/>
            <a:ext cx="278193" cy="654986"/>
          </a:xfrm>
          <a:prstGeom prst="rect">
            <a:avLst/>
          </a:prstGeom>
        </p:spPr>
      </p:pic>
      <p:pic>
        <p:nvPicPr>
          <p:cNvPr id="41" name="Graphic 40" descr="Checkmark with solid fill">
            <a:extLst>
              <a:ext uri="{FF2B5EF4-FFF2-40B4-BE49-F238E27FC236}">
                <a16:creationId xmlns:a16="http://schemas.microsoft.com/office/drawing/2014/main" id="{EA490706-B6D7-C2DA-1B40-1F0DCB0EE9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9280" y="5641484"/>
            <a:ext cx="278193" cy="654986"/>
          </a:xfrm>
          <a:prstGeom prst="rect">
            <a:avLst/>
          </a:prstGeom>
        </p:spPr>
      </p:pic>
      <p:pic>
        <p:nvPicPr>
          <p:cNvPr id="42" name="Graphic 41" descr="Checkmark with solid fill">
            <a:extLst>
              <a:ext uri="{FF2B5EF4-FFF2-40B4-BE49-F238E27FC236}">
                <a16:creationId xmlns:a16="http://schemas.microsoft.com/office/drawing/2014/main" id="{00B8BD4A-7650-4F59-69EF-289FDB7EB2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7391" y="5608190"/>
            <a:ext cx="278193" cy="654986"/>
          </a:xfrm>
          <a:prstGeom prst="rect">
            <a:avLst/>
          </a:prstGeom>
        </p:spPr>
      </p:pic>
      <p:pic>
        <p:nvPicPr>
          <p:cNvPr id="43" name="Graphic 42" descr="Checkmark with solid fill">
            <a:extLst>
              <a:ext uri="{FF2B5EF4-FFF2-40B4-BE49-F238E27FC236}">
                <a16:creationId xmlns:a16="http://schemas.microsoft.com/office/drawing/2014/main" id="{7C39CBCF-269F-6BBA-1B9B-EABC5E069F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0435" y="5608190"/>
            <a:ext cx="278193" cy="654986"/>
          </a:xfrm>
          <a:prstGeom prst="rect">
            <a:avLst/>
          </a:prstGeom>
        </p:spPr>
      </p:pic>
      <p:pic>
        <p:nvPicPr>
          <p:cNvPr id="44" name="Graphic 43" descr="Checkmark with solid fill">
            <a:extLst>
              <a:ext uri="{FF2B5EF4-FFF2-40B4-BE49-F238E27FC236}">
                <a16:creationId xmlns:a16="http://schemas.microsoft.com/office/drawing/2014/main" id="{F3ECEBA9-71D8-BA03-37EF-8C0F4DFC5F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5201" y="5641484"/>
            <a:ext cx="278193" cy="654986"/>
          </a:xfrm>
          <a:prstGeom prst="rect">
            <a:avLst/>
          </a:prstGeom>
        </p:spPr>
      </p:pic>
      <p:pic>
        <p:nvPicPr>
          <p:cNvPr id="45" name="Graphic 44" descr="Checkmark with solid fill">
            <a:extLst>
              <a:ext uri="{FF2B5EF4-FFF2-40B4-BE49-F238E27FC236}">
                <a16:creationId xmlns:a16="http://schemas.microsoft.com/office/drawing/2014/main" id="{64162962-B82E-4132-8DEE-3964B2F14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3312" y="5608190"/>
            <a:ext cx="278193" cy="654986"/>
          </a:xfrm>
          <a:prstGeom prst="rect">
            <a:avLst/>
          </a:prstGeom>
        </p:spPr>
      </p:pic>
      <p:pic>
        <p:nvPicPr>
          <p:cNvPr id="46" name="Graphic 45" descr="Checkmark with solid fill">
            <a:extLst>
              <a:ext uri="{FF2B5EF4-FFF2-40B4-BE49-F238E27FC236}">
                <a16:creationId xmlns:a16="http://schemas.microsoft.com/office/drawing/2014/main" id="{BDE118D5-A22A-5C8C-8B64-60F40CC1A5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6356" y="5608190"/>
            <a:ext cx="278193" cy="654986"/>
          </a:xfrm>
          <a:prstGeom prst="rect">
            <a:avLst/>
          </a:prstGeom>
        </p:spPr>
      </p:pic>
      <p:pic>
        <p:nvPicPr>
          <p:cNvPr id="47" name="Graphic 46" descr="Checkmark with solid fill">
            <a:extLst>
              <a:ext uri="{FF2B5EF4-FFF2-40B4-BE49-F238E27FC236}">
                <a16:creationId xmlns:a16="http://schemas.microsoft.com/office/drawing/2014/main" id="{DE392E87-4EDE-0A11-575A-BD2C81FED8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4556" y="5628231"/>
            <a:ext cx="278193" cy="654986"/>
          </a:xfrm>
          <a:prstGeom prst="rect">
            <a:avLst/>
          </a:prstGeom>
        </p:spPr>
      </p:pic>
      <p:pic>
        <p:nvPicPr>
          <p:cNvPr id="48" name="Graphic 47" descr="Checkmark with solid fill">
            <a:extLst>
              <a:ext uri="{FF2B5EF4-FFF2-40B4-BE49-F238E27FC236}">
                <a16:creationId xmlns:a16="http://schemas.microsoft.com/office/drawing/2014/main" id="{CDD47E70-449D-D384-AF84-49416A3FFF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9322" y="5661525"/>
            <a:ext cx="278193" cy="654986"/>
          </a:xfrm>
          <a:prstGeom prst="rect">
            <a:avLst/>
          </a:prstGeom>
        </p:spPr>
      </p:pic>
      <p:pic>
        <p:nvPicPr>
          <p:cNvPr id="49" name="Graphic 48" descr="Checkmark with solid fill">
            <a:extLst>
              <a:ext uri="{FF2B5EF4-FFF2-40B4-BE49-F238E27FC236}">
                <a16:creationId xmlns:a16="http://schemas.microsoft.com/office/drawing/2014/main" id="{EBF89594-6C7C-C2BD-0E93-C9B477D5C4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7433" y="5628231"/>
            <a:ext cx="278193" cy="654986"/>
          </a:xfrm>
          <a:prstGeom prst="rect">
            <a:avLst/>
          </a:prstGeom>
        </p:spPr>
      </p:pic>
      <p:pic>
        <p:nvPicPr>
          <p:cNvPr id="50" name="Graphic 49" descr="Checkmark with solid fill">
            <a:extLst>
              <a:ext uri="{FF2B5EF4-FFF2-40B4-BE49-F238E27FC236}">
                <a16:creationId xmlns:a16="http://schemas.microsoft.com/office/drawing/2014/main" id="{6C553DFD-19D9-48EC-960C-E3AF46D15C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0477" y="5628231"/>
            <a:ext cx="278193" cy="654986"/>
          </a:xfrm>
          <a:prstGeom prst="rect">
            <a:avLst/>
          </a:prstGeom>
        </p:spPr>
      </p:pic>
      <p:pic>
        <p:nvPicPr>
          <p:cNvPr id="52" name="Graphic 51" descr="Close with solid fill">
            <a:extLst>
              <a:ext uri="{FF2B5EF4-FFF2-40B4-BE49-F238E27FC236}">
                <a16:creationId xmlns:a16="http://schemas.microsoft.com/office/drawing/2014/main" id="{D0450441-B572-C8AC-588C-C9A0132399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9455" y="2283888"/>
            <a:ext cx="417486" cy="417486"/>
          </a:xfrm>
          <a:prstGeom prst="rect">
            <a:avLst/>
          </a:prstGeom>
        </p:spPr>
      </p:pic>
      <p:pic>
        <p:nvPicPr>
          <p:cNvPr id="53" name="Graphic 52" descr="Close with solid fill">
            <a:extLst>
              <a:ext uri="{FF2B5EF4-FFF2-40B4-BE49-F238E27FC236}">
                <a16:creationId xmlns:a16="http://schemas.microsoft.com/office/drawing/2014/main" id="{9E3B3807-8019-3896-98FA-DDEF429897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28806" y="1747652"/>
            <a:ext cx="417486" cy="417486"/>
          </a:xfrm>
          <a:prstGeom prst="rect">
            <a:avLst/>
          </a:prstGeom>
        </p:spPr>
      </p:pic>
      <p:graphicFrame>
        <p:nvGraphicFramePr>
          <p:cNvPr id="54" name="Table 53">
            <a:extLst>
              <a:ext uri="{FF2B5EF4-FFF2-40B4-BE49-F238E27FC236}">
                <a16:creationId xmlns:a16="http://schemas.microsoft.com/office/drawing/2014/main" id="{8D54387D-1346-269C-26C2-23530EB83341}"/>
              </a:ext>
            </a:extLst>
          </p:cNvPr>
          <p:cNvGraphicFramePr>
            <a:graphicFrameLocks noGrp="1"/>
          </p:cNvGraphicFramePr>
          <p:nvPr/>
        </p:nvGraphicFramePr>
        <p:xfrm>
          <a:off x="2578138" y="3480669"/>
          <a:ext cx="3395406" cy="1112520"/>
        </p:xfrm>
        <a:graphic>
          <a:graphicData uri="http://schemas.openxmlformats.org/drawingml/2006/table">
            <a:tbl>
              <a:tblPr firstRow="1" bandRow="1">
                <a:tableStyleId>{5C22544A-7EE6-4342-B048-85BDC9FD1C3A}</a:tableStyleId>
              </a:tblPr>
              <a:tblGrid>
                <a:gridCol w="1131802">
                  <a:extLst>
                    <a:ext uri="{9D8B030D-6E8A-4147-A177-3AD203B41FA5}">
                      <a16:colId xmlns:a16="http://schemas.microsoft.com/office/drawing/2014/main" val="4107292473"/>
                    </a:ext>
                  </a:extLst>
                </a:gridCol>
                <a:gridCol w="1131802">
                  <a:extLst>
                    <a:ext uri="{9D8B030D-6E8A-4147-A177-3AD203B41FA5}">
                      <a16:colId xmlns:a16="http://schemas.microsoft.com/office/drawing/2014/main" val="551039810"/>
                    </a:ext>
                  </a:extLst>
                </a:gridCol>
                <a:gridCol w="1131802">
                  <a:extLst>
                    <a:ext uri="{9D8B030D-6E8A-4147-A177-3AD203B41FA5}">
                      <a16:colId xmlns:a16="http://schemas.microsoft.com/office/drawing/2014/main" val="3522035334"/>
                    </a:ext>
                  </a:extLst>
                </a:gridCol>
              </a:tblGrid>
              <a:tr h="370840">
                <a:tc>
                  <a:txBody>
                    <a:bodyPr/>
                    <a:lstStyle/>
                    <a:p>
                      <a:pPr algn="ctr"/>
                      <a:endParaRPr lang="en-CL"/>
                    </a:p>
                  </a:txBody>
                  <a:tcPr/>
                </a:tc>
                <a:tc>
                  <a:txBody>
                    <a:bodyPr/>
                    <a:lstStyle/>
                    <a:p>
                      <a:pPr algn="ctr"/>
                      <a:r>
                        <a:rPr lang="en-CL"/>
                        <a:t>0</a:t>
                      </a:r>
                    </a:p>
                  </a:txBody>
                  <a:tcPr/>
                </a:tc>
                <a:tc>
                  <a:txBody>
                    <a:bodyPr/>
                    <a:lstStyle/>
                    <a:p>
                      <a:pPr algn="ctr"/>
                      <a:r>
                        <a:rPr lang="en-CL"/>
                        <a:t>1</a:t>
                      </a:r>
                    </a:p>
                  </a:txBody>
                  <a:tcPr/>
                </a:tc>
                <a:extLst>
                  <a:ext uri="{0D108BD9-81ED-4DB2-BD59-A6C34878D82A}">
                    <a16:rowId xmlns:a16="http://schemas.microsoft.com/office/drawing/2014/main" val="3481886715"/>
                  </a:ext>
                </a:extLst>
              </a:tr>
              <a:tr h="370840">
                <a:tc>
                  <a:txBody>
                    <a:bodyPr/>
                    <a:lstStyle/>
                    <a:p>
                      <a:pPr algn="ctr"/>
                      <a:r>
                        <a:rPr lang="en-CL"/>
                        <a:t>0</a:t>
                      </a:r>
                    </a:p>
                  </a:txBody>
                  <a:tcPr/>
                </a:tc>
                <a:tc>
                  <a:txBody>
                    <a:bodyPr/>
                    <a:lstStyle/>
                    <a:p>
                      <a:pPr algn="ctr"/>
                      <a:r>
                        <a:rPr lang="en-CL"/>
                        <a:t>18</a:t>
                      </a:r>
                    </a:p>
                  </a:txBody>
                  <a:tcPr/>
                </a:tc>
                <a:tc>
                  <a:txBody>
                    <a:bodyPr/>
                    <a:lstStyle/>
                    <a:p>
                      <a:pPr algn="ctr"/>
                      <a:r>
                        <a:rPr lang="en-CL"/>
                        <a:t>2</a:t>
                      </a:r>
                    </a:p>
                  </a:txBody>
                  <a:tcPr/>
                </a:tc>
                <a:extLst>
                  <a:ext uri="{0D108BD9-81ED-4DB2-BD59-A6C34878D82A}">
                    <a16:rowId xmlns:a16="http://schemas.microsoft.com/office/drawing/2014/main" val="3580445815"/>
                  </a:ext>
                </a:extLst>
              </a:tr>
              <a:tr h="370840">
                <a:tc>
                  <a:txBody>
                    <a:bodyPr/>
                    <a:lstStyle/>
                    <a:p>
                      <a:pPr algn="ctr"/>
                      <a:r>
                        <a:rPr lang="en-CL"/>
                        <a:t>1</a:t>
                      </a:r>
                    </a:p>
                  </a:txBody>
                  <a:tcPr/>
                </a:tc>
                <a:tc>
                  <a:txBody>
                    <a:bodyPr/>
                    <a:lstStyle/>
                    <a:p>
                      <a:pPr algn="ctr"/>
                      <a:r>
                        <a:rPr lang="en-CL"/>
                        <a:t>0</a:t>
                      </a:r>
                    </a:p>
                  </a:txBody>
                  <a:tcPr/>
                </a:tc>
                <a:tc>
                  <a:txBody>
                    <a:bodyPr/>
                    <a:lstStyle/>
                    <a:p>
                      <a:pPr algn="ctr"/>
                      <a:r>
                        <a:rPr lang="en-CL"/>
                        <a:t>20</a:t>
                      </a:r>
                    </a:p>
                  </a:txBody>
                  <a:tcPr/>
                </a:tc>
                <a:extLst>
                  <a:ext uri="{0D108BD9-81ED-4DB2-BD59-A6C34878D82A}">
                    <a16:rowId xmlns:a16="http://schemas.microsoft.com/office/drawing/2014/main" val="2261665458"/>
                  </a:ext>
                </a:extLst>
              </a:tr>
            </a:tbl>
          </a:graphicData>
        </a:graphic>
      </p:graphicFrame>
      <p:sp>
        <p:nvSpPr>
          <p:cNvPr id="55" name="Right Arrow 54">
            <a:extLst>
              <a:ext uri="{FF2B5EF4-FFF2-40B4-BE49-F238E27FC236}">
                <a16:creationId xmlns:a16="http://schemas.microsoft.com/office/drawing/2014/main" id="{9354EDC9-559B-C1AF-722C-0EBE2FD37507}"/>
              </a:ext>
            </a:extLst>
          </p:cNvPr>
          <p:cNvSpPr/>
          <p:nvPr/>
        </p:nvSpPr>
        <p:spPr>
          <a:xfrm>
            <a:off x="6305290" y="3855849"/>
            <a:ext cx="384820" cy="455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56" name="TextBox 55">
            <a:extLst>
              <a:ext uri="{FF2B5EF4-FFF2-40B4-BE49-F238E27FC236}">
                <a16:creationId xmlns:a16="http://schemas.microsoft.com/office/drawing/2014/main" id="{70C02B2A-44EF-D58B-47D1-E2CD69234EE9}"/>
              </a:ext>
            </a:extLst>
          </p:cNvPr>
          <p:cNvSpPr txBox="1"/>
          <p:nvPr/>
        </p:nvSpPr>
        <p:spPr>
          <a:xfrm>
            <a:off x="6867975" y="3773122"/>
            <a:ext cx="4479111" cy="584775"/>
          </a:xfrm>
          <a:prstGeom prst="rect">
            <a:avLst/>
          </a:prstGeom>
          <a:noFill/>
        </p:spPr>
        <p:txBody>
          <a:bodyPr wrap="none" rtlCol="0">
            <a:spAutoFit/>
          </a:bodyPr>
          <a:lstStyle/>
          <a:p>
            <a:r>
              <a:rPr lang="en-CL" sz="3200">
                <a:solidFill>
                  <a:schemeClr val="bg1"/>
                </a:solidFill>
                <a:latin typeface="Consolas" panose="020B0609020204030204" pitchFamily="49" charset="0"/>
                <a:cs typeface="Consolas" panose="020B0609020204030204" pitchFamily="49" charset="0"/>
              </a:rPr>
              <a:t>Acc = 38/40 = 95.0%</a:t>
            </a:r>
          </a:p>
        </p:txBody>
      </p:sp>
      <p:sp>
        <p:nvSpPr>
          <p:cNvPr id="57" name="TextBox 56">
            <a:extLst>
              <a:ext uri="{FF2B5EF4-FFF2-40B4-BE49-F238E27FC236}">
                <a16:creationId xmlns:a16="http://schemas.microsoft.com/office/drawing/2014/main" id="{D2BC1422-BA12-C490-B417-B54C377B970A}"/>
              </a:ext>
            </a:extLst>
          </p:cNvPr>
          <p:cNvSpPr txBox="1"/>
          <p:nvPr/>
        </p:nvSpPr>
        <p:spPr>
          <a:xfrm>
            <a:off x="4171117" y="3149244"/>
            <a:ext cx="1178528" cy="307777"/>
          </a:xfrm>
          <a:prstGeom prst="rect">
            <a:avLst/>
          </a:prstGeom>
          <a:noFill/>
        </p:spPr>
        <p:txBody>
          <a:bodyPr wrap="none" rtlCol="0">
            <a:spAutoFit/>
          </a:bodyPr>
          <a:lstStyle/>
          <a:p>
            <a:r>
              <a:rPr lang="en-CL" sz="1400">
                <a:solidFill>
                  <a:schemeClr val="bg1"/>
                </a:solidFill>
                <a:latin typeface="Consolas" panose="020B0609020204030204" pitchFamily="49" charset="0"/>
                <a:cs typeface="Consolas" panose="020B0609020204030204" pitchFamily="49" charset="0"/>
              </a:rPr>
              <a:t>PREDICCIÓN</a:t>
            </a:r>
          </a:p>
        </p:txBody>
      </p:sp>
      <p:sp>
        <p:nvSpPr>
          <p:cNvPr id="58" name="TextBox 57">
            <a:extLst>
              <a:ext uri="{FF2B5EF4-FFF2-40B4-BE49-F238E27FC236}">
                <a16:creationId xmlns:a16="http://schemas.microsoft.com/office/drawing/2014/main" id="{565DF42A-ECD6-1BB0-E59D-7F6D0BC2C88C}"/>
              </a:ext>
            </a:extLst>
          </p:cNvPr>
          <p:cNvSpPr txBox="1"/>
          <p:nvPr/>
        </p:nvSpPr>
        <p:spPr>
          <a:xfrm rot="16200000">
            <a:off x="2044211" y="4056954"/>
            <a:ext cx="582211" cy="307777"/>
          </a:xfrm>
          <a:prstGeom prst="rect">
            <a:avLst/>
          </a:prstGeom>
          <a:noFill/>
        </p:spPr>
        <p:txBody>
          <a:bodyPr wrap="none" rtlCol="0">
            <a:spAutoFit/>
          </a:bodyPr>
          <a:lstStyle/>
          <a:p>
            <a:r>
              <a:rPr lang="en-CL" sz="1400">
                <a:solidFill>
                  <a:schemeClr val="bg1"/>
                </a:solidFill>
                <a:latin typeface="Consolas" panose="020B0609020204030204" pitchFamily="49" charset="0"/>
                <a:cs typeface="Consolas" panose="020B0609020204030204" pitchFamily="49" charset="0"/>
              </a:rPr>
              <a:t>REAL</a:t>
            </a:r>
          </a:p>
        </p:txBody>
      </p:sp>
      <p:sp>
        <p:nvSpPr>
          <p:cNvPr id="59" name="Date Placeholder 58">
            <a:extLst>
              <a:ext uri="{FF2B5EF4-FFF2-40B4-BE49-F238E27FC236}">
                <a16:creationId xmlns:a16="http://schemas.microsoft.com/office/drawing/2014/main" id="{AE843DFD-BEE1-A411-C7FA-7BB8FCD203D2}"/>
              </a:ext>
            </a:extLst>
          </p:cNvPr>
          <p:cNvSpPr>
            <a:spLocks noGrp="1"/>
          </p:cNvSpPr>
          <p:nvPr>
            <p:ph type="dt" sz="half" idx="10"/>
          </p:nvPr>
        </p:nvSpPr>
        <p:spPr/>
        <p:txBody>
          <a:bodyPr/>
          <a:lstStyle/>
          <a:p>
            <a:r>
              <a:rPr lang="en-US"/>
              <a:t>(c) D.Mery - PR01A</a:t>
            </a:r>
            <a:endParaRPr lang="en-CL"/>
          </a:p>
        </p:txBody>
      </p:sp>
      <p:sp>
        <p:nvSpPr>
          <p:cNvPr id="60" name="Slide Number Placeholder 59">
            <a:extLst>
              <a:ext uri="{FF2B5EF4-FFF2-40B4-BE49-F238E27FC236}">
                <a16:creationId xmlns:a16="http://schemas.microsoft.com/office/drawing/2014/main" id="{4218A172-7CB6-08BE-8C19-9104DE3D4C89}"/>
              </a:ext>
            </a:extLst>
          </p:cNvPr>
          <p:cNvSpPr>
            <a:spLocks noGrp="1"/>
          </p:cNvSpPr>
          <p:nvPr>
            <p:ph type="sldNum" sz="quarter" idx="12"/>
          </p:nvPr>
        </p:nvSpPr>
        <p:spPr/>
        <p:txBody>
          <a:bodyPr/>
          <a:lstStyle/>
          <a:p>
            <a:fld id="{006AE8E3-C79C-E14F-9140-34B0C7F543F1}" type="slidenum">
              <a:rPr lang="en-CL" smtClean="0"/>
              <a:t>43</a:t>
            </a:fld>
            <a:endParaRPr lang="en-CL"/>
          </a:p>
        </p:txBody>
      </p:sp>
    </p:spTree>
    <p:extLst>
      <p:ext uri="{BB962C8B-B14F-4D97-AF65-F5344CB8AC3E}">
        <p14:creationId xmlns:p14="http://schemas.microsoft.com/office/powerpoint/2010/main" val="2720096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50BCEB-3EF4-244C-7445-5B38FE8965F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FE07550-E73E-879B-BF48-271B4442D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C249A3-BA60-5FB1-40C8-A6C2CE225749}"/>
              </a:ext>
            </a:extLst>
          </p:cNvPr>
          <p:cNvSpPr>
            <a:spLocks noGrp="1"/>
          </p:cNvSpPr>
          <p:nvPr>
            <p:ph type="title"/>
          </p:nvPr>
        </p:nvSpPr>
        <p:spPr>
          <a:xfrm>
            <a:off x="612648" y="548640"/>
            <a:ext cx="10945037" cy="1133856"/>
          </a:xfrm>
        </p:spPr>
        <p:txBody>
          <a:bodyPr anchor="t">
            <a:normAutofit/>
          </a:bodyPr>
          <a:lstStyle/>
          <a:p>
            <a:r>
              <a:rPr lang="en-C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AEB5A7BE-40AE-DD07-EFB6-3B5C856477FC}"/>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4" name="Oval 3">
            <a:extLst>
              <a:ext uri="{FF2B5EF4-FFF2-40B4-BE49-F238E27FC236}">
                <a16:creationId xmlns:a16="http://schemas.microsoft.com/office/drawing/2014/main" id="{69586B81-EC90-ED41-8D39-2EDD9279B9C3}"/>
              </a:ext>
            </a:extLst>
          </p:cNvPr>
          <p:cNvSpPr/>
          <p:nvPr/>
        </p:nvSpPr>
        <p:spPr>
          <a:xfrm>
            <a:off x="-373708" y="2231136"/>
            <a:ext cx="148281" cy="160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Date Placeholder 7">
            <a:extLst>
              <a:ext uri="{FF2B5EF4-FFF2-40B4-BE49-F238E27FC236}">
                <a16:creationId xmlns:a16="http://schemas.microsoft.com/office/drawing/2014/main" id="{0F7F362A-3A11-86B2-2610-00C45FD0B290}"/>
              </a:ext>
            </a:extLst>
          </p:cNvPr>
          <p:cNvSpPr>
            <a:spLocks noGrp="1"/>
          </p:cNvSpPr>
          <p:nvPr>
            <p:ph type="dt" sz="half" idx="10"/>
          </p:nvPr>
        </p:nvSpPr>
        <p:spPr/>
        <p:txBody>
          <a:bodyPr/>
          <a:lstStyle/>
          <a:p>
            <a:r>
              <a:rPr lang="en-US"/>
              <a:t>(c) D.Mery - PR01A</a:t>
            </a:r>
            <a:endParaRPr lang="en-CL"/>
          </a:p>
        </p:txBody>
      </p:sp>
      <p:sp>
        <p:nvSpPr>
          <p:cNvPr id="9" name="Slide Number Placeholder 8">
            <a:extLst>
              <a:ext uri="{FF2B5EF4-FFF2-40B4-BE49-F238E27FC236}">
                <a16:creationId xmlns:a16="http://schemas.microsoft.com/office/drawing/2014/main" id="{15D85325-D4D7-7318-47EE-13F58B053A6C}"/>
              </a:ext>
            </a:extLst>
          </p:cNvPr>
          <p:cNvSpPr>
            <a:spLocks noGrp="1"/>
          </p:cNvSpPr>
          <p:nvPr>
            <p:ph type="sldNum" sz="quarter" idx="12"/>
          </p:nvPr>
        </p:nvSpPr>
        <p:spPr/>
        <p:txBody>
          <a:bodyPr/>
          <a:lstStyle/>
          <a:p>
            <a:fld id="{006AE8E3-C79C-E14F-9140-34B0C7F543F1}" type="slidenum">
              <a:rPr lang="en-CL" smtClean="0"/>
              <a:t>44</a:t>
            </a:fld>
            <a:endParaRPr lang="en-CL"/>
          </a:p>
        </p:txBody>
      </p:sp>
    </p:spTree>
    <p:extLst>
      <p:ext uri="{BB962C8B-B14F-4D97-AF65-F5344CB8AC3E}">
        <p14:creationId xmlns:p14="http://schemas.microsoft.com/office/powerpoint/2010/main" val="675144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A5EF0F-C645-0BEA-B6B4-684D9265714B}"/>
              </a:ext>
            </a:extLst>
          </p:cNvPr>
          <p:cNvSpPr txBox="1"/>
          <p:nvPr/>
        </p:nvSpPr>
        <p:spPr>
          <a:xfrm>
            <a:off x="6213987" y="654296"/>
            <a:ext cx="4253087" cy="584775"/>
          </a:xfrm>
          <a:prstGeom prst="rect">
            <a:avLst/>
          </a:prstGeom>
          <a:noFill/>
        </p:spPr>
        <p:txBody>
          <a:bodyPr wrap="none" rtlCol="0">
            <a:spAutoFit/>
          </a:bodyPr>
          <a:lstStyle/>
          <a:p>
            <a:r>
              <a:rPr lang="en-CL" sz="3200">
                <a:latin typeface="Consolas" panose="020B0609020204030204" pitchFamily="49" charset="0"/>
                <a:cs typeface="Consolas" panose="020B0609020204030204" pitchFamily="49" charset="0"/>
              </a:rPr>
              <a:t>Material del Curso</a:t>
            </a:r>
          </a:p>
        </p:txBody>
      </p:sp>
      <p:pic>
        <p:nvPicPr>
          <p:cNvPr id="2" name="Picture 1">
            <a:extLst>
              <a:ext uri="{FF2B5EF4-FFF2-40B4-BE49-F238E27FC236}">
                <a16:creationId xmlns:a16="http://schemas.microsoft.com/office/drawing/2014/main" id="{2F920F8B-4153-51A1-EC7A-03DA6F495CC9}"/>
              </a:ext>
            </a:extLst>
          </p:cNvPr>
          <p:cNvPicPr>
            <a:picLocks noChangeAspect="1"/>
          </p:cNvPicPr>
          <p:nvPr/>
        </p:nvPicPr>
        <p:blipFill>
          <a:blip r:embed="rId2"/>
          <a:stretch>
            <a:fillRect/>
          </a:stretch>
        </p:blipFill>
        <p:spPr>
          <a:xfrm>
            <a:off x="-584790" y="0"/>
            <a:ext cx="6858000" cy="6858000"/>
          </a:xfrm>
          <a:prstGeom prst="rect">
            <a:avLst/>
          </a:prstGeom>
        </p:spPr>
      </p:pic>
      <p:sp>
        <p:nvSpPr>
          <p:cNvPr id="6" name="TextBox 5">
            <a:extLst>
              <a:ext uri="{FF2B5EF4-FFF2-40B4-BE49-F238E27FC236}">
                <a16:creationId xmlns:a16="http://schemas.microsoft.com/office/drawing/2014/main" id="{EB1B4D3B-E17D-772A-1A09-36115E0C5CFE}"/>
              </a:ext>
            </a:extLst>
          </p:cNvPr>
          <p:cNvSpPr txBox="1"/>
          <p:nvPr/>
        </p:nvSpPr>
        <p:spPr>
          <a:xfrm>
            <a:off x="4817806" y="5742039"/>
            <a:ext cx="5791970" cy="461665"/>
          </a:xfrm>
          <a:prstGeom prst="rect">
            <a:avLst/>
          </a:prstGeom>
          <a:solidFill>
            <a:schemeClr val="bg1"/>
          </a:solidFill>
        </p:spPr>
        <p:txBody>
          <a:bodyPr wrap="none" rtlCol="0">
            <a:spAutoFit/>
          </a:bodyPr>
          <a:lstStyle/>
          <a:p>
            <a:r>
              <a:rPr lang="en-US" sz="2400" dirty="0">
                <a:latin typeface="Consolas" panose="020B0609020204030204" pitchFamily="49" charset="0"/>
                <a:cs typeface="Consolas" panose="020B0609020204030204" pitchFamily="49" charset="0"/>
              </a:rPr>
              <a:t>https://</a:t>
            </a:r>
            <a:r>
              <a:rPr lang="en-US" sz="2400" dirty="0" err="1">
                <a:latin typeface="Consolas" panose="020B0609020204030204" pitchFamily="49" charset="0"/>
                <a:cs typeface="Consolas" panose="020B0609020204030204" pitchFamily="49" charset="0"/>
              </a:rPr>
              <a:t>github.com</a:t>
            </a:r>
            <a:r>
              <a:rPr lang="en-US" sz="2400" dirty="0">
                <a:latin typeface="Consolas" panose="020B0609020204030204" pitchFamily="49" charset="0"/>
                <a:cs typeface="Consolas" panose="020B0609020204030204" pitchFamily="49" charset="0"/>
              </a:rPr>
              <a:t>/</a:t>
            </a:r>
            <a:r>
              <a:rPr lang="en-US" sz="2400" dirty="0" err="1">
                <a:latin typeface="Consolas" panose="020B0609020204030204" pitchFamily="49" charset="0"/>
                <a:cs typeface="Consolas" panose="020B0609020204030204" pitchFamily="49" charset="0"/>
              </a:rPr>
              <a:t>domingomery</a:t>
            </a:r>
            <a:r>
              <a:rPr lang="en-US" sz="2400" dirty="0">
                <a:latin typeface="Consolas" panose="020B0609020204030204" pitchFamily="49" charset="0"/>
                <a:cs typeface="Consolas" panose="020B0609020204030204" pitchFamily="49" charset="0"/>
              </a:rPr>
              <a:t>/pr</a:t>
            </a:r>
            <a:endParaRPr lang="en-CL" sz="2400" dirty="0">
              <a:latin typeface="Consolas" panose="020B0609020204030204" pitchFamily="49" charset="0"/>
              <a:cs typeface="Consolas" panose="020B0609020204030204" pitchFamily="49" charset="0"/>
            </a:endParaRPr>
          </a:p>
        </p:txBody>
      </p:sp>
      <p:sp>
        <p:nvSpPr>
          <p:cNvPr id="10" name="Date Placeholder 9">
            <a:extLst>
              <a:ext uri="{FF2B5EF4-FFF2-40B4-BE49-F238E27FC236}">
                <a16:creationId xmlns:a16="http://schemas.microsoft.com/office/drawing/2014/main" id="{CD78A809-8ED8-01FA-D917-806E795F6877}"/>
              </a:ext>
            </a:extLst>
          </p:cNvPr>
          <p:cNvSpPr>
            <a:spLocks noGrp="1"/>
          </p:cNvSpPr>
          <p:nvPr>
            <p:ph type="dt" sz="half" idx="10"/>
          </p:nvPr>
        </p:nvSpPr>
        <p:spPr/>
        <p:txBody>
          <a:bodyPr/>
          <a:lstStyle/>
          <a:p>
            <a:r>
              <a:rPr lang="en-US"/>
              <a:t>(c) D.Mery - PR01A</a:t>
            </a:r>
            <a:endParaRPr lang="en-CL"/>
          </a:p>
        </p:txBody>
      </p:sp>
      <p:sp>
        <p:nvSpPr>
          <p:cNvPr id="11" name="Slide Number Placeholder 10">
            <a:extLst>
              <a:ext uri="{FF2B5EF4-FFF2-40B4-BE49-F238E27FC236}">
                <a16:creationId xmlns:a16="http://schemas.microsoft.com/office/drawing/2014/main" id="{BC9B3616-29E0-AED9-0F02-9EBE5F752D3E}"/>
              </a:ext>
            </a:extLst>
          </p:cNvPr>
          <p:cNvSpPr>
            <a:spLocks noGrp="1"/>
          </p:cNvSpPr>
          <p:nvPr>
            <p:ph type="sldNum" sz="quarter" idx="12"/>
          </p:nvPr>
        </p:nvSpPr>
        <p:spPr/>
        <p:txBody>
          <a:bodyPr/>
          <a:lstStyle/>
          <a:p>
            <a:fld id="{006AE8E3-C79C-E14F-9140-34B0C7F543F1}" type="slidenum">
              <a:rPr lang="en-CL" smtClean="0"/>
              <a:t>45</a:t>
            </a:fld>
            <a:endParaRPr lang="en-CL"/>
          </a:p>
        </p:txBody>
      </p:sp>
    </p:spTree>
    <p:extLst>
      <p:ext uri="{BB962C8B-B14F-4D97-AF65-F5344CB8AC3E}">
        <p14:creationId xmlns:p14="http://schemas.microsoft.com/office/powerpoint/2010/main" val="3403556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987</TotalTime>
  <Words>2123</Words>
  <Application>Microsoft Macintosh PowerPoint</Application>
  <PresentationFormat>Widescreen</PresentationFormat>
  <Paragraphs>814</Paragraphs>
  <Slides>45</Slides>
  <Notes>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Abadi MT Condensed Light</vt:lpstr>
      <vt:lpstr>Aptos</vt:lpstr>
      <vt:lpstr>Aptos Display</vt:lpstr>
      <vt:lpstr>Arial</vt:lpstr>
      <vt:lpstr>Consolas</vt:lpstr>
      <vt:lpstr>Gill Sans MT</vt:lpstr>
      <vt:lpstr>Palatino</vt:lpstr>
      <vt:lpstr>Office Theme</vt:lpstr>
      <vt:lpstr>PowerPoint Presentation</vt:lpstr>
      <vt:lpstr>¿Qué es OCR?</vt:lpstr>
      <vt:lpstr>Foto            Texto</vt:lpstr>
      <vt:lpstr>PowerPoint Presentation</vt:lpstr>
      <vt:lpstr>PowerPoint Presentation</vt:lpstr>
      <vt:lpstr>PowerPoint Presentation</vt:lpstr>
      <vt:lpstr>Ejemplo: Reconocedor de ‘1’ y ‘0’</vt:lpstr>
      <vt:lpstr>PowerPoint Presentation</vt:lpstr>
      <vt:lpstr>PowerPoint Presentation</vt:lpstr>
      <vt:lpstr>PowerPoint Presentation</vt:lpstr>
      <vt:lpstr>¿Cómo diferenciar un cero de un uno?</vt:lpstr>
      <vt:lpstr>Una medición posible:  Aspecto</vt:lpstr>
      <vt:lpstr>Otra medición posible:  Área Normalizada (An)</vt:lpstr>
      <vt:lpstr>Conjunto de Entrenamiento</vt:lpstr>
      <vt:lpstr>Extracción de Características</vt:lpstr>
      <vt:lpstr>PowerPoint Presentation</vt:lpstr>
      <vt:lpstr>PowerPoint Presentation</vt:lpstr>
      <vt:lpstr>PowerPoint Presentation</vt:lpstr>
      <vt:lpstr>Algoritmo</vt:lpstr>
      <vt:lpstr>Algoritmo</vt:lpstr>
      <vt:lpstr>Algoritmo</vt:lpstr>
      <vt:lpstr>Algoritmo</vt:lpstr>
      <vt:lpstr>Algoritmo</vt:lpstr>
      <vt:lpstr>Algoritmo</vt:lpstr>
      <vt:lpstr>Conjunto de Pruebas (independiente)</vt:lpstr>
      <vt:lpstr>Conjunto de Pruebas (independiente)</vt:lpstr>
      <vt:lpstr>Conjunto de Pruebas (independiente)</vt:lpstr>
      <vt:lpstr>Contenido del Curso</vt:lpstr>
      <vt:lpstr>Contenido del Curso</vt:lpstr>
      <vt:lpstr>PowerPoint Presentation</vt:lpstr>
      <vt:lpstr>Contenido del Curso</vt:lpstr>
      <vt:lpstr>Contenido del Curso</vt:lpstr>
      <vt:lpstr>Una medición posible:  Aspecto</vt:lpstr>
      <vt:lpstr>Otra medición posible:  Área Normalizada (An)</vt:lpstr>
      <vt:lpstr>Contenido del Curso</vt:lpstr>
      <vt:lpstr>Contenido del Curso</vt:lpstr>
      <vt:lpstr>PowerPoint Presentation</vt:lpstr>
      <vt:lpstr>Contenido del Curso</vt:lpstr>
      <vt:lpstr>Contenido del Curso</vt:lpstr>
      <vt:lpstr>Algoritmo</vt:lpstr>
      <vt:lpstr>Contenido del Curso</vt:lpstr>
      <vt:lpstr>Contenido del Curso</vt:lpstr>
      <vt:lpstr>Conjunto de Pruebas</vt:lpstr>
      <vt:lpstr>Contenido del Curso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Domingo Mery</dc:creator>
  <cp:lastModifiedBy>Domingo Mery</cp:lastModifiedBy>
  <cp:revision>18</cp:revision>
  <dcterms:created xsi:type="dcterms:W3CDTF">2026-03-08T16:41:49Z</dcterms:created>
  <dcterms:modified xsi:type="dcterms:W3CDTF">2026-08-04T16:30:27Z</dcterms:modified>
</cp:coreProperties>
</file>