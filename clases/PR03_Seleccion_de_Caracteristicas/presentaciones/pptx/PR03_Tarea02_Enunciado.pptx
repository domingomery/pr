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/>
    <p:restoredTop sz="94744"/>
  </p:normalViewPr>
  <p:slideViewPr>
    <p:cSldViewPr snapToGrid="0">
      <p:cViewPr varScale="1">
        <p:scale>
          <a:sx n="119" d="100"/>
          <a:sy n="119" d="100"/>
        </p:scale>
        <p:origin x="8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ABE50-B0CC-FD3A-E491-345C47EE6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670EC4-5180-02E5-23E0-0E5E9CB64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AF8C5-1FE8-B2C5-F3EA-0023A17B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809B-C788-2348-B845-12B51D68EAA0}" type="datetimeFigureOut">
              <a:rPr lang="en-CL" smtClean="0"/>
              <a:t>13-10-26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E13B7-9659-88BB-17A9-8D5F3C633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85F0-3032-5B7B-AC84-684BBFAB2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A1E80-085B-DB4C-B6DD-0A7EBE2E54D5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6284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4D9F2-1993-4DEC-83D4-9E82AFC48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F69BC-9C5F-25DA-9B0E-A77476B2D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0C59B-97A0-03BE-9641-89FDDBA69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809B-C788-2348-B845-12B51D68EAA0}" type="datetimeFigureOut">
              <a:rPr lang="en-CL" smtClean="0"/>
              <a:t>13-10-26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08E77-8027-753B-E65E-999176E8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03B94-35E9-17E7-99A2-F72FF661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A1E80-085B-DB4C-B6DD-0A7EBE2E54D5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62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0F5D-CA60-CEB9-715D-02C8DC489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9B259-A75F-FF91-3C58-28B54B5B6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66AED-6CAE-E7E7-B24E-46865EFEA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809B-C788-2348-B845-12B51D68EAA0}" type="datetimeFigureOut">
              <a:rPr lang="en-CL" smtClean="0"/>
              <a:t>13-10-26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23B6C-C4E9-18F0-DFD1-C74686B19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D6082-687E-5A4F-ECD4-25B8FEB77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A1E80-085B-DB4C-B6DD-0A7EBE2E54D5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94388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B213E-C222-2EE3-B5B8-BB30AD17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7AB5F-3A91-ACA9-8D29-7C9D8A69C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D10E1-932C-CDB8-E8BE-88FA6972E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6C857-4FC5-BDA8-2F22-92788B7B9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809B-C788-2348-B845-12B51D68EAA0}" type="datetimeFigureOut">
              <a:rPr lang="en-CL" smtClean="0"/>
              <a:t>13-10-26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0AF6B-3554-815A-2129-BDC00B2BA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59868-BA6B-CA1F-843E-3C9C9E429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A1E80-085B-DB4C-B6DD-0A7EBE2E54D5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31298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7B621-1730-A192-ADAB-070F7D79D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9068F-3B5F-619A-56BF-13FB6C5FF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50DF32-E320-502D-8BB3-6555ED079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225F45-F0D5-4B4A-A35F-FA4F3E95B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35723-2809-0A0C-5684-966A44724E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8035B9-6E99-82F0-0CD6-31E14F02C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809B-C788-2348-B845-12B51D68EAA0}" type="datetimeFigureOut">
              <a:rPr lang="en-CL" smtClean="0"/>
              <a:t>13-10-26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3C2F02-13F9-BF0B-A9BA-E487F4234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5488C3-4062-305C-C71B-84546F1CB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A1E80-085B-DB4C-B6DD-0A7EBE2E54D5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25177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815A0-1CB7-2176-AC24-D624DC1DB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58EC1C-FFB8-2C44-4614-E37AB26B5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809B-C788-2348-B845-12B51D68EAA0}" type="datetimeFigureOut">
              <a:rPr lang="en-CL" smtClean="0"/>
              <a:t>13-10-26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067FBE-2BB0-AAE2-2CC4-0D0C1523F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565A4-4467-65BD-16BC-D44F245FA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A1E80-085B-DB4C-B6DD-0A7EBE2E54D5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80654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B135D6-80F6-B615-1FD9-38308594E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809B-C788-2348-B845-12B51D68EAA0}" type="datetimeFigureOut">
              <a:rPr lang="en-CL" smtClean="0"/>
              <a:t>13-10-26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A9CC9D-8227-79F0-D876-77BB34A4B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21049-413E-2FB5-B068-0EBF3D13E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A1E80-085B-DB4C-B6DD-0A7EBE2E54D5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3132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B294F-CC0E-903E-C4E6-AC99FFDCC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B95ED-2BE3-9A82-040B-F65CDBA6E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6F582-DAF8-6DF8-D42B-DA00F9D96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5C9A6-9B71-E541-F7A7-D472B0DB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809B-C788-2348-B845-12B51D68EAA0}" type="datetimeFigureOut">
              <a:rPr lang="en-CL" smtClean="0"/>
              <a:t>13-10-26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20BB7-89E1-4E6A-492E-CD7AF3225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FBCC7-25E0-4B4F-BBEE-9DDD4F2F5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A1E80-085B-DB4C-B6DD-0A7EBE2E54D5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56824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2C2B0-A10E-EB7B-352C-8DDD719E8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E9C931-6D50-E44E-53F9-A29BF38FE68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616C7-F59B-947E-9484-BB2161AC4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0B8EA-2B19-2C1F-E078-4962FAF8C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809B-C788-2348-B845-12B51D68EAA0}" type="datetimeFigureOut">
              <a:rPr lang="en-CL" smtClean="0"/>
              <a:t>13-10-26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31CF5-E777-2C7C-CA6C-A8A933B53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471E6-2062-008F-5765-163D8582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A1E80-085B-DB4C-B6DD-0A7EBE2E54D5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632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D2D67-AAB8-1D7B-1E36-5EE4C232C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3B10A-B2BE-AEF8-9E87-E79701F96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ACAAE-589C-A284-97D8-003B6406E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809B-C788-2348-B845-12B51D68EAA0}" type="datetimeFigureOut">
              <a:rPr lang="en-CL" smtClean="0"/>
              <a:t>13-10-26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B740D-9316-DB3F-3FC7-AD2EED83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45EDF-2076-F701-3BEE-9A1F0E41E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A1E80-085B-DB4C-B6DD-0A7EBE2E54D5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77986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7BA1C1-96CD-FF3C-53DD-CB7563BEE0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3FCF-FD93-81E1-A3A3-988B0FACD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A906B-4B22-663A-EDBB-6BEAEC6FF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809B-C788-2348-B845-12B51D68EAA0}" type="datetimeFigureOut">
              <a:rPr lang="en-CL" smtClean="0"/>
              <a:t>13-10-26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DD342-C183-CDE6-3CE0-8B0BE1BDE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0238F-E57F-2E67-5D4E-E547DEAC6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A1E80-085B-DB4C-B6DD-0A7EBE2E54D5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6301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3FF7A-1FD2-C463-4499-41B83D0CA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0C54A-FFC8-44FF-54C9-C3862B522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5A8D6-9739-BB77-9F54-5BB521C504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9809B-C788-2348-B845-12B51D68EAA0}" type="datetimeFigureOut">
              <a:rPr lang="en-CL" smtClean="0"/>
              <a:t>13-10-26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C192E-D114-A5D6-842F-1F2789FFC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24B84-EDB9-39DD-9DDD-9B807E54C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6A1E80-085B-DB4C-B6DD-0A7EBE2E54D5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17506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6Zs_DQljQ6Lmtt3HCgsuD1mgABmB0gPU/view?usp=sharing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4CB08C-FA44-E32C-96E8-1534A140F9BD}"/>
              </a:ext>
            </a:extLst>
          </p:cNvPr>
          <p:cNvSpPr txBox="1"/>
          <p:nvPr/>
        </p:nvSpPr>
        <p:spPr>
          <a:xfrm>
            <a:off x="630935" y="2807208"/>
            <a:ext cx="3908791" cy="341071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Base de Datos AR: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100 personas (50 hombres y 50 </a:t>
            </a:r>
            <a:r>
              <a:rPr lang="en-US" sz="2200" dirty="0" err="1"/>
              <a:t>mujeres</a:t>
            </a:r>
            <a:r>
              <a:rPr lang="en-US" sz="2200" dirty="0"/>
              <a:t>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Cada persona con 26 </a:t>
            </a:r>
            <a:r>
              <a:rPr lang="en-US" sz="2200" dirty="0" err="1"/>
              <a:t>fotos</a:t>
            </a:r>
            <a:r>
              <a:rPr lang="en-US" sz="2200" dirty="0"/>
              <a:t> </a:t>
            </a:r>
            <a:r>
              <a:rPr lang="en-US" sz="2200" dirty="0" err="1"/>
              <a:t>faciales</a:t>
            </a: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hlinkClick r:id="rId2"/>
              </a:rPr>
              <a:t>https://drive.google.com/file/d/16Zs_DQljQ6Lmtt3HCgsuD1mgABmB0gPU/view?usp=sharing</a:t>
            </a: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GitHub &gt; Cap 03 &gt; </a:t>
            </a:r>
            <a:r>
              <a:rPr lang="en-US" sz="2200" dirty="0" err="1"/>
              <a:t>datos</a:t>
            </a:r>
            <a:r>
              <a:rPr lang="en-US" sz="2200" dirty="0"/>
              <a:t> &gt; </a:t>
            </a:r>
            <a:r>
              <a:rPr lang="en-US" sz="2200" dirty="0" err="1"/>
              <a:t>AR.zip</a:t>
            </a: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81EB78-5AE8-86FF-FE72-7420F0672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193920"/>
            <a:ext cx="6903720" cy="4470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52B51E-59F5-D3CB-D754-A3C80B46F44B}"/>
              </a:ext>
            </a:extLst>
          </p:cNvPr>
          <p:cNvSpPr txBox="1"/>
          <p:nvPr/>
        </p:nvSpPr>
        <p:spPr>
          <a:xfrm>
            <a:off x="6096000" y="6065949"/>
            <a:ext cx="4264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face_nnn_xx.png</a:t>
            </a:r>
            <a:r>
              <a:rPr lang="en-US" dirty="0"/>
              <a:t> 	&gt; </a:t>
            </a:r>
            <a:r>
              <a:rPr lang="en-US" dirty="0" err="1"/>
              <a:t>nnn</a:t>
            </a:r>
            <a:r>
              <a:rPr lang="en-US" dirty="0"/>
              <a:t>: 001, 002, … 100</a:t>
            </a:r>
          </a:p>
          <a:p>
            <a:r>
              <a:rPr lang="en-US" dirty="0"/>
              <a:t>		&gt; xx: 01, 02, … 26</a:t>
            </a:r>
            <a:endParaRPr lang="en-C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447647-4CA6-F154-A01B-323940E6F227}"/>
              </a:ext>
            </a:extLst>
          </p:cNvPr>
          <p:cNvSpPr txBox="1"/>
          <p:nvPr/>
        </p:nvSpPr>
        <p:spPr>
          <a:xfrm>
            <a:off x="630936" y="941939"/>
            <a:ext cx="31412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dirty="0"/>
              <a:t>TAREA 02:</a:t>
            </a:r>
          </a:p>
          <a:p>
            <a:r>
              <a:rPr lang="en-CL" dirty="0"/>
              <a:t>Reconocimiento Facial de 100 personas</a:t>
            </a:r>
          </a:p>
        </p:txBody>
      </p:sp>
    </p:spTree>
    <p:extLst>
      <p:ext uri="{BB962C8B-B14F-4D97-AF65-F5344CB8AC3E}">
        <p14:creationId xmlns:p14="http://schemas.microsoft.com/office/powerpoint/2010/main" val="1553496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0458F7-B11B-2AD9-CBC2-70944E1DD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2494" y="1315173"/>
            <a:ext cx="1018309" cy="1391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4E5C26-66B7-BE93-6540-15E0D2B0F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052" y="1315174"/>
            <a:ext cx="1018309" cy="13916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CEDBA6-B5F8-06A5-49DF-37492FFC7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9259" y="1315172"/>
            <a:ext cx="1018309" cy="1391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75526C-7F57-D225-70ED-3449A25BFE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3610" y="1315175"/>
            <a:ext cx="1018309" cy="13916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06EDCA-E9AE-CEBE-A5A8-76F1911A04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6845" y="1315175"/>
            <a:ext cx="1018309" cy="13916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A5585BD-4D9C-EF66-80A7-E561387D3A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0080" y="1315175"/>
            <a:ext cx="1018309" cy="13916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596D50-5F25-12F2-4AD3-6F711B7A6F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3462" y="1315175"/>
            <a:ext cx="1018309" cy="13916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0028BD5-32A8-9403-5168-266C808A23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6844" y="1315175"/>
            <a:ext cx="1018309" cy="1391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9F1992D-E0A1-6B57-40DB-61275A4703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0226" y="1315176"/>
            <a:ext cx="1018309" cy="13916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0628578-2F79-EBC0-FCCC-A4640BC884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0226" y="3805578"/>
            <a:ext cx="1018309" cy="139168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4E7681E-A1EE-4A47-0C03-68C4C3BB1BF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96844" y="3805577"/>
            <a:ext cx="1018309" cy="13916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18BD508-F798-C998-1C46-BC11B538E48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23462" y="3805577"/>
            <a:ext cx="1018309" cy="139168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3D8A7F4-DF17-4BDA-363C-FD48C5794136}"/>
              </a:ext>
            </a:extLst>
          </p:cNvPr>
          <p:cNvSpPr txBox="1"/>
          <p:nvPr/>
        </p:nvSpPr>
        <p:spPr>
          <a:xfrm>
            <a:off x="1172584" y="731520"/>
            <a:ext cx="4832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/>
              <a:t>TRAINING: xx = 01, 02, 03, 05, 06, 07, 14, 15, 16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24E25D-B4CE-DB49-4A98-AF82201EDB0E}"/>
              </a:ext>
            </a:extLst>
          </p:cNvPr>
          <p:cNvSpPr txBox="1"/>
          <p:nvPr/>
        </p:nvSpPr>
        <p:spPr>
          <a:xfrm>
            <a:off x="1172584" y="3244334"/>
            <a:ext cx="2544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/>
              <a:t>TESTING: xx = 20, 23, 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302A4B-7E40-DD9F-3481-7BC4D6B3DAA9}"/>
              </a:ext>
            </a:extLst>
          </p:cNvPr>
          <p:cNvSpPr txBox="1"/>
          <p:nvPr/>
        </p:nvSpPr>
        <p:spPr>
          <a:xfrm>
            <a:off x="5586845" y="3613666"/>
            <a:ext cx="56441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dirty="0"/>
              <a:t>Reportar accuracy independientes y en conjunto, es decir accuracy para las fotos 20, para las fotos 23, y para las fotos 24, y a la vez el promedio de estas 3.</a:t>
            </a:r>
          </a:p>
          <a:p>
            <a:endParaRPr lang="en-CL" dirty="0"/>
          </a:p>
          <a:p>
            <a:r>
              <a:rPr lang="en-CL" dirty="0"/>
              <a:t>Es el mismo algoritmo de reconocimiento facial para las fotos 20, 23 y 24. Se recomienda que se haga un detector automático simple de lentes oscuros y de bufandas y que esa información se use para bloquear aquellas zonas de la cara que no proporcionen información para no incluirlas en el momento de hacer el reconocimiento. </a:t>
            </a:r>
          </a:p>
        </p:txBody>
      </p:sp>
    </p:spTree>
    <p:extLst>
      <p:ext uri="{BB962C8B-B14F-4D97-AF65-F5344CB8AC3E}">
        <p14:creationId xmlns:p14="http://schemas.microsoft.com/office/powerpoint/2010/main" val="3599126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E90B2-3C57-DAFC-1958-DF9259DE3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L" dirty="0"/>
              <a:t>RESTRICCIONES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43010-2628-6649-1D1C-06534BFE2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L" dirty="0"/>
              <a:t>Para extracción de características se puede usar sólo la librería Balu3</a:t>
            </a:r>
          </a:p>
          <a:p>
            <a:r>
              <a:rPr lang="en-CL" dirty="0"/>
              <a:t>Se debe implementar estrategias de selección (al menos Clean y SFS) y de transformación (al menos PCA)</a:t>
            </a:r>
          </a:p>
          <a:p>
            <a:r>
              <a:rPr lang="en-CL" dirty="0"/>
              <a:t>EL CLASIFICADOR NO </a:t>
            </a:r>
            <a:r>
              <a:rPr lang="en-CL"/>
              <a:t>DEBE RECIBIR MÁS </a:t>
            </a:r>
            <a:r>
              <a:rPr lang="en-CL" dirty="0"/>
              <a:t>DE 250 CARACTERÍSTICAS</a:t>
            </a:r>
          </a:p>
          <a:p>
            <a:r>
              <a:rPr lang="en-CL" dirty="0"/>
              <a:t>El único clasificador que se puede usar es el KNN (no hay restricción con el número de vecinos)</a:t>
            </a:r>
          </a:p>
          <a:p>
            <a:r>
              <a:rPr lang="en-CL" dirty="0"/>
              <a:t>Se puede usar librerías de procesamiento de imágenes</a:t>
            </a:r>
          </a:p>
          <a:p>
            <a:r>
              <a:rPr lang="en-CL" dirty="0"/>
              <a:t>No está permitido usar deep learning en ninguna de las etapas</a:t>
            </a:r>
          </a:p>
        </p:txBody>
      </p:sp>
    </p:spTree>
    <p:extLst>
      <p:ext uri="{BB962C8B-B14F-4D97-AF65-F5344CB8AC3E}">
        <p14:creationId xmlns:p14="http://schemas.microsoft.com/office/powerpoint/2010/main" val="2484205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293</Words>
  <Application>Microsoft Macintosh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RESTRICCIONES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3</cp:revision>
  <dcterms:created xsi:type="dcterms:W3CDTF">2026-10-08T11:27:14Z</dcterms:created>
  <dcterms:modified xsi:type="dcterms:W3CDTF">2026-10-13T14:37:46Z</dcterms:modified>
</cp:coreProperties>
</file>